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52640" y="2532960"/>
            <a:ext cx="617292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Dertig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56840" y="2076120"/>
            <a:ext cx="7744320" cy="914760"/>
          </a:xfrm>
          <a:custGeom>
            <a:avLst/>
            <a:gdLst/>
            <a:ahLst/>
            <a:rect l="0" t="0" r="r" b="b"/>
            <a:pathLst>
              <a:path w="21512" h="2541">
                <a:moveTo>
                  <a:pt x="0" y="0"/>
                </a:moveTo>
                <a:lnTo>
                  <a:pt x="21512" y="0"/>
                </a:lnTo>
                <a:lnTo>
                  <a:pt x="21512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0761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2981160"/>
            <a:ext cx="7744320" cy="9720"/>
          </a:xfrm>
          <a:custGeom>
            <a:avLst/>
            <a:gdLst/>
            <a:ahLst/>
            <a:rect l="0" t="0" r="r" b="b"/>
            <a:pathLst>
              <a:path w="21512" h="27">
                <a:moveTo>
                  <a:pt x="0" y="0"/>
                </a:moveTo>
                <a:lnTo>
                  <a:pt x="21512" y="0"/>
                </a:lnTo>
                <a:lnTo>
                  <a:pt x="215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8191440" y="2076120"/>
            <a:ext cx="9720" cy="914760"/>
          </a:xfrm>
          <a:custGeom>
            <a:avLst/>
            <a:gdLst/>
            <a:ahLst/>
            <a:rect l="0" t="0" r="r" b="b"/>
            <a:pathLst>
              <a:path w="27" h="2541">
                <a:moveTo>
                  <a:pt x="0" y="106"/>
                </a:moveTo>
                <a:lnTo>
                  <a:pt x="0" y="2541"/>
                </a:lnTo>
                <a:lnTo>
                  <a:pt x="27" y="254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2076120"/>
            <a:ext cx="10080" cy="914760"/>
          </a:xfrm>
          <a:custGeom>
            <a:avLst/>
            <a:gdLst/>
            <a:ahLst/>
            <a:rect l="0" t="0" r="r" b="b"/>
            <a:pathLst>
              <a:path w="28" h="2541">
                <a:moveTo>
                  <a:pt x="0" y="0"/>
                </a:moveTo>
                <a:lnTo>
                  <a:pt x="0" y="2541"/>
                </a:lnTo>
                <a:lnTo>
                  <a:pt x="28" y="254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439920" y="13201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634320" y="2313720"/>
            <a:ext cx="816192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 Zeker met de opkomst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634320" y="2590200"/>
            <a:ext cx="433512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van AI. Hebben we straks geen vliegende auto's?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457200" y="3347280"/>
            <a:ext cx="83307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Een terechte vraag. Een standaardisatietraject duurt jaren, en de wereld eromheen verandert snel. Wie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57200" y="3575880"/>
            <a:ext cx="62460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in 1995 het perfecte faxprotocol standaardiseerde, had gelijk en verloor toch.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3" name=""/>
          <p:cNvSpPr/>
          <p:nvPr/>
        </p:nvSpPr>
        <p:spPr>
          <a:xfrm>
            <a:off x="456840" y="1552320"/>
            <a:ext cx="7239600" cy="676800"/>
          </a:xfrm>
          <a:custGeom>
            <a:avLst/>
            <a:gdLst/>
            <a:ahLst/>
            <a:rect l="0" t="0" r="r" b="b"/>
            <a:pathLst>
              <a:path w="20110" h="1880">
                <a:moveTo>
                  <a:pt x="0" y="1668"/>
                </a:moveTo>
                <a:lnTo>
                  <a:pt x="0" y="212"/>
                </a:lnTo>
                <a:cubicBezTo>
                  <a:pt x="0" y="198"/>
                  <a:pt x="2" y="184"/>
                  <a:pt x="5" y="171"/>
                </a:cubicBezTo>
                <a:cubicBezTo>
                  <a:pt x="7" y="157"/>
                  <a:pt x="11" y="144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5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2"/>
                  <a:pt x="198" y="0"/>
                  <a:pt x="212" y="0"/>
                </a:cubicBezTo>
                <a:lnTo>
                  <a:pt x="19898" y="0"/>
                </a:lnTo>
                <a:cubicBezTo>
                  <a:pt x="19912" y="0"/>
                  <a:pt x="19926" y="2"/>
                  <a:pt x="19939" y="4"/>
                </a:cubicBezTo>
                <a:cubicBezTo>
                  <a:pt x="19953" y="7"/>
                  <a:pt x="19966" y="11"/>
                  <a:pt x="19979" y="16"/>
                </a:cubicBezTo>
                <a:cubicBezTo>
                  <a:pt x="19992" y="22"/>
                  <a:pt x="20004" y="28"/>
                  <a:pt x="20016" y="36"/>
                </a:cubicBezTo>
                <a:cubicBezTo>
                  <a:pt x="20027" y="44"/>
                  <a:pt x="20038" y="52"/>
                  <a:pt x="20048" y="62"/>
                </a:cubicBezTo>
                <a:cubicBezTo>
                  <a:pt x="20058" y="72"/>
                  <a:pt x="20066" y="83"/>
                  <a:pt x="20074" y="94"/>
                </a:cubicBezTo>
                <a:cubicBezTo>
                  <a:pt x="20082" y="106"/>
                  <a:pt x="20088" y="118"/>
                  <a:pt x="20094" y="131"/>
                </a:cubicBezTo>
                <a:cubicBezTo>
                  <a:pt x="20099" y="144"/>
                  <a:pt x="20103" y="157"/>
                  <a:pt x="20106" y="171"/>
                </a:cubicBezTo>
                <a:cubicBezTo>
                  <a:pt x="20108" y="184"/>
                  <a:pt x="20110" y="198"/>
                  <a:pt x="20110" y="212"/>
                </a:cubicBezTo>
                <a:lnTo>
                  <a:pt x="20110" y="1668"/>
                </a:lnTo>
                <a:cubicBezTo>
                  <a:pt x="20110" y="1682"/>
                  <a:pt x="20108" y="1696"/>
                  <a:pt x="20106" y="1709"/>
                </a:cubicBezTo>
                <a:cubicBezTo>
                  <a:pt x="20103" y="1723"/>
                  <a:pt x="20099" y="1736"/>
                  <a:pt x="20094" y="1749"/>
                </a:cubicBezTo>
                <a:cubicBezTo>
                  <a:pt x="20088" y="1762"/>
                  <a:pt x="20082" y="1774"/>
                  <a:pt x="20074" y="1786"/>
                </a:cubicBezTo>
                <a:cubicBezTo>
                  <a:pt x="20066" y="1797"/>
                  <a:pt x="20058" y="1808"/>
                  <a:pt x="20048" y="1818"/>
                </a:cubicBezTo>
                <a:cubicBezTo>
                  <a:pt x="20038" y="1828"/>
                  <a:pt x="20027" y="1836"/>
                  <a:pt x="20016" y="1844"/>
                </a:cubicBezTo>
                <a:cubicBezTo>
                  <a:pt x="20004" y="1852"/>
                  <a:pt x="19992" y="1858"/>
                  <a:pt x="19979" y="1864"/>
                </a:cubicBezTo>
                <a:cubicBezTo>
                  <a:pt x="19966" y="1869"/>
                  <a:pt x="19953" y="1873"/>
                  <a:pt x="19939" y="1876"/>
                </a:cubicBezTo>
                <a:cubicBezTo>
                  <a:pt x="19926" y="1878"/>
                  <a:pt x="19912" y="1880"/>
                  <a:pt x="19898" y="1880"/>
                </a:cubicBezTo>
                <a:lnTo>
                  <a:pt x="212" y="1880"/>
                </a:lnTo>
                <a:cubicBezTo>
                  <a:pt x="198" y="1880"/>
                  <a:pt x="185" y="1878"/>
                  <a:pt x="171" y="1876"/>
                </a:cubicBezTo>
                <a:cubicBezTo>
                  <a:pt x="157" y="1873"/>
                  <a:pt x="144" y="1869"/>
                  <a:pt x="131" y="1864"/>
                </a:cubicBezTo>
                <a:cubicBezTo>
                  <a:pt x="118" y="1858"/>
                  <a:pt x="106" y="1852"/>
                  <a:pt x="95" y="1844"/>
                </a:cubicBezTo>
                <a:cubicBezTo>
                  <a:pt x="83" y="1836"/>
                  <a:pt x="72" y="1828"/>
                  <a:pt x="62" y="1818"/>
                </a:cubicBezTo>
                <a:cubicBezTo>
                  <a:pt x="53" y="1808"/>
                  <a:pt x="44" y="1797"/>
                  <a:pt x="36" y="1786"/>
                </a:cubicBezTo>
                <a:cubicBezTo>
                  <a:pt x="28" y="1774"/>
                  <a:pt x="22" y="1762"/>
                  <a:pt x="17" y="1749"/>
                </a:cubicBezTo>
                <a:cubicBezTo>
                  <a:pt x="11" y="1736"/>
                  <a:pt x="7" y="1723"/>
                  <a:pt x="5" y="1709"/>
                </a:cubicBezTo>
                <a:cubicBezTo>
                  <a:pt x="2" y="1696"/>
                  <a:pt x="0" y="1682"/>
                  <a:pt x="0" y="1668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657000" y="1704960"/>
            <a:ext cx="362520" cy="371520"/>
          </a:xfrm>
          <a:custGeom>
            <a:avLst/>
            <a:gdLst/>
            <a:ahLst/>
            <a:rect l="0" t="0" r="r" b="b"/>
            <a:pathLst>
              <a:path w="1007" h="1032">
                <a:moveTo>
                  <a:pt x="0" y="529"/>
                </a:moveTo>
                <a:lnTo>
                  <a:pt x="0" y="502"/>
                </a:lnTo>
                <a:cubicBezTo>
                  <a:pt x="0" y="469"/>
                  <a:pt x="3" y="437"/>
                  <a:pt x="10" y="404"/>
                </a:cubicBezTo>
                <a:cubicBezTo>
                  <a:pt x="16" y="372"/>
                  <a:pt x="26" y="340"/>
                  <a:pt x="38" y="310"/>
                </a:cubicBezTo>
                <a:cubicBezTo>
                  <a:pt x="51" y="279"/>
                  <a:pt x="67" y="250"/>
                  <a:pt x="85" y="223"/>
                </a:cubicBezTo>
                <a:cubicBezTo>
                  <a:pt x="103" y="196"/>
                  <a:pt x="124" y="170"/>
                  <a:pt x="147" y="147"/>
                </a:cubicBezTo>
                <a:cubicBezTo>
                  <a:pt x="171" y="123"/>
                  <a:pt x="196" y="103"/>
                  <a:pt x="224" y="84"/>
                </a:cubicBezTo>
                <a:cubicBezTo>
                  <a:pt x="251" y="66"/>
                  <a:pt x="280" y="50"/>
                  <a:pt x="310" y="38"/>
                </a:cubicBezTo>
                <a:cubicBezTo>
                  <a:pt x="341" y="25"/>
                  <a:pt x="372" y="16"/>
                  <a:pt x="405" y="9"/>
                </a:cubicBezTo>
                <a:cubicBezTo>
                  <a:pt x="437" y="3"/>
                  <a:pt x="470" y="0"/>
                  <a:pt x="503" y="0"/>
                </a:cubicBezTo>
                <a:cubicBezTo>
                  <a:pt x="536" y="0"/>
                  <a:pt x="569" y="3"/>
                  <a:pt x="601" y="9"/>
                </a:cubicBezTo>
                <a:cubicBezTo>
                  <a:pt x="633" y="16"/>
                  <a:pt x="665" y="25"/>
                  <a:pt x="696" y="38"/>
                </a:cubicBezTo>
                <a:cubicBezTo>
                  <a:pt x="727" y="50"/>
                  <a:pt x="756" y="66"/>
                  <a:pt x="783" y="84"/>
                </a:cubicBezTo>
                <a:cubicBezTo>
                  <a:pt x="811" y="103"/>
                  <a:pt x="836" y="123"/>
                  <a:pt x="859" y="147"/>
                </a:cubicBezTo>
                <a:cubicBezTo>
                  <a:pt x="883" y="170"/>
                  <a:pt x="903" y="196"/>
                  <a:pt x="922" y="223"/>
                </a:cubicBezTo>
                <a:cubicBezTo>
                  <a:pt x="940" y="250"/>
                  <a:pt x="956" y="279"/>
                  <a:pt x="968" y="310"/>
                </a:cubicBezTo>
                <a:cubicBezTo>
                  <a:pt x="981" y="340"/>
                  <a:pt x="990" y="372"/>
                  <a:pt x="997" y="404"/>
                </a:cubicBezTo>
                <a:cubicBezTo>
                  <a:pt x="1003" y="437"/>
                  <a:pt x="1007" y="469"/>
                  <a:pt x="1007" y="502"/>
                </a:cubicBezTo>
                <a:lnTo>
                  <a:pt x="1007" y="529"/>
                </a:lnTo>
                <a:cubicBezTo>
                  <a:pt x="1007" y="562"/>
                  <a:pt x="1003" y="594"/>
                  <a:pt x="997" y="627"/>
                </a:cubicBezTo>
                <a:cubicBezTo>
                  <a:pt x="990" y="659"/>
                  <a:pt x="981" y="691"/>
                  <a:pt x="968" y="721"/>
                </a:cubicBezTo>
                <a:cubicBezTo>
                  <a:pt x="956" y="752"/>
                  <a:pt x="940" y="781"/>
                  <a:pt x="922" y="808"/>
                </a:cubicBezTo>
                <a:cubicBezTo>
                  <a:pt x="903" y="835"/>
                  <a:pt x="883" y="861"/>
                  <a:pt x="859" y="884"/>
                </a:cubicBezTo>
                <a:cubicBezTo>
                  <a:pt x="836" y="908"/>
                  <a:pt x="811" y="928"/>
                  <a:pt x="783" y="948"/>
                </a:cubicBezTo>
                <a:cubicBezTo>
                  <a:pt x="756" y="966"/>
                  <a:pt x="727" y="982"/>
                  <a:pt x="696" y="994"/>
                </a:cubicBezTo>
                <a:cubicBezTo>
                  <a:pt x="665" y="1007"/>
                  <a:pt x="633" y="1016"/>
                  <a:pt x="601" y="1023"/>
                </a:cubicBezTo>
                <a:cubicBezTo>
                  <a:pt x="569" y="1029"/>
                  <a:pt x="536" y="1032"/>
                  <a:pt x="503" y="1032"/>
                </a:cubicBezTo>
                <a:cubicBezTo>
                  <a:pt x="470" y="1032"/>
                  <a:pt x="437" y="1029"/>
                  <a:pt x="405" y="1023"/>
                </a:cubicBezTo>
                <a:cubicBezTo>
                  <a:pt x="372" y="1016"/>
                  <a:pt x="341" y="1007"/>
                  <a:pt x="310" y="994"/>
                </a:cubicBezTo>
                <a:cubicBezTo>
                  <a:pt x="280" y="982"/>
                  <a:pt x="251" y="966"/>
                  <a:pt x="224" y="948"/>
                </a:cubicBezTo>
                <a:cubicBezTo>
                  <a:pt x="196" y="928"/>
                  <a:pt x="171" y="908"/>
                  <a:pt x="147" y="884"/>
                </a:cubicBezTo>
                <a:cubicBezTo>
                  <a:pt x="124" y="861"/>
                  <a:pt x="103" y="835"/>
                  <a:pt x="85" y="808"/>
                </a:cubicBezTo>
                <a:cubicBezTo>
                  <a:pt x="67" y="781"/>
                  <a:pt x="51" y="752"/>
                  <a:pt x="38" y="721"/>
                </a:cubicBezTo>
                <a:cubicBezTo>
                  <a:pt x="26" y="691"/>
                  <a:pt x="16" y="659"/>
                  <a:pt x="10" y="627"/>
                </a:cubicBezTo>
                <a:cubicBezTo>
                  <a:pt x="3" y="594"/>
                  <a:pt x="0" y="562"/>
                  <a:pt x="0" y="52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439920" y="853200"/>
            <a:ext cx="4205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we dat uitzoeken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809640" y="1804320"/>
            <a:ext cx="1594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6840" y="2295360"/>
            <a:ext cx="7239600" cy="667080"/>
          </a:xfrm>
          <a:custGeom>
            <a:avLst/>
            <a:gdLst/>
            <a:ahLst/>
            <a:rect l="0" t="0" r="r" b="b"/>
            <a:pathLst>
              <a:path w="20110" h="1853">
                <a:moveTo>
                  <a:pt x="0" y="1641"/>
                </a:moveTo>
                <a:lnTo>
                  <a:pt x="0" y="213"/>
                </a:lnTo>
                <a:cubicBezTo>
                  <a:pt x="0" y="199"/>
                  <a:pt x="2" y="185"/>
                  <a:pt x="5" y="171"/>
                </a:cubicBezTo>
                <a:cubicBezTo>
                  <a:pt x="7" y="158"/>
                  <a:pt x="11" y="144"/>
                  <a:pt x="17" y="132"/>
                </a:cubicBezTo>
                <a:cubicBezTo>
                  <a:pt x="22" y="119"/>
                  <a:pt x="28" y="107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19898" y="0"/>
                </a:lnTo>
                <a:cubicBezTo>
                  <a:pt x="19912" y="0"/>
                  <a:pt x="19926" y="1"/>
                  <a:pt x="19939" y="4"/>
                </a:cubicBezTo>
                <a:cubicBezTo>
                  <a:pt x="19953" y="7"/>
                  <a:pt x="19966" y="11"/>
                  <a:pt x="19979" y="16"/>
                </a:cubicBezTo>
                <a:cubicBezTo>
                  <a:pt x="19992" y="21"/>
                  <a:pt x="20004" y="28"/>
                  <a:pt x="20016" y="36"/>
                </a:cubicBezTo>
                <a:cubicBezTo>
                  <a:pt x="20027" y="43"/>
                  <a:pt x="20038" y="52"/>
                  <a:pt x="20048" y="62"/>
                </a:cubicBezTo>
                <a:cubicBezTo>
                  <a:pt x="20058" y="72"/>
                  <a:pt x="20066" y="82"/>
                  <a:pt x="20074" y="94"/>
                </a:cubicBezTo>
                <a:cubicBezTo>
                  <a:pt x="20082" y="107"/>
                  <a:pt x="20088" y="119"/>
                  <a:pt x="20094" y="132"/>
                </a:cubicBezTo>
                <a:cubicBezTo>
                  <a:pt x="20099" y="144"/>
                  <a:pt x="20103" y="158"/>
                  <a:pt x="20106" y="171"/>
                </a:cubicBezTo>
                <a:cubicBezTo>
                  <a:pt x="20108" y="185"/>
                  <a:pt x="20110" y="199"/>
                  <a:pt x="20110" y="213"/>
                </a:cubicBezTo>
                <a:lnTo>
                  <a:pt x="20110" y="1641"/>
                </a:lnTo>
                <a:cubicBezTo>
                  <a:pt x="20110" y="1655"/>
                  <a:pt x="20108" y="1669"/>
                  <a:pt x="20106" y="1683"/>
                </a:cubicBezTo>
                <a:cubicBezTo>
                  <a:pt x="20103" y="1696"/>
                  <a:pt x="20099" y="1710"/>
                  <a:pt x="20094" y="1722"/>
                </a:cubicBezTo>
                <a:cubicBezTo>
                  <a:pt x="20088" y="1735"/>
                  <a:pt x="20082" y="1747"/>
                  <a:pt x="20074" y="1759"/>
                </a:cubicBezTo>
                <a:cubicBezTo>
                  <a:pt x="20066" y="1771"/>
                  <a:pt x="20058" y="1781"/>
                  <a:pt x="20048" y="1791"/>
                </a:cubicBezTo>
                <a:cubicBezTo>
                  <a:pt x="20038" y="1801"/>
                  <a:pt x="20027" y="1810"/>
                  <a:pt x="20016" y="1817"/>
                </a:cubicBezTo>
                <a:cubicBezTo>
                  <a:pt x="20004" y="1825"/>
                  <a:pt x="19992" y="1832"/>
                  <a:pt x="19979" y="1837"/>
                </a:cubicBezTo>
                <a:cubicBezTo>
                  <a:pt x="19966" y="1842"/>
                  <a:pt x="19953" y="1846"/>
                  <a:pt x="19939" y="1849"/>
                </a:cubicBezTo>
                <a:cubicBezTo>
                  <a:pt x="19926" y="1852"/>
                  <a:pt x="19912" y="1853"/>
                  <a:pt x="19898" y="1853"/>
                </a:cubicBezTo>
                <a:lnTo>
                  <a:pt x="212" y="1853"/>
                </a:lnTo>
                <a:cubicBezTo>
                  <a:pt x="198" y="1853"/>
                  <a:pt x="185" y="1852"/>
                  <a:pt x="171" y="1849"/>
                </a:cubicBezTo>
                <a:cubicBezTo>
                  <a:pt x="157" y="1846"/>
                  <a:pt x="144" y="1842"/>
                  <a:pt x="131" y="1837"/>
                </a:cubicBezTo>
                <a:cubicBezTo>
                  <a:pt x="118" y="1832"/>
                  <a:pt x="106" y="1825"/>
                  <a:pt x="95" y="1817"/>
                </a:cubicBezTo>
                <a:cubicBezTo>
                  <a:pt x="83" y="1810"/>
                  <a:pt x="72" y="1801"/>
                  <a:pt x="62" y="1791"/>
                </a:cubicBezTo>
                <a:cubicBezTo>
                  <a:pt x="53" y="1781"/>
                  <a:pt x="44" y="1771"/>
                  <a:pt x="36" y="1759"/>
                </a:cubicBezTo>
                <a:cubicBezTo>
                  <a:pt x="28" y="1747"/>
                  <a:pt x="22" y="1735"/>
                  <a:pt x="17" y="1722"/>
                </a:cubicBezTo>
                <a:cubicBezTo>
                  <a:pt x="11" y="1710"/>
                  <a:pt x="7" y="1696"/>
                  <a:pt x="5" y="1683"/>
                </a:cubicBezTo>
                <a:cubicBezTo>
                  <a:pt x="2" y="1669"/>
                  <a:pt x="0" y="1655"/>
                  <a:pt x="0" y="164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657000" y="2447640"/>
            <a:ext cx="362520" cy="362520"/>
          </a:xfrm>
          <a:custGeom>
            <a:avLst/>
            <a:gdLst/>
            <a:ahLst/>
            <a:rect l="0" t="0" r="r" b="b"/>
            <a:pathLst>
              <a:path w="1007" h="1007">
                <a:moveTo>
                  <a:pt x="1007" y="503"/>
                </a:moveTo>
                <a:cubicBezTo>
                  <a:pt x="1007" y="536"/>
                  <a:pt x="1003" y="569"/>
                  <a:pt x="997" y="601"/>
                </a:cubicBezTo>
                <a:cubicBezTo>
                  <a:pt x="990" y="633"/>
                  <a:pt x="981" y="665"/>
                  <a:pt x="968" y="695"/>
                </a:cubicBezTo>
                <a:cubicBezTo>
                  <a:pt x="956" y="726"/>
                  <a:pt x="940" y="756"/>
                  <a:pt x="922" y="783"/>
                </a:cubicBezTo>
                <a:cubicBezTo>
                  <a:pt x="903" y="811"/>
                  <a:pt x="883" y="836"/>
                  <a:pt x="859" y="859"/>
                </a:cubicBezTo>
                <a:cubicBezTo>
                  <a:pt x="836" y="883"/>
                  <a:pt x="811" y="904"/>
                  <a:pt x="783" y="922"/>
                </a:cubicBezTo>
                <a:cubicBezTo>
                  <a:pt x="756" y="940"/>
                  <a:pt x="727" y="956"/>
                  <a:pt x="696" y="968"/>
                </a:cubicBezTo>
                <a:cubicBezTo>
                  <a:pt x="665" y="981"/>
                  <a:pt x="633" y="991"/>
                  <a:pt x="601" y="997"/>
                </a:cubicBezTo>
                <a:cubicBezTo>
                  <a:pt x="569" y="1003"/>
                  <a:pt x="536" y="1007"/>
                  <a:pt x="503" y="1007"/>
                </a:cubicBezTo>
                <a:cubicBezTo>
                  <a:pt x="470" y="1007"/>
                  <a:pt x="437" y="1003"/>
                  <a:pt x="405" y="997"/>
                </a:cubicBezTo>
                <a:cubicBezTo>
                  <a:pt x="372" y="991"/>
                  <a:pt x="341" y="981"/>
                  <a:pt x="310" y="968"/>
                </a:cubicBezTo>
                <a:cubicBezTo>
                  <a:pt x="280" y="956"/>
                  <a:pt x="251" y="940"/>
                  <a:pt x="224" y="922"/>
                </a:cubicBezTo>
                <a:cubicBezTo>
                  <a:pt x="196" y="904"/>
                  <a:pt x="171" y="883"/>
                  <a:pt x="147" y="859"/>
                </a:cubicBezTo>
                <a:cubicBezTo>
                  <a:pt x="124" y="836"/>
                  <a:pt x="103" y="811"/>
                  <a:pt x="85" y="783"/>
                </a:cubicBezTo>
                <a:cubicBezTo>
                  <a:pt x="67" y="756"/>
                  <a:pt x="51" y="726"/>
                  <a:pt x="38" y="695"/>
                </a:cubicBezTo>
                <a:cubicBezTo>
                  <a:pt x="26" y="665"/>
                  <a:pt x="16" y="633"/>
                  <a:pt x="10" y="601"/>
                </a:cubicBezTo>
                <a:cubicBezTo>
                  <a:pt x="3" y="569"/>
                  <a:pt x="0" y="536"/>
                  <a:pt x="0" y="503"/>
                </a:cubicBezTo>
                <a:cubicBezTo>
                  <a:pt x="0" y="470"/>
                  <a:pt x="3" y="437"/>
                  <a:pt x="10" y="405"/>
                </a:cubicBezTo>
                <a:cubicBezTo>
                  <a:pt x="16" y="373"/>
                  <a:pt x="26" y="341"/>
                  <a:pt x="38" y="311"/>
                </a:cubicBezTo>
                <a:cubicBezTo>
                  <a:pt x="51" y="280"/>
                  <a:pt x="67" y="251"/>
                  <a:pt x="85" y="224"/>
                </a:cubicBezTo>
                <a:cubicBezTo>
                  <a:pt x="103" y="196"/>
                  <a:pt x="124" y="171"/>
                  <a:pt x="147" y="148"/>
                </a:cubicBezTo>
                <a:cubicBezTo>
                  <a:pt x="171" y="124"/>
                  <a:pt x="196" y="103"/>
                  <a:pt x="224" y="85"/>
                </a:cubicBezTo>
                <a:cubicBezTo>
                  <a:pt x="251" y="67"/>
                  <a:pt x="280" y="51"/>
                  <a:pt x="310" y="39"/>
                </a:cubicBezTo>
                <a:cubicBezTo>
                  <a:pt x="341" y="26"/>
                  <a:pt x="372" y="16"/>
                  <a:pt x="405" y="10"/>
                </a:cubicBezTo>
                <a:cubicBezTo>
                  <a:pt x="437" y="4"/>
                  <a:pt x="470" y="0"/>
                  <a:pt x="503" y="0"/>
                </a:cubicBezTo>
                <a:cubicBezTo>
                  <a:pt x="536" y="0"/>
                  <a:pt x="569" y="4"/>
                  <a:pt x="601" y="10"/>
                </a:cubicBezTo>
                <a:cubicBezTo>
                  <a:pt x="633" y="16"/>
                  <a:pt x="665" y="26"/>
                  <a:pt x="696" y="39"/>
                </a:cubicBezTo>
                <a:cubicBezTo>
                  <a:pt x="727" y="51"/>
                  <a:pt x="756" y="67"/>
                  <a:pt x="783" y="85"/>
                </a:cubicBezTo>
                <a:cubicBezTo>
                  <a:pt x="811" y="103"/>
                  <a:pt x="836" y="124"/>
                  <a:pt x="859" y="148"/>
                </a:cubicBezTo>
                <a:cubicBezTo>
                  <a:pt x="883" y="171"/>
                  <a:pt x="903" y="196"/>
                  <a:pt x="922" y="224"/>
                </a:cubicBezTo>
                <a:cubicBezTo>
                  <a:pt x="940" y="251"/>
                  <a:pt x="956" y="280"/>
                  <a:pt x="968" y="311"/>
                </a:cubicBezTo>
                <a:cubicBezTo>
                  <a:pt x="981" y="341"/>
                  <a:pt x="990" y="373"/>
                  <a:pt x="997" y="405"/>
                </a:cubicBezTo>
                <a:cubicBezTo>
                  <a:pt x="1003" y="437"/>
                  <a:pt x="1007" y="470"/>
                  <a:pt x="1007" y="503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1188720" y="1794600"/>
            <a:ext cx="48211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2e86c1"/>
                </a:solidFill>
                <a:latin typeface="Arial"/>
                <a:ea typeface="Arial"/>
              </a:rPr>
              <a:t>Historie volgen.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lagen kwamen er in dertig jaar bij?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795240" y="2547000"/>
            <a:ext cx="1594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456840" y="3038400"/>
            <a:ext cx="7239600" cy="667080"/>
          </a:xfrm>
          <a:custGeom>
            <a:avLst/>
            <a:gdLst/>
            <a:ahLst/>
            <a:rect l="0" t="0" r="r" b="b"/>
            <a:pathLst>
              <a:path w="20110" h="1853">
                <a:moveTo>
                  <a:pt x="0" y="1640"/>
                </a:moveTo>
                <a:lnTo>
                  <a:pt x="0" y="211"/>
                </a:lnTo>
                <a:cubicBezTo>
                  <a:pt x="0" y="197"/>
                  <a:pt x="2" y="184"/>
                  <a:pt x="5" y="170"/>
                </a:cubicBezTo>
                <a:cubicBezTo>
                  <a:pt x="7" y="156"/>
                  <a:pt x="11" y="143"/>
                  <a:pt x="17" y="130"/>
                </a:cubicBezTo>
                <a:cubicBezTo>
                  <a:pt x="22" y="118"/>
                  <a:pt x="28" y="105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5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6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19898" y="0"/>
                </a:lnTo>
                <a:cubicBezTo>
                  <a:pt x="19912" y="0"/>
                  <a:pt x="19926" y="1"/>
                  <a:pt x="19939" y="4"/>
                </a:cubicBezTo>
                <a:cubicBezTo>
                  <a:pt x="19953" y="6"/>
                  <a:pt x="19966" y="11"/>
                  <a:pt x="19979" y="16"/>
                </a:cubicBezTo>
                <a:cubicBezTo>
                  <a:pt x="19992" y="21"/>
                  <a:pt x="20004" y="28"/>
                  <a:pt x="20016" y="35"/>
                </a:cubicBezTo>
                <a:cubicBezTo>
                  <a:pt x="20027" y="43"/>
                  <a:pt x="20038" y="52"/>
                  <a:pt x="20048" y="62"/>
                </a:cubicBezTo>
                <a:cubicBezTo>
                  <a:pt x="20058" y="72"/>
                  <a:pt x="20066" y="82"/>
                  <a:pt x="20074" y="94"/>
                </a:cubicBezTo>
                <a:cubicBezTo>
                  <a:pt x="20082" y="105"/>
                  <a:pt x="20088" y="118"/>
                  <a:pt x="20094" y="130"/>
                </a:cubicBezTo>
                <a:cubicBezTo>
                  <a:pt x="20099" y="143"/>
                  <a:pt x="20103" y="156"/>
                  <a:pt x="20106" y="170"/>
                </a:cubicBezTo>
                <a:cubicBezTo>
                  <a:pt x="20108" y="184"/>
                  <a:pt x="20110" y="197"/>
                  <a:pt x="20110" y="211"/>
                </a:cubicBezTo>
                <a:lnTo>
                  <a:pt x="20110" y="1640"/>
                </a:lnTo>
                <a:cubicBezTo>
                  <a:pt x="20110" y="1654"/>
                  <a:pt x="20108" y="1668"/>
                  <a:pt x="20106" y="1681"/>
                </a:cubicBezTo>
                <a:cubicBezTo>
                  <a:pt x="20103" y="1695"/>
                  <a:pt x="20099" y="1708"/>
                  <a:pt x="20094" y="1721"/>
                </a:cubicBezTo>
                <a:cubicBezTo>
                  <a:pt x="20088" y="1734"/>
                  <a:pt x="20082" y="1747"/>
                  <a:pt x="20074" y="1759"/>
                </a:cubicBezTo>
                <a:cubicBezTo>
                  <a:pt x="20066" y="1770"/>
                  <a:pt x="20058" y="1781"/>
                  <a:pt x="20048" y="1791"/>
                </a:cubicBezTo>
                <a:cubicBezTo>
                  <a:pt x="20038" y="1801"/>
                  <a:pt x="20027" y="1809"/>
                  <a:pt x="20016" y="1817"/>
                </a:cubicBezTo>
                <a:cubicBezTo>
                  <a:pt x="20004" y="1825"/>
                  <a:pt x="19992" y="1831"/>
                  <a:pt x="19979" y="1837"/>
                </a:cubicBezTo>
                <a:cubicBezTo>
                  <a:pt x="19966" y="1842"/>
                  <a:pt x="19953" y="1846"/>
                  <a:pt x="19939" y="1849"/>
                </a:cubicBezTo>
                <a:cubicBezTo>
                  <a:pt x="19926" y="1851"/>
                  <a:pt x="19912" y="1853"/>
                  <a:pt x="19898" y="1853"/>
                </a:cubicBezTo>
                <a:lnTo>
                  <a:pt x="212" y="1853"/>
                </a:lnTo>
                <a:cubicBezTo>
                  <a:pt x="198" y="1853"/>
                  <a:pt x="185" y="1851"/>
                  <a:pt x="171" y="1849"/>
                </a:cubicBezTo>
                <a:cubicBezTo>
                  <a:pt x="157" y="1846"/>
                  <a:pt x="144" y="1842"/>
                  <a:pt x="131" y="1837"/>
                </a:cubicBezTo>
                <a:cubicBezTo>
                  <a:pt x="118" y="1831"/>
                  <a:pt x="106" y="1825"/>
                  <a:pt x="95" y="1817"/>
                </a:cubicBezTo>
                <a:cubicBezTo>
                  <a:pt x="83" y="1809"/>
                  <a:pt x="72" y="1801"/>
                  <a:pt x="62" y="1791"/>
                </a:cubicBezTo>
                <a:cubicBezTo>
                  <a:pt x="53" y="1781"/>
                  <a:pt x="44" y="1770"/>
                  <a:pt x="36" y="1759"/>
                </a:cubicBezTo>
                <a:cubicBezTo>
                  <a:pt x="28" y="1747"/>
                  <a:pt x="22" y="1734"/>
                  <a:pt x="17" y="1721"/>
                </a:cubicBezTo>
                <a:cubicBezTo>
                  <a:pt x="11" y="1708"/>
                  <a:pt x="7" y="1695"/>
                  <a:pt x="5" y="1681"/>
                </a:cubicBezTo>
                <a:cubicBezTo>
                  <a:pt x="2" y="1668"/>
                  <a:pt x="0" y="1654"/>
                  <a:pt x="0" y="164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657000" y="3190680"/>
            <a:ext cx="362520" cy="362160"/>
          </a:xfrm>
          <a:custGeom>
            <a:avLst/>
            <a:gdLst/>
            <a:ahLst/>
            <a:rect l="0" t="0" r="r" b="b"/>
            <a:pathLst>
              <a:path w="1007" h="1006">
                <a:moveTo>
                  <a:pt x="1007" y="503"/>
                </a:moveTo>
                <a:cubicBezTo>
                  <a:pt x="1007" y="536"/>
                  <a:pt x="1003" y="568"/>
                  <a:pt x="997" y="601"/>
                </a:cubicBezTo>
                <a:cubicBezTo>
                  <a:pt x="990" y="633"/>
                  <a:pt x="981" y="665"/>
                  <a:pt x="968" y="696"/>
                </a:cubicBezTo>
                <a:cubicBezTo>
                  <a:pt x="956" y="727"/>
                  <a:pt x="940" y="756"/>
                  <a:pt x="922" y="783"/>
                </a:cubicBezTo>
                <a:cubicBezTo>
                  <a:pt x="903" y="810"/>
                  <a:pt x="883" y="836"/>
                  <a:pt x="859" y="859"/>
                </a:cubicBezTo>
                <a:cubicBezTo>
                  <a:pt x="836" y="883"/>
                  <a:pt x="811" y="903"/>
                  <a:pt x="783" y="922"/>
                </a:cubicBezTo>
                <a:cubicBezTo>
                  <a:pt x="756" y="940"/>
                  <a:pt x="727" y="956"/>
                  <a:pt x="696" y="968"/>
                </a:cubicBezTo>
                <a:cubicBezTo>
                  <a:pt x="665" y="981"/>
                  <a:pt x="633" y="990"/>
                  <a:pt x="601" y="997"/>
                </a:cubicBezTo>
                <a:cubicBezTo>
                  <a:pt x="569" y="1003"/>
                  <a:pt x="536" y="1006"/>
                  <a:pt x="503" y="1006"/>
                </a:cubicBezTo>
                <a:cubicBezTo>
                  <a:pt x="470" y="1006"/>
                  <a:pt x="437" y="1003"/>
                  <a:pt x="405" y="997"/>
                </a:cubicBezTo>
                <a:cubicBezTo>
                  <a:pt x="372" y="990"/>
                  <a:pt x="341" y="981"/>
                  <a:pt x="310" y="968"/>
                </a:cubicBezTo>
                <a:cubicBezTo>
                  <a:pt x="280" y="956"/>
                  <a:pt x="251" y="940"/>
                  <a:pt x="224" y="922"/>
                </a:cubicBezTo>
                <a:cubicBezTo>
                  <a:pt x="196" y="903"/>
                  <a:pt x="171" y="883"/>
                  <a:pt x="147" y="859"/>
                </a:cubicBezTo>
                <a:cubicBezTo>
                  <a:pt x="124" y="836"/>
                  <a:pt x="103" y="810"/>
                  <a:pt x="85" y="783"/>
                </a:cubicBezTo>
                <a:cubicBezTo>
                  <a:pt x="67" y="756"/>
                  <a:pt x="51" y="727"/>
                  <a:pt x="38" y="696"/>
                </a:cubicBezTo>
                <a:cubicBezTo>
                  <a:pt x="26" y="665"/>
                  <a:pt x="16" y="633"/>
                  <a:pt x="10" y="601"/>
                </a:cubicBezTo>
                <a:cubicBezTo>
                  <a:pt x="3" y="568"/>
                  <a:pt x="0" y="536"/>
                  <a:pt x="0" y="503"/>
                </a:cubicBezTo>
                <a:cubicBezTo>
                  <a:pt x="0" y="470"/>
                  <a:pt x="3" y="437"/>
                  <a:pt x="10" y="405"/>
                </a:cubicBezTo>
                <a:cubicBezTo>
                  <a:pt x="16" y="372"/>
                  <a:pt x="26" y="341"/>
                  <a:pt x="38" y="310"/>
                </a:cubicBezTo>
                <a:cubicBezTo>
                  <a:pt x="51" y="280"/>
                  <a:pt x="67" y="251"/>
                  <a:pt x="85" y="223"/>
                </a:cubicBezTo>
                <a:cubicBezTo>
                  <a:pt x="103" y="196"/>
                  <a:pt x="124" y="171"/>
                  <a:pt x="147" y="147"/>
                </a:cubicBezTo>
                <a:cubicBezTo>
                  <a:pt x="171" y="124"/>
                  <a:pt x="196" y="103"/>
                  <a:pt x="224" y="85"/>
                </a:cubicBezTo>
                <a:cubicBezTo>
                  <a:pt x="251" y="66"/>
                  <a:pt x="280" y="51"/>
                  <a:pt x="310" y="38"/>
                </a:cubicBezTo>
                <a:cubicBezTo>
                  <a:pt x="341" y="26"/>
                  <a:pt x="372" y="16"/>
                  <a:pt x="405" y="10"/>
                </a:cubicBezTo>
                <a:cubicBezTo>
                  <a:pt x="437" y="3"/>
                  <a:pt x="470" y="0"/>
                  <a:pt x="503" y="0"/>
                </a:cubicBezTo>
                <a:cubicBezTo>
                  <a:pt x="536" y="0"/>
                  <a:pt x="569" y="3"/>
                  <a:pt x="601" y="10"/>
                </a:cubicBezTo>
                <a:cubicBezTo>
                  <a:pt x="633" y="16"/>
                  <a:pt x="665" y="26"/>
                  <a:pt x="696" y="38"/>
                </a:cubicBezTo>
                <a:cubicBezTo>
                  <a:pt x="727" y="51"/>
                  <a:pt x="756" y="66"/>
                  <a:pt x="783" y="85"/>
                </a:cubicBezTo>
                <a:cubicBezTo>
                  <a:pt x="811" y="103"/>
                  <a:pt x="836" y="124"/>
                  <a:pt x="859" y="147"/>
                </a:cubicBezTo>
                <a:cubicBezTo>
                  <a:pt x="883" y="171"/>
                  <a:pt x="903" y="196"/>
                  <a:pt x="922" y="223"/>
                </a:cubicBezTo>
                <a:cubicBezTo>
                  <a:pt x="940" y="251"/>
                  <a:pt x="956" y="280"/>
                  <a:pt x="968" y="310"/>
                </a:cubicBezTo>
                <a:cubicBezTo>
                  <a:pt x="981" y="341"/>
                  <a:pt x="990" y="372"/>
                  <a:pt x="997" y="405"/>
                </a:cubicBezTo>
                <a:cubicBezTo>
                  <a:pt x="1003" y="437"/>
                  <a:pt x="1007" y="470"/>
                  <a:pt x="1007" y="503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1188720" y="2537640"/>
            <a:ext cx="33321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0e9e7e"/>
                </a:solidFill>
                <a:latin typeface="Arial"/>
                <a:ea typeface="Arial"/>
              </a:rPr>
              <a:t>Trend eruit halen.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Wat vroeg elke golf?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790560" y="3280680"/>
            <a:ext cx="1594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456840" y="385740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1298"/>
                </a:moveTo>
                <a:lnTo>
                  <a:pt x="0" y="212"/>
                </a:lnTo>
                <a:cubicBezTo>
                  <a:pt x="0" y="198"/>
                  <a:pt x="2" y="184"/>
                  <a:pt x="5" y="170"/>
                </a:cubicBezTo>
                <a:cubicBezTo>
                  <a:pt x="7" y="157"/>
                  <a:pt x="11" y="144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5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19898" y="0"/>
                </a:lnTo>
                <a:cubicBezTo>
                  <a:pt x="19912" y="0"/>
                  <a:pt x="19926" y="1"/>
                  <a:pt x="19939" y="4"/>
                </a:cubicBezTo>
                <a:cubicBezTo>
                  <a:pt x="19953" y="7"/>
                  <a:pt x="19966" y="11"/>
                  <a:pt x="19979" y="16"/>
                </a:cubicBezTo>
                <a:cubicBezTo>
                  <a:pt x="19992" y="22"/>
                  <a:pt x="20004" y="28"/>
                  <a:pt x="20016" y="36"/>
                </a:cubicBezTo>
                <a:cubicBezTo>
                  <a:pt x="20027" y="44"/>
                  <a:pt x="20038" y="52"/>
                  <a:pt x="20048" y="62"/>
                </a:cubicBezTo>
                <a:cubicBezTo>
                  <a:pt x="20058" y="72"/>
                  <a:pt x="20066" y="83"/>
                  <a:pt x="20074" y="94"/>
                </a:cubicBezTo>
                <a:cubicBezTo>
                  <a:pt x="20082" y="106"/>
                  <a:pt x="20088" y="118"/>
                  <a:pt x="20094" y="131"/>
                </a:cubicBezTo>
                <a:cubicBezTo>
                  <a:pt x="20099" y="144"/>
                  <a:pt x="20103" y="157"/>
                  <a:pt x="20106" y="170"/>
                </a:cubicBezTo>
                <a:cubicBezTo>
                  <a:pt x="20108" y="184"/>
                  <a:pt x="20110" y="198"/>
                  <a:pt x="20110" y="212"/>
                </a:cubicBezTo>
                <a:lnTo>
                  <a:pt x="20110" y="1298"/>
                </a:lnTo>
                <a:cubicBezTo>
                  <a:pt x="20110" y="1311"/>
                  <a:pt x="20108" y="1325"/>
                  <a:pt x="20106" y="1339"/>
                </a:cubicBezTo>
                <a:cubicBezTo>
                  <a:pt x="20103" y="1353"/>
                  <a:pt x="20099" y="1366"/>
                  <a:pt x="20094" y="1379"/>
                </a:cubicBezTo>
                <a:cubicBezTo>
                  <a:pt x="20088" y="1391"/>
                  <a:pt x="20082" y="1404"/>
                  <a:pt x="20074" y="1415"/>
                </a:cubicBezTo>
                <a:cubicBezTo>
                  <a:pt x="20066" y="1427"/>
                  <a:pt x="20058" y="1437"/>
                  <a:pt x="20048" y="1447"/>
                </a:cubicBezTo>
                <a:cubicBezTo>
                  <a:pt x="20038" y="1457"/>
                  <a:pt x="20027" y="1466"/>
                  <a:pt x="20016" y="1474"/>
                </a:cubicBezTo>
                <a:cubicBezTo>
                  <a:pt x="20004" y="1481"/>
                  <a:pt x="19992" y="1488"/>
                  <a:pt x="19979" y="1493"/>
                </a:cubicBezTo>
                <a:cubicBezTo>
                  <a:pt x="19966" y="1498"/>
                  <a:pt x="19953" y="1502"/>
                  <a:pt x="19939" y="1505"/>
                </a:cubicBezTo>
                <a:cubicBezTo>
                  <a:pt x="19926" y="1508"/>
                  <a:pt x="19912" y="1509"/>
                  <a:pt x="19898" y="1509"/>
                </a:cubicBezTo>
                <a:lnTo>
                  <a:pt x="212" y="1509"/>
                </a:lnTo>
                <a:cubicBezTo>
                  <a:pt x="198" y="1509"/>
                  <a:pt x="185" y="1508"/>
                  <a:pt x="171" y="1505"/>
                </a:cubicBezTo>
                <a:cubicBezTo>
                  <a:pt x="157" y="1502"/>
                  <a:pt x="144" y="1498"/>
                  <a:pt x="131" y="1493"/>
                </a:cubicBezTo>
                <a:cubicBezTo>
                  <a:pt x="118" y="1488"/>
                  <a:pt x="106" y="1481"/>
                  <a:pt x="95" y="1474"/>
                </a:cubicBezTo>
                <a:cubicBezTo>
                  <a:pt x="83" y="1466"/>
                  <a:pt x="72" y="1457"/>
                  <a:pt x="62" y="1447"/>
                </a:cubicBezTo>
                <a:cubicBezTo>
                  <a:pt x="53" y="1437"/>
                  <a:pt x="44" y="1427"/>
                  <a:pt x="36" y="1415"/>
                </a:cubicBezTo>
                <a:cubicBezTo>
                  <a:pt x="28" y="1404"/>
                  <a:pt x="22" y="1391"/>
                  <a:pt x="17" y="1379"/>
                </a:cubicBezTo>
                <a:cubicBezTo>
                  <a:pt x="11" y="1366"/>
                  <a:pt x="7" y="1353"/>
                  <a:pt x="5" y="1339"/>
                </a:cubicBezTo>
                <a:cubicBezTo>
                  <a:pt x="2" y="1325"/>
                  <a:pt x="0" y="1311"/>
                  <a:pt x="0" y="1298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1188720" y="3280680"/>
            <a:ext cx="56638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e8912b"/>
                </a:solidFill>
                <a:latin typeface="Arial"/>
                <a:ea typeface="Arial"/>
              </a:rPr>
              <a:t>Ons traject ernaast leggen.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kansen en risico's levert dat op?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655200" y="4042440"/>
            <a:ext cx="56944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7a5dba"/>
                </a:solidFill>
                <a:latin typeface="Arial"/>
                <a:ea typeface="Arial"/>
              </a:rPr>
              <a:t>De uitkomst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: de trend wijst een kant op, en ons traject ligt op die lijn.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6" name=""/>
          <p:cNvSpPr/>
          <p:nvPr/>
        </p:nvSpPr>
        <p:spPr>
          <a:xfrm>
            <a:off x="1148760" y="2325240"/>
            <a:ext cx="1183320" cy="71640"/>
          </a:xfrm>
          <a:custGeom>
            <a:avLst/>
            <a:gdLst/>
            <a:ahLst/>
            <a:rect l="0" t="0" r="r" b="b"/>
            <a:pathLst>
              <a:path fill="none" w="3287" h="199">
                <a:moveTo>
                  <a:pt x="0" y="199"/>
                </a:moveTo>
                <a:lnTo>
                  <a:pt x="281" y="153"/>
                </a:lnTo>
                <a:cubicBezTo>
                  <a:pt x="562" y="107"/>
                  <a:pt x="1125" y="15"/>
                  <a:pt x="1672" y="2"/>
                </a:cubicBezTo>
                <a:cubicBezTo>
                  <a:pt x="2221" y="-11"/>
                  <a:pt x="2754" y="54"/>
                  <a:pt x="3021" y="86"/>
                </a:cubicBezTo>
                <a:lnTo>
                  <a:pt x="3287" y="12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2301120" y="2336760"/>
            <a:ext cx="58320" cy="54720"/>
          </a:xfrm>
          <a:custGeom>
            <a:avLst/>
            <a:gdLst/>
            <a:ahLst/>
            <a:rect l="0" t="0" r="r" b="b"/>
            <a:pathLst>
              <a:path w="162" h="152">
                <a:moveTo>
                  <a:pt x="19" y="0"/>
                </a:moveTo>
                <a:lnTo>
                  <a:pt x="162" y="95"/>
                </a:lnTo>
                <a:lnTo>
                  <a:pt x="0" y="152"/>
                </a:lnTo>
                <a:lnTo>
                  <a:pt x="1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2297880" y="2332080"/>
            <a:ext cx="67320" cy="63720"/>
          </a:xfrm>
          <a:custGeom>
            <a:avLst/>
            <a:gdLst/>
            <a:ahLst/>
            <a:rect l="0" t="0" r="r" b="b"/>
            <a:pathLst>
              <a:path w="187" h="177">
                <a:moveTo>
                  <a:pt x="46" y="15"/>
                </a:moveTo>
                <a:lnTo>
                  <a:pt x="58" y="24"/>
                </a:lnTo>
                <a:lnTo>
                  <a:pt x="50" y="37"/>
                </a:lnTo>
                <a:lnTo>
                  <a:pt x="37" y="28"/>
                </a:lnTo>
                <a:lnTo>
                  <a:pt x="46" y="15"/>
                </a:lnTo>
                <a:moveTo>
                  <a:pt x="58" y="24"/>
                </a:moveTo>
                <a:lnTo>
                  <a:pt x="71" y="32"/>
                </a:lnTo>
                <a:lnTo>
                  <a:pt x="63" y="45"/>
                </a:lnTo>
                <a:lnTo>
                  <a:pt x="50" y="37"/>
                </a:lnTo>
                <a:lnTo>
                  <a:pt x="58" y="24"/>
                </a:lnTo>
                <a:moveTo>
                  <a:pt x="71" y="32"/>
                </a:moveTo>
                <a:lnTo>
                  <a:pt x="84" y="41"/>
                </a:lnTo>
                <a:lnTo>
                  <a:pt x="75" y="53"/>
                </a:lnTo>
                <a:lnTo>
                  <a:pt x="63" y="45"/>
                </a:lnTo>
                <a:lnTo>
                  <a:pt x="71" y="32"/>
                </a:lnTo>
                <a:moveTo>
                  <a:pt x="84" y="41"/>
                </a:moveTo>
                <a:lnTo>
                  <a:pt x="96" y="49"/>
                </a:lnTo>
                <a:lnTo>
                  <a:pt x="88" y="62"/>
                </a:lnTo>
                <a:lnTo>
                  <a:pt x="75" y="53"/>
                </a:lnTo>
                <a:lnTo>
                  <a:pt x="84" y="41"/>
                </a:lnTo>
                <a:moveTo>
                  <a:pt x="96" y="49"/>
                </a:moveTo>
                <a:lnTo>
                  <a:pt x="109" y="57"/>
                </a:lnTo>
                <a:lnTo>
                  <a:pt x="101" y="70"/>
                </a:lnTo>
                <a:lnTo>
                  <a:pt x="88" y="62"/>
                </a:lnTo>
                <a:lnTo>
                  <a:pt x="96" y="49"/>
                </a:lnTo>
                <a:moveTo>
                  <a:pt x="109" y="57"/>
                </a:moveTo>
                <a:lnTo>
                  <a:pt x="122" y="66"/>
                </a:lnTo>
                <a:lnTo>
                  <a:pt x="113" y="79"/>
                </a:lnTo>
                <a:lnTo>
                  <a:pt x="101" y="70"/>
                </a:lnTo>
                <a:lnTo>
                  <a:pt x="109" y="57"/>
                </a:lnTo>
                <a:moveTo>
                  <a:pt x="122" y="66"/>
                </a:moveTo>
                <a:lnTo>
                  <a:pt x="134" y="74"/>
                </a:lnTo>
                <a:lnTo>
                  <a:pt x="126" y="88"/>
                </a:lnTo>
                <a:lnTo>
                  <a:pt x="113" y="79"/>
                </a:lnTo>
                <a:lnTo>
                  <a:pt x="122" y="66"/>
                </a:lnTo>
                <a:moveTo>
                  <a:pt x="134" y="74"/>
                </a:moveTo>
                <a:lnTo>
                  <a:pt x="147" y="83"/>
                </a:lnTo>
                <a:lnTo>
                  <a:pt x="139" y="96"/>
                </a:lnTo>
                <a:lnTo>
                  <a:pt x="126" y="88"/>
                </a:lnTo>
                <a:lnTo>
                  <a:pt x="134" y="74"/>
                </a:lnTo>
                <a:moveTo>
                  <a:pt x="147" y="83"/>
                </a:moveTo>
                <a:lnTo>
                  <a:pt x="160" y="92"/>
                </a:lnTo>
                <a:lnTo>
                  <a:pt x="151" y="105"/>
                </a:lnTo>
                <a:lnTo>
                  <a:pt x="139" y="96"/>
                </a:lnTo>
                <a:lnTo>
                  <a:pt x="147" y="83"/>
                </a:lnTo>
                <a:moveTo>
                  <a:pt x="160" y="92"/>
                </a:moveTo>
                <a:lnTo>
                  <a:pt x="173" y="100"/>
                </a:lnTo>
                <a:lnTo>
                  <a:pt x="164" y="113"/>
                </a:lnTo>
                <a:lnTo>
                  <a:pt x="151" y="105"/>
                </a:lnTo>
                <a:lnTo>
                  <a:pt x="160" y="92"/>
                </a:lnTo>
                <a:moveTo>
                  <a:pt x="173" y="100"/>
                </a:moveTo>
                <a:lnTo>
                  <a:pt x="187" y="110"/>
                </a:lnTo>
                <a:lnTo>
                  <a:pt x="161" y="120"/>
                </a:lnTo>
                <a:lnTo>
                  <a:pt x="156" y="105"/>
                </a:lnTo>
                <a:lnTo>
                  <a:pt x="168" y="101"/>
                </a:lnTo>
                <a:lnTo>
                  <a:pt x="171" y="108"/>
                </a:lnTo>
                <a:lnTo>
                  <a:pt x="166" y="115"/>
                </a:lnTo>
                <a:lnTo>
                  <a:pt x="164" y="113"/>
                </a:lnTo>
                <a:lnTo>
                  <a:pt x="173" y="100"/>
                </a:lnTo>
                <a:moveTo>
                  <a:pt x="161" y="120"/>
                </a:moveTo>
                <a:lnTo>
                  <a:pt x="147" y="125"/>
                </a:lnTo>
                <a:lnTo>
                  <a:pt x="142" y="110"/>
                </a:lnTo>
                <a:lnTo>
                  <a:pt x="156" y="105"/>
                </a:lnTo>
                <a:lnTo>
                  <a:pt x="161" y="120"/>
                </a:lnTo>
                <a:moveTo>
                  <a:pt x="147" y="125"/>
                </a:moveTo>
                <a:lnTo>
                  <a:pt x="133" y="130"/>
                </a:lnTo>
                <a:lnTo>
                  <a:pt x="128" y="116"/>
                </a:lnTo>
                <a:lnTo>
                  <a:pt x="142" y="110"/>
                </a:lnTo>
                <a:lnTo>
                  <a:pt x="147" y="125"/>
                </a:lnTo>
                <a:moveTo>
                  <a:pt x="133" y="130"/>
                </a:moveTo>
                <a:lnTo>
                  <a:pt x="118" y="135"/>
                </a:lnTo>
                <a:lnTo>
                  <a:pt x="113" y="121"/>
                </a:lnTo>
                <a:lnTo>
                  <a:pt x="128" y="116"/>
                </a:lnTo>
                <a:lnTo>
                  <a:pt x="133" y="130"/>
                </a:lnTo>
                <a:moveTo>
                  <a:pt x="118" y="135"/>
                </a:moveTo>
                <a:lnTo>
                  <a:pt x="104" y="140"/>
                </a:lnTo>
                <a:lnTo>
                  <a:pt x="99" y="126"/>
                </a:lnTo>
                <a:lnTo>
                  <a:pt x="113" y="121"/>
                </a:lnTo>
                <a:lnTo>
                  <a:pt x="118" y="135"/>
                </a:lnTo>
                <a:moveTo>
                  <a:pt x="104" y="140"/>
                </a:moveTo>
                <a:lnTo>
                  <a:pt x="90" y="145"/>
                </a:lnTo>
                <a:lnTo>
                  <a:pt x="85" y="131"/>
                </a:lnTo>
                <a:lnTo>
                  <a:pt x="99" y="126"/>
                </a:lnTo>
                <a:lnTo>
                  <a:pt x="104" y="140"/>
                </a:lnTo>
                <a:moveTo>
                  <a:pt x="90" y="145"/>
                </a:moveTo>
                <a:lnTo>
                  <a:pt x="75" y="150"/>
                </a:lnTo>
                <a:lnTo>
                  <a:pt x="70" y="136"/>
                </a:lnTo>
                <a:lnTo>
                  <a:pt x="85" y="131"/>
                </a:lnTo>
                <a:lnTo>
                  <a:pt x="90" y="145"/>
                </a:lnTo>
                <a:moveTo>
                  <a:pt x="75" y="150"/>
                </a:moveTo>
                <a:lnTo>
                  <a:pt x="61" y="155"/>
                </a:lnTo>
                <a:lnTo>
                  <a:pt x="56" y="141"/>
                </a:lnTo>
                <a:lnTo>
                  <a:pt x="70" y="136"/>
                </a:lnTo>
                <a:lnTo>
                  <a:pt x="75" y="150"/>
                </a:lnTo>
                <a:moveTo>
                  <a:pt x="61" y="155"/>
                </a:moveTo>
                <a:lnTo>
                  <a:pt x="47" y="160"/>
                </a:lnTo>
                <a:lnTo>
                  <a:pt x="42" y="146"/>
                </a:lnTo>
                <a:lnTo>
                  <a:pt x="56" y="141"/>
                </a:lnTo>
                <a:lnTo>
                  <a:pt x="61" y="155"/>
                </a:lnTo>
                <a:moveTo>
                  <a:pt x="47" y="160"/>
                </a:moveTo>
                <a:lnTo>
                  <a:pt x="31" y="166"/>
                </a:lnTo>
                <a:lnTo>
                  <a:pt x="26" y="151"/>
                </a:lnTo>
                <a:lnTo>
                  <a:pt x="42" y="146"/>
                </a:lnTo>
                <a:lnTo>
                  <a:pt x="47" y="160"/>
                </a:lnTo>
                <a:moveTo>
                  <a:pt x="31" y="166"/>
                </a:moveTo>
                <a:lnTo>
                  <a:pt x="17" y="171"/>
                </a:lnTo>
                <a:lnTo>
                  <a:pt x="12" y="156"/>
                </a:lnTo>
                <a:lnTo>
                  <a:pt x="26" y="151"/>
                </a:lnTo>
                <a:lnTo>
                  <a:pt x="31" y="166"/>
                </a:lnTo>
                <a:moveTo>
                  <a:pt x="17" y="171"/>
                </a:moveTo>
                <a:lnTo>
                  <a:pt x="0" y="177"/>
                </a:lnTo>
                <a:lnTo>
                  <a:pt x="3" y="155"/>
                </a:lnTo>
                <a:lnTo>
                  <a:pt x="18" y="157"/>
                </a:lnTo>
                <a:lnTo>
                  <a:pt x="17" y="166"/>
                </a:lnTo>
                <a:lnTo>
                  <a:pt x="9" y="165"/>
                </a:lnTo>
                <a:lnTo>
                  <a:pt x="7" y="158"/>
                </a:lnTo>
                <a:lnTo>
                  <a:pt x="12" y="156"/>
                </a:lnTo>
                <a:lnTo>
                  <a:pt x="17" y="171"/>
                </a:lnTo>
                <a:moveTo>
                  <a:pt x="3" y="155"/>
                </a:moveTo>
                <a:lnTo>
                  <a:pt x="5" y="140"/>
                </a:lnTo>
                <a:lnTo>
                  <a:pt x="20" y="142"/>
                </a:lnTo>
                <a:lnTo>
                  <a:pt x="18" y="157"/>
                </a:lnTo>
                <a:lnTo>
                  <a:pt x="3" y="155"/>
                </a:lnTo>
                <a:moveTo>
                  <a:pt x="5" y="140"/>
                </a:moveTo>
                <a:lnTo>
                  <a:pt x="7" y="125"/>
                </a:lnTo>
                <a:lnTo>
                  <a:pt x="22" y="126"/>
                </a:lnTo>
                <a:lnTo>
                  <a:pt x="20" y="142"/>
                </a:lnTo>
                <a:lnTo>
                  <a:pt x="5" y="140"/>
                </a:lnTo>
                <a:moveTo>
                  <a:pt x="7" y="125"/>
                </a:moveTo>
                <a:lnTo>
                  <a:pt x="9" y="109"/>
                </a:lnTo>
                <a:lnTo>
                  <a:pt x="24" y="111"/>
                </a:lnTo>
                <a:lnTo>
                  <a:pt x="22" y="126"/>
                </a:lnTo>
                <a:lnTo>
                  <a:pt x="7" y="125"/>
                </a:lnTo>
                <a:moveTo>
                  <a:pt x="9" y="109"/>
                </a:moveTo>
                <a:lnTo>
                  <a:pt x="10" y="94"/>
                </a:lnTo>
                <a:lnTo>
                  <a:pt x="26" y="96"/>
                </a:lnTo>
                <a:lnTo>
                  <a:pt x="24" y="111"/>
                </a:lnTo>
                <a:lnTo>
                  <a:pt x="9" y="109"/>
                </a:lnTo>
                <a:moveTo>
                  <a:pt x="10" y="94"/>
                </a:moveTo>
                <a:lnTo>
                  <a:pt x="12" y="78"/>
                </a:lnTo>
                <a:lnTo>
                  <a:pt x="27" y="80"/>
                </a:lnTo>
                <a:lnTo>
                  <a:pt x="26" y="96"/>
                </a:lnTo>
                <a:lnTo>
                  <a:pt x="10" y="94"/>
                </a:lnTo>
                <a:moveTo>
                  <a:pt x="12" y="78"/>
                </a:moveTo>
                <a:lnTo>
                  <a:pt x="14" y="63"/>
                </a:lnTo>
                <a:lnTo>
                  <a:pt x="29" y="65"/>
                </a:lnTo>
                <a:lnTo>
                  <a:pt x="27" y="80"/>
                </a:lnTo>
                <a:lnTo>
                  <a:pt x="12" y="78"/>
                </a:lnTo>
                <a:moveTo>
                  <a:pt x="14" y="63"/>
                </a:moveTo>
                <a:lnTo>
                  <a:pt x="16" y="48"/>
                </a:lnTo>
                <a:lnTo>
                  <a:pt x="31" y="50"/>
                </a:lnTo>
                <a:lnTo>
                  <a:pt x="29" y="65"/>
                </a:lnTo>
                <a:lnTo>
                  <a:pt x="14" y="63"/>
                </a:lnTo>
                <a:moveTo>
                  <a:pt x="16" y="48"/>
                </a:moveTo>
                <a:lnTo>
                  <a:pt x="18" y="33"/>
                </a:lnTo>
                <a:lnTo>
                  <a:pt x="33" y="35"/>
                </a:lnTo>
                <a:lnTo>
                  <a:pt x="31" y="50"/>
                </a:lnTo>
                <a:lnTo>
                  <a:pt x="16" y="48"/>
                </a:lnTo>
                <a:moveTo>
                  <a:pt x="18" y="33"/>
                </a:moveTo>
                <a:lnTo>
                  <a:pt x="20" y="18"/>
                </a:lnTo>
                <a:lnTo>
                  <a:pt x="36" y="20"/>
                </a:lnTo>
                <a:lnTo>
                  <a:pt x="33" y="35"/>
                </a:lnTo>
                <a:lnTo>
                  <a:pt x="18" y="33"/>
                </a:lnTo>
                <a:moveTo>
                  <a:pt x="20" y="18"/>
                </a:moveTo>
                <a:lnTo>
                  <a:pt x="22" y="0"/>
                </a:lnTo>
                <a:lnTo>
                  <a:pt x="46" y="15"/>
                </a:lnTo>
                <a:lnTo>
                  <a:pt x="37" y="28"/>
                </a:lnTo>
                <a:lnTo>
                  <a:pt x="24" y="20"/>
                </a:lnTo>
                <a:lnTo>
                  <a:pt x="28" y="13"/>
                </a:lnTo>
                <a:lnTo>
                  <a:pt x="36" y="14"/>
                </a:lnTo>
                <a:lnTo>
                  <a:pt x="36" y="20"/>
                </a:lnTo>
                <a:lnTo>
                  <a:pt x="20" y="1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3612600" y="2314800"/>
            <a:ext cx="830520" cy="43920"/>
          </a:xfrm>
          <a:custGeom>
            <a:avLst/>
            <a:gdLst/>
            <a:ahLst/>
            <a:rect l="0" t="0" r="r" b="b"/>
            <a:pathLst>
              <a:path fill="none" w="2307" h="122">
                <a:moveTo>
                  <a:pt x="0" y="122"/>
                </a:moveTo>
                <a:lnTo>
                  <a:pt x="198" y="93"/>
                </a:lnTo>
                <a:cubicBezTo>
                  <a:pt x="398" y="65"/>
                  <a:pt x="795" y="8"/>
                  <a:pt x="1179" y="1"/>
                </a:cubicBezTo>
                <a:cubicBezTo>
                  <a:pt x="1564" y="-6"/>
                  <a:pt x="1936" y="36"/>
                  <a:pt x="2122" y="57"/>
                </a:cubicBezTo>
                <a:lnTo>
                  <a:pt x="2307" y="79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4412520" y="2312640"/>
            <a:ext cx="57960" cy="54720"/>
          </a:xfrm>
          <a:custGeom>
            <a:avLst/>
            <a:gdLst/>
            <a:ahLst/>
            <a:rect l="0" t="0" r="r" b="b"/>
            <a:pathLst>
              <a:path w="161" h="152">
                <a:moveTo>
                  <a:pt x="18" y="0"/>
                </a:moveTo>
                <a:lnTo>
                  <a:pt x="161" y="92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409280" y="2307600"/>
            <a:ext cx="67320" cy="63720"/>
          </a:xfrm>
          <a:custGeom>
            <a:avLst/>
            <a:gdLst/>
            <a:ahLst/>
            <a:rect l="0" t="0" r="r" b="b"/>
            <a:pathLst>
              <a:path w="187" h="177">
                <a:moveTo>
                  <a:pt x="43" y="15"/>
                </a:moveTo>
                <a:lnTo>
                  <a:pt x="57" y="24"/>
                </a:lnTo>
                <a:lnTo>
                  <a:pt x="48" y="36"/>
                </a:lnTo>
                <a:lnTo>
                  <a:pt x="35" y="28"/>
                </a:lnTo>
                <a:lnTo>
                  <a:pt x="43" y="15"/>
                </a:lnTo>
                <a:moveTo>
                  <a:pt x="57" y="24"/>
                </a:moveTo>
                <a:lnTo>
                  <a:pt x="70" y="32"/>
                </a:lnTo>
                <a:lnTo>
                  <a:pt x="62" y="45"/>
                </a:lnTo>
                <a:lnTo>
                  <a:pt x="48" y="36"/>
                </a:lnTo>
                <a:lnTo>
                  <a:pt x="57" y="24"/>
                </a:lnTo>
                <a:moveTo>
                  <a:pt x="70" y="32"/>
                </a:moveTo>
                <a:lnTo>
                  <a:pt x="83" y="40"/>
                </a:lnTo>
                <a:lnTo>
                  <a:pt x="74" y="53"/>
                </a:lnTo>
                <a:lnTo>
                  <a:pt x="62" y="45"/>
                </a:lnTo>
                <a:lnTo>
                  <a:pt x="70" y="32"/>
                </a:lnTo>
                <a:moveTo>
                  <a:pt x="83" y="40"/>
                </a:moveTo>
                <a:lnTo>
                  <a:pt x="95" y="49"/>
                </a:lnTo>
                <a:lnTo>
                  <a:pt x="87" y="61"/>
                </a:lnTo>
                <a:lnTo>
                  <a:pt x="74" y="53"/>
                </a:lnTo>
                <a:lnTo>
                  <a:pt x="83" y="40"/>
                </a:lnTo>
                <a:moveTo>
                  <a:pt x="95" y="49"/>
                </a:moveTo>
                <a:lnTo>
                  <a:pt x="108" y="57"/>
                </a:lnTo>
                <a:lnTo>
                  <a:pt x="100" y="70"/>
                </a:lnTo>
                <a:lnTo>
                  <a:pt x="87" y="61"/>
                </a:lnTo>
                <a:lnTo>
                  <a:pt x="95" y="49"/>
                </a:lnTo>
                <a:moveTo>
                  <a:pt x="108" y="57"/>
                </a:moveTo>
                <a:lnTo>
                  <a:pt x="121" y="65"/>
                </a:lnTo>
                <a:lnTo>
                  <a:pt x="113" y="78"/>
                </a:lnTo>
                <a:lnTo>
                  <a:pt x="100" y="70"/>
                </a:lnTo>
                <a:lnTo>
                  <a:pt x="108" y="57"/>
                </a:lnTo>
                <a:moveTo>
                  <a:pt x="121" y="65"/>
                </a:moveTo>
                <a:lnTo>
                  <a:pt x="134" y="74"/>
                </a:lnTo>
                <a:lnTo>
                  <a:pt x="125" y="86"/>
                </a:lnTo>
                <a:lnTo>
                  <a:pt x="113" y="78"/>
                </a:lnTo>
                <a:lnTo>
                  <a:pt x="121" y="65"/>
                </a:lnTo>
                <a:moveTo>
                  <a:pt x="134" y="74"/>
                </a:moveTo>
                <a:lnTo>
                  <a:pt x="146" y="82"/>
                </a:lnTo>
                <a:lnTo>
                  <a:pt x="138" y="95"/>
                </a:lnTo>
                <a:lnTo>
                  <a:pt x="125" y="86"/>
                </a:lnTo>
                <a:lnTo>
                  <a:pt x="134" y="74"/>
                </a:lnTo>
                <a:moveTo>
                  <a:pt x="146" y="82"/>
                </a:moveTo>
                <a:lnTo>
                  <a:pt x="159" y="90"/>
                </a:lnTo>
                <a:lnTo>
                  <a:pt x="151" y="103"/>
                </a:lnTo>
                <a:lnTo>
                  <a:pt x="138" y="95"/>
                </a:lnTo>
                <a:lnTo>
                  <a:pt x="146" y="82"/>
                </a:lnTo>
                <a:moveTo>
                  <a:pt x="159" y="90"/>
                </a:moveTo>
                <a:lnTo>
                  <a:pt x="172" y="98"/>
                </a:lnTo>
                <a:lnTo>
                  <a:pt x="164" y="111"/>
                </a:lnTo>
                <a:lnTo>
                  <a:pt x="151" y="103"/>
                </a:lnTo>
                <a:lnTo>
                  <a:pt x="159" y="90"/>
                </a:lnTo>
                <a:moveTo>
                  <a:pt x="172" y="98"/>
                </a:moveTo>
                <a:lnTo>
                  <a:pt x="187" y="108"/>
                </a:lnTo>
                <a:lnTo>
                  <a:pt x="161" y="118"/>
                </a:lnTo>
                <a:lnTo>
                  <a:pt x="156" y="103"/>
                </a:lnTo>
                <a:lnTo>
                  <a:pt x="167" y="99"/>
                </a:lnTo>
                <a:lnTo>
                  <a:pt x="170" y="106"/>
                </a:lnTo>
                <a:lnTo>
                  <a:pt x="166" y="113"/>
                </a:lnTo>
                <a:lnTo>
                  <a:pt x="164" y="111"/>
                </a:lnTo>
                <a:lnTo>
                  <a:pt x="172" y="98"/>
                </a:lnTo>
                <a:moveTo>
                  <a:pt x="161" y="118"/>
                </a:moveTo>
                <a:lnTo>
                  <a:pt x="147" y="123"/>
                </a:lnTo>
                <a:lnTo>
                  <a:pt x="141" y="109"/>
                </a:lnTo>
                <a:lnTo>
                  <a:pt x="156" y="103"/>
                </a:lnTo>
                <a:lnTo>
                  <a:pt x="161" y="118"/>
                </a:lnTo>
                <a:moveTo>
                  <a:pt x="147" y="123"/>
                </a:moveTo>
                <a:lnTo>
                  <a:pt x="132" y="128"/>
                </a:lnTo>
                <a:lnTo>
                  <a:pt x="127" y="114"/>
                </a:lnTo>
                <a:lnTo>
                  <a:pt x="141" y="109"/>
                </a:lnTo>
                <a:lnTo>
                  <a:pt x="147" y="123"/>
                </a:lnTo>
                <a:moveTo>
                  <a:pt x="132" y="128"/>
                </a:moveTo>
                <a:lnTo>
                  <a:pt x="118" y="133"/>
                </a:lnTo>
                <a:lnTo>
                  <a:pt x="113" y="119"/>
                </a:lnTo>
                <a:lnTo>
                  <a:pt x="127" y="114"/>
                </a:lnTo>
                <a:lnTo>
                  <a:pt x="132" y="128"/>
                </a:lnTo>
                <a:moveTo>
                  <a:pt x="118" y="133"/>
                </a:moveTo>
                <a:lnTo>
                  <a:pt x="104" y="139"/>
                </a:lnTo>
                <a:lnTo>
                  <a:pt x="99" y="124"/>
                </a:lnTo>
                <a:lnTo>
                  <a:pt x="113" y="119"/>
                </a:lnTo>
                <a:lnTo>
                  <a:pt x="118" y="133"/>
                </a:lnTo>
                <a:moveTo>
                  <a:pt x="104" y="139"/>
                </a:moveTo>
                <a:lnTo>
                  <a:pt x="89" y="144"/>
                </a:lnTo>
                <a:lnTo>
                  <a:pt x="84" y="130"/>
                </a:lnTo>
                <a:lnTo>
                  <a:pt x="99" y="124"/>
                </a:lnTo>
                <a:lnTo>
                  <a:pt x="104" y="139"/>
                </a:lnTo>
                <a:moveTo>
                  <a:pt x="89" y="144"/>
                </a:moveTo>
                <a:lnTo>
                  <a:pt x="75" y="149"/>
                </a:lnTo>
                <a:lnTo>
                  <a:pt x="70" y="135"/>
                </a:lnTo>
                <a:lnTo>
                  <a:pt x="84" y="130"/>
                </a:lnTo>
                <a:lnTo>
                  <a:pt x="89" y="144"/>
                </a:lnTo>
                <a:moveTo>
                  <a:pt x="75" y="149"/>
                </a:moveTo>
                <a:lnTo>
                  <a:pt x="61" y="155"/>
                </a:lnTo>
                <a:lnTo>
                  <a:pt x="56" y="140"/>
                </a:lnTo>
                <a:lnTo>
                  <a:pt x="70" y="135"/>
                </a:lnTo>
                <a:lnTo>
                  <a:pt x="75" y="149"/>
                </a:lnTo>
                <a:moveTo>
                  <a:pt x="61" y="155"/>
                </a:moveTo>
                <a:lnTo>
                  <a:pt x="46" y="160"/>
                </a:lnTo>
                <a:lnTo>
                  <a:pt x="40" y="145"/>
                </a:lnTo>
                <a:lnTo>
                  <a:pt x="56" y="140"/>
                </a:lnTo>
                <a:lnTo>
                  <a:pt x="61" y="155"/>
                </a:lnTo>
                <a:moveTo>
                  <a:pt x="46" y="160"/>
                </a:moveTo>
                <a:lnTo>
                  <a:pt x="31" y="166"/>
                </a:lnTo>
                <a:lnTo>
                  <a:pt x="26" y="150"/>
                </a:lnTo>
                <a:lnTo>
                  <a:pt x="40" y="145"/>
                </a:lnTo>
                <a:lnTo>
                  <a:pt x="46" y="160"/>
                </a:lnTo>
                <a:moveTo>
                  <a:pt x="31" y="166"/>
                </a:moveTo>
                <a:lnTo>
                  <a:pt x="17" y="171"/>
                </a:lnTo>
                <a:lnTo>
                  <a:pt x="12" y="157"/>
                </a:lnTo>
                <a:lnTo>
                  <a:pt x="26" y="150"/>
                </a:lnTo>
                <a:lnTo>
                  <a:pt x="31" y="166"/>
                </a:lnTo>
                <a:moveTo>
                  <a:pt x="17" y="171"/>
                </a:moveTo>
                <a:lnTo>
                  <a:pt x="0" y="177"/>
                </a:lnTo>
                <a:lnTo>
                  <a:pt x="3" y="155"/>
                </a:lnTo>
                <a:lnTo>
                  <a:pt x="18" y="157"/>
                </a:lnTo>
                <a:lnTo>
                  <a:pt x="17" y="166"/>
                </a:lnTo>
                <a:lnTo>
                  <a:pt x="9" y="166"/>
                </a:lnTo>
                <a:lnTo>
                  <a:pt x="7" y="158"/>
                </a:lnTo>
                <a:lnTo>
                  <a:pt x="12" y="157"/>
                </a:lnTo>
                <a:lnTo>
                  <a:pt x="17" y="171"/>
                </a:lnTo>
                <a:moveTo>
                  <a:pt x="3" y="155"/>
                </a:moveTo>
                <a:lnTo>
                  <a:pt x="5" y="139"/>
                </a:lnTo>
                <a:lnTo>
                  <a:pt x="20" y="141"/>
                </a:lnTo>
                <a:lnTo>
                  <a:pt x="18" y="157"/>
                </a:lnTo>
                <a:lnTo>
                  <a:pt x="3" y="155"/>
                </a:lnTo>
                <a:moveTo>
                  <a:pt x="5" y="139"/>
                </a:moveTo>
                <a:lnTo>
                  <a:pt x="6" y="124"/>
                </a:lnTo>
                <a:lnTo>
                  <a:pt x="21" y="126"/>
                </a:lnTo>
                <a:lnTo>
                  <a:pt x="20" y="141"/>
                </a:lnTo>
                <a:lnTo>
                  <a:pt x="5" y="139"/>
                </a:lnTo>
                <a:moveTo>
                  <a:pt x="6" y="124"/>
                </a:moveTo>
                <a:lnTo>
                  <a:pt x="8" y="109"/>
                </a:lnTo>
                <a:lnTo>
                  <a:pt x="23" y="110"/>
                </a:lnTo>
                <a:lnTo>
                  <a:pt x="21" y="126"/>
                </a:lnTo>
                <a:lnTo>
                  <a:pt x="6" y="124"/>
                </a:lnTo>
                <a:moveTo>
                  <a:pt x="8" y="109"/>
                </a:moveTo>
                <a:lnTo>
                  <a:pt x="10" y="94"/>
                </a:lnTo>
                <a:lnTo>
                  <a:pt x="25" y="95"/>
                </a:lnTo>
                <a:lnTo>
                  <a:pt x="23" y="110"/>
                </a:lnTo>
                <a:lnTo>
                  <a:pt x="8" y="109"/>
                </a:lnTo>
                <a:moveTo>
                  <a:pt x="10" y="94"/>
                </a:moveTo>
                <a:lnTo>
                  <a:pt x="11" y="79"/>
                </a:lnTo>
                <a:lnTo>
                  <a:pt x="27" y="80"/>
                </a:lnTo>
                <a:lnTo>
                  <a:pt x="25" y="95"/>
                </a:lnTo>
                <a:lnTo>
                  <a:pt x="10" y="94"/>
                </a:lnTo>
                <a:moveTo>
                  <a:pt x="11" y="79"/>
                </a:moveTo>
                <a:lnTo>
                  <a:pt x="13" y="63"/>
                </a:lnTo>
                <a:lnTo>
                  <a:pt x="28" y="65"/>
                </a:lnTo>
                <a:lnTo>
                  <a:pt x="27" y="80"/>
                </a:lnTo>
                <a:lnTo>
                  <a:pt x="11" y="79"/>
                </a:lnTo>
                <a:moveTo>
                  <a:pt x="13" y="63"/>
                </a:moveTo>
                <a:lnTo>
                  <a:pt x="15" y="48"/>
                </a:lnTo>
                <a:lnTo>
                  <a:pt x="30" y="50"/>
                </a:lnTo>
                <a:lnTo>
                  <a:pt x="28" y="65"/>
                </a:lnTo>
                <a:lnTo>
                  <a:pt x="13" y="63"/>
                </a:lnTo>
                <a:moveTo>
                  <a:pt x="15" y="48"/>
                </a:moveTo>
                <a:lnTo>
                  <a:pt x="17" y="33"/>
                </a:lnTo>
                <a:lnTo>
                  <a:pt x="32" y="35"/>
                </a:lnTo>
                <a:lnTo>
                  <a:pt x="30" y="50"/>
                </a:lnTo>
                <a:lnTo>
                  <a:pt x="15" y="48"/>
                </a:lnTo>
                <a:moveTo>
                  <a:pt x="17" y="33"/>
                </a:moveTo>
                <a:lnTo>
                  <a:pt x="18" y="18"/>
                </a:lnTo>
                <a:lnTo>
                  <a:pt x="33" y="20"/>
                </a:lnTo>
                <a:lnTo>
                  <a:pt x="32" y="35"/>
                </a:lnTo>
                <a:lnTo>
                  <a:pt x="17" y="33"/>
                </a:lnTo>
                <a:moveTo>
                  <a:pt x="18" y="18"/>
                </a:moveTo>
                <a:lnTo>
                  <a:pt x="20" y="0"/>
                </a:lnTo>
                <a:lnTo>
                  <a:pt x="43" y="15"/>
                </a:lnTo>
                <a:lnTo>
                  <a:pt x="35" y="28"/>
                </a:lnTo>
                <a:lnTo>
                  <a:pt x="22" y="20"/>
                </a:lnTo>
                <a:lnTo>
                  <a:pt x="27" y="14"/>
                </a:lnTo>
                <a:lnTo>
                  <a:pt x="34" y="14"/>
                </a:lnTo>
                <a:lnTo>
                  <a:pt x="33" y="20"/>
                </a:lnTo>
                <a:lnTo>
                  <a:pt x="18" y="1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6249240" y="2323440"/>
            <a:ext cx="1535400" cy="62280"/>
          </a:xfrm>
          <a:custGeom>
            <a:avLst/>
            <a:gdLst/>
            <a:ahLst/>
            <a:rect l="0" t="0" r="r" b="b"/>
            <a:pathLst>
              <a:path fill="none" w="4265" h="173">
                <a:moveTo>
                  <a:pt x="0" y="123"/>
                </a:moveTo>
                <a:lnTo>
                  <a:pt x="362" y="90"/>
                </a:lnTo>
                <a:cubicBezTo>
                  <a:pt x="723" y="58"/>
                  <a:pt x="1446" y="-8"/>
                  <a:pt x="2158" y="1"/>
                </a:cubicBezTo>
                <a:cubicBezTo>
                  <a:pt x="2869" y="9"/>
                  <a:pt x="3567" y="91"/>
                  <a:pt x="3916" y="133"/>
                </a:cubicBezTo>
                <a:lnTo>
                  <a:pt x="4265" y="173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7754040" y="2354760"/>
            <a:ext cx="57600" cy="54720"/>
          </a:xfrm>
          <a:custGeom>
            <a:avLst/>
            <a:gdLst/>
            <a:ahLst/>
            <a:rect l="0" t="0" r="r" b="b"/>
            <a:pathLst>
              <a:path w="160" h="152">
                <a:moveTo>
                  <a:pt x="18" y="0"/>
                </a:moveTo>
                <a:lnTo>
                  <a:pt x="160" y="94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7750800" y="2350080"/>
            <a:ext cx="66960" cy="63360"/>
          </a:xfrm>
          <a:custGeom>
            <a:avLst/>
            <a:gdLst/>
            <a:ahLst/>
            <a:rect l="0" t="0" r="r" b="b"/>
            <a:pathLst>
              <a:path w="186" h="176">
                <a:moveTo>
                  <a:pt x="44" y="15"/>
                </a:moveTo>
                <a:lnTo>
                  <a:pt x="57" y="23"/>
                </a:lnTo>
                <a:lnTo>
                  <a:pt x="48" y="37"/>
                </a:lnTo>
                <a:lnTo>
                  <a:pt x="36" y="28"/>
                </a:lnTo>
                <a:lnTo>
                  <a:pt x="44" y="15"/>
                </a:lnTo>
                <a:moveTo>
                  <a:pt x="57" y="23"/>
                </a:moveTo>
                <a:lnTo>
                  <a:pt x="69" y="32"/>
                </a:lnTo>
                <a:lnTo>
                  <a:pt x="61" y="45"/>
                </a:lnTo>
                <a:lnTo>
                  <a:pt x="48" y="37"/>
                </a:lnTo>
                <a:lnTo>
                  <a:pt x="57" y="23"/>
                </a:lnTo>
                <a:moveTo>
                  <a:pt x="69" y="32"/>
                </a:moveTo>
                <a:lnTo>
                  <a:pt x="82" y="41"/>
                </a:lnTo>
                <a:lnTo>
                  <a:pt x="74" y="54"/>
                </a:lnTo>
                <a:lnTo>
                  <a:pt x="61" y="45"/>
                </a:lnTo>
                <a:lnTo>
                  <a:pt x="69" y="32"/>
                </a:lnTo>
                <a:moveTo>
                  <a:pt x="82" y="41"/>
                </a:moveTo>
                <a:lnTo>
                  <a:pt x="95" y="49"/>
                </a:lnTo>
                <a:lnTo>
                  <a:pt x="87" y="62"/>
                </a:lnTo>
                <a:lnTo>
                  <a:pt x="74" y="54"/>
                </a:lnTo>
                <a:lnTo>
                  <a:pt x="82" y="41"/>
                </a:lnTo>
                <a:moveTo>
                  <a:pt x="95" y="49"/>
                </a:moveTo>
                <a:lnTo>
                  <a:pt x="108" y="58"/>
                </a:lnTo>
                <a:lnTo>
                  <a:pt x="99" y="70"/>
                </a:lnTo>
                <a:lnTo>
                  <a:pt x="87" y="62"/>
                </a:lnTo>
                <a:lnTo>
                  <a:pt x="95" y="49"/>
                </a:lnTo>
                <a:moveTo>
                  <a:pt x="108" y="58"/>
                </a:moveTo>
                <a:lnTo>
                  <a:pt x="120" y="66"/>
                </a:lnTo>
                <a:lnTo>
                  <a:pt x="112" y="79"/>
                </a:lnTo>
                <a:lnTo>
                  <a:pt x="99" y="70"/>
                </a:lnTo>
                <a:lnTo>
                  <a:pt x="108" y="58"/>
                </a:lnTo>
                <a:moveTo>
                  <a:pt x="120" y="66"/>
                </a:moveTo>
                <a:lnTo>
                  <a:pt x="133" y="74"/>
                </a:lnTo>
                <a:lnTo>
                  <a:pt x="125" y="87"/>
                </a:lnTo>
                <a:lnTo>
                  <a:pt x="112" y="79"/>
                </a:lnTo>
                <a:lnTo>
                  <a:pt x="120" y="66"/>
                </a:lnTo>
                <a:moveTo>
                  <a:pt x="133" y="74"/>
                </a:moveTo>
                <a:lnTo>
                  <a:pt x="146" y="83"/>
                </a:lnTo>
                <a:lnTo>
                  <a:pt x="137" y="95"/>
                </a:lnTo>
                <a:lnTo>
                  <a:pt x="125" y="87"/>
                </a:lnTo>
                <a:lnTo>
                  <a:pt x="133" y="74"/>
                </a:lnTo>
                <a:moveTo>
                  <a:pt x="146" y="83"/>
                </a:moveTo>
                <a:lnTo>
                  <a:pt x="159" y="91"/>
                </a:lnTo>
                <a:lnTo>
                  <a:pt x="150" y="104"/>
                </a:lnTo>
                <a:lnTo>
                  <a:pt x="137" y="95"/>
                </a:lnTo>
                <a:lnTo>
                  <a:pt x="146" y="83"/>
                </a:lnTo>
                <a:moveTo>
                  <a:pt x="159" y="91"/>
                </a:moveTo>
                <a:lnTo>
                  <a:pt x="171" y="99"/>
                </a:lnTo>
                <a:lnTo>
                  <a:pt x="163" y="112"/>
                </a:lnTo>
                <a:lnTo>
                  <a:pt x="150" y="104"/>
                </a:lnTo>
                <a:lnTo>
                  <a:pt x="159" y="91"/>
                </a:lnTo>
                <a:moveTo>
                  <a:pt x="171" y="99"/>
                </a:moveTo>
                <a:lnTo>
                  <a:pt x="186" y="109"/>
                </a:lnTo>
                <a:lnTo>
                  <a:pt x="160" y="119"/>
                </a:lnTo>
                <a:lnTo>
                  <a:pt x="155" y="104"/>
                </a:lnTo>
                <a:lnTo>
                  <a:pt x="167" y="100"/>
                </a:lnTo>
                <a:lnTo>
                  <a:pt x="169" y="107"/>
                </a:lnTo>
                <a:lnTo>
                  <a:pt x="165" y="114"/>
                </a:lnTo>
                <a:lnTo>
                  <a:pt x="163" y="112"/>
                </a:lnTo>
                <a:lnTo>
                  <a:pt x="171" y="99"/>
                </a:lnTo>
                <a:moveTo>
                  <a:pt x="160" y="119"/>
                </a:moveTo>
                <a:lnTo>
                  <a:pt x="146" y="124"/>
                </a:lnTo>
                <a:lnTo>
                  <a:pt x="141" y="109"/>
                </a:lnTo>
                <a:lnTo>
                  <a:pt x="155" y="104"/>
                </a:lnTo>
                <a:lnTo>
                  <a:pt x="160" y="119"/>
                </a:lnTo>
                <a:moveTo>
                  <a:pt x="146" y="124"/>
                </a:moveTo>
                <a:lnTo>
                  <a:pt x="132" y="129"/>
                </a:lnTo>
                <a:lnTo>
                  <a:pt x="126" y="115"/>
                </a:lnTo>
                <a:lnTo>
                  <a:pt x="141" y="109"/>
                </a:lnTo>
                <a:lnTo>
                  <a:pt x="146" y="124"/>
                </a:lnTo>
                <a:moveTo>
                  <a:pt x="132" y="129"/>
                </a:moveTo>
                <a:lnTo>
                  <a:pt x="117" y="134"/>
                </a:lnTo>
                <a:lnTo>
                  <a:pt x="112" y="120"/>
                </a:lnTo>
                <a:lnTo>
                  <a:pt x="126" y="115"/>
                </a:lnTo>
                <a:lnTo>
                  <a:pt x="132" y="129"/>
                </a:lnTo>
                <a:moveTo>
                  <a:pt x="117" y="134"/>
                </a:moveTo>
                <a:lnTo>
                  <a:pt x="103" y="139"/>
                </a:lnTo>
                <a:lnTo>
                  <a:pt x="98" y="125"/>
                </a:lnTo>
                <a:lnTo>
                  <a:pt x="112" y="120"/>
                </a:lnTo>
                <a:lnTo>
                  <a:pt x="117" y="134"/>
                </a:lnTo>
                <a:moveTo>
                  <a:pt x="103" y="139"/>
                </a:moveTo>
                <a:lnTo>
                  <a:pt x="89" y="144"/>
                </a:lnTo>
                <a:lnTo>
                  <a:pt x="84" y="130"/>
                </a:lnTo>
                <a:lnTo>
                  <a:pt x="98" y="125"/>
                </a:lnTo>
                <a:lnTo>
                  <a:pt x="103" y="139"/>
                </a:lnTo>
                <a:moveTo>
                  <a:pt x="89" y="144"/>
                </a:moveTo>
                <a:lnTo>
                  <a:pt x="74" y="150"/>
                </a:lnTo>
                <a:lnTo>
                  <a:pt x="69" y="135"/>
                </a:lnTo>
                <a:lnTo>
                  <a:pt x="84" y="130"/>
                </a:lnTo>
                <a:lnTo>
                  <a:pt x="89" y="144"/>
                </a:lnTo>
                <a:moveTo>
                  <a:pt x="74" y="150"/>
                </a:moveTo>
                <a:lnTo>
                  <a:pt x="60" y="155"/>
                </a:lnTo>
                <a:lnTo>
                  <a:pt x="55" y="140"/>
                </a:lnTo>
                <a:lnTo>
                  <a:pt x="69" y="135"/>
                </a:lnTo>
                <a:lnTo>
                  <a:pt x="74" y="150"/>
                </a:lnTo>
                <a:moveTo>
                  <a:pt x="60" y="155"/>
                </a:moveTo>
                <a:lnTo>
                  <a:pt x="46" y="160"/>
                </a:lnTo>
                <a:lnTo>
                  <a:pt x="41" y="146"/>
                </a:lnTo>
                <a:lnTo>
                  <a:pt x="55" y="140"/>
                </a:lnTo>
                <a:lnTo>
                  <a:pt x="60" y="155"/>
                </a:lnTo>
                <a:moveTo>
                  <a:pt x="46" y="160"/>
                </a:moveTo>
                <a:lnTo>
                  <a:pt x="32" y="165"/>
                </a:lnTo>
                <a:lnTo>
                  <a:pt x="26" y="151"/>
                </a:lnTo>
                <a:lnTo>
                  <a:pt x="41" y="146"/>
                </a:lnTo>
                <a:lnTo>
                  <a:pt x="46" y="160"/>
                </a:lnTo>
                <a:moveTo>
                  <a:pt x="32" y="165"/>
                </a:moveTo>
                <a:lnTo>
                  <a:pt x="16" y="170"/>
                </a:lnTo>
                <a:lnTo>
                  <a:pt x="11" y="156"/>
                </a:lnTo>
                <a:lnTo>
                  <a:pt x="26" y="151"/>
                </a:lnTo>
                <a:lnTo>
                  <a:pt x="32" y="165"/>
                </a:lnTo>
                <a:moveTo>
                  <a:pt x="16" y="170"/>
                </a:moveTo>
                <a:lnTo>
                  <a:pt x="0" y="176"/>
                </a:lnTo>
                <a:lnTo>
                  <a:pt x="2" y="154"/>
                </a:lnTo>
                <a:lnTo>
                  <a:pt x="17" y="156"/>
                </a:lnTo>
                <a:lnTo>
                  <a:pt x="16" y="166"/>
                </a:lnTo>
                <a:lnTo>
                  <a:pt x="9" y="165"/>
                </a:lnTo>
                <a:lnTo>
                  <a:pt x="6" y="158"/>
                </a:lnTo>
                <a:lnTo>
                  <a:pt x="11" y="156"/>
                </a:lnTo>
                <a:lnTo>
                  <a:pt x="16" y="170"/>
                </a:lnTo>
                <a:moveTo>
                  <a:pt x="2" y="154"/>
                </a:moveTo>
                <a:lnTo>
                  <a:pt x="4" y="139"/>
                </a:lnTo>
                <a:lnTo>
                  <a:pt x="19" y="141"/>
                </a:lnTo>
                <a:lnTo>
                  <a:pt x="17" y="156"/>
                </a:lnTo>
                <a:lnTo>
                  <a:pt x="2" y="154"/>
                </a:lnTo>
                <a:moveTo>
                  <a:pt x="4" y="139"/>
                </a:moveTo>
                <a:lnTo>
                  <a:pt x="6" y="124"/>
                </a:lnTo>
                <a:lnTo>
                  <a:pt x="21" y="126"/>
                </a:lnTo>
                <a:lnTo>
                  <a:pt x="19" y="141"/>
                </a:lnTo>
                <a:lnTo>
                  <a:pt x="4" y="139"/>
                </a:lnTo>
                <a:moveTo>
                  <a:pt x="6" y="124"/>
                </a:moveTo>
                <a:lnTo>
                  <a:pt x="7" y="109"/>
                </a:lnTo>
                <a:lnTo>
                  <a:pt x="22" y="111"/>
                </a:lnTo>
                <a:lnTo>
                  <a:pt x="21" y="126"/>
                </a:lnTo>
                <a:lnTo>
                  <a:pt x="6" y="124"/>
                </a:lnTo>
                <a:moveTo>
                  <a:pt x="7" y="109"/>
                </a:moveTo>
                <a:lnTo>
                  <a:pt x="9" y="94"/>
                </a:lnTo>
                <a:lnTo>
                  <a:pt x="25" y="96"/>
                </a:lnTo>
                <a:lnTo>
                  <a:pt x="22" y="111"/>
                </a:lnTo>
                <a:lnTo>
                  <a:pt x="7" y="109"/>
                </a:lnTo>
                <a:moveTo>
                  <a:pt x="9" y="94"/>
                </a:moveTo>
                <a:lnTo>
                  <a:pt x="11" y="79"/>
                </a:lnTo>
                <a:lnTo>
                  <a:pt x="27" y="81"/>
                </a:lnTo>
                <a:lnTo>
                  <a:pt x="25" y="96"/>
                </a:lnTo>
                <a:lnTo>
                  <a:pt x="9" y="94"/>
                </a:lnTo>
                <a:moveTo>
                  <a:pt x="11" y="79"/>
                </a:moveTo>
                <a:lnTo>
                  <a:pt x="13" y="64"/>
                </a:lnTo>
                <a:lnTo>
                  <a:pt x="29" y="66"/>
                </a:lnTo>
                <a:lnTo>
                  <a:pt x="27" y="81"/>
                </a:lnTo>
                <a:lnTo>
                  <a:pt x="11" y="79"/>
                </a:lnTo>
                <a:moveTo>
                  <a:pt x="13" y="64"/>
                </a:moveTo>
                <a:lnTo>
                  <a:pt x="14" y="49"/>
                </a:lnTo>
                <a:lnTo>
                  <a:pt x="31" y="51"/>
                </a:lnTo>
                <a:lnTo>
                  <a:pt x="29" y="66"/>
                </a:lnTo>
                <a:lnTo>
                  <a:pt x="13" y="64"/>
                </a:lnTo>
                <a:moveTo>
                  <a:pt x="14" y="49"/>
                </a:moveTo>
                <a:lnTo>
                  <a:pt x="16" y="33"/>
                </a:lnTo>
                <a:lnTo>
                  <a:pt x="32" y="34"/>
                </a:lnTo>
                <a:lnTo>
                  <a:pt x="31" y="51"/>
                </a:lnTo>
                <a:lnTo>
                  <a:pt x="14" y="49"/>
                </a:lnTo>
                <a:moveTo>
                  <a:pt x="16" y="33"/>
                </a:moveTo>
                <a:lnTo>
                  <a:pt x="18" y="18"/>
                </a:lnTo>
                <a:lnTo>
                  <a:pt x="34" y="19"/>
                </a:lnTo>
                <a:lnTo>
                  <a:pt x="32" y="34"/>
                </a:lnTo>
                <a:lnTo>
                  <a:pt x="16" y="33"/>
                </a:lnTo>
                <a:moveTo>
                  <a:pt x="18" y="18"/>
                </a:moveTo>
                <a:lnTo>
                  <a:pt x="20" y="0"/>
                </a:lnTo>
                <a:lnTo>
                  <a:pt x="44" y="15"/>
                </a:lnTo>
                <a:lnTo>
                  <a:pt x="36" y="28"/>
                </a:lnTo>
                <a:lnTo>
                  <a:pt x="22" y="19"/>
                </a:lnTo>
                <a:lnTo>
                  <a:pt x="27" y="13"/>
                </a:lnTo>
                <a:lnTo>
                  <a:pt x="35" y="14"/>
                </a:lnTo>
                <a:lnTo>
                  <a:pt x="34" y="19"/>
                </a:lnTo>
                <a:lnTo>
                  <a:pt x="18" y="1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6276600" y="2506680"/>
            <a:ext cx="1535040" cy="65520"/>
          </a:xfrm>
          <a:custGeom>
            <a:avLst/>
            <a:gdLst/>
            <a:ahLst/>
            <a:rect l="0" t="0" r="r" b="b"/>
            <a:pathLst>
              <a:path fill="none" w="4264" h="182">
                <a:moveTo>
                  <a:pt x="4264" y="0"/>
                </a:moveTo>
                <a:lnTo>
                  <a:pt x="3903" y="42"/>
                </a:lnTo>
                <a:cubicBezTo>
                  <a:pt x="3541" y="84"/>
                  <a:pt x="2818" y="170"/>
                  <a:pt x="2107" y="181"/>
                </a:cubicBezTo>
                <a:cubicBezTo>
                  <a:pt x="1396" y="192"/>
                  <a:pt x="698" y="128"/>
                  <a:pt x="349" y="96"/>
                </a:cubicBezTo>
                <a:lnTo>
                  <a:pt x="0" y="65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6249240" y="2505240"/>
            <a:ext cx="57240" cy="54720"/>
          </a:xfrm>
          <a:custGeom>
            <a:avLst/>
            <a:gdLst/>
            <a:ahLst/>
            <a:rect l="0" t="0" r="r" b="b"/>
            <a:pathLst>
              <a:path w="159" h="152">
                <a:moveTo>
                  <a:pt x="146" y="152"/>
                </a:moveTo>
                <a:lnTo>
                  <a:pt x="0" y="62"/>
                </a:lnTo>
                <a:lnTo>
                  <a:pt x="159" y="0"/>
                </a:lnTo>
                <a:lnTo>
                  <a:pt x="146" y="15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6243120" y="2500920"/>
            <a:ext cx="66600" cy="63720"/>
          </a:xfrm>
          <a:custGeom>
            <a:avLst/>
            <a:gdLst/>
            <a:ahLst/>
            <a:rect l="0" t="0" r="r" b="b"/>
            <a:pathLst>
              <a:path w="185" h="177">
                <a:moveTo>
                  <a:pt x="146" y="163"/>
                </a:moveTo>
                <a:lnTo>
                  <a:pt x="132" y="155"/>
                </a:lnTo>
                <a:lnTo>
                  <a:pt x="141" y="142"/>
                </a:lnTo>
                <a:lnTo>
                  <a:pt x="154" y="150"/>
                </a:lnTo>
                <a:lnTo>
                  <a:pt x="146" y="163"/>
                </a:lnTo>
                <a:moveTo>
                  <a:pt x="132" y="155"/>
                </a:moveTo>
                <a:lnTo>
                  <a:pt x="119" y="147"/>
                </a:lnTo>
                <a:lnTo>
                  <a:pt x="127" y="133"/>
                </a:lnTo>
                <a:lnTo>
                  <a:pt x="141" y="142"/>
                </a:lnTo>
                <a:lnTo>
                  <a:pt x="132" y="155"/>
                </a:lnTo>
                <a:moveTo>
                  <a:pt x="119" y="147"/>
                </a:moveTo>
                <a:lnTo>
                  <a:pt x="106" y="138"/>
                </a:lnTo>
                <a:lnTo>
                  <a:pt x="114" y="125"/>
                </a:lnTo>
                <a:lnTo>
                  <a:pt x="127" y="133"/>
                </a:lnTo>
                <a:lnTo>
                  <a:pt x="119" y="147"/>
                </a:lnTo>
                <a:moveTo>
                  <a:pt x="106" y="138"/>
                </a:moveTo>
                <a:lnTo>
                  <a:pt x="93" y="130"/>
                </a:lnTo>
                <a:lnTo>
                  <a:pt x="101" y="117"/>
                </a:lnTo>
                <a:lnTo>
                  <a:pt x="114" y="125"/>
                </a:lnTo>
                <a:lnTo>
                  <a:pt x="106" y="138"/>
                </a:lnTo>
                <a:moveTo>
                  <a:pt x="93" y="130"/>
                </a:moveTo>
                <a:lnTo>
                  <a:pt x="80" y="122"/>
                </a:lnTo>
                <a:lnTo>
                  <a:pt x="88" y="109"/>
                </a:lnTo>
                <a:lnTo>
                  <a:pt x="101" y="117"/>
                </a:lnTo>
                <a:lnTo>
                  <a:pt x="93" y="130"/>
                </a:lnTo>
                <a:moveTo>
                  <a:pt x="80" y="122"/>
                </a:moveTo>
                <a:lnTo>
                  <a:pt x="67" y="114"/>
                </a:lnTo>
                <a:lnTo>
                  <a:pt x="75" y="101"/>
                </a:lnTo>
                <a:lnTo>
                  <a:pt x="88" y="109"/>
                </a:lnTo>
                <a:lnTo>
                  <a:pt x="80" y="122"/>
                </a:lnTo>
                <a:moveTo>
                  <a:pt x="67" y="114"/>
                </a:moveTo>
                <a:lnTo>
                  <a:pt x="54" y="106"/>
                </a:lnTo>
                <a:lnTo>
                  <a:pt x="62" y="93"/>
                </a:lnTo>
                <a:lnTo>
                  <a:pt x="75" y="101"/>
                </a:lnTo>
                <a:lnTo>
                  <a:pt x="67" y="114"/>
                </a:lnTo>
                <a:moveTo>
                  <a:pt x="54" y="106"/>
                </a:moveTo>
                <a:lnTo>
                  <a:pt x="41" y="98"/>
                </a:lnTo>
                <a:lnTo>
                  <a:pt x="49" y="85"/>
                </a:lnTo>
                <a:lnTo>
                  <a:pt x="62" y="93"/>
                </a:lnTo>
                <a:lnTo>
                  <a:pt x="54" y="106"/>
                </a:lnTo>
                <a:moveTo>
                  <a:pt x="41" y="98"/>
                </a:moveTo>
                <a:lnTo>
                  <a:pt x="28" y="90"/>
                </a:lnTo>
                <a:lnTo>
                  <a:pt x="36" y="77"/>
                </a:lnTo>
                <a:lnTo>
                  <a:pt x="49" y="85"/>
                </a:lnTo>
                <a:lnTo>
                  <a:pt x="41" y="98"/>
                </a:lnTo>
                <a:moveTo>
                  <a:pt x="28" y="90"/>
                </a:moveTo>
                <a:lnTo>
                  <a:pt x="15" y="82"/>
                </a:lnTo>
                <a:lnTo>
                  <a:pt x="23" y="69"/>
                </a:lnTo>
                <a:lnTo>
                  <a:pt x="36" y="77"/>
                </a:lnTo>
                <a:lnTo>
                  <a:pt x="28" y="90"/>
                </a:lnTo>
                <a:moveTo>
                  <a:pt x="15" y="82"/>
                </a:moveTo>
                <a:lnTo>
                  <a:pt x="0" y="73"/>
                </a:lnTo>
                <a:lnTo>
                  <a:pt x="26" y="62"/>
                </a:lnTo>
                <a:lnTo>
                  <a:pt x="31" y="77"/>
                </a:lnTo>
                <a:lnTo>
                  <a:pt x="20" y="81"/>
                </a:lnTo>
                <a:lnTo>
                  <a:pt x="17" y="74"/>
                </a:lnTo>
                <a:lnTo>
                  <a:pt x="21" y="68"/>
                </a:lnTo>
                <a:lnTo>
                  <a:pt x="23" y="69"/>
                </a:lnTo>
                <a:lnTo>
                  <a:pt x="15" y="82"/>
                </a:lnTo>
                <a:moveTo>
                  <a:pt x="26" y="62"/>
                </a:moveTo>
                <a:lnTo>
                  <a:pt x="40" y="57"/>
                </a:lnTo>
                <a:lnTo>
                  <a:pt x="46" y="71"/>
                </a:lnTo>
                <a:lnTo>
                  <a:pt x="31" y="77"/>
                </a:lnTo>
                <a:lnTo>
                  <a:pt x="26" y="62"/>
                </a:lnTo>
                <a:moveTo>
                  <a:pt x="40" y="57"/>
                </a:moveTo>
                <a:lnTo>
                  <a:pt x="54" y="51"/>
                </a:lnTo>
                <a:lnTo>
                  <a:pt x="60" y="66"/>
                </a:lnTo>
                <a:lnTo>
                  <a:pt x="46" y="71"/>
                </a:lnTo>
                <a:lnTo>
                  <a:pt x="40" y="57"/>
                </a:lnTo>
                <a:moveTo>
                  <a:pt x="54" y="51"/>
                </a:moveTo>
                <a:lnTo>
                  <a:pt x="68" y="46"/>
                </a:lnTo>
                <a:lnTo>
                  <a:pt x="74" y="60"/>
                </a:lnTo>
                <a:lnTo>
                  <a:pt x="60" y="66"/>
                </a:lnTo>
                <a:lnTo>
                  <a:pt x="54" y="51"/>
                </a:lnTo>
                <a:moveTo>
                  <a:pt x="68" y="46"/>
                </a:moveTo>
                <a:lnTo>
                  <a:pt x="82" y="40"/>
                </a:lnTo>
                <a:lnTo>
                  <a:pt x="88" y="54"/>
                </a:lnTo>
                <a:lnTo>
                  <a:pt x="74" y="60"/>
                </a:lnTo>
                <a:lnTo>
                  <a:pt x="68" y="46"/>
                </a:lnTo>
                <a:moveTo>
                  <a:pt x="82" y="40"/>
                </a:moveTo>
                <a:lnTo>
                  <a:pt x="97" y="35"/>
                </a:lnTo>
                <a:lnTo>
                  <a:pt x="102" y="49"/>
                </a:lnTo>
                <a:lnTo>
                  <a:pt x="88" y="54"/>
                </a:lnTo>
                <a:lnTo>
                  <a:pt x="82" y="40"/>
                </a:lnTo>
                <a:moveTo>
                  <a:pt x="97" y="35"/>
                </a:moveTo>
                <a:lnTo>
                  <a:pt x="111" y="29"/>
                </a:lnTo>
                <a:lnTo>
                  <a:pt x="116" y="43"/>
                </a:lnTo>
                <a:lnTo>
                  <a:pt x="102" y="49"/>
                </a:lnTo>
                <a:lnTo>
                  <a:pt x="97" y="35"/>
                </a:lnTo>
                <a:moveTo>
                  <a:pt x="111" y="29"/>
                </a:moveTo>
                <a:lnTo>
                  <a:pt x="125" y="24"/>
                </a:lnTo>
                <a:lnTo>
                  <a:pt x="130" y="38"/>
                </a:lnTo>
                <a:lnTo>
                  <a:pt x="116" y="43"/>
                </a:lnTo>
                <a:lnTo>
                  <a:pt x="111" y="29"/>
                </a:lnTo>
                <a:moveTo>
                  <a:pt x="125" y="24"/>
                </a:moveTo>
                <a:lnTo>
                  <a:pt x="140" y="18"/>
                </a:lnTo>
                <a:lnTo>
                  <a:pt x="146" y="32"/>
                </a:lnTo>
                <a:lnTo>
                  <a:pt x="130" y="38"/>
                </a:lnTo>
                <a:lnTo>
                  <a:pt x="125" y="24"/>
                </a:lnTo>
                <a:moveTo>
                  <a:pt x="140" y="18"/>
                </a:moveTo>
                <a:lnTo>
                  <a:pt x="154" y="13"/>
                </a:lnTo>
                <a:lnTo>
                  <a:pt x="160" y="27"/>
                </a:lnTo>
                <a:lnTo>
                  <a:pt x="146" y="32"/>
                </a:lnTo>
                <a:lnTo>
                  <a:pt x="140" y="18"/>
                </a:lnTo>
                <a:moveTo>
                  <a:pt x="154" y="13"/>
                </a:moveTo>
                <a:lnTo>
                  <a:pt x="168" y="7"/>
                </a:lnTo>
                <a:lnTo>
                  <a:pt x="174" y="21"/>
                </a:lnTo>
                <a:lnTo>
                  <a:pt x="160" y="27"/>
                </a:lnTo>
                <a:lnTo>
                  <a:pt x="154" y="13"/>
                </a:lnTo>
                <a:moveTo>
                  <a:pt x="168" y="7"/>
                </a:moveTo>
                <a:lnTo>
                  <a:pt x="185" y="0"/>
                </a:lnTo>
                <a:lnTo>
                  <a:pt x="183" y="22"/>
                </a:lnTo>
                <a:lnTo>
                  <a:pt x="168" y="21"/>
                </a:lnTo>
                <a:lnTo>
                  <a:pt x="169" y="11"/>
                </a:lnTo>
                <a:lnTo>
                  <a:pt x="176" y="12"/>
                </a:lnTo>
                <a:lnTo>
                  <a:pt x="179" y="19"/>
                </a:lnTo>
                <a:lnTo>
                  <a:pt x="174" y="21"/>
                </a:lnTo>
                <a:lnTo>
                  <a:pt x="168" y="7"/>
                </a:lnTo>
                <a:moveTo>
                  <a:pt x="183" y="22"/>
                </a:moveTo>
                <a:lnTo>
                  <a:pt x="182" y="38"/>
                </a:lnTo>
                <a:lnTo>
                  <a:pt x="166" y="36"/>
                </a:lnTo>
                <a:lnTo>
                  <a:pt x="168" y="21"/>
                </a:lnTo>
                <a:lnTo>
                  <a:pt x="183" y="22"/>
                </a:lnTo>
                <a:moveTo>
                  <a:pt x="182" y="38"/>
                </a:moveTo>
                <a:lnTo>
                  <a:pt x="180" y="53"/>
                </a:lnTo>
                <a:lnTo>
                  <a:pt x="165" y="51"/>
                </a:lnTo>
                <a:lnTo>
                  <a:pt x="166" y="36"/>
                </a:lnTo>
                <a:lnTo>
                  <a:pt x="182" y="38"/>
                </a:lnTo>
                <a:moveTo>
                  <a:pt x="180" y="53"/>
                </a:moveTo>
                <a:lnTo>
                  <a:pt x="179" y="68"/>
                </a:lnTo>
                <a:lnTo>
                  <a:pt x="164" y="66"/>
                </a:lnTo>
                <a:lnTo>
                  <a:pt x="165" y="51"/>
                </a:lnTo>
                <a:lnTo>
                  <a:pt x="180" y="53"/>
                </a:lnTo>
                <a:moveTo>
                  <a:pt x="179" y="68"/>
                </a:moveTo>
                <a:lnTo>
                  <a:pt x="178" y="83"/>
                </a:lnTo>
                <a:lnTo>
                  <a:pt x="162" y="82"/>
                </a:lnTo>
                <a:lnTo>
                  <a:pt x="164" y="66"/>
                </a:lnTo>
                <a:lnTo>
                  <a:pt x="179" y="68"/>
                </a:lnTo>
                <a:moveTo>
                  <a:pt x="178" y="83"/>
                </a:moveTo>
                <a:lnTo>
                  <a:pt x="176" y="98"/>
                </a:lnTo>
                <a:lnTo>
                  <a:pt x="161" y="97"/>
                </a:lnTo>
                <a:lnTo>
                  <a:pt x="162" y="82"/>
                </a:lnTo>
                <a:lnTo>
                  <a:pt x="178" y="83"/>
                </a:lnTo>
                <a:moveTo>
                  <a:pt x="176" y="98"/>
                </a:moveTo>
                <a:lnTo>
                  <a:pt x="175" y="113"/>
                </a:lnTo>
                <a:lnTo>
                  <a:pt x="160" y="112"/>
                </a:lnTo>
                <a:lnTo>
                  <a:pt x="161" y="97"/>
                </a:lnTo>
                <a:lnTo>
                  <a:pt x="176" y="98"/>
                </a:lnTo>
                <a:moveTo>
                  <a:pt x="175" y="113"/>
                </a:moveTo>
                <a:lnTo>
                  <a:pt x="173" y="128"/>
                </a:lnTo>
                <a:lnTo>
                  <a:pt x="158" y="127"/>
                </a:lnTo>
                <a:lnTo>
                  <a:pt x="160" y="112"/>
                </a:lnTo>
                <a:lnTo>
                  <a:pt x="175" y="113"/>
                </a:lnTo>
                <a:moveTo>
                  <a:pt x="173" y="128"/>
                </a:moveTo>
                <a:lnTo>
                  <a:pt x="172" y="145"/>
                </a:lnTo>
                <a:lnTo>
                  <a:pt x="157" y="143"/>
                </a:lnTo>
                <a:lnTo>
                  <a:pt x="158" y="127"/>
                </a:lnTo>
                <a:lnTo>
                  <a:pt x="173" y="128"/>
                </a:lnTo>
                <a:moveTo>
                  <a:pt x="172" y="145"/>
                </a:moveTo>
                <a:lnTo>
                  <a:pt x="171" y="160"/>
                </a:lnTo>
                <a:lnTo>
                  <a:pt x="156" y="158"/>
                </a:lnTo>
                <a:lnTo>
                  <a:pt x="157" y="143"/>
                </a:lnTo>
                <a:lnTo>
                  <a:pt x="172" y="145"/>
                </a:lnTo>
                <a:moveTo>
                  <a:pt x="171" y="160"/>
                </a:moveTo>
                <a:lnTo>
                  <a:pt x="169" y="177"/>
                </a:lnTo>
                <a:lnTo>
                  <a:pt x="146" y="163"/>
                </a:lnTo>
                <a:lnTo>
                  <a:pt x="154" y="150"/>
                </a:lnTo>
                <a:lnTo>
                  <a:pt x="167" y="158"/>
                </a:lnTo>
                <a:lnTo>
                  <a:pt x="163" y="164"/>
                </a:lnTo>
                <a:lnTo>
                  <a:pt x="155" y="164"/>
                </a:lnTo>
                <a:lnTo>
                  <a:pt x="156" y="158"/>
                </a:lnTo>
                <a:lnTo>
                  <a:pt x="171" y="1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3639600" y="2540520"/>
            <a:ext cx="830880" cy="39960"/>
          </a:xfrm>
          <a:custGeom>
            <a:avLst/>
            <a:gdLst/>
            <a:ahLst/>
            <a:rect l="0" t="0" r="r" b="b"/>
            <a:pathLst>
              <a:path fill="none" w="2308" h="111">
                <a:moveTo>
                  <a:pt x="2308" y="24"/>
                </a:moveTo>
                <a:lnTo>
                  <a:pt x="2109" y="46"/>
                </a:lnTo>
                <a:cubicBezTo>
                  <a:pt x="1911" y="69"/>
                  <a:pt x="1514" y="115"/>
                  <a:pt x="1129" y="111"/>
                </a:cubicBezTo>
                <a:cubicBezTo>
                  <a:pt x="745" y="108"/>
                  <a:pt x="373" y="54"/>
                  <a:pt x="186" y="27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612600" y="2517480"/>
            <a:ext cx="58320" cy="54360"/>
          </a:xfrm>
          <a:custGeom>
            <a:avLst/>
            <a:gdLst/>
            <a:ahLst/>
            <a:rect l="0" t="0" r="r" b="b"/>
            <a:pathLst>
              <a:path w="162" h="151">
                <a:moveTo>
                  <a:pt x="140" y="151"/>
                </a:moveTo>
                <a:lnTo>
                  <a:pt x="0" y="54"/>
                </a:lnTo>
                <a:lnTo>
                  <a:pt x="162" y="0"/>
                </a:lnTo>
                <a:lnTo>
                  <a:pt x="140" y="15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606480" y="2513520"/>
            <a:ext cx="67680" cy="63360"/>
          </a:xfrm>
          <a:custGeom>
            <a:avLst/>
            <a:gdLst/>
            <a:ahLst/>
            <a:rect l="0" t="0" r="r" b="b"/>
            <a:pathLst>
              <a:path w="188" h="176">
                <a:moveTo>
                  <a:pt x="140" y="160"/>
                </a:moveTo>
                <a:lnTo>
                  <a:pt x="127" y="151"/>
                </a:lnTo>
                <a:lnTo>
                  <a:pt x="136" y="139"/>
                </a:lnTo>
                <a:lnTo>
                  <a:pt x="148" y="148"/>
                </a:lnTo>
                <a:lnTo>
                  <a:pt x="140" y="160"/>
                </a:lnTo>
                <a:moveTo>
                  <a:pt x="127" y="151"/>
                </a:moveTo>
                <a:lnTo>
                  <a:pt x="114" y="143"/>
                </a:lnTo>
                <a:lnTo>
                  <a:pt x="123" y="130"/>
                </a:lnTo>
                <a:lnTo>
                  <a:pt x="136" y="139"/>
                </a:lnTo>
                <a:lnTo>
                  <a:pt x="127" y="151"/>
                </a:lnTo>
                <a:moveTo>
                  <a:pt x="114" y="143"/>
                </a:moveTo>
                <a:lnTo>
                  <a:pt x="102" y="134"/>
                </a:lnTo>
                <a:lnTo>
                  <a:pt x="111" y="122"/>
                </a:lnTo>
                <a:lnTo>
                  <a:pt x="123" y="130"/>
                </a:lnTo>
                <a:lnTo>
                  <a:pt x="114" y="143"/>
                </a:lnTo>
                <a:moveTo>
                  <a:pt x="102" y="134"/>
                </a:moveTo>
                <a:lnTo>
                  <a:pt x="89" y="125"/>
                </a:lnTo>
                <a:lnTo>
                  <a:pt x="98" y="113"/>
                </a:lnTo>
                <a:lnTo>
                  <a:pt x="111" y="122"/>
                </a:lnTo>
                <a:lnTo>
                  <a:pt x="102" y="134"/>
                </a:lnTo>
                <a:moveTo>
                  <a:pt x="89" y="125"/>
                </a:moveTo>
                <a:lnTo>
                  <a:pt x="77" y="117"/>
                </a:lnTo>
                <a:lnTo>
                  <a:pt x="86" y="104"/>
                </a:lnTo>
                <a:lnTo>
                  <a:pt x="98" y="113"/>
                </a:lnTo>
                <a:lnTo>
                  <a:pt x="89" y="125"/>
                </a:lnTo>
                <a:moveTo>
                  <a:pt x="77" y="117"/>
                </a:moveTo>
                <a:lnTo>
                  <a:pt x="64" y="108"/>
                </a:lnTo>
                <a:lnTo>
                  <a:pt x="73" y="96"/>
                </a:lnTo>
                <a:lnTo>
                  <a:pt x="86" y="104"/>
                </a:lnTo>
                <a:lnTo>
                  <a:pt x="77" y="117"/>
                </a:lnTo>
                <a:moveTo>
                  <a:pt x="64" y="108"/>
                </a:moveTo>
                <a:lnTo>
                  <a:pt x="52" y="100"/>
                </a:lnTo>
                <a:lnTo>
                  <a:pt x="61" y="87"/>
                </a:lnTo>
                <a:lnTo>
                  <a:pt x="73" y="96"/>
                </a:lnTo>
                <a:lnTo>
                  <a:pt x="64" y="108"/>
                </a:lnTo>
                <a:moveTo>
                  <a:pt x="52" y="100"/>
                </a:moveTo>
                <a:lnTo>
                  <a:pt x="39" y="91"/>
                </a:lnTo>
                <a:lnTo>
                  <a:pt x="48" y="78"/>
                </a:lnTo>
                <a:lnTo>
                  <a:pt x="61" y="87"/>
                </a:lnTo>
                <a:lnTo>
                  <a:pt x="52" y="100"/>
                </a:lnTo>
                <a:moveTo>
                  <a:pt x="39" y="91"/>
                </a:moveTo>
                <a:lnTo>
                  <a:pt x="27" y="82"/>
                </a:lnTo>
                <a:lnTo>
                  <a:pt x="36" y="70"/>
                </a:lnTo>
                <a:lnTo>
                  <a:pt x="48" y="78"/>
                </a:lnTo>
                <a:lnTo>
                  <a:pt x="39" y="91"/>
                </a:lnTo>
                <a:moveTo>
                  <a:pt x="27" y="82"/>
                </a:moveTo>
                <a:lnTo>
                  <a:pt x="14" y="74"/>
                </a:lnTo>
                <a:lnTo>
                  <a:pt x="23" y="60"/>
                </a:lnTo>
                <a:lnTo>
                  <a:pt x="36" y="70"/>
                </a:lnTo>
                <a:lnTo>
                  <a:pt x="27" y="82"/>
                </a:lnTo>
                <a:moveTo>
                  <a:pt x="14" y="74"/>
                </a:moveTo>
                <a:lnTo>
                  <a:pt x="0" y="62"/>
                </a:lnTo>
                <a:lnTo>
                  <a:pt x="26" y="54"/>
                </a:lnTo>
                <a:lnTo>
                  <a:pt x="31" y="69"/>
                </a:lnTo>
                <a:lnTo>
                  <a:pt x="19" y="73"/>
                </a:lnTo>
                <a:lnTo>
                  <a:pt x="17" y="66"/>
                </a:lnTo>
                <a:lnTo>
                  <a:pt x="21" y="58"/>
                </a:lnTo>
                <a:lnTo>
                  <a:pt x="23" y="60"/>
                </a:lnTo>
                <a:lnTo>
                  <a:pt x="14" y="74"/>
                </a:lnTo>
                <a:moveTo>
                  <a:pt x="26" y="54"/>
                </a:moveTo>
                <a:lnTo>
                  <a:pt x="40" y="49"/>
                </a:lnTo>
                <a:lnTo>
                  <a:pt x="45" y="63"/>
                </a:lnTo>
                <a:lnTo>
                  <a:pt x="31" y="69"/>
                </a:lnTo>
                <a:lnTo>
                  <a:pt x="26" y="54"/>
                </a:lnTo>
                <a:moveTo>
                  <a:pt x="40" y="49"/>
                </a:moveTo>
                <a:lnTo>
                  <a:pt x="55" y="44"/>
                </a:lnTo>
                <a:lnTo>
                  <a:pt x="60" y="58"/>
                </a:lnTo>
                <a:lnTo>
                  <a:pt x="45" y="63"/>
                </a:lnTo>
                <a:lnTo>
                  <a:pt x="40" y="49"/>
                </a:lnTo>
                <a:moveTo>
                  <a:pt x="55" y="44"/>
                </a:moveTo>
                <a:lnTo>
                  <a:pt x="69" y="39"/>
                </a:lnTo>
                <a:lnTo>
                  <a:pt x="74" y="54"/>
                </a:lnTo>
                <a:lnTo>
                  <a:pt x="60" y="58"/>
                </a:lnTo>
                <a:lnTo>
                  <a:pt x="55" y="44"/>
                </a:lnTo>
                <a:moveTo>
                  <a:pt x="69" y="39"/>
                </a:moveTo>
                <a:lnTo>
                  <a:pt x="84" y="34"/>
                </a:lnTo>
                <a:lnTo>
                  <a:pt x="88" y="49"/>
                </a:lnTo>
                <a:lnTo>
                  <a:pt x="74" y="54"/>
                </a:lnTo>
                <a:lnTo>
                  <a:pt x="69" y="39"/>
                </a:lnTo>
                <a:moveTo>
                  <a:pt x="84" y="34"/>
                </a:moveTo>
                <a:lnTo>
                  <a:pt x="98" y="30"/>
                </a:lnTo>
                <a:lnTo>
                  <a:pt x="103" y="44"/>
                </a:lnTo>
                <a:lnTo>
                  <a:pt x="88" y="49"/>
                </a:lnTo>
                <a:lnTo>
                  <a:pt x="84" y="34"/>
                </a:lnTo>
                <a:moveTo>
                  <a:pt x="98" y="30"/>
                </a:moveTo>
                <a:lnTo>
                  <a:pt x="112" y="25"/>
                </a:lnTo>
                <a:lnTo>
                  <a:pt x="117" y="39"/>
                </a:lnTo>
                <a:lnTo>
                  <a:pt x="103" y="44"/>
                </a:lnTo>
                <a:lnTo>
                  <a:pt x="98" y="30"/>
                </a:lnTo>
                <a:moveTo>
                  <a:pt x="112" y="25"/>
                </a:moveTo>
                <a:lnTo>
                  <a:pt x="127" y="20"/>
                </a:lnTo>
                <a:lnTo>
                  <a:pt x="132" y="34"/>
                </a:lnTo>
                <a:lnTo>
                  <a:pt x="117" y="39"/>
                </a:lnTo>
                <a:lnTo>
                  <a:pt x="112" y="25"/>
                </a:lnTo>
                <a:moveTo>
                  <a:pt x="127" y="20"/>
                </a:moveTo>
                <a:lnTo>
                  <a:pt x="141" y="15"/>
                </a:lnTo>
                <a:lnTo>
                  <a:pt x="146" y="30"/>
                </a:lnTo>
                <a:lnTo>
                  <a:pt x="132" y="34"/>
                </a:lnTo>
                <a:lnTo>
                  <a:pt x="127" y="20"/>
                </a:lnTo>
                <a:moveTo>
                  <a:pt x="141" y="15"/>
                </a:moveTo>
                <a:lnTo>
                  <a:pt x="156" y="10"/>
                </a:lnTo>
                <a:lnTo>
                  <a:pt x="161" y="25"/>
                </a:lnTo>
                <a:lnTo>
                  <a:pt x="146" y="30"/>
                </a:lnTo>
                <a:lnTo>
                  <a:pt x="141" y="15"/>
                </a:lnTo>
                <a:moveTo>
                  <a:pt x="156" y="10"/>
                </a:moveTo>
                <a:lnTo>
                  <a:pt x="170" y="5"/>
                </a:lnTo>
                <a:lnTo>
                  <a:pt x="176" y="20"/>
                </a:lnTo>
                <a:lnTo>
                  <a:pt x="161" y="25"/>
                </a:lnTo>
                <a:lnTo>
                  <a:pt x="156" y="10"/>
                </a:lnTo>
                <a:moveTo>
                  <a:pt x="170" y="5"/>
                </a:moveTo>
                <a:lnTo>
                  <a:pt x="188" y="0"/>
                </a:lnTo>
                <a:lnTo>
                  <a:pt x="185" y="22"/>
                </a:lnTo>
                <a:lnTo>
                  <a:pt x="169" y="19"/>
                </a:lnTo>
                <a:lnTo>
                  <a:pt x="170" y="10"/>
                </a:lnTo>
                <a:lnTo>
                  <a:pt x="179" y="11"/>
                </a:lnTo>
                <a:lnTo>
                  <a:pt x="181" y="18"/>
                </a:lnTo>
                <a:lnTo>
                  <a:pt x="176" y="20"/>
                </a:lnTo>
                <a:lnTo>
                  <a:pt x="170" y="5"/>
                </a:lnTo>
                <a:moveTo>
                  <a:pt x="185" y="22"/>
                </a:moveTo>
                <a:lnTo>
                  <a:pt x="183" y="37"/>
                </a:lnTo>
                <a:lnTo>
                  <a:pt x="167" y="35"/>
                </a:lnTo>
                <a:lnTo>
                  <a:pt x="169" y="19"/>
                </a:lnTo>
                <a:lnTo>
                  <a:pt x="185" y="22"/>
                </a:lnTo>
                <a:moveTo>
                  <a:pt x="183" y="37"/>
                </a:moveTo>
                <a:lnTo>
                  <a:pt x="181" y="52"/>
                </a:lnTo>
                <a:lnTo>
                  <a:pt x="165" y="50"/>
                </a:lnTo>
                <a:lnTo>
                  <a:pt x="167" y="35"/>
                </a:lnTo>
                <a:lnTo>
                  <a:pt x="183" y="37"/>
                </a:lnTo>
                <a:moveTo>
                  <a:pt x="181" y="52"/>
                </a:moveTo>
                <a:lnTo>
                  <a:pt x="179" y="68"/>
                </a:lnTo>
                <a:lnTo>
                  <a:pt x="162" y="66"/>
                </a:lnTo>
                <a:lnTo>
                  <a:pt x="165" y="50"/>
                </a:lnTo>
                <a:lnTo>
                  <a:pt x="181" y="52"/>
                </a:lnTo>
                <a:moveTo>
                  <a:pt x="179" y="68"/>
                </a:moveTo>
                <a:lnTo>
                  <a:pt x="176" y="83"/>
                </a:lnTo>
                <a:lnTo>
                  <a:pt x="160" y="81"/>
                </a:lnTo>
                <a:lnTo>
                  <a:pt x="162" y="66"/>
                </a:lnTo>
                <a:lnTo>
                  <a:pt x="179" y="68"/>
                </a:lnTo>
                <a:moveTo>
                  <a:pt x="176" y="83"/>
                </a:moveTo>
                <a:lnTo>
                  <a:pt x="173" y="98"/>
                </a:lnTo>
                <a:lnTo>
                  <a:pt x="158" y="96"/>
                </a:lnTo>
                <a:lnTo>
                  <a:pt x="160" y="81"/>
                </a:lnTo>
                <a:lnTo>
                  <a:pt x="176" y="83"/>
                </a:lnTo>
                <a:moveTo>
                  <a:pt x="173" y="98"/>
                </a:moveTo>
                <a:lnTo>
                  <a:pt x="171" y="113"/>
                </a:lnTo>
                <a:lnTo>
                  <a:pt x="156" y="111"/>
                </a:lnTo>
                <a:lnTo>
                  <a:pt x="158" y="96"/>
                </a:lnTo>
                <a:lnTo>
                  <a:pt x="173" y="98"/>
                </a:lnTo>
                <a:moveTo>
                  <a:pt x="171" y="113"/>
                </a:moveTo>
                <a:lnTo>
                  <a:pt x="169" y="128"/>
                </a:lnTo>
                <a:lnTo>
                  <a:pt x="154" y="126"/>
                </a:lnTo>
                <a:lnTo>
                  <a:pt x="156" y="111"/>
                </a:lnTo>
                <a:lnTo>
                  <a:pt x="171" y="113"/>
                </a:lnTo>
                <a:moveTo>
                  <a:pt x="169" y="128"/>
                </a:moveTo>
                <a:lnTo>
                  <a:pt x="167" y="143"/>
                </a:lnTo>
                <a:lnTo>
                  <a:pt x="152" y="141"/>
                </a:lnTo>
                <a:lnTo>
                  <a:pt x="154" y="126"/>
                </a:lnTo>
                <a:lnTo>
                  <a:pt x="169" y="128"/>
                </a:lnTo>
                <a:moveTo>
                  <a:pt x="167" y="143"/>
                </a:moveTo>
                <a:lnTo>
                  <a:pt x="165" y="158"/>
                </a:lnTo>
                <a:lnTo>
                  <a:pt x="150" y="156"/>
                </a:lnTo>
                <a:lnTo>
                  <a:pt x="152" y="141"/>
                </a:lnTo>
                <a:lnTo>
                  <a:pt x="167" y="143"/>
                </a:lnTo>
                <a:moveTo>
                  <a:pt x="165" y="158"/>
                </a:moveTo>
                <a:lnTo>
                  <a:pt x="162" y="176"/>
                </a:lnTo>
                <a:lnTo>
                  <a:pt x="140" y="160"/>
                </a:lnTo>
                <a:lnTo>
                  <a:pt x="148" y="148"/>
                </a:lnTo>
                <a:lnTo>
                  <a:pt x="161" y="156"/>
                </a:lnTo>
                <a:lnTo>
                  <a:pt x="156" y="162"/>
                </a:lnTo>
                <a:lnTo>
                  <a:pt x="149" y="161"/>
                </a:lnTo>
                <a:lnTo>
                  <a:pt x="150" y="156"/>
                </a:lnTo>
                <a:lnTo>
                  <a:pt x="165" y="15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1175760" y="2503440"/>
            <a:ext cx="1183680" cy="67320"/>
          </a:xfrm>
          <a:custGeom>
            <a:avLst/>
            <a:gdLst/>
            <a:ahLst/>
            <a:rect l="0" t="0" r="r" b="b"/>
            <a:pathLst>
              <a:path fill="none" w="3288" h="187">
                <a:moveTo>
                  <a:pt x="3288" y="58"/>
                </a:moveTo>
                <a:lnTo>
                  <a:pt x="3008" y="92"/>
                </a:lnTo>
                <a:cubicBezTo>
                  <a:pt x="2729" y="126"/>
                  <a:pt x="2171" y="195"/>
                  <a:pt x="1622" y="186"/>
                </a:cubicBezTo>
                <a:cubicBezTo>
                  <a:pt x="1075" y="176"/>
                  <a:pt x="537" y="88"/>
                  <a:pt x="269" y="44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1148760" y="2480760"/>
            <a:ext cx="59040" cy="54360"/>
          </a:xfrm>
          <a:custGeom>
            <a:avLst/>
            <a:gdLst/>
            <a:ahLst/>
            <a:rect l="0" t="0" r="r" b="b"/>
            <a:pathLst>
              <a:path w="164" h="151">
                <a:moveTo>
                  <a:pt x="139" y="151"/>
                </a:moveTo>
                <a:lnTo>
                  <a:pt x="0" y="51"/>
                </a:lnTo>
                <a:lnTo>
                  <a:pt x="164" y="0"/>
                </a:lnTo>
                <a:lnTo>
                  <a:pt x="139" y="15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1142640" y="2476800"/>
            <a:ext cx="68400" cy="63360"/>
          </a:xfrm>
          <a:custGeom>
            <a:avLst/>
            <a:gdLst/>
            <a:ahLst/>
            <a:rect l="0" t="0" r="r" b="b"/>
            <a:pathLst>
              <a:path w="190" h="176">
                <a:moveTo>
                  <a:pt x="139" y="158"/>
                </a:moveTo>
                <a:lnTo>
                  <a:pt x="127" y="150"/>
                </a:lnTo>
                <a:lnTo>
                  <a:pt x="136" y="137"/>
                </a:lnTo>
                <a:lnTo>
                  <a:pt x="148" y="146"/>
                </a:lnTo>
                <a:lnTo>
                  <a:pt x="139" y="158"/>
                </a:lnTo>
                <a:moveTo>
                  <a:pt x="127" y="150"/>
                </a:moveTo>
                <a:lnTo>
                  <a:pt x="114" y="141"/>
                </a:lnTo>
                <a:lnTo>
                  <a:pt x="124" y="128"/>
                </a:lnTo>
                <a:lnTo>
                  <a:pt x="136" y="137"/>
                </a:lnTo>
                <a:lnTo>
                  <a:pt x="127" y="150"/>
                </a:lnTo>
                <a:moveTo>
                  <a:pt x="114" y="141"/>
                </a:moveTo>
                <a:lnTo>
                  <a:pt x="101" y="132"/>
                </a:lnTo>
                <a:lnTo>
                  <a:pt x="110" y="119"/>
                </a:lnTo>
                <a:lnTo>
                  <a:pt x="124" y="128"/>
                </a:lnTo>
                <a:lnTo>
                  <a:pt x="114" y="141"/>
                </a:lnTo>
                <a:moveTo>
                  <a:pt x="101" y="132"/>
                </a:moveTo>
                <a:lnTo>
                  <a:pt x="89" y="123"/>
                </a:lnTo>
                <a:lnTo>
                  <a:pt x="98" y="111"/>
                </a:lnTo>
                <a:lnTo>
                  <a:pt x="110" y="119"/>
                </a:lnTo>
                <a:lnTo>
                  <a:pt x="101" y="132"/>
                </a:lnTo>
                <a:moveTo>
                  <a:pt x="89" y="123"/>
                </a:moveTo>
                <a:lnTo>
                  <a:pt x="77" y="114"/>
                </a:lnTo>
                <a:lnTo>
                  <a:pt x="86" y="102"/>
                </a:lnTo>
                <a:lnTo>
                  <a:pt x="98" y="111"/>
                </a:lnTo>
                <a:lnTo>
                  <a:pt x="89" y="123"/>
                </a:lnTo>
                <a:moveTo>
                  <a:pt x="77" y="114"/>
                </a:moveTo>
                <a:lnTo>
                  <a:pt x="64" y="105"/>
                </a:lnTo>
                <a:lnTo>
                  <a:pt x="73" y="93"/>
                </a:lnTo>
                <a:lnTo>
                  <a:pt x="86" y="102"/>
                </a:lnTo>
                <a:lnTo>
                  <a:pt x="77" y="114"/>
                </a:lnTo>
                <a:moveTo>
                  <a:pt x="64" y="105"/>
                </a:moveTo>
                <a:lnTo>
                  <a:pt x="52" y="96"/>
                </a:lnTo>
                <a:lnTo>
                  <a:pt x="61" y="84"/>
                </a:lnTo>
                <a:lnTo>
                  <a:pt x="73" y="93"/>
                </a:lnTo>
                <a:lnTo>
                  <a:pt x="64" y="105"/>
                </a:lnTo>
                <a:moveTo>
                  <a:pt x="52" y="96"/>
                </a:moveTo>
                <a:lnTo>
                  <a:pt x="40" y="87"/>
                </a:lnTo>
                <a:lnTo>
                  <a:pt x="49" y="75"/>
                </a:lnTo>
                <a:lnTo>
                  <a:pt x="61" y="84"/>
                </a:lnTo>
                <a:lnTo>
                  <a:pt x="52" y="96"/>
                </a:lnTo>
                <a:moveTo>
                  <a:pt x="40" y="87"/>
                </a:moveTo>
                <a:lnTo>
                  <a:pt x="27" y="78"/>
                </a:lnTo>
                <a:lnTo>
                  <a:pt x="36" y="66"/>
                </a:lnTo>
                <a:lnTo>
                  <a:pt x="49" y="75"/>
                </a:lnTo>
                <a:lnTo>
                  <a:pt x="40" y="87"/>
                </a:lnTo>
                <a:moveTo>
                  <a:pt x="27" y="78"/>
                </a:moveTo>
                <a:lnTo>
                  <a:pt x="15" y="69"/>
                </a:lnTo>
                <a:lnTo>
                  <a:pt x="24" y="57"/>
                </a:lnTo>
                <a:lnTo>
                  <a:pt x="36" y="66"/>
                </a:lnTo>
                <a:lnTo>
                  <a:pt x="27" y="78"/>
                </a:lnTo>
                <a:moveTo>
                  <a:pt x="15" y="69"/>
                </a:moveTo>
                <a:lnTo>
                  <a:pt x="0" y="59"/>
                </a:lnTo>
                <a:lnTo>
                  <a:pt x="27" y="51"/>
                </a:lnTo>
                <a:lnTo>
                  <a:pt x="31" y="65"/>
                </a:lnTo>
                <a:lnTo>
                  <a:pt x="19" y="69"/>
                </a:lnTo>
                <a:lnTo>
                  <a:pt x="17" y="62"/>
                </a:lnTo>
                <a:lnTo>
                  <a:pt x="22" y="56"/>
                </a:lnTo>
                <a:lnTo>
                  <a:pt x="24" y="57"/>
                </a:lnTo>
                <a:lnTo>
                  <a:pt x="15" y="69"/>
                </a:lnTo>
                <a:moveTo>
                  <a:pt x="27" y="51"/>
                </a:moveTo>
                <a:lnTo>
                  <a:pt x="41" y="46"/>
                </a:lnTo>
                <a:lnTo>
                  <a:pt x="46" y="61"/>
                </a:lnTo>
                <a:lnTo>
                  <a:pt x="31" y="65"/>
                </a:lnTo>
                <a:lnTo>
                  <a:pt x="27" y="51"/>
                </a:lnTo>
                <a:moveTo>
                  <a:pt x="41" y="46"/>
                </a:moveTo>
                <a:lnTo>
                  <a:pt x="56" y="42"/>
                </a:lnTo>
                <a:lnTo>
                  <a:pt x="60" y="56"/>
                </a:lnTo>
                <a:lnTo>
                  <a:pt x="46" y="61"/>
                </a:lnTo>
                <a:lnTo>
                  <a:pt x="41" y="46"/>
                </a:lnTo>
                <a:moveTo>
                  <a:pt x="56" y="42"/>
                </a:moveTo>
                <a:lnTo>
                  <a:pt x="70" y="37"/>
                </a:lnTo>
                <a:lnTo>
                  <a:pt x="75" y="52"/>
                </a:lnTo>
                <a:lnTo>
                  <a:pt x="60" y="56"/>
                </a:lnTo>
                <a:lnTo>
                  <a:pt x="56" y="42"/>
                </a:lnTo>
                <a:moveTo>
                  <a:pt x="70" y="37"/>
                </a:moveTo>
                <a:lnTo>
                  <a:pt x="85" y="33"/>
                </a:lnTo>
                <a:lnTo>
                  <a:pt x="89" y="47"/>
                </a:lnTo>
                <a:lnTo>
                  <a:pt x="75" y="52"/>
                </a:lnTo>
                <a:lnTo>
                  <a:pt x="70" y="37"/>
                </a:lnTo>
                <a:moveTo>
                  <a:pt x="85" y="33"/>
                </a:moveTo>
                <a:lnTo>
                  <a:pt x="99" y="28"/>
                </a:lnTo>
                <a:lnTo>
                  <a:pt x="104" y="43"/>
                </a:lnTo>
                <a:lnTo>
                  <a:pt x="89" y="47"/>
                </a:lnTo>
                <a:lnTo>
                  <a:pt x="85" y="33"/>
                </a:lnTo>
                <a:moveTo>
                  <a:pt x="99" y="28"/>
                </a:moveTo>
                <a:lnTo>
                  <a:pt x="114" y="24"/>
                </a:lnTo>
                <a:lnTo>
                  <a:pt x="119" y="38"/>
                </a:lnTo>
                <a:lnTo>
                  <a:pt x="104" y="43"/>
                </a:lnTo>
                <a:lnTo>
                  <a:pt x="99" y="28"/>
                </a:lnTo>
                <a:moveTo>
                  <a:pt x="114" y="24"/>
                </a:moveTo>
                <a:lnTo>
                  <a:pt x="129" y="19"/>
                </a:lnTo>
                <a:lnTo>
                  <a:pt x="134" y="34"/>
                </a:lnTo>
                <a:lnTo>
                  <a:pt x="119" y="38"/>
                </a:lnTo>
                <a:lnTo>
                  <a:pt x="114" y="24"/>
                </a:lnTo>
                <a:moveTo>
                  <a:pt x="129" y="19"/>
                </a:moveTo>
                <a:lnTo>
                  <a:pt x="144" y="15"/>
                </a:lnTo>
                <a:lnTo>
                  <a:pt x="148" y="29"/>
                </a:lnTo>
                <a:lnTo>
                  <a:pt x="134" y="34"/>
                </a:lnTo>
                <a:lnTo>
                  <a:pt x="129" y="19"/>
                </a:lnTo>
                <a:moveTo>
                  <a:pt x="144" y="15"/>
                </a:moveTo>
                <a:lnTo>
                  <a:pt x="158" y="10"/>
                </a:lnTo>
                <a:lnTo>
                  <a:pt x="163" y="25"/>
                </a:lnTo>
                <a:lnTo>
                  <a:pt x="148" y="29"/>
                </a:lnTo>
                <a:lnTo>
                  <a:pt x="144" y="15"/>
                </a:lnTo>
                <a:moveTo>
                  <a:pt x="158" y="10"/>
                </a:moveTo>
                <a:lnTo>
                  <a:pt x="173" y="6"/>
                </a:lnTo>
                <a:lnTo>
                  <a:pt x="178" y="20"/>
                </a:lnTo>
                <a:lnTo>
                  <a:pt x="163" y="25"/>
                </a:lnTo>
                <a:lnTo>
                  <a:pt x="158" y="10"/>
                </a:lnTo>
                <a:moveTo>
                  <a:pt x="173" y="6"/>
                </a:moveTo>
                <a:lnTo>
                  <a:pt x="190" y="0"/>
                </a:lnTo>
                <a:lnTo>
                  <a:pt x="186" y="22"/>
                </a:lnTo>
                <a:lnTo>
                  <a:pt x="171" y="20"/>
                </a:lnTo>
                <a:lnTo>
                  <a:pt x="173" y="10"/>
                </a:lnTo>
                <a:lnTo>
                  <a:pt x="181" y="11"/>
                </a:lnTo>
                <a:lnTo>
                  <a:pt x="183" y="18"/>
                </a:lnTo>
                <a:lnTo>
                  <a:pt x="178" y="20"/>
                </a:lnTo>
                <a:lnTo>
                  <a:pt x="173" y="6"/>
                </a:lnTo>
                <a:moveTo>
                  <a:pt x="186" y="22"/>
                </a:moveTo>
                <a:lnTo>
                  <a:pt x="184" y="37"/>
                </a:lnTo>
                <a:lnTo>
                  <a:pt x="169" y="35"/>
                </a:lnTo>
                <a:lnTo>
                  <a:pt x="171" y="20"/>
                </a:lnTo>
                <a:lnTo>
                  <a:pt x="186" y="22"/>
                </a:lnTo>
                <a:moveTo>
                  <a:pt x="184" y="37"/>
                </a:moveTo>
                <a:lnTo>
                  <a:pt x="182" y="52"/>
                </a:lnTo>
                <a:lnTo>
                  <a:pt x="167" y="50"/>
                </a:lnTo>
                <a:lnTo>
                  <a:pt x="169" y="35"/>
                </a:lnTo>
                <a:lnTo>
                  <a:pt x="184" y="37"/>
                </a:lnTo>
                <a:moveTo>
                  <a:pt x="182" y="52"/>
                </a:moveTo>
                <a:lnTo>
                  <a:pt x="179" y="67"/>
                </a:lnTo>
                <a:lnTo>
                  <a:pt x="164" y="65"/>
                </a:lnTo>
                <a:lnTo>
                  <a:pt x="167" y="50"/>
                </a:lnTo>
                <a:lnTo>
                  <a:pt x="182" y="52"/>
                </a:lnTo>
                <a:moveTo>
                  <a:pt x="179" y="67"/>
                </a:moveTo>
                <a:lnTo>
                  <a:pt x="177" y="82"/>
                </a:lnTo>
                <a:lnTo>
                  <a:pt x="162" y="80"/>
                </a:lnTo>
                <a:lnTo>
                  <a:pt x="164" y="65"/>
                </a:lnTo>
                <a:lnTo>
                  <a:pt x="179" y="67"/>
                </a:lnTo>
                <a:moveTo>
                  <a:pt x="177" y="82"/>
                </a:moveTo>
                <a:lnTo>
                  <a:pt x="174" y="97"/>
                </a:lnTo>
                <a:lnTo>
                  <a:pt x="159" y="95"/>
                </a:lnTo>
                <a:lnTo>
                  <a:pt x="162" y="80"/>
                </a:lnTo>
                <a:lnTo>
                  <a:pt x="177" y="82"/>
                </a:lnTo>
                <a:moveTo>
                  <a:pt x="174" y="97"/>
                </a:moveTo>
                <a:lnTo>
                  <a:pt x="172" y="112"/>
                </a:lnTo>
                <a:lnTo>
                  <a:pt x="157" y="110"/>
                </a:lnTo>
                <a:lnTo>
                  <a:pt x="159" y="95"/>
                </a:lnTo>
                <a:lnTo>
                  <a:pt x="174" y="97"/>
                </a:lnTo>
                <a:moveTo>
                  <a:pt x="172" y="112"/>
                </a:moveTo>
                <a:lnTo>
                  <a:pt x="169" y="127"/>
                </a:lnTo>
                <a:lnTo>
                  <a:pt x="154" y="125"/>
                </a:lnTo>
                <a:lnTo>
                  <a:pt x="157" y="110"/>
                </a:lnTo>
                <a:lnTo>
                  <a:pt x="172" y="112"/>
                </a:lnTo>
                <a:moveTo>
                  <a:pt x="169" y="127"/>
                </a:moveTo>
                <a:lnTo>
                  <a:pt x="167" y="142"/>
                </a:lnTo>
                <a:lnTo>
                  <a:pt x="152" y="140"/>
                </a:lnTo>
                <a:lnTo>
                  <a:pt x="154" y="125"/>
                </a:lnTo>
                <a:lnTo>
                  <a:pt x="169" y="127"/>
                </a:lnTo>
                <a:moveTo>
                  <a:pt x="167" y="142"/>
                </a:moveTo>
                <a:lnTo>
                  <a:pt x="164" y="157"/>
                </a:lnTo>
                <a:lnTo>
                  <a:pt x="149" y="155"/>
                </a:lnTo>
                <a:lnTo>
                  <a:pt x="152" y="140"/>
                </a:lnTo>
                <a:lnTo>
                  <a:pt x="167" y="142"/>
                </a:lnTo>
                <a:moveTo>
                  <a:pt x="164" y="157"/>
                </a:moveTo>
                <a:lnTo>
                  <a:pt x="162" y="176"/>
                </a:lnTo>
                <a:lnTo>
                  <a:pt x="139" y="158"/>
                </a:lnTo>
                <a:lnTo>
                  <a:pt x="148" y="146"/>
                </a:lnTo>
                <a:lnTo>
                  <a:pt x="160" y="155"/>
                </a:lnTo>
                <a:lnTo>
                  <a:pt x="156" y="161"/>
                </a:lnTo>
                <a:lnTo>
                  <a:pt x="149" y="160"/>
                </a:lnTo>
                <a:lnTo>
                  <a:pt x="149" y="155"/>
                </a:lnTo>
                <a:lnTo>
                  <a:pt x="164" y="15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1320120" y="221544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1320120" y="221544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39920" y="1501200"/>
            <a:ext cx="7965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Fundament IT-applicaties, jaren 80 en 90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3824280" y="221508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824280" y="221508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1320480" y="2230200"/>
            <a:ext cx="869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6421320" y="221508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6421320" y="221508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3824640" y="2229840"/>
            <a:ext cx="4352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6764040" y="251604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6764040" y="251604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421680" y="2229840"/>
            <a:ext cx="1229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3783600" y="251604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783600" y="251604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6764400" y="2530800"/>
            <a:ext cx="53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1603800" y="251604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1603800" y="251604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3783600" y="2530800"/>
            <a:ext cx="520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511920" y="212688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1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5"/>
                  <a:pt x="1714" y="1232"/>
                </a:cubicBezTo>
                <a:cubicBezTo>
                  <a:pt x="1703" y="1259"/>
                  <a:pt x="1690" y="1285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0"/>
                  <a:pt x="1598" y="1434"/>
                  <a:pt x="1580" y="1456"/>
                </a:cubicBezTo>
                <a:cubicBezTo>
                  <a:pt x="1561" y="1479"/>
                  <a:pt x="1542" y="1500"/>
                  <a:pt x="1521" y="1521"/>
                </a:cubicBezTo>
                <a:cubicBezTo>
                  <a:pt x="1500" y="1542"/>
                  <a:pt x="1479" y="1561"/>
                  <a:pt x="1456" y="1580"/>
                </a:cubicBezTo>
                <a:cubicBezTo>
                  <a:pt x="1434" y="1598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0"/>
                  <a:pt x="1259" y="1703"/>
                  <a:pt x="1231" y="1714"/>
                </a:cubicBezTo>
                <a:cubicBezTo>
                  <a:pt x="1204" y="1725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0"/>
                  <a:pt x="1007" y="1775"/>
                  <a:pt x="978" y="1778"/>
                </a:cubicBezTo>
                <a:cubicBezTo>
                  <a:pt x="949" y="1780"/>
                  <a:pt x="920" y="1782"/>
                  <a:pt x="890" y="1782"/>
                </a:cubicBezTo>
                <a:cubicBezTo>
                  <a:pt x="861" y="1782"/>
                  <a:pt x="832" y="1780"/>
                  <a:pt x="803" y="1778"/>
                </a:cubicBezTo>
                <a:cubicBezTo>
                  <a:pt x="774" y="1775"/>
                  <a:pt x="745" y="1770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5"/>
                  <a:pt x="550" y="1714"/>
                </a:cubicBezTo>
                <a:cubicBezTo>
                  <a:pt x="523" y="1703"/>
                  <a:pt x="496" y="1690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8"/>
                  <a:pt x="326" y="1580"/>
                </a:cubicBezTo>
                <a:cubicBezTo>
                  <a:pt x="303" y="1561"/>
                  <a:pt x="281" y="1542"/>
                  <a:pt x="261" y="1521"/>
                </a:cubicBezTo>
                <a:cubicBezTo>
                  <a:pt x="240" y="1500"/>
                  <a:pt x="221" y="1479"/>
                  <a:pt x="202" y="1456"/>
                </a:cubicBezTo>
                <a:cubicBezTo>
                  <a:pt x="184" y="1434"/>
                  <a:pt x="166" y="1410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5"/>
                  <a:pt x="79" y="1259"/>
                  <a:pt x="68" y="1232"/>
                </a:cubicBezTo>
                <a:cubicBezTo>
                  <a:pt x="57" y="1205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1"/>
                </a:cubicBezTo>
                <a:cubicBezTo>
                  <a:pt x="0" y="862"/>
                  <a:pt x="1" y="833"/>
                  <a:pt x="4" y="804"/>
                </a:cubicBezTo>
                <a:cubicBezTo>
                  <a:pt x="7" y="775"/>
                  <a:pt x="11" y="746"/>
                  <a:pt x="17" y="718"/>
                </a:cubicBezTo>
                <a:cubicBezTo>
                  <a:pt x="23" y="689"/>
                  <a:pt x="30" y="661"/>
                  <a:pt x="38" y="633"/>
                </a:cubicBezTo>
                <a:cubicBezTo>
                  <a:pt x="47" y="605"/>
                  <a:pt x="57" y="578"/>
                  <a:pt x="68" y="551"/>
                </a:cubicBezTo>
                <a:cubicBezTo>
                  <a:pt x="79" y="524"/>
                  <a:pt x="91" y="497"/>
                  <a:pt x="105" y="472"/>
                </a:cubicBezTo>
                <a:cubicBezTo>
                  <a:pt x="119" y="446"/>
                  <a:pt x="134" y="421"/>
                  <a:pt x="150" y="397"/>
                </a:cubicBezTo>
                <a:cubicBezTo>
                  <a:pt x="166" y="373"/>
                  <a:pt x="184" y="349"/>
                  <a:pt x="202" y="327"/>
                </a:cubicBezTo>
                <a:cubicBezTo>
                  <a:pt x="221" y="303"/>
                  <a:pt x="240" y="281"/>
                  <a:pt x="261" y="261"/>
                </a:cubicBezTo>
                <a:cubicBezTo>
                  <a:pt x="281" y="240"/>
                  <a:pt x="303" y="221"/>
                  <a:pt x="326" y="202"/>
                </a:cubicBezTo>
                <a:cubicBezTo>
                  <a:pt x="348" y="184"/>
                  <a:pt x="371" y="166"/>
                  <a:pt x="396" y="150"/>
                </a:cubicBezTo>
                <a:cubicBezTo>
                  <a:pt x="420" y="134"/>
                  <a:pt x="445" y="119"/>
                  <a:pt x="471" y="105"/>
                </a:cubicBezTo>
                <a:cubicBezTo>
                  <a:pt x="496" y="91"/>
                  <a:pt x="523" y="79"/>
                  <a:pt x="550" y="68"/>
                </a:cubicBezTo>
                <a:cubicBezTo>
                  <a:pt x="577" y="57"/>
                  <a:pt x="604" y="47"/>
                  <a:pt x="632" y="38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1"/>
                  <a:pt x="774" y="7"/>
                  <a:pt x="803" y="4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4"/>
                </a:cubicBezTo>
                <a:cubicBezTo>
                  <a:pt x="1007" y="7"/>
                  <a:pt x="1036" y="11"/>
                  <a:pt x="1064" y="17"/>
                </a:cubicBezTo>
                <a:cubicBezTo>
                  <a:pt x="1093" y="23"/>
                  <a:pt x="1121" y="30"/>
                  <a:pt x="1149" y="38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1"/>
                  <a:pt x="1311" y="105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6"/>
                  <a:pt x="1434" y="184"/>
                  <a:pt x="1456" y="202"/>
                </a:cubicBezTo>
                <a:cubicBezTo>
                  <a:pt x="1479" y="221"/>
                  <a:pt x="1500" y="240"/>
                  <a:pt x="1521" y="261"/>
                </a:cubicBezTo>
                <a:cubicBezTo>
                  <a:pt x="1542" y="281"/>
                  <a:pt x="1561" y="303"/>
                  <a:pt x="1580" y="327"/>
                </a:cubicBezTo>
                <a:cubicBezTo>
                  <a:pt x="1598" y="349"/>
                  <a:pt x="1616" y="373"/>
                  <a:pt x="1632" y="397"/>
                </a:cubicBezTo>
                <a:cubicBezTo>
                  <a:pt x="1648" y="421"/>
                  <a:pt x="1663" y="446"/>
                  <a:pt x="1677" y="472"/>
                </a:cubicBezTo>
                <a:cubicBezTo>
                  <a:pt x="1690" y="497"/>
                  <a:pt x="1703" y="524"/>
                  <a:pt x="1714" y="551"/>
                </a:cubicBezTo>
                <a:cubicBezTo>
                  <a:pt x="1725" y="578"/>
                  <a:pt x="1735" y="605"/>
                  <a:pt x="1743" y="633"/>
                </a:cubicBezTo>
                <a:cubicBezTo>
                  <a:pt x="1752" y="661"/>
                  <a:pt x="1759" y="689"/>
                  <a:pt x="1765" y="718"/>
                </a:cubicBezTo>
                <a:cubicBezTo>
                  <a:pt x="1770" y="746"/>
                  <a:pt x="1775" y="775"/>
                  <a:pt x="1778" y="804"/>
                </a:cubicBezTo>
                <a:cubicBezTo>
                  <a:pt x="1780" y="833"/>
                  <a:pt x="1782" y="862"/>
                  <a:pt x="1782" y="891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511920" y="212688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1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5"/>
                  <a:pt x="1714" y="1232"/>
                </a:cubicBezTo>
                <a:cubicBezTo>
                  <a:pt x="1703" y="1259"/>
                  <a:pt x="1690" y="1285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0"/>
                  <a:pt x="1598" y="1434"/>
                  <a:pt x="1580" y="1456"/>
                </a:cubicBezTo>
                <a:cubicBezTo>
                  <a:pt x="1561" y="1479"/>
                  <a:pt x="1542" y="1500"/>
                  <a:pt x="1521" y="1521"/>
                </a:cubicBezTo>
                <a:cubicBezTo>
                  <a:pt x="1500" y="1542"/>
                  <a:pt x="1479" y="1561"/>
                  <a:pt x="1456" y="1580"/>
                </a:cubicBezTo>
                <a:cubicBezTo>
                  <a:pt x="1434" y="1598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0"/>
                  <a:pt x="1259" y="1703"/>
                  <a:pt x="1231" y="1714"/>
                </a:cubicBezTo>
                <a:cubicBezTo>
                  <a:pt x="1204" y="1725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0"/>
                  <a:pt x="1007" y="1775"/>
                  <a:pt x="978" y="1778"/>
                </a:cubicBezTo>
                <a:cubicBezTo>
                  <a:pt x="949" y="1780"/>
                  <a:pt x="920" y="1782"/>
                  <a:pt x="890" y="1782"/>
                </a:cubicBezTo>
                <a:cubicBezTo>
                  <a:pt x="861" y="1782"/>
                  <a:pt x="832" y="1780"/>
                  <a:pt x="803" y="1778"/>
                </a:cubicBezTo>
                <a:cubicBezTo>
                  <a:pt x="774" y="1775"/>
                  <a:pt x="745" y="1770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5"/>
                  <a:pt x="550" y="1714"/>
                </a:cubicBezTo>
                <a:cubicBezTo>
                  <a:pt x="523" y="1703"/>
                  <a:pt x="496" y="1690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8"/>
                  <a:pt x="326" y="1580"/>
                </a:cubicBezTo>
                <a:cubicBezTo>
                  <a:pt x="303" y="1561"/>
                  <a:pt x="281" y="1542"/>
                  <a:pt x="261" y="1521"/>
                </a:cubicBezTo>
                <a:cubicBezTo>
                  <a:pt x="240" y="1500"/>
                  <a:pt x="221" y="1479"/>
                  <a:pt x="202" y="1456"/>
                </a:cubicBezTo>
                <a:cubicBezTo>
                  <a:pt x="184" y="1434"/>
                  <a:pt x="166" y="1410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5"/>
                  <a:pt x="79" y="1259"/>
                  <a:pt x="68" y="1232"/>
                </a:cubicBezTo>
                <a:cubicBezTo>
                  <a:pt x="57" y="1205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1"/>
                </a:cubicBezTo>
                <a:cubicBezTo>
                  <a:pt x="0" y="862"/>
                  <a:pt x="1" y="833"/>
                  <a:pt x="4" y="804"/>
                </a:cubicBezTo>
                <a:cubicBezTo>
                  <a:pt x="7" y="775"/>
                  <a:pt x="11" y="746"/>
                  <a:pt x="17" y="718"/>
                </a:cubicBezTo>
                <a:cubicBezTo>
                  <a:pt x="23" y="689"/>
                  <a:pt x="30" y="661"/>
                  <a:pt x="38" y="633"/>
                </a:cubicBezTo>
                <a:cubicBezTo>
                  <a:pt x="47" y="605"/>
                  <a:pt x="57" y="578"/>
                  <a:pt x="68" y="551"/>
                </a:cubicBezTo>
                <a:cubicBezTo>
                  <a:pt x="79" y="524"/>
                  <a:pt x="91" y="497"/>
                  <a:pt x="105" y="472"/>
                </a:cubicBezTo>
                <a:cubicBezTo>
                  <a:pt x="119" y="446"/>
                  <a:pt x="134" y="421"/>
                  <a:pt x="150" y="397"/>
                </a:cubicBezTo>
                <a:cubicBezTo>
                  <a:pt x="166" y="373"/>
                  <a:pt x="184" y="349"/>
                  <a:pt x="202" y="327"/>
                </a:cubicBezTo>
                <a:cubicBezTo>
                  <a:pt x="221" y="303"/>
                  <a:pt x="240" y="281"/>
                  <a:pt x="261" y="261"/>
                </a:cubicBezTo>
                <a:cubicBezTo>
                  <a:pt x="281" y="240"/>
                  <a:pt x="303" y="221"/>
                  <a:pt x="326" y="202"/>
                </a:cubicBezTo>
                <a:cubicBezTo>
                  <a:pt x="348" y="184"/>
                  <a:pt x="371" y="166"/>
                  <a:pt x="396" y="150"/>
                </a:cubicBezTo>
                <a:cubicBezTo>
                  <a:pt x="420" y="134"/>
                  <a:pt x="445" y="119"/>
                  <a:pt x="471" y="105"/>
                </a:cubicBezTo>
                <a:cubicBezTo>
                  <a:pt x="496" y="91"/>
                  <a:pt x="523" y="79"/>
                  <a:pt x="550" y="68"/>
                </a:cubicBezTo>
                <a:cubicBezTo>
                  <a:pt x="577" y="57"/>
                  <a:pt x="604" y="47"/>
                  <a:pt x="632" y="38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1"/>
                  <a:pt x="774" y="7"/>
                  <a:pt x="803" y="4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4"/>
                </a:cubicBezTo>
                <a:cubicBezTo>
                  <a:pt x="1007" y="7"/>
                  <a:pt x="1036" y="11"/>
                  <a:pt x="1064" y="17"/>
                </a:cubicBezTo>
                <a:cubicBezTo>
                  <a:pt x="1093" y="23"/>
                  <a:pt x="1121" y="30"/>
                  <a:pt x="1149" y="38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1"/>
                  <a:pt x="1311" y="105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6"/>
                  <a:pt x="1434" y="184"/>
                  <a:pt x="1456" y="202"/>
                </a:cubicBezTo>
                <a:cubicBezTo>
                  <a:pt x="1479" y="221"/>
                  <a:pt x="1500" y="240"/>
                  <a:pt x="1521" y="261"/>
                </a:cubicBezTo>
                <a:cubicBezTo>
                  <a:pt x="1542" y="281"/>
                  <a:pt x="1561" y="303"/>
                  <a:pt x="1580" y="327"/>
                </a:cubicBezTo>
                <a:cubicBezTo>
                  <a:pt x="1598" y="349"/>
                  <a:pt x="1616" y="373"/>
                  <a:pt x="1632" y="397"/>
                </a:cubicBezTo>
                <a:cubicBezTo>
                  <a:pt x="1648" y="421"/>
                  <a:pt x="1663" y="446"/>
                  <a:pt x="1677" y="472"/>
                </a:cubicBezTo>
                <a:cubicBezTo>
                  <a:pt x="1690" y="497"/>
                  <a:pt x="1703" y="524"/>
                  <a:pt x="1714" y="551"/>
                </a:cubicBezTo>
                <a:cubicBezTo>
                  <a:pt x="1725" y="578"/>
                  <a:pt x="1735" y="605"/>
                  <a:pt x="1743" y="633"/>
                </a:cubicBezTo>
                <a:cubicBezTo>
                  <a:pt x="1752" y="661"/>
                  <a:pt x="1759" y="689"/>
                  <a:pt x="1765" y="718"/>
                </a:cubicBezTo>
                <a:cubicBezTo>
                  <a:pt x="1770" y="746"/>
                  <a:pt x="1775" y="775"/>
                  <a:pt x="1778" y="804"/>
                </a:cubicBezTo>
                <a:cubicBezTo>
                  <a:pt x="1780" y="833"/>
                  <a:pt x="1782" y="862"/>
                  <a:pt x="1782" y="891"/>
                </a:cubicBezTo>
                <a:close/>
              </a:path>
            </a:pathLst>
          </a:custGeom>
          <a:noFill/>
          <a:ln w="6840">
            <a:solidFill>
              <a:srgbClr val="d4a017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1604160" y="2530800"/>
            <a:ext cx="305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2359080" y="218052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2359080" y="218052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563400" y="2380320"/>
            <a:ext cx="54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2564280" y="229824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4470120" y="209844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4470120" y="209844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2619000" y="2462400"/>
            <a:ext cx="739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5052960" y="221616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4828320" y="2380320"/>
            <a:ext cx="1073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7811280" y="2093040"/>
            <a:ext cx="1011240" cy="709200"/>
          </a:xfrm>
          <a:custGeom>
            <a:avLst/>
            <a:gdLst/>
            <a:ahLst/>
            <a:rect l="0" t="0" r="r" b="b"/>
            <a:pathLst>
              <a:path w="2809" h="1970">
                <a:moveTo>
                  <a:pt x="0" y="257"/>
                </a:moveTo>
                <a:cubicBezTo>
                  <a:pt x="0" y="265"/>
                  <a:pt x="3" y="274"/>
                  <a:pt x="7" y="282"/>
                </a:cubicBezTo>
                <a:cubicBezTo>
                  <a:pt x="12" y="291"/>
                  <a:pt x="18" y="299"/>
                  <a:pt x="27" y="307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3"/>
                  <a:pt x="144" y="371"/>
                  <a:pt x="166" y="378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0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1"/>
                  <a:pt x="586" y="466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3"/>
                </a:cubicBezTo>
                <a:cubicBezTo>
                  <a:pt x="1041" y="506"/>
                  <a:pt x="1085" y="508"/>
                  <a:pt x="1130" y="509"/>
                </a:cubicBezTo>
                <a:cubicBezTo>
                  <a:pt x="1175" y="511"/>
                  <a:pt x="1221" y="512"/>
                  <a:pt x="1267" y="513"/>
                </a:cubicBezTo>
                <a:cubicBezTo>
                  <a:pt x="1312" y="514"/>
                  <a:pt x="1358" y="514"/>
                  <a:pt x="1404" y="514"/>
                </a:cubicBezTo>
                <a:cubicBezTo>
                  <a:pt x="1450" y="514"/>
                  <a:pt x="1496" y="514"/>
                  <a:pt x="1542" y="513"/>
                </a:cubicBezTo>
                <a:cubicBezTo>
                  <a:pt x="1588" y="512"/>
                  <a:pt x="1633" y="511"/>
                  <a:pt x="1678" y="509"/>
                </a:cubicBezTo>
                <a:cubicBezTo>
                  <a:pt x="1723" y="508"/>
                  <a:pt x="1768" y="506"/>
                  <a:pt x="1812" y="503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6"/>
                  <a:pt x="2260" y="461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0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8"/>
                </a:cubicBezTo>
                <a:cubicBezTo>
                  <a:pt x="2665" y="371"/>
                  <a:pt x="2685" y="363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7"/>
                </a:cubicBezTo>
                <a:cubicBezTo>
                  <a:pt x="2791" y="299"/>
                  <a:pt x="2798" y="291"/>
                  <a:pt x="2802" y="282"/>
                </a:cubicBezTo>
                <a:cubicBezTo>
                  <a:pt x="2807" y="274"/>
                  <a:pt x="2809" y="265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3"/>
                  <a:pt x="2791" y="215"/>
                  <a:pt x="2782" y="207"/>
                </a:cubicBezTo>
                <a:cubicBezTo>
                  <a:pt x="2773" y="199"/>
                  <a:pt x="2762" y="190"/>
                  <a:pt x="2749" y="182"/>
                </a:cubicBezTo>
                <a:cubicBezTo>
                  <a:pt x="2735" y="174"/>
                  <a:pt x="2720" y="166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8"/>
                  <a:pt x="2598" y="121"/>
                  <a:pt x="2573" y="114"/>
                </a:cubicBezTo>
                <a:cubicBezTo>
                  <a:pt x="2547" y="107"/>
                  <a:pt x="2520" y="100"/>
                  <a:pt x="2490" y="94"/>
                </a:cubicBezTo>
                <a:cubicBezTo>
                  <a:pt x="2461" y="87"/>
                  <a:pt x="2430" y="81"/>
                  <a:pt x="2398" y="75"/>
                </a:cubicBezTo>
                <a:cubicBezTo>
                  <a:pt x="2365" y="69"/>
                  <a:pt x="2331" y="63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8"/>
                  <a:pt x="2107" y="34"/>
                  <a:pt x="2066" y="30"/>
                </a:cubicBezTo>
                <a:cubicBezTo>
                  <a:pt x="2025" y="26"/>
                  <a:pt x="1984" y="22"/>
                  <a:pt x="1942" y="19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8"/>
                  <a:pt x="1723" y="6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6"/>
                  <a:pt x="1041" y="8"/>
                  <a:pt x="997" y="11"/>
                </a:cubicBezTo>
                <a:cubicBezTo>
                  <a:pt x="953" y="13"/>
                  <a:pt x="909" y="16"/>
                  <a:pt x="867" y="19"/>
                </a:cubicBezTo>
                <a:cubicBezTo>
                  <a:pt x="825" y="22"/>
                  <a:pt x="783" y="26"/>
                  <a:pt x="742" y="30"/>
                </a:cubicBezTo>
                <a:cubicBezTo>
                  <a:pt x="702" y="34"/>
                  <a:pt x="663" y="38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3"/>
                  <a:pt x="444" y="69"/>
                  <a:pt x="412" y="75"/>
                </a:cubicBezTo>
                <a:cubicBezTo>
                  <a:pt x="379" y="81"/>
                  <a:pt x="348" y="87"/>
                  <a:pt x="319" y="94"/>
                </a:cubicBezTo>
                <a:cubicBezTo>
                  <a:pt x="290" y="100"/>
                  <a:pt x="263" y="107"/>
                  <a:pt x="237" y="114"/>
                </a:cubicBezTo>
                <a:cubicBezTo>
                  <a:pt x="211" y="121"/>
                  <a:pt x="188" y="128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6"/>
                  <a:pt x="74" y="174"/>
                  <a:pt x="61" y="182"/>
                </a:cubicBezTo>
                <a:cubicBezTo>
                  <a:pt x="47" y="190"/>
                  <a:pt x="36" y="199"/>
                  <a:pt x="27" y="207"/>
                </a:cubicBezTo>
                <a:cubicBezTo>
                  <a:pt x="18" y="215"/>
                  <a:pt x="12" y="223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1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1"/>
                  <a:pt x="47" y="1780"/>
                  <a:pt x="61" y="1788"/>
                </a:cubicBezTo>
                <a:cubicBezTo>
                  <a:pt x="74" y="1796"/>
                  <a:pt x="90" y="1804"/>
                  <a:pt x="107" y="1811"/>
                </a:cubicBezTo>
                <a:cubicBezTo>
                  <a:pt x="125" y="1819"/>
                  <a:pt x="144" y="1827"/>
                  <a:pt x="166" y="1834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7"/>
                  <a:pt x="586" y="1922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7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5"/>
                </a:cubicBezTo>
                <a:cubicBezTo>
                  <a:pt x="1175" y="1967"/>
                  <a:pt x="1221" y="1968"/>
                  <a:pt x="1267" y="1969"/>
                </a:cubicBezTo>
                <a:cubicBezTo>
                  <a:pt x="1312" y="1970"/>
                  <a:pt x="1358" y="1970"/>
                  <a:pt x="1404" y="1970"/>
                </a:cubicBezTo>
                <a:cubicBezTo>
                  <a:pt x="1450" y="1970"/>
                  <a:pt x="1496" y="1970"/>
                  <a:pt x="1542" y="1969"/>
                </a:cubicBezTo>
                <a:cubicBezTo>
                  <a:pt x="1588" y="1968"/>
                  <a:pt x="1633" y="1967"/>
                  <a:pt x="1678" y="1965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7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2"/>
                  <a:pt x="2260" y="1917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4"/>
                </a:cubicBezTo>
                <a:cubicBezTo>
                  <a:pt x="2665" y="1827"/>
                  <a:pt x="2685" y="1819"/>
                  <a:pt x="2702" y="1811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1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1"/>
                  <a:pt x="2809" y="1713"/>
                </a:cubicBezTo>
                <a:lnTo>
                  <a:pt x="2809" y="257"/>
                </a:lnTo>
                <a:lnTo>
                  <a:pt x="0" y="25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7811280" y="2093040"/>
            <a:ext cx="1011240" cy="709200"/>
          </a:xfrm>
          <a:custGeom>
            <a:avLst/>
            <a:gdLst/>
            <a:ahLst/>
            <a:rect l="0" t="0" r="r" b="b"/>
            <a:pathLst>
              <a:path fill="none" w="2809" h="1970">
                <a:moveTo>
                  <a:pt x="0" y="257"/>
                </a:moveTo>
                <a:cubicBezTo>
                  <a:pt x="0" y="265"/>
                  <a:pt x="3" y="274"/>
                  <a:pt x="7" y="282"/>
                </a:cubicBezTo>
                <a:cubicBezTo>
                  <a:pt x="12" y="291"/>
                  <a:pt x="18" y="299"/>
                  <a:pt x="27" y="307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3"/>
                  <a:pt x="144" y="371"/>
                  <a:pt x="166" y="378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0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1"/>
                  <a:pt x="586" y="466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3"/>
                </a:cubicBezTo>
                <a:cubicBezTo>
                  <a:pt x="1041" y="506"/>
                  <a:pt x="1085" y="508"/>
                  <a:pt x="1130" y="509"/>
                </a:cubicBezTo>
                <a:cubicBezTo>
                  <a:pt x="1175" y="511"/>
                  <a:pt x="1221" y="512"/>
                  <a:pt x="1267" y="513"/>
                </a:cubicBezTo>
                <a:cubicBezTo>
                  <a:pt x="1312" y="514"/>
                  <a:pt x="1358" y="514"/>
                  <a:pt x="1404" y="514"/>
                </a:cubicBezTo>
                <a:cubicBezTo>
                  <a:pt x="1450" y="514"/>
                  <a:pt x="1496" y="514"/>
                  <a:pt x="1542" y="513"/>
                </a:cubicBezTo>
                <a:cubicBezTo>
                  <a:pt x="1588" y="512"/>
                  <a:pt x="1633" y="511"/>
                  <a:pt x="1678" y="509"/>
                </a:cubicBezTo>
                <a:cubicBezTo>
                  <a:pt x="1723" y="508"/>
                  <a:pt x="1768" y="506"/>
                  <a:pt x="1812" y="503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6"/>
                  <a:pt x="2260" y="461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0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8"/>
                </a:cubicBezTo>
                <a:cubicBezTo>
                  <a:pt x="2665" y="371"/>
                  <a:pt x="2685" y="363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7"/>
                </a:cubicBezTo>
                <a:cubicBezTo>
                  <a:pt x="2791" y="299"/>
                  <a:pt x="2798" y="291"/>
                  <a:pt x="2802" y="282"/>
                </a:cubicBezTo>
                <a:cubicBezTo>
                  <a:pt x="2807" y="274"/>
                  <a:pt x="2809" y="265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3"/>
                  <a:pt x="2791" y="215"/>
                  <a:pt x="2782" y="207"/>
                </a:cubicBezTo>
                <a:cubicBezTo>
                  <a:pt x="2773" y="199"/>
                  <a:pt x="2762" y="190"/>
                  <a:pt x="2749" y="182"/>
                </a:cubicBezTo>
                <a:cubicBezTo>
                  <a:pt x="2735" y="174"/>
                  <a:pt x="2720" y="166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8"/>
                  <a:pt x="2598" y="121"/>
                  <a:pt x="2573" y="114"/>
                </a:cubicBezTo>
                <a:cubicBezTo>
                  <a:pt x="2547" y="107"/>
                  <a:pt x="2520" y="100"/>
                  <a:pt x="2490" y="94"/>
                </a:cubicBezTo>
                <a:cubicBezTo>
                  <a:pt x="2461" y="87"/>
                  <a:pt x="2430" y="81"/>
                  <a:pt x="2398" y="75"/>
                </a:cubicBezTo>
                <a:cubicBezTo>
                  <a:pt x="2365" y="69"/>
                  <a:pt x="2331" y="63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8"/>
                  <a:pt x="2107" y="34"/>
                  <a:pt x="2066" y="30"/>
                </a:cubicBezTo>
                <a:cubicBezTo>
                  <a:pt x="2025" y="26"/>
                  <a:pt x="1984" y="22"/>
                  <a:pt x="1942" y="19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8"/>
                  <a:pt x="1723" y="6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6"/>
                  <a:pt x="1041" y="8"/>
                  <a:pt x="997" y="11"/>
                </a:cubicBezTo>
                <a:cubicBezTo>
                  <a:pt x="953" y="13"/>
                  <a:pt x="909" y="16"/>
                  <a:pt x="867" y="19"/>
                </a:cubicBezTo>
                <a:cubicBezTo>
                  <a:pt x="825" y="22"/>
                  <a:pt x="783" y="26"/>
                  <a:pt x="742" y="30"/>
                </a:cubicBezTo>
                <a:cubicBezTo>
                  <a:pt x="702" y="34"/>
                  <a:pt x="663" y="38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3"/>
                  <a:pt x="444" y="69"/>
                  <a:pt x="412" y="75"/>
                </a:cubicBezTo>
                <a:cubicBezTo>
                  <a:pt x="379" y="81"/>
                  <a:pt x="348" y="87"/>
                  <a:pt x="319" y="94"/>
                </a:cubicBezTo>
                <a:cubicBezTo>
                  <a:pt x="290" y="100"/>
                  <a:pt x="263" y="107"/>
                  <a:pt x="237" y="114"/>
                </a:cubicBezTo>
                <a:cubicBezTo>
                  <a:pt x="211" y="121"/>
                  <a:pt x="188" y="128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6"/>
                  <a:pt x="74" y="174"/>
                  <a:pt x="61" y="182"/>
                </a:cubicBezTo>
                <a:cubicBezTo>
                  <a:pt x="47" y="190"/>
                  <a:pt x="36" y="199"/>
                  <a:pt x="27" y="207"/>
                </a:cubicBezTo>
                <a:cubicBezTo>
                  <a:pt x="18" y="215"/>
                  <a:pt x="12" y="223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1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1"/>
                  <a:pt x="47" y="1780"/>
                  <a:pt x="61" y="1788"/>
                </a:cubicBezTo>
                <a:cubicBezTo>
                  <a:pt x="74" y="1796"/>
                  <a:pt x="90" y="1804"/>
                  <a:pt x="107" y="1811"/>
                </a:cubicBezTo>
                <a:cubicBezTo>
                  <a:pt x="125" y="1819"/>
                  <a:pt x="144" y="1827"/>
                  <a:pt x="166" y="1834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7"/>
                  <a:pt x="586" y="1922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7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5"/>
                </a:cubicBezTo>
                <a:cubicBezTo>
                  <a:pt x="1175" y="1967"/>
                  <a:pt x="1221" y="1968"/>
                  <a:pt x="1267" y="1969"/>
                </a:cubicBezTo>
                <a:cubicBezTo>
                  <a:pt x="1312" y="1970"/>
                  <a:pt x="1358" y="1970"/>
                  <a:pt x="1404" y="1970"/>
                </a:cubicBezTo>
                <a:cubicBezTo>
                  <a:pt x="1450" y="1970"/>
                  <a:pt x="1496" y="1970"/>
                  <a:pt x="1542" y="1969"/>
                </a:cubicBezTo>
                <a:cubicBezTo>
                  <a:pt x="1588" y="1968"/>
                  <a:pt x="1633" y="1967"/>
                  <a:pt x="1678" y="1965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7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2"/>
                  <a:pt x="2260" y="1917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4"/>
                </a:cubicBezTo>
                <a:cubicBezTo>
                  <a:pt x="2665" y="1827"/>
                  <a:pt x="2685" y="1819"/>
                  <a:pt x="2702" y="1811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1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1"/>
                  <a:pt x="2809" y="1713"/>
                </a:cubicBezTo>
                <a:lnTo>
                  <a:pt x="2809" y="257"/>
                </a:lnTo>
              </a:path>
            </a:pathLst>
          </a:custGeom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5056560" y="2544480"/>
            <a:ext cx="610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7862760" y="2366640"/>
            <a:ext cx="913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8063280" y="2530800"/>
            <a:ext cx="50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457200" y="3175200"/>
            <a:ext cx="895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blokken en een kringloop. De gebruiker geeft invoer of stelt een vraag aan de gebruikersschil, die stuurt een verzoek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457200" y="3403800"/>
            <a:ext cx="8192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verwerking, die haalt of schrijft in de gegevensopslag en stuurt het antwoord terug. Alles binnen een organisatie.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8" name=""/>
          <p:cNvSpPr/>
          <p:nvPr/>
        </p:nvSpPr>
        <p:spPr>
          <a:xfrm>
            <a:off x="857160" y="2386440"/>
            <a:ext cx="684720" cy="41400"/>
          </a:xfrm>
          <a:custGeom>
            <a:avLst/>
            <a:gdLst/>
            <a:ahLst/>
            <a:rect l="0" t="0" r="r" b="b"/>
            <a:pathLst>
              <a:path fill="none" w="1902" h="115">
                <a:moveTo>
                  <a:pt x="0" y="115"/>
                </a:moveTo>
                <a:lnTo>
                  <a:pt x="163" y="88"/>
                </a:lnTo>
                <a:cubicBezTo>
                  <a:pt x="326" y="61"/>
                  <a:pt x="652" y="8"/>
                  <a:pt x="968" y="1"/>
                </a:cubicBezTo>
                <a:cubicBezTo>
                  <a:pt x="1285" y="-7"/>
                  <a:pt x="1593" y="31"/>
                  <a:pt x="1747" y="50"/>
                </a:cubicBezTo>
                <a:lnTo>
                  <a:pt x="1902" y="69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1523880" y="239328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10" y="0"/>
                </a:moveTo>
                <a:lnTo>
                  <a:pt x="93" y="55"/>
                </a:lnTo>
                <a:lnTo>
                  <a:pt x="0" y="88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1521720" y="239040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26" y="9"/>
                </a:moveTo>
                <a:lnTo>
                  <a:pt x="33" y="14"/>
                </a:lnTo>
                <a:lnTo>
                  <a:pt x="28" y="21"/>
                </a:lnTo>
                <a:lnTo>
                  <a:pt x="21" y="16"/>
                </a:lnTo>
                <a:lnTo>
                  <a:pt x="26" y="9"/>
                </a:lnTo>
                <a:moveTo>
                  <a:pt x="33" y="14"/>
                </a:moveTo>
                <a:lnTo>
                  <a:pt x="41" y="18"/>
                </a:lnTo>
                <a:lnTo>
                  <a:pt x="36" y="26"/>
                </a:lnTo>
                <a:lnTo>
                  <a:pt x="28" y="21"/>
                </a:lnTo>
                <a:lnTo>
                  <a:pt x="33" y="14"/>
                </a:lnTo>
                <a:moveTo>
                  <a:pt x="41" y="18"/>
                </a:moveTo>
                <a:lnTo>
                  <a:pt x="48" y="23"/>
                </a:lnTo>
                <a:lnTo>
                  <a:pt x="43" y="31"/>
                </a:lnTo>
                <a:lnTo>
                  <a:pt x="36" y="26"/>
                </a:lnTo>
                <a:lnTo>
                  <a:pt x="41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6"/>
                </a:lnTo>
                <a:lnTo>
                  <a:pt x="43" y="31"/>
                </a:lnTo>
                <a:lnTo>
                  <a:pt x="48" y="23"/>
                </a:lnTo>
                <a:moveTo>
                  <a:pt x="55" y="28"/>
                </a:moveTo>
                <a:lnTo>
                  <a:pt x="63" y="33"/>
                </a:lnTo>
                <a:lnTo>
                  <a:pt x="58" y="40"/>
                </a:lnTo>
                <a:lnTo>
                  <a:pt x="50" y="36"/>
                </a:lnTo>
                <a:lnTo>
                  <a:pt x="55" y="28"/>
                </a:lnTo>
                <a:moveTo>
                  <a:pt x="63" y="33"/>
                </a:moveTo>
                <a:lnTo>
                  <a:pt x="70" y="38"/>
                </a:lnTo>
                <a:lnTo>
                  <a:pt x="65" y="45"/>
                </a:lnTo>
                <a:lnTo>
                  <a:pt x="58" y="40"/>
                </a:lnTo>
                <a:lnTo>
                  <a:pt x="63" y="33"/>
                </a:lnTo>
                <a:moveTo>
                  <a:pt x="70" y="38"/>
                </a:moveTo>
                <a:lnTo>
                  <a:pt x="77" y="43"/>
                </a:lnTo>
                <a:lnTo>
                  <a:pt x="72" y="50"/>
                </a:lnTo>
                <a:lnTo>
                  <a:pt x="65" y="45"/>
                </a:lnTo>
                <a:lnTo>
                  <a:pt x="70" y="38"/>
                </a:lnTo>
                <a:moveTo>
                  <a:pt x="77" y="43"/>
                </a:moveTo>
                <a:lnTo>
                  <a:pt x="85" y="48"/>
                </a:lnTo>
                <a:lnTo>
                  <a:pt x="80" y="55"/>
                </a:lnTo>
                <a:lnTo>
                  <a:pt x="72" y="50"/>
                </a:lnTo>
                <a:lnTo>
                  <a:pt x="77" y="43"/>
                </a:lnTo>
                <a:moveTo>
                  <a:pt x="85" y="48"/>
                </a:moveTo>
                <a:lnTo>
                  <a:pt x="92" y="52"/>
                </a:lnTo>
                <a:lnTo>
                  <a:pt x="87" y="60"/>
                </a:lnTo>
                <a:lnTo>
                  <a:pt x="80" y="55"/>
                </a:lnTo>
                <a:lnTo>
                  <a:pt x="85" y="48"/>
                </a:lnTo>
                <a:moveTo>
                  <a:pt x="92" y="52"/>
                </a:moveTo>
                <a:lnTo>
                  <a:pt x="99" y="57"/>
                </a:lnTo>
                <a:lnTo>
                  <a:pt x="94" y="65"/>
                </a:lnTo>
                <a:lnTo>
                  <a:pt x="87" y="60"/>
                </a:lnTo>
                <a:lnTo>
                  <a:pt x="92" y="52"/>
                </a:lnTo>
                <a:moveTo>
                  <a:pt x="99" y="57"/>
                </a:moveTo>
                <a:lnTo>
                  <a:pt x="109" y="63"/>
                </a:lnTo>
                <a:lnTo>
                  <a:pt x="93" y="68"/>
                </a:lnTo>
                <a:lnTo>
                  <a:pt x="90" y="60"/>
                </a:lnTo>
                <a:lnTo>
                  <a:pt x="97" y="58"/>
                </a:lnTo>
                <a:lnTo>
                  <a:pt x="98" y="62"/>
                </a:lnTo>
                <a:lnTo>
                  <a:pt x="96" y="66"/>
                </a:lnTo>
                <a:lnTo>
                  <a:pt x="94" y="65"/>
                </a:lnTo>
                <a:lnTo>
                  <a:pt x="99" y="57"/>
                </a:lnTo>
                <a:moveTo>
                  <a:pt x="93" y="68"/>
                </a:moveTo>
                <a:lnTo>
                  <a:pt x="85" y="71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1"/>
                </a:moveTo>
                <a:lnTo>
                  <a:pt x="76" y="74"/>
                </a:lnTo>
                <a:lnTo>
                  <a:pt x="73" y="66"/>
                </a:lnTo>
                <a:lnTo>
                  <a:pt x="82" y="63"/>
                </a:lnTo>
                <a:lnTo>
                  <a:pt x="85" y="71"/>
                </a:lnTo>
                <a:moveTo>
                  <a:pt x="76" y="74"/>
                </a:moveTo>
                <a:lnTo>
                  <a:pt x="68" y="78"/>
                </a:lnTo>
                <a:lnTo>
                  <a:pt x="65" y="69"/>
                </a:lnTo>
                <a:lnTo>
                  <a:pt x="73" y="66"/>
                </a:lnTo>
                <a:lnTo>
                  <a:pt x="76" y="74"/>
                </a:lnTo>
                <a:moveTo>
                  <a:pt x="68" y="78"/>
                </a:moveTo>
                <a:lnTo>
                  <a:pt x="60" y="81"/>
                </a:lnTo>
                <a:lnTo>
                  <a:pt x="57" y="72"/>
                </a:lnTo>
                <a:lnTo>
                  <a:pt x="65" y="69"/>
                </a:lnTo>
                <a:lnTo>
                  <a:pt x="68" y="78"/>
                </a:lnTo>
                <a:moveTo>
                  <a:pt x="60" y="81"/>
                </a:moveTo>
                <a:lnTo>
                  <a:pt x="51" y="84"/>
                </a:lnTo>
                <a:lnTo>
                  <a:pt x="49" y="75"/>
                </a:lnTo>
                <a:lnTo>
                  <a:pt x="57" y="72"/>
                </a:lnTo>
                <a:lnTo>
                  <a:pt x="60" y="81"/>
                </a:lnTo>
                <a:moveTo>
                  <a:pt x="51" y="84"/>
                </a:moveTo>
                <a:lnTo>
                  <a:pt x="43" y="87"/>
                </a:lnTo>
                <a:lnTo>
                  <a:pt x="40" y="79"/>
                </a:lnTo>
                <a:lnTo>
                  <a:pt x="49" y="75"/>
                </a:lnTo>
                <a:lnTo>
                  <a:pt x="51" y="84"/>
                </a:lnTo>
                <a:moveTo>
                  <a:pt x="43" y="87"/>
                </a:moveTo>
                <a:lnTo>
                  <a:pt x="35" y="90"/>
                </a:lnTo>
                <a:lnTo>
                  <a:pt x="32" y="82"/>
                </a:lnTo>
                <a:lnTo>
                  <a:pt x="40" y="79"/>
                </a:lnTo>
                <a:lnTo>
                  <a:pt x="43" y="87"/>
                </a:lnTo>
                <a:moveTo>
                  <a:pt x="35" y="90"/>
                </a:moveTo>
                <a:lnTo>
                  <a:pt x="27" y="93"/>
                </a:lnTo>
                <a:lnTo>
                  <a:pt x="24" y="85"/>
                </a:lnTo>
                <a:lnTo>
                  <a:pt x="32" y="82"/>
                </a:lnTo>
                <a:lnTo>
                  <a:pt x="35" y="90"/>
                </a:lnTo>
                <a:moveTo>
                  <a:pt x="27" y="93"/>
                </a:moveTo>
                <a:lnTo>
                  <a:pt x="18" y="96"/>
                </a:lnTo>
                <a:lnTo>
                  <a:pt x="15" y="88"/>
                </a:lnTo>
                <a:lnTo>
                  <a:pt x="24" y="85"/>
                </a:lnTo>
                <a:lnTo>
                  <a:pt x="27" y="93"/>
                </a:lnTo>
                <a:moveTo>
                  <a:pt x="18" y="96"/>
                </a:moveTo>
                <a:lnTo>
                  <a:pt x="10" y="99"/>
                </a:lnTo>
                <a:lnTo>
                  <a:pt x="7" y="91"/>
                </a:lnTo>
                <a:lnTo>
                  <a:pt x="15" y="88"/>
                </a:lnTo>
                <a:lnTo>
                  <a:pt x="18" y="96"/>
                </a:lnTo>
                <a:moveTo>
                  <a:pt x="10" y="99"/>
                </a:moveTo>
                <a:lnTo>
                  <a:pt x="0" y="102"/>
                </a:lnTo>
                <a:lnTo>
                  <a:pt x="2" y="90"/>
                </a:lnTo>
                <a:lnTo>
                  <a:pt x="11" y="91"/>
                </a:lnTo>
                <a:lnTo>
                  <a:pt x="10" y="96"/>
                </a:lnTo>
                <a:lnTo>
                  <a:pt x="6" y="96"/>
                </a:lnTo>
                <a:lnTo>
                  <a:pt x="4" y="92"/>
                </a:lnTo>
                <a:lnTo>
                  <a:pt x="7" y="91"/>
                </a:lnTo>
                <a:lnTo>
                  <a:pt x="10" y="99"/>
                </a:lnTo>
                <a:moveTo>
                  <a:pt x="2" y="90"/>
                </a:moveTo>
                <a:lnTo>
                  <a:pt x="3" y="81"/>
                </a:lnTo>
                <a:lnTo>
                  <a:pt x="12" y="82"/>
                </a:lnTo>
                <a:lnTo>
                  <a:pt x="11" y="91"/>
                </a:lnTo>
                <a:lnTo>
                  <a:pt x="2" y="90"/>
                </a:lnTo>
                <a:moveTo>
                  <a:pt x="3" y="81"/>
                </a:moveTo>
                <a:lnTo>
                  <a:pt x="4" y="71"/>
                </a:lnTo>
                <a:lnTo>
                  <a:pt x="13" y="72"/>
                </a:lnTo>
                <a:lnTo>
                  <a:pt x="12" y="82"/>
                </a:lnTo>
                <a:lnTo>
                  <a:pt x="3" y="81"/>
                </a:lnTo>
                <a:moveTo>
                  <a:pt x="4" y="71"/>
                </a:moveTo>
                <a:lnTo>
                  <a:pt x="5" y="63"/>
                </a:lnTo>
                <a:lnTo>
                  <a:pt x="14" y="64"/>
                </a:lnTo>
                <a:lnTo>
                  <a:pt x="13" y="72"/>
                </a:lnTo>
                <a:lnTo>
                  <a:pt x="4" y="71"/>
                </a:lnTo>
                <a:moveTo>
                  <a:pt x="5" y="63"/>
                </a:moveTo>
                <a:lnTo>
                  <a:pt x="6" y="54"/>
                </a:lnTo>
                <a:lnTo>
                  <a:pt x="15" y="55"/>
                </a:lnTo>
                <a:lnTo>
                  <a:pt x="14" y="64"/>
                </a:lnTo>
                <a:lnTo>
                  <a:pt x="5" y="63"/>
                </a:lnTo>
                <a:moveTo>
                  <a:pt x="6" y="54"/>
                </a:moveTo>
                <a:lnTo>
                  <a:pt x="7" y="45"/>
                </a:lnTo>
                <a:lnTo>
                  <a:pt x="16" y="46"/>
                </a:lnTo>
                <a:lnTo>
                  <a:pt x="15" y="55"/>
                </a:lnTo>
                <a:lnTo>
                  <a:pt x="6" y="54"/>
                </a:lnTo>
                <a:moveTo>
                  <a:pt x="7" y="45"/>
                </a:moveTo>
                <a:lnTo>
                  <a:pt x="8" y="36"/>
                </a:lnTo>
                <a:lnTo>
                  <a:pt x="17" y="37"/>
                </a:lnTo>
                <a:lnTo>
                  <a:pt x="16" y="46"/>
                </a:lnTo>
                <a:lnTo>
                  <a:pt x="7" y="45"/>
                </a:lnTo>
                <a:moveTo>
                  <a:pt x="8" y="36"/>
                </a:moveTo>
                <a:lnTo>
                  <a:pt x="9" y="28"/>
                </a:lnTo>
                <a:lnTo>
                  <a:pt x="18" y="29"/>
                </a:lnTo>
                <a:lnTo>
                  <a:pt x="17" y="37"/>
                </a:lnTo>
                <a:lnTo>
                  <a:pt x="8" y="36"/>
                </a:lnTo>
                <a:moveTo>
                  <a:pt x="9" y="28"/>
                </a:moveTo>
                <a:lnTo>
                  <a:pt x="10" y="19"/>
                </a:lnTo>
                <a:lnTo>
                  <a:pt x="19" y="20"/>
                </a:lnTo>
                <a:lnTo>
                  <a:pt x="18" y="29"/>
                </a:lnTo>
                <a:lnTo>
                  <a:pt x="9" y="28"/>
                </a:lnTo>
                <a:moveTo>
                  <a:pt x="10" y="19"/>
                </a:moveTo>
                <a:lnTo>
                  <a:pt x="12" y="10"/>
                </a:lnTo>
                <a:lnTo>
                  <a:pt x="20" y="11"/>
                </a:lnTo>
                <a:lnTo>
                  <a:pt x="19" y="20"/>
                </a:lnTo>
                <a:lnTo>
                  <a:pt x="10" y="19"/>
                </a:lnTo>
                <a:moveTo>
                  <a:pt x="12" y="10"/>
                </a:moveTo>
                <a:lnTo>
                  <a:pt x="13" y="0"/>
                </a:lnTo>
                <a:lnTo>
                  <a:pt x="26" y="9"/>
                </a:lnTo>
                <a:lnTo>
                  <a:pt x="21" y="16"/>
                </a:lnTo>
                <a:lnTo>
                  <a:pt x="14" y="11"/>
                </a:lnTo>
                <a:lnTo>
                  <a:pt x="16" y="8"/>
                </a:lnTo>
                <a:lnTo>
                  <a:pt x="21" y="8"/>
                </a:lnTo>
                <a:lnTo>
                  <a:pt x="20" y="11"/>
                </a:lnTo>
                <a:lnTo>
                  <a:pt x="12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2282040" y="2380320"/>
            <a:ext cx="480600" cy="25560"/>
          </a:xfrm>
          <a:custGeom>
            <a:avLst/>
            <a:gdLst/>
            <a:ahLst/>
            <a:rect l="0" t="0" r="r" b="b"/>
            <a:pathLst>
              <a:path fill="none" w="1335" h="71">
                <a:moveTo>
                  <a:pt x="0" y="71"/>
                </a:moveTo>
                <a:lnTo>
                  <a:pt x="114" y="54"/>
                </a:lnTo>
                <a:cubicBezTo>
                  <a:pt x="229" y="37"/>
                  <a:pt x="459" y="4"/>
                  <a:pt x="681" y="0"/>
                </a:cubicBezTo>
                <a:cubicBezTo>
                  <a:pt x="904" y="-4"/>
                  <a:pt x="1120" y="20"/>
                  <a:pt x="1227" y="33"/>
                </a:cubicBezTo>
                <a:lnTo>
                  <a:pt x="1335" y="45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2744640" y="2378880"/>
            <a:ext cx="33480" cy="32040"/>
          </a:xfrm>
          <a:custGeom>
            <a:avLst/>
            <a:gdLst/>
            <a:ahLst/>
            <a:rect l="0" t="0" r="r" b="b"/>
            <a:pathLst>
              <a:path w="93" h="89">
                <a:moveTo>
                  <a:pt x="10" y="0"/>
                </a:moveTo>
                <a:lnTo>
                  <a:pt x="93" y="55"/>
                </a:lnTo>
                <a:lnTo>
                  <a:pt x="0" y="89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2742840" y="2376360"/>
            <a:ext cx="38880" cy="36720"/>
          </a:xfrm>
          <a:custGeom>
            <a:avLst/>
            <a:gdLst/>
            <a:ahLst/>
            <a:rect l="0" t="0" r="r" b="b"/>
            <a:pathLst>
              <a:path w="108" h="102">
                <a:moveTo>
                  <a:pt x="25" y="8"/>
                </a:moveTo>
                <a:lnTo>
                  <a:pt x="33" y="13"/>
                </a:lnTo>
                <a:lnTo>
                  <a:pt x="27" y="22"/>
                </a:lnTo>
                <a:lnTo>
                  <a:pt x="20" y="17"/>
                </a:lnTo>
                <a:lnTo>
                  <a:pt x="25" y="8"/>
                </a:lnTo>
                <a:moveTo>
                  <a:pt x="33" y="13"/>
                </a:moveTo>
                <a:lnTo>
                  <a:pt x="40" y="19"/>
                </a:lnTo>
                <a:lnTo>
                  <a:pt x="36" y="26"/>
                </a:lnTo>
                <a:lnTo>
                  <a:pt x="27" y="22"/>
                </a:lnTo>
                <a:lnTo>
                  <a:pt x="33" y="13"/>
                </a:lnTo>
                <a:moveTo>
                  <a:pt x="40" y="19"/>
                </a:moveTo>
                <a:lnTo>
                  <a:pt x="48" y="24"/>
                </a:lnTo>
                <a:lnTo>
                  <a:pt x="43" y="31"/>
                </a:lnTo>
                <a:lnTo>
                  <a:pt x="36" y="26"/>
                </a:lnTo>
                <a:lnTo>
                  <a:pt x="40" y="19"/>
                </a:lnTo>
                <a:moveTo>
                  <a:pt x="48" y="24"/>
                </a:moveTo>
                <a:lnTo>
                  <a:pt x="55" y="29"/>
                </a:lnTo>
                <a:lnTo>
                  <a:pt x="50" y="36"/>
                </a:lnTo>
                <a:lnTo>
                  <a:pt x="43" y="31"/>
                </a:lnTo>
                <a:lnTo>
                  <a:pt x="48" y="24"/>
                </a:lnTo>
                <a:moveTo>
                  <a:pt x="55" y="29"/>
                </a:moveTo>
                <a:lnTo>
                  <a:pt x="63" y="33"/>
                </a:lnTo>
                <a:lnTo>
                  <a:pt x="58" y="41"/>
                </a:lnTo>
                <a:lnTo>
                  <a:pt x="50" y="36"/>
                </a:lnTo>
                <a:lnTo>
                  <a:pt x="55" y="29"/>
                </a:lnTo>
                <a:moveTo>
                  <a:pt x="63" y="33"/>
                </a:moveTo>
                <a:lnTo>
                  <a:pt x="70" y="38"/>
                </a:lnTo>
                <a:lnTo>
                  <a:pt x="65" y="46"/>
                </a:lnTo>
                <a:lnTo>
                  <a:pt x="58" y="41"/>
                </a:lnTo>
                <a:lnTo>
                  <a:pt x="63" y="33"/>
                </a:lnTo>
                <a:moveTo>
                  <a:pt x="70" y="38"/>
                </a:moveTo>
                <a:lnTo>
                  <a:pt x="77" y="43"/>
                </a:lnTo>
                <a:lnTo>
                  <a:pt x="73" y="50"/>
                </a:lnTo>
                <a:lnTo>
                  <a:pt x="65" y="46"/>
                </a:lnTo>
                <a:lnTo>
                  <a:pt x="70" y="38"/>
                </a:lnTo>
                <a:moveTo>
                  <a:pt x="77" y="43"/>
                </a:moveTo>
                <a:lnTo>
                  <a:pt x="85" y="48"/>
                </a:lnTo>
                <a:lnTo>
                  <a:pt x="80" y="55"/>
                </a:lnTo>
                <a:lnTo>
                  <a:pt x="73" y="50"/>
                </a:lnTo>
                <a:lnTo>
                  <a:pt x="77" y="43"/>
                </a:lnTo>
                <a:moveTo>
                  <a:pt x="85" y="48"/>
                </a:moveTo>
                <a:lnTo>
                  <a:pt x="92" y="53"/>
                </a:lnTo>
                <a:lnTo>
                  <a:pt x="87" y="60"/>
                </a:lnTo>
                <a:lnTo>
                  <a:pt x="80" y="55"/>
                </a:lnTo>
                <a:lnTo>
                  <a:pt x="85" y="48"/>
                </a:lnTo>
                <a:moveTo>
                  <a:pt x="92" y="53"/>
                </a:moveTo>
                <a:lnTo>
                  <a:pt x="99" y="57"/>
                </a:lnTo>
                <a:lnTo>
                  <a:pt x="95" y="65"/>
                </a:lnTo>
                <a:lnTo>
                  <a:pt x="87" y="60"/>
                </a:lnTo>
                <a:lnTo>
                  <a:pt x="92" y="53"/>
                </a:lnTo>
                <a:moveTo>
                  <a:pt x="99" y="57"/>
                </a:moveTo>
                <a:lnTo>
                  <a:pt x="108" y="63"/>
                </a:lnTo>
                <a:lnTo>
                  <a:pt x="93" y="69"/>
                </a:lnTo>
                <a:lnTo>
                  <a:pt x="90" y="60"/>
                </a:lnTo>
                <a:lnTo>
                  <a:pt x="97" y="58"/>
                </a:lnTo>
                <a:lnTo>
                  <a:pt x="98" y="62"/>
                </a:lnTo>
                <a:lnTo>
                  <a:pt x="96" y="66"/>
                </a:lnTo>
                <a:lnTo>
                  <a:pt x="95" y="65"/>
                </a:lnTo>
                <a:lnTo>
                  <a:pt x="99" y="57"/>
                </a:lnTo>
                <a:moveTo>
                  <a:pt x="93" y="69"/>
                </a:moveTo>
                <a:lnTo>
                  <a:pt x="85" y="72"/>
                </a:lnTo>
                <a:lnTo>
                  <a:pt x="82" y="63"/>
                </a:lnTo>
                <a:lnTo>
                  <a:pt x="90" y="60"/>
                </a:lnTo>
                <a:lnTo>
                  <a:pt x="93" y="69"/>
                </a:lnTo>
                <a:moveTo>
                  <a:pt x="85" y="72"/>
                </a:moveTo>
                <a:lnTo>
                  <a:pt x="77" y="75"/>
                </a:lnTo>
                <a:lnTo>
                  <a:pt x="74" y="66"/>
                </a:lnTo>
                <a:lnTo>
                  <a:pt x="82" y="63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69"/>
                </a:lnTo>
                <a:lnTo>
                  <a:pt x="74" y="66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2"/>
                </a:lnTo>
                <a:lnTo>
                  <a:pt x="65" y="69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5"/>
                </a:lnTo>
                <a:lnTo>
                  <a:pt x="57" y="72"/>
                </a:lnTo>
                <a:lnTo>
                  <a:pt x="60" y="81"/>
                </a:lnTo>
                <a:moveTo>
                  <a:pt x="52" y="84"/>
                </a:moveTo>
                <a:lnTo>
                  <a:pt x="44" y="87"/>
                </a:lnTo>
                <a:lnTo>
                  <a:pt x="41" y="78"/>
                </a:lnTo>
                <a:lnTo>
                  <a:pt x="49" y="75"/>
                </a:lnTo>
                <a:lnTo>
                  <a:pt x="52" y="84"/>
                </a:lnTo>
                <a:moveTo>
                  <a:pt x="44" y="87"/>
                </a:moveTo>
                <a:lnTo>
                  <a:pt x="35" y="90"/>
                </a:lnTo>
                <a:lnTo>
                  <a:pt x="31" y="81"/>
                </a:lnTo>
                <a:lnTo>
                  <a:pt x="41" y="78"/>
                </a:lnTo>
                <a:lnTo>
                  <a:pt x="44" y="87"/>
                </a:lnTo>
                <a:moveTo>
                  <a:pt x="35" y="90"/>
                </a:moveTo>
                <a:lnTo>
                  <a:pt x="26" y="93"/>
                </a:lnTo>
                <a:lnTo>
                  <a:pt x="23" y="84"/>
                </a:lnTo>
                <a:lnTo>
                  <a:pt x="31" y="81"/>
                </a:lnTo>
                <a:lnTo>
                  <a:pt x="35" y="90"/>
                </a:lnTo>
                <a:moveTo>
                  <a:pt x="26" y="93"/>
                </a:moveTo>
                <a:lnTo>
                  <a:pt x="18" y="96"/>
                </a:lnTo>
                <a:lnTo>
                  <a:pt x="15" y="87"/>
                </a:lnTo>
                <a:lnTo>
                  <a:pt x="23" y="84"/>
                </a:lnTo>
                <a:lnTo>
                  <a:pt x="26" y="93"/>
                </a:lnTo>
                <a:moveTo>
                  <a:pt x="18" y="96"/>
                </a:moveTo>
                <a:lnTo>
                  <a:pt x="9" y="99"/>
                </a:lnTo>
                <a:lnTo>
                  <a:pt x="6" y="90"/>
                </a:lnTo>
                <a:lnTo>
                  <a:pt x="15" y="87"/>
                </a:lnTo>
                <a:lnTo>
                  <a:pt x="18" y="96"/>
                </a:lnTo>
                <a:moveTo>
                  <a:pt x="9" y="99"/>
                </a:moveTo>
                <a:lnTo>
                  <a:pt x="0" y="102"/>
                </a:lnTo>
                <a:lnTo>
                  <a:pt x="1" y="90"/>
                </a:lnTo>
                <a:lnTo>
                  <a:pt x="10" y="91"/>
                </a:lnTo>
                <a:lnTo>
                  <a:pt x="9" y="96"/>
                </a:lnTo>
                <a:lnTo>
                  <a:pt x="5" y="96"/>
                </a:lnTo>
                <a:lnTo>
                  <a:pt x="3" y="92"/>
                </a:lnTo>
                <a:lnTo>
                  <a:pt x="6" y="90"/>
                </a:lnTo>
                <a:lnTo>
                  <a:pt x="9" y="99"/>
                </a:lnTo>
                <a:moveTo>
                  <a:pt x="1" y="90"/>
                </a:moveTo>
                <a:lnTo>
                  <a:pt x="2" y="81"/>
                </a:lnTo>
                <a:lnTo>
                  <a:pt x="11" y="82"/>
                </a:lnTo>
                <a:lnTo>
                  <a:pt x="10" y="91"/>
                </a:lnTo>
                <a:lnTo>
                  <a:pt x="1" y="90"/>
                </a:lnTo>
                <a:moveTo>
                  <a:pt x="2" y="81"/>
                </a:moveTo>
                <a:lnTo>
                  <a:pt x="3" y="72"/>
                </a:lnTo>
                <a:lnTo>
                  <a:pt x="12" y="73"/>
                </a:lnTo>
                <a:lnTo>
                  <a:pt x="11" y="82"/>
                </a:lnTo>
                <a:lnTo>
                  <a:pt x="2" y="81"/>
                </a:lnTo>
                <a:moveTo>
                  <a:pt x="3" y="72"/>
                </a:moveTo>
                <a:lnTo>
                  <a:pt x="4" y="63"/>
                </a:lnTo>
                <a:lnTo>
                  <a:pt x="13" y="64"/>
                </a:lnTo>
                <a:lnTo>
                  <a:pt x="12" y="73"/>
                </a:lnTo>
                <a:lnTo>
                  <a:pt x="3" y="72"/>
                </a:lnTo>
                <a:moveTo>
                  <a:pt x="4" y="63"/>
                </a:moveTo>
                <a:lnTo>
                  <a:pt x="5" y="55"/>
                </a:lnTo>
                <a:lnTo>
                  <a:pt x="14" y="56"/>
                </a:lnTo>
                <a:lnTo>
                  <a:pt x="13" y="64"/>
                </a:lnTo>
                <a:lnTo>
                  <a:pt x="4" y="63"/>
                </a:lnTo>
                <a:moveTo>
                  <a:pt x="5" y="55"/>
                </a:moveTo>
                <a:lnTo>
                  <a:pt x="6" y="46"/>
                </a:lnTo>
                <a:lnTo>
                  <a:pt x="15" y="47"/>
                </a:lnTo>
                <a:lnTo>
                  <a:pt x="14" y="56"/>
                </a:lnTo>
                <a:lnTo>
                  <a:pt x="5" y="55"/>
                </a:lnTo>
                <a:moveTo>
                  <a:pt x="6" y="46"/>
                </a:moveTo>
                <a:lnTo>
                  <a:pt x="7" y="37"/>
                </a:lnTo>
                <a:lnTo>
                  <a:pt x="16" y="38"/>
                </a:lnTo>
                <a:lnTo>
                  <a:pt x="15" y="47"/>
                </a:lnTo>
                <a:lnTo>
                  <a:pt x="6" y="46"/>
                </a:lnTo>
                <a:moveTo>
                  <a:pt x="7" y="37"/>
                </a:moveTo>
                <a:lnTo>
                  <a:pt x="8" y="28"/>
                </a:lnTo>
                <a:lnTo>
                  <a:pt x="17" y="29"/>
                </a:lnTo>
                <a:lnTo>
                  <a:pt x="16" y="38"/>
                </a:lnTo>
                <a:lnTo>
                  <a:pt x="7" y="37"/>
                </a:lnTo>
                <a:moveTo>
                  <a:pt x="8" y="28"/>
                </a:moveTo>
                <a:lnTo>
                  <a:pt x="9" y="20"/>
                </a:lnTo>
                <a:lnTo>
                  <a:pt x="18" y="21"/>
                </a:lnTo>
                <a:lnTo>
                  <a:pt x="17" y="29"/>
                </a:lnTo>
                <a:lnTo>
                  <a:pt x="8" y="28"/>
                </a:lnTo>
                <a:moveTo>
                  <a:pt x="9" y="20"/>
                </a:moveTo>
                <a:lnTo>
                  <a:pt x="10" y="10"/>
                </a:lnTo>
                <a:lnTo>
                  <a:pt x="19" y="11"/>
                </a:lnTo>
                <a:lnTo>
                  <a:pt x="18" y="21"/>
                </a:lnTo>
                <a:lnTo>
                  <a:pt x="9" y="20"/>
                </a:lnTo>
                <a:moveTo>
                  <a:pt x="10" y="10"/>
                </a:moveTo>
                <a:lnTo>
                  <a:pt x="11" y="0"/>
                </a:lnTo>
                <a:lnTo>
                  <a:pt x="25" y="8"/>
                </a:lnTo>
                <a:lnTo>
                  <a:pt x="20" y="17"/>
                </a:lnTo>
                <a:lnTo>
                  <a:pt x="13" y="11"/>
                </a:lnTo>
                <a:lnTo>
                  <a:pt x="15" y="7"/>
                </a:lnTo>
                <a:lnTo>
                  <a:pt x="19" y="8"/>
                </a:lnTo>
                <a:lnTo>
                  <a:pt x="19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3806640" y="2385360"/>
            <a:ext cx="888120" cy="36000"/>
          </a:xfrm>
          <a:custGeom>
            <a:avLst/>
            <a:gdLst/>
            <a:ahLst/>
            <a:rect l="0" t="0" r="r" b="b"/>
            <a:pathLst>
              <a:path fill="none" w="2467" h="100">
                <a:moveTo>
                  <a:pt x="0" y="71"/>
                </a:moveTo>
                <a:lnTo>
                  <a:pt x="209" y="52"/>
                </a:lnTo>
                <a:cubicBezTo>
                  <a:pt x="418" y="33"/>
                  <a:pt x="838" y="-5"/>
                  <a:pt x="1248" y="0"/>
                </a:cubicBezTo>
                <a:cubicBezTo>
                  <a:pt x="1659" y="5"/>
                  <a:pt x="2063" y="52"/>
                  <a:pt x="2265" y="76"/>
                </a:cubicBezTo>
                <a:lnTo>
                  <a:pt x="2467" y="10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4676760" y="2403360"/>
            <a:ext cx="33480" cy="32040"/>
          </a:xfrm>
          <a:custGeom>
            <a:avLst/>
            <a:gdLst/>
            <a:ahLst/>
            <a:rect l="0" t="0" r="r" b="b"/>
            <a:pathLst>
              <a:path w="93" h="89">
                <a:moveTo>
                  <a:pt x="10" y="0"/>
                </a:moveTo>
                <a:lnTo>
                  <a:pt x="93" y="54"/>
                </a:lnTo>
                <a:lnTo>
                  <a:pt x="0" y="89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4674960" y="2400840"/>
            <a:ext cx="38880" cy="36720"/>
          </a:xfrm>
          <a:custGeom>
            <a:avLst/>
            <a:gdLst/>
            <a:ahLst/>
            <a:rect l="0" t="0" r="r" b="b"/>
            <a:pathLst>
              <a:path w="108" h="102">
                <a:moveTo>
                  <a:pt x="26" y="8"/>
                </a:moveTo>
                <a:lnTo>
                  <a:pt x="33" y="13"/>
                </a:lnTo>
                <a:lnTo>
                  <a:pt x="28" y="21"/>
                </a:lnTo>
                <a:lnTo>
                  <a:pt x="21" y="16"/>
                </a:lnTo>
                <a:lnTo>
                  <a:pt x="26" y="8"/>
                </a:lnTo>
                <a:moveTo>
                  <a:pt x="33" y="13"/>
                </a:moveTo>
                <a:lnTo>
                  <a:pt x="41" y="18"/>
                </a:lnTo>
                <a:lnTo>
                  <a:pt x="36" y="25"/>
                </a:lnTo>
                <a:lnTo>
                  <a:pt x="28" y="21"/>
                </a:lnTo>
                <a:lnTo>
                  <a:pt x="33" y="13"/>
                </a:lnTo>
                <a:moveTo>
                  <a:pt x="41" y="18"/>
                </a:moveTo>
                <a:lnTo>
                  <a:pt x="48" y="23"/>
                </a:lnTo>
                <a:lnTo>
                  <a:pt x="43" y="30"/>
                </a:lnTo>
                <a:lnTo>
                  <a:pt x="36" y="25"/>
                </a:lnTo>
                <a:lnTo>
                  <a:pt x="41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5"/>
                </a:lnTo>
                <a:lnTo>
                  <a:pt x="43" y="30"/>
                </a:lnTo>
                <a:lnTo>
                  <a:pt x="48" y="23"/>
                </a:lnTo>
                <a:moveTo>
                  <a:pt x="55" y="28"/>
                </a:moveTo>
                <a:lnTo>
                  <a:pt x="63" y="32"/>
                </a:lnTo>
                <a:lnTo>
                  <a:pt x="58" y="40"/>
                </a:lnTo>
                <a:lnTo>
                  <a:pt x="50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7"/>
                </a:lnTo>
                <a:lnTo>
                  <a:pt x="65" y="45"/>
                </a:lnTo>
                <a:lnTo>
                  <a:pt x="58" y="40"/>
                </a:lnTo>
                <a:lnTo>
                  <a:pt x="63" y="32"/>
                </a:lnTo>
                <a:moveTo>
                  <a:pt x="70" y="37"/>
                </a:moveTo>
                <a:lnTo>
                  <a:pt x="77" y="42"/>
                </a:lnTo>
                <a:lnTo>
                  <a:pt x="73" y="50"/>
                </a:lnTo>
                <a:lnTo>
                  <a:pt x="65" y="45"/>
                </a:lnTo>
                <a:lnTo>
                  <a:pt x="70" y="37"/>
                </a:lnTo>
                <a:moveTo>
                  <a:pt x="77" y="42"/>
                </a:moveTo>
                <a:lnTo>
                  <a:pt x="85" y="47"/>
                </a:lnTo>
                <a:lnTo>
                  <a:pt x="80" y="55"/>
                </a:lnTo>
                <a:lnTo>
                  <a:pt x="73" y="50"/>
                </a:lnTo>
                <a:lnTo>
                  <a:pt x="77" y="42"/>
                </a:lnTo>
                <a:moveTo>
                  <a:pt x="85" y="47"/>
                </a:moveTo>
                <a:lnTo>
                  <a:pt x="92" y="53"/>
                </a:lnTo>
                <a:lnTo>
                  <a:pt x="87" y="60"/>
                </a:lnTo>
                <a:lnTo>
                  <a:pt x="80" y="55"/>
                </a:lnTo>
                <a:lnTo>
                  <a:pt x="85" y="47"/>
                </a:lnTo>
                <a:moveTo>
                  <a:pt x="92" y="53"/>
                </a:moveTo>
                <a:lnTo>
                  <a:pt x="99" y="58"/>
                </a:lnTo>
                <a:lnTo>
                  <a:pt x="95" y="65"/>
                </a:lnTo>
                <a:lnTo>
                  <a:pt x="87" y="60"/>
                </a:lnTo>
                <a:lnTo>
                  <a:pt x="92" y="53"/>
                </a:lnTo>
                <a:moveTo>
                  <a:pt x="99" y="58"/>
                </a:moveTo>
                <a:lnTo>
                  <a:pt x="108" y="63"/>
                </a:lnTo>
                <a:lnTo>
                  <a:pt x="93" y="69"/>
                </a:lnTo>
                <a:lnTo>
                  <a:pt x="90" y="60"/>
                </a:lnTo>
                <a:lnTo>
                  <a:pt x="97" y="58"/>
                </a:lnTo>
                <a:lnTo>
                  <a:pt x="98" y="62"/>
                </a:lnTo>
                <a:lnTo>
                  <a:pt x="96" y="66"/>
                </a:lnTo>
                <a:lnTo>
                  <a:pt x="95" y="65"/>
                </a:lnTo>
                <a:lnTo>
                  <a:pt x="99" y="58"/>
                </a:lnTo>
                <a:moveTo>
                  <a:pt x="93" y="69"/>
                </a:moveTo>
                <a:lnTo>
                  <a:pt x="85" y="72"/>
                </a:lnTo>
                <a:lnTo>
                  <a:pt x="82" y="63"/>
                </a:lnTo>
                <a:lnTo>
                  <a:pt x="90" y="60"/>
                </a:lnTo>
                <a:lnTo>
                  <a:pt x="93" y="69"/>
                </a:lnTo>
                <a:moveTo>
                  <a:pt x="85" y="72"/>
                </a:moveTo>
                <a:lnTo>
                  <a:pt x="77" y="75"/>
                </a:lnTo>
                <a:lnTo>
                  <a:pt x="74" y="66"/>
                </a:lnTo>
                <a:lnTo>
                  <a:pt x="82" y="63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69"/>
                </a:lnTo>
                <a:lnTo>
                  <a:pt x="74" y="66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2"/>
                </a:lnTo>
                <a:lnTo>
                  <a:pt x="65" y="69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5"/>
                </a:lnTo>
                <a:lnTo>
                  <a:pt x="57" y="72"/>
                </a:lnTo>
                <a:lnTo>
                  <a:pt x="60" y="81"/>
                </a:lnTo>
                <a:moveTo>
                  <a:pt x="52" y="84"/>
                </a:moveTo>
                <a:lnTo>
                  <a:pt x="43" y="87"/>
                </a:lnTo>
                <a:lnTo>
                  <a:pt x="40" y="78"/>
                </a:lnTo>
                <a:lnTo>
                  <a:pt x="49" y="75"/>
                </a:lnTo>
                <a:lnTo>
                  <a:pt x="52" y="84"/>
                </a:lnTo>
                <a:moveTo>
                  <a:pt x="43" y="87"/>
                </a:moveTo>
                <a:lnTo>
                  <a:pt x="35" y="90"/>
                </a:lnTo>
                <a:lnTo>
                  <a:pt x="32" y="81"/>
                </a:lnTo>
                <a:lnTo>
                  <a:pt x="40" y="78"/>
                </a:lnTo>
                <a:lnTo>
                  <a:pt x="43" y="87"/>
                </a:lnTo>
                <a:moveTo>
                  <a:pt x="35" y="90"/>
                </a:moveTo>
                <a:lnTo>
                  <a:pt x="27" y="93"/>
                </a:lnTo>
                <a:lnTo>
                  <a:pt x="24" y="84"/>
                </a:lnTo>
                <a:lnTo>
                  <a:pt x="32" y="81"/>
                </a:lnTo>
                <a:lnTo>
                  <a:pt x="35" y="90"/>
                </a:lnTo>
                <a:moveTo>
                  <a:pt x="27" y="93"/>
                </a:moveTo>
                <a:lnTo>
                  <a:pt x="19" y="96"/>
                </a:lnTo>
                <a:lnTo>
                  <a:pt x="16" y="87"/>
                </a:lnTo>
                <a:lnTo>
                  <a:pt x="24" y="84"/>
                </a:lnTo>
                <a:lnTo>
                  <a:pt x="27" y="93"/>
                </a:lnTo>
                <a:moveTo>
                  <a:pt x="19" y="96"/>
                </a:moveTo>
                <a:lnTo>
                  <a:pt x="9" y="99"/>
                </a:lnTo>
                <a:lnTo>
                  <a:pt x="6" y="90"/>
                </a:lnTo>
                <a:lnTo>
                  <a:pt x="16" y="87"/>
                </a:lnTo>
                <a:lnTo>
                  <a:pt x="19" y="96"/>
                </a:lnTo>
                <a:moveTo>
                  <a:pt x="9" y="99"/>
                </a:moveTo>
                <a:lnTo>
                  <a:pt x="0" y="102"/>
                </a:lnTo>
                <a:lnTo>
                  <a:pt x="1" y="89"/>
                </a:lnTo>
                <a:lnTo>
                  <a:pt x="10" y="91"/>
                </a:lnTo>
                <a:lnTo>
                  <a:pt x="9" y="96"/>
                </a:lnTo>
                <a:lnTo>
                  <a:pt x="5" y="96"/>
                </a:lnTo>
                <a:lnTo>
                  <a:pt x="3" y="91"/>
                </a:lnTo>
                <a:lnTo>
                  <a:pt x="6" y="90"/>
                </a:lnTo>
                <a:lnTo>
                  <a:pt x="9" y="99"/>
                </a:lnTo>
                <a:moveTo>
                  <a:pt x="1" y="89"/>
                </a:moveTo>
                <a:lnTo>
                  <a:pt x="2" y="81"/>
                </a:lnTo>
                <a:lnTo>
                  <a:pt x="11" y="82"/>
                </a:lnTo>
                <a:lnTo>
                  <a:pt x="10" y="91"/>
                </a:lnTo>
                <a:lnTo>
                  <a:pt x="1" y="89"/>
                </a:lnTo>
                <a:moveTo>
                  <a:pt x="2" y="81"/>
                </a:moveTo>
                <a:lnTo>
                  <a:pt x="3" y="72"/>
                </a:lnTo>
                <a:lnTo>
                  <a:pt x="12" y="73"/>
                </a:lnTo>
                <a:lnTo>
                  <a:pt x="11" y="82"/>
                </a:lnTo>
                <a:lnTo>
                  <a:pt x="2" y="81"/>
                </a:lnTo>
                <a:moveTo>
                  <a:pt x="3" y="72"/>
                </a:moveTo>
                <a:lnTo>
                  <a:pt x="4" y="63"/>
                </a:lnTo>
                <a:lnTo>
                  <a:pt x="13" y="64"/>
                </a:lnTo>
                <a:lnTo>
                  <a:pt x="12" y="73"/>
                </a:lnTo>
                <a:lnTo>
                  <a:pt x="3" y="72"/>
                </a:lnTo>
                <a:moveTo>
                  <a:pt x="4" y="63"/>
                </a:moveTo>
                <a:lnTo>
                  <a:pt x="5" y="55"/>
                </a:lnTo>
                <a:lnTo>
                  <a:pt x="14" y="56"/>
                </a:lnTo>
                <a:lnTo>
                  <a:pt x="13" y="64"/>
                </a:lnTo>
                <a:lnTo>
                  <a:pt x="4" y="63"/>
                </a:lnTo>
                <a:moveTo>
                  <a:pt x="5" y="55"/>
                </a:moveTo>
                <a:lnTo>
                  <a:pt x="6" y="45"/>
                </a:lnTo>
                <a:lnTo>
                  <a:pt x="16" y="46"/>
                </a:lnTo>
                <a:lnTo>
                  <a:pt x="14" y="56"/>
                </a:lnTo>
                <a:lnTo>
                  <a:pt x="5" y="55"/>
                </a:lnTo>
                <a:moveTo>
                  <a:pt x="6" y="45"/>
                </a:moveTo>
                <a:lnTo>
                  <a:pt x="7" y="36"/>
                </a:lnTo>
                <a:lnTo>
                  <a:pt x="17" y="37"/>
                </a:lnTo>
                <a:lnTo>
                  <a:pt x="16" y="46"/>
                </a:lnTo>
                <a:lnTo>
                  <a:pt x="6" y="45"/>
                </a:lnTo>
                <a:moveTo>
                  <a:pt x="7" y="36"/>
                </a:moveTo>
                <a:lnTo>
                  <a:pt x="8" y="27"/>
                </a:lnTo>
                <a:lnTo>
                  <a:pt x="18" y="28"/>
                </a:lnTo>
                <a:lnTo>
                  <a:pt x="17" y="37"/>
                </a:lnTo>
                <a:lnTo>
                  <a:pt x="7" y="36"/>
                </a:lnTo>
                <a:moveTo>
                  <a:pt x="8" y="27"/>
                </a:moveTo>
                <a:lnTo>
                  <a:pt x="9" y="19"/>
                </a:lnTo>
                <a:lnTo>
                  <a:pt x="19" y="20"/>
                </a:lnTo>
                <a:lnTo>
                  <a:pt x="18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20" y="11"/>
                </a:lnTo>
                <a:lnTo>
                  <a:pt x="19" y="20"/>
                </a:lnTo>
                <a:lnTo>
                  <a:pt x="9" y="19"/>
                </a:lnTo>
                <a:moveTo>
                  <a:pt x="10" y="10"/>
                </a:moveTo>
                <a:lnTo>
                  <a:pt x="12" y="0"/>
                </a:lnTo>
                <a:lnTo>
                  <a:pt x="26" y="8"/>
                </a:lnTo>
                <a:lnTo>
                  <a:pt x="21" y="16"/>
                </a:lnTo>
                <a:lnTo>
                  <a:pt x="13" y="11"/>
                </a:lnTo>
                <a:lnTo>
                  <a:pt x="16" y="7"/>
                </a:lnTo>
                <a:lnTo>
                  <a:pt x="20" y="8"/>
                </a:lnTo>
                <a:lnTo>
                  <a:pt x="20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3822480" y="2491200"/>
            <a:ext cx="887760" cy="38160"/>
          </a:xfrm>
          <a:custGeom>
            <a:avLst/>
            <a:gdLst/>
            <a:ahLst/>
            <a:rect l="0" t="0" r="r" b="b"/>
            <a:pathLst>
              <a:path fill="none" w="2466" h="106">
                <a:moveTo>
                  <a:pt x="2466" y="0"/>
                </a:moveTo>
                <a:lnTo>
                  <a:pt x="2257" y="25"/>
                </a:lnTo>
                <a:cubicBezTo>
                  <a:pt x="2048" y="49"/>
                  <a:pt x="1630" y="98"/>
                  <a:pt x="1219" y="105"/>
                </a:cubicBezTo>
                <a:cubicBezTo>
                  <a:pt x="808" y="112"/>
                  <a:pt x="403" y="74"/>
                  <a:pt x="202" y="56"/>
                </a:cubicBezTo>
                <a:lnTo>
                  <a:pt x="0" y="38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3806640" y="2490480"/>
            <a:ext cx="33480" cy="32040"/>
          </a:xfrm>
          <a:custGeom>
            <a:avLst/>
            <a:gdLst/>
            <a:ahLst/>
            <a:rect l="0" t="0" r="r" b="b"/>
            <a:pathLst>
              <a:path w="93" h="89">
                <a:moveTo>
                  <a:pt x="85" y="89"/>
                </a:moveTo>
                <a:lnTo>
                  <a:pt x="0" y="36"/>
                </a:lnTo>
                <a:lnTo>
                  <a:pt x="93" y="0"/>
                </a:lnTo>
                <a:lnTo>
                  <a:pt x="85" y="8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803040" y="2487960"/>
            <a:ext cx="38880" cy="37080"/>
          </a:xfrm>
          <a:custGeom>
            <a:avLst/>
            <a:gdLst/>
            <a:ahLst/>
            <a:rect l="0" t="0" r="r" b="b"/>
            <a:pathLst>
              <a:path w="108" h="103">
                <a:moveTo>
                  <a:pt x="84" y="95"/>
                </a:moveTo>
                <a:lnTo>
                  <a:pt x="76" y="90"/>
                </a:lnTo>
                <a:lnTo>
                  <a:pt x="81" y="83"/>
                </a:lnTo>
                <a:lnTo>
                  <a:pt x="90" y="87"/>
                </a:lnTo>
                <a:lnTo>
                  <a:pt x="84" y="95"/>
                </a:lnTo>
                <a:moveTo>
                  <a:pt x="76" y="90"/>
                </a:moveTo>
                <a:lnTo>
                  <a:pt x="69" y="85"/>
                </a:lnTo>
                <a:lnTo>
                  <a:pt x="74" y="78"/>
                </a:lnTo>
                <a:lnTo>
                  <a:pt x="81" y="83"/>
                </a:lnTo>
                <a:lnTo>
                  <a:pt x="76" y="90"/>
                </a:lnTo>
                <a:moveTo>
                  <a:pt x="69" y="85"/>
                </a:moveTo>
                <a:lnTo>
                  <a:pt x="61" y="81"/>
                </a:lnTo>
                <a:lnTo>
                  <a:pt x="66" y="73"/>
                </a:lnTo>
                <a:lnTo>
                  <a:pt x="74" y="78"/>
                </a:lnTo>
                <a:lnTo>
                  <a:pt x="69" y="85"/>
                </a:lnTo>
                <a:moveTo>
                  <a:pt x="61" y="81"/>
                </a:moveTo>
                <a:lnTo>
                  <a:pt x="54" y="76"/>
                </a:lnTo>
                <a:lnTo>
                  <a:pt x="59" y="69"/>
                </a:lnTo>
                <a:lnTo>
                  <a:pt x="66" y="73"/>
                </a:lnTo>
                <a:lnTo>
                  <a:pt x="61" y="81"/>
                </a:lnTo>
                <a:moveTo>
                  <a:pt x="54" y="76"/>
                </a:moveTo>
                <a:lnTo>
                  <a:pt x="47" y="72"/>
                </a:lnTo>
                <a:lnTo>
                  <a:pt x="51" y="64"/>
                </a:lnTo>
                <a:lnTo>
                  <a:pt x="59" y="69"/>
                </a:lnTo>
                <a:lnTo>
                  <a:pt x="54" y="76"/>
                </a:lnTo>
                <a:moveTo>
                  <a:pt x="47" y="72"/>
                </a:moveTo>
                <a:lnTo>
                  <a:pt x="39" y="67"/>
                </a:lnTo>
                <a:lnTo>
                  <a:pt x="44" y="59"/>
                </a:lnTo>
                <a:lnTo>
                  <a:pt x="51" y="64"/>
                </a:lnTo>
                <a:lnTo>
                  <a:pt x="47" y="72"/>
                </a:lnTo>
                <a:moveTo>
                  <a:pt x="39" y="67"/>
                </a:moveTo>
                <a:lnTo>
                  <a:pt x="32" y="62"/>
                </a:lnTo>
                <a:lnTo>
                  <a:pt x="36" y="55"/>
                </a:lnTo>
                <a:lnTo>
                  <a:pt x="44" y="59"/>
                </a:lnTo>
                <a:lnTo>
                  <a:pt x="39" y="67"/>
                </a:lnTo>
                <a:moveTo>
                  <a:pt x="32" y="62"/>
                </a:moveTo>
                <a:lnTo>
                  <a:pt x="24" y="58"/>
                </a:lnTo>
                <a:lnTo>
                  <a:pt x="29" y="50"/>
                </a:lnTo>
                <a:lnTo>
                  <a:pt x="36" y="55"/>
                </a:lnTo>
                <a:lnTo>
                  <a:pt x="32" y="62"/>
                </a:lnTo>
                <a:moveTo>
                  <a:pt x="24" y="58"/>
                </a:moveTo>
                <a:lnTo>
                  <a:pt x="17" y="53"/>
                </a:lnTo>
                <a:lnTo>
                  <a:pt x="21" y="46"/>
                </a:lnTo>
                <a:lnTo>
                  <a:pt x="29" y="50"/>
                </a:lnTo>
                <a:lnTo>
                  <a:pt x="24" y="58"/>
                </a:lnTo>
                <a:moveTo>
                  <a:pt x="17" y="53"/>
                </a:moveTo>
                <a:lnTo>
                  <a:pt x="9" y="48"/>
                </a:lnTo>
                <a:lnTo>
                  <a:pt x="14" y="41"/>
                </a:lnTo>
                <a:lnTo>
                  <a:pt x="21" y="46"/>
                </a:lnTo>
                <a:lnTo>
                  <a:pt x="17" y="53"/>
                </a:lnTo>
                <a:moveTo>
                  <a:pt x="9" y="48"/>
                </a:moveTo>
                <a:lnTo>
                  <a:pt x="0" y="43"/>
                </a:lnTo>
                <a:lnTo>
                  <a:pt x="15" y="37"/>
                </a:lnTo>
                <a:lnTo>
                  <a:pt x="18" y="45"/>
                </a:lnTo>
                <a:lnTo>
                  <a:pt x="12" y="48"/>
                </a:lnTo>
                <a:lnTo>
                  <a:pt x="10" y="44"/>
                </a:lnTo>
                <a:lnTo>
                  <a:pt x="12" y="40"/>
                </a:lnTo>
                <a:lnTo>
                  <a:pt x="14" y="41"/>
                </a:lnTo>
                <a:lnTo>
                  <a:pt x="9" y="48"/>
                </a:lnTo>
                <a:moveTo>
                  <a:pt x="15" y="37"/>
                </a:moveTo>
                <a:lnTo>
                  <a:pt x="23" y="34"/>
                </a:lnTo>
                <a:lnTo>
                  <a:pt x="27" y="42"/>
                </a:lnTo>
                <a:lnTo>
                  <a:pt x="18" y="45"/>
                </a:lnTo>
                <a:lnTo>
                  <a:pt x="15" y="37"/>
                </a:lnTo>
                <a:moveTo>
                  <a:pt x="23" y="34"/>
                </a:moveTo>
                <a:lnTo>
                  <a:pt x="32" y="31"/>
                </a:lnTo>
                <a:lnTo>
                  <a:pt x="35" y="39"/>
                </a:lnTo>
                <a:lnTo>
                  <a:pt x="27" y="42"/>
                </a:lnTo>
                <a:lnTo>
                  <a:pt x="23" y="34"/>
                </a:lnTo>
                <a:moveTo>
                  <a:pt x="32" y="31"/>
                </a:moveTo>
                <a:lnTo>
                  <a:pt x="40" y="28"/>
                </a:lnTo>
                <a:lnTo>
                  <a:pt x="43" y="36"/>
                </a:lnTo>
                <a:lnTo>
                  <a:pt x="35" y="39"/>
                </a:lnTo>
                <a:lnTo>
                  <a:pt x="32" y="31"/>
                </a:lnTo>
                <a:moveTo>
                  <a:pt x="40" y="28"/>
                </a:moveTo>
                <a:lnTo>
                  <a:pt x="48" y="24"/>
                </a:lnTo>
                <a:lnTo>
                  <a:pt x="51" y="32"/>
                </a:lnTo>
                <a:lnTo>
                  <a:pt x="43" y="36"/>
                </a:lnTo>
                <a:lnTo>
                  <a:pt x="40" y="28"/>
                </a:lnTo>
                <a:moveTo>
                  <a:pt x="48" y="24"/>
                </a:moveTo>
                <a:lnTo>
                  <a:pt x="56" y="21"/>
                </a:lnTo>
                <a:lnTo>
                  <a:pt x="59" y="29"/>
                </a:lnTo>
                <a:lnTo>
                  <a:pt x="51" y="32"/>
                </a:lnTo>
                <a:lnTo>
                  <a:pt x="48" y="24"/>
                </a:lnTo>
                <a:moveTo>
                  <a:pt x="56" y="21"/>
                </a:moveTo>
                <a:lnTo>
                  <a:pt x="64" y="18"/>
                </a:lnTo>
                <a:lnTo>
                  <a:pt x="68" y="26"/>
                </a:lnTo>
                <a:lnTo>
                  <a:pt x="59" y="29"/>
                </a:lnTo>
                <a:lnTo>
                  <a:pt x="56" y="21"/>
                </a:lnTo>
                <a:moveTo>
                  <a:pt x="64" y="18"/>
                </a:moveTo>
                <a:lnTo>
                  <a:pt x="72" y="15"/>
                </a:lnTo>
                <a:lnTo>
                  <a:pt x="76" y="23"/>
                </a:lnTo>
                <a:lnTo>
                  <a:pt x="68" y="26"/>
                </a:lnTo>
                <a:lnTo>
                  <a:pt x="64" y="18"/>
                </a:lnTo>
                <a:moveTo>
                  <a:pt x="72" y="15"/>
                </a:moveTo>
                <a:lnTo>
                  <a:pt x="81" y="11"/>
                </a:lnTo>
                <a:lnTo>
                  <a:pt x="84" y="20"/>
                </a:lnTo>
                <a:lnTo>
                  <a:pt x="76" y="23"/>
                </a:lnTo>
                <a:lnTo>
                  <a:pt x="72" y="15"/>
                </a:lnTo>
                <a:moveTo>
                  <a:pt x="81" y="11"/>
                </a:moveTo>
                <a:lnTo>
                  <a:pt x="90" y="7"/>
                </a:lnTo>
                <a:lnTo>
                  <a:pt x="93" y="16"/>
                </a:lnTo>
                <a:lnTo>
                  <a:pt x="84" y="20"/>
                </a:lnTo>
                <a:lnTo>
                  <a:pt x="81" y="11"/>
                </a:lnTo>
                <a:moveTo>
                  <a:pt x="90" y="7"/>
                </a:moveTo>
                <a:lnTo>
                  <a:pt x="98" y="4"/>
                </a:lnTo>
                <a:lnTo>
                  <a:pt x="101" y="13"/>
                </a:lnTo>
                <a:lnTo>
                  <a:pt x="93" y="16"/>
                </a:lnTo>
                <a:lnTo>
                  <a:pt x="90" y="7"/>
                </a:lnTo>
                <a:moveTo>
                  <a:pt x="98" y="4"/>
                </a:moveTo>
                <a:lnTo>
                  <a:pt x="108" y="0"/>
                </a:lnTo>
                <a:lnTo>
                  <a:pt x="106" y="14"/>
                </a:lnTo>
                <a:lnTo>
                  <a:pt x="98" y="13"/>
                </a:lnTo>
                <a:lnTo>
                  <a:pt x="98" y="7"/>
                </a:lnTo>
                <a:lnTo>
                  <a:pt x="103" y="7"/>
                </a:lnTo>
                <a:lnTo>
                  <a:pt x="104" y="12"/>
                </a:lnTo>
                <a:lnTo>
                  <a:pt x="101" y="13"/>
                </a:lnTo>
                <a:lnTo>
                  <a:pt x="98" y="4"/>
                </a:lnTo>
                <a:moveTo>
                  <a:pt x="106" y="14"/>
                </a:moveTo>
                <a:lnTo>
                  <a:pt x="106" y="23"/>
                </a:lnTo>
                <a:lnTo>
                  <a:pt x="97" y="22"/>
                </a:lnTo>
                <a:lnTo>
                  <a:pt x="98" y="13"/>
                </a:lnTo>
                <a:lnTo>
                  <a:pt x="106" y="14"/>
                </a:lnTo>
                <a:moveTo>
                  <a:pt x="106" y="23"/>
                </a:moveTo>
                <a:lnTo>
                  <a:pt x="105" y="31"/>
                </a:lnTo>
                <a:lnTo>
                  <a:pt x="96" y="31"/>
                </a:lnTo>
                <a:lnTo>
                  <a:pt x="97" y="22"/>
                </a:lnTo>
                <a:lnTo>
                  <a:pt x="106" y="23"/>
                </a:lnTo>
                <a:moveTo>
                  <a:pt x="105" y="31"/>
                </a:moveTo>
                <a:lnTo>
                  <a:pt x="104" y="40"/>
                </a:lnTo>
                <a:lnTo>
                  <a:pt x="95" y="39"/>
                </a:lnTo>
                <a:lnTo>
                  <a:pt x="96" y="31"/>
                </a:lnTo>
                <a:lnTo>
                  <a:pt x="105" y="31"/>
                </a:lnTo>
                <a:moveTo>
                  <a:pt x="104" y="40"/>
                </a:moveTo>
                <a:lnTo>
                  <a:pt x="103" y="49"/>
                </a:lnTo>
                <a:lnTo>
                  <a:pt x="95" y="48"/>
                </a:lnTo>
                <a:lnTo>
                  <a:pt x="95" y="39"/>
                </a:lnTo>
                <a:lnTo>
                  <a:pt x="104" y="40"/>
                </a:lnTo>
                <a:moveTo>
                  <a:pt x="103" y="49"/>
                </a:moveTo>
                <a:lnTo>
                  <a:pt x="103" y="58"/>
                </a:lnTo>
                <a:lnTo>
                  <a:pt x="94" y="57"/>
                </a:lnTo>
                <a:lnTo>
                  <a:pt x="95" y="48"/>
                </a:lnTo>
                <a:lnTo>
                  <a:pt x="103" y="49"/>
                </a:lnTo>
                <a:moveTo>
                  <a:pt x="103" y="58"/>
                </a:moveTo>
                <a:lnTo>
                  <a:pt x="102" y="67"/>
                </a:lnTo>
                <a:lnTo>
                  <a:pt x="93" y="66"/>
                </a:lnTo>
                <a:lnTo>
                  <a:pt x="94" y="57"/>
                </a:lnTo>
                <a:lnTo>
                  <a:pt x="103" y="58"/>
                </a:lnTo>
                <a:moveTo>
                  <a:pt x="102" y="67"/>
                </a:moveTo>
                <a:lnTo>
                  <a:pt x="101" y="75"/>
                </a:lnTo>
                <a:lnTo>
                  <a:pt x="92" y="74"/>
                </a:lnTo>
                <a:lnTo>
                  <a:pt x="93" y="66"/>
                </a:lnTo>
                <a:lnTo>
                  <a:pt x="102" y="67"/>
                </a:lnTo>
                <a:moveTo>
                  <a:pt x="101" y="75"/>
                </a:moveTo>
                <a:lnTo>
                  <a:pt x="100" y="84"/>
                </a:lnTo>
                <a:lnTo>
                  <a:pt x="91" y="83"/>
                </a:lnTo>
                <a:lnTo>
                  <a:pt x="92" y="74"/>
                </a:lnTo>
                <a:lnTo>
                  <a:pt x="101" y="75"/>
                </a:lnTo>
                <a:moveTo>
                  <a:pt x="100" y="84"/>
                </a:moveTo>
                <a:lnTo>
                  <a:pt x="99" y="93"/>
                </a:lnTo>
                <a:lnTo>
                  <a:pt x="91" y="92"/>
                </a:lnTo>
                <a:lnTo>
                  <a:pt x="91" y="83"/>
                </a:lnTo>
                <a:lnTo>
                  <a:pt x="100" y="84"/>
                </a:lnTo>
                <a:moveTo>
                  <a:pt x="99" y="93"/>
                </a:moveTo>
                <a:lnTo>
                  <a:pt x="98" y="103"/>
                </a:lnTo>
                <a:lnTo>
                  <a:pt x="84" y="95"/>
                </a:lnTo>
                <a:lnTo>
                  <a:pt x="90" y="87"/>
                </a:lnTo>
                <a:lnTo>
                  <a:pt x="97" y="92"/>
                </a:lnTo>
                <a:lnTo>
                  <a:pt x="95" y="96"/>
                </a:lnTo>
                <a:lnTo>
                  <a:pt x="90" y="95"/>
                </a:lnTo>
                <a:lnTo>
                  <a:pt x="91" y="92"/>
                </a:lnTo>
                <a:lnTo>
                  <a:pt x="99" y="9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2297520" y="2511000"/>
            <a:ext cx="480600" cy="23040"/>
          </a:xfrm>
          <a:custGeom>
            <a:avLst/>
            <a:gdLst/>
            <a:ahLst/>
            <a:rect l="0" t="0" r="r" b="b"/>
            <a:pathLst>
              <a:path fill="none" w="1335" h="64">
                <a:moveTo>
                  <a:pt x="1335" y="13"/>
                </a:moveTo>
                <a:lnTo>
                  <a:pt x="1221" y="26"/>
                </a:lnTo>
                <a:cubicBezTo>
                  <a:pt x="1106" y="39"/>
                  <a:pt x="875" y="67"/>
                  <a:pt x="653" y="64"/>
                </a:cubicBezTo>
                <a:cubicBezTo>
                  <a:pt x="430" y="62"/>
                  <a:pt x="215" y="31"/>
                  <a:pt x="108" y="1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2282040" y="2497680"/>
            <a:ext cx="33840" cy="31680"/>
          </a:xfrm>
          <a:custGeom>
            <a:avLst/>
            <a:gdLst/>
            <a:ahLst/>
            <a:rect l="0" t="0" r="r" b="b"/>
            <a:pathLst>
              <a:path w="94" h="88">
                <a:moveTo>
                  <a:pt x="81" y="88"/>
                </a:moveTo>
                <a:lnTo>
                  <a:pt x="0" y="31"/>
                </a:lnTo>
                <a:lnTo>
                  <a:pt x="94" y="0"/>
                </a:lnTo>
                <a:lnTo>
                  <a:pt x="81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2278440" y="249516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81" y="93"/>
                </a:moveTo>
                <a:lnTo>
                  <a:pt x="74" y="87"/>
                </a:lnTo>
                <a:lnTo>
                  <a:pt x="79" y="80"/>
                </a:lnTo>
                <a:lnTo>
                  <a:pt x="86" y="85"/>
                </a:lnTo>
                <a:lnTo>
                  <a:pt x="81" y="93"/>
                </a:lnTo>
                <a:moveTo>
                  <a:pt x="74" y="87"/>
                </a:moveTo>
                <a:lnTo>
                  <a:pt x="66" y="82"/>
                </a:lnTo>
                <a:lnTo>
                  <a:pt x="71" y="75"/>
                </a:lnTo>
                <a:lnTo>
                  <a:pt x="79" y="80"/>
                </a:lnTo>
                <a:lnTo>
                  <a:pt x="74" y="87"/>
                </a:lnTo>
                <a:moveTo>
                  <a:pt x="66" y="82"/>
                </a:moveTo>
                <a:lnTo>
                  <a:pt x="59" y="77"/>
                </a:lnTo>
                <a:lnTo>
                  <a:pt x="64" y="70"/>
                </a:lnTo>
                <a:lnTo>
                  <a:pt x="71" y="75"/>
                </a:lnTo>
                <a:lnTo>
                  <a:pt x="66" y="82"/>
                </a:lnTo>
                <a:moveTo>
                  <a:pt x="59" y="77"/>
                </a:moveTo>
                <a:lnTo>
                  <a:pt x="52" y="72"/>
                </a:lnTo>
                <a:lnTo>
                  <a:pt x="57" y="65"/>
                </a:lnTo>
                <a:lnTo>
                  <a:pt x="64" y="70"/>
                </a:lnTo>
                <a:lnTo>
                  <a:pt x="59" y="77"/>
                </a:lnTo>
                <a:moveTo>
                  <a:pt x="52" y="72"/>
                </a:moveTo>
                <a:lnTo>
                  <a:pt x="45" y="67"/>
                </a:lnTo>
                <a:lnTo>
                  <a:pt x="50" y="60"/>
                </a:lnTo>
                <a:lnTo>
                  <a:pt x="57" y="65"/>
                </a:lnTo>
                <a:lnTo>
                  <a:pt x="52" y="72"/>
                </a:lnTo>
                <a:moveTo>
                  <a:pt x="45" y="67"/>
                </a:moveTo>
                <a:lnTo>
                  <a:pt x="37" y="62"/>
                </a:lnTo>
                <a:lnTo>
                  <a:pt x="42" y="55"/>
                </a:lnTo>
                <a:lnTo>
                  <a:pt x="50" y="60"/>
                </a:lnTo>
                <a:lnTo>
                  <a:pt x="45" y="67"/>
                </a:lnTo>
                <a:moveTo>
                  <a:pt x="37" y="62"/>
                </a:moveTo>
                <a:lnTo>
                  <a:pt x="30" y="57"/>
                </a:lnTo>
                <a:lnTo>
                  <a:pt x="35" y="50"/>
                </a:lnTo>
                <a:lnTo>
                  <a:pt x="42" y="55"/>
                </a:lnTo>
                <a:lnTo>
                  <a:pt x="37" y="62"/>
                </a:lnTo>
                <a:moveTo>
                  <a:pt x="30" y="57"/>
                </a:moveTo>
                <a:lnTo>
                  <a:pt x="23" y="52"/>
                </a:lnTo>
                <a:lnTo>
                  <a:pt x="28" y="45"/>
                </a:lnTo>
                <a:lnTo>
                  <a:pt x="35" y="50"/>
                </a:lnTo>
                <a:lnTo>
                  <a:pt x="30" y="57"/>
                </a:lnTo>
                <a:moveTo>
                  <a:pt x="23" y="52"/>
                </a:moveTo>
                <a:lnTo>
                  <a:pt x="16" y="47"/>
                </a:lnTo>
                <a:lnTo>
                  <a:pt x="21" y="40"/>
                </a:lnTo>
                <a:lnTo>
                  <a:pt x="28" y="45"/>
                </a:lnTo>
                <a:lnTo>
                  <a:pt x="23" y="52"/>
                </a:lnTo>
                <a:moveTo>
                  <a:pt x="16" y="47"/>
                </a:moveTo>
                <a:lnTo>
                  <a:pt x="8" y="42"/>
                </a:lnTo>
                <a:lnTo>
                  <a:pt x="13" y="35"/>
                </a:lnTo>
                <a:lnTo>
                  <a:pt x="21" y="40"/>
                </a:lnTo>
                <a:lnTo>
                  <a:pt x="16" y="47"/>
                </a:lnTo>
                <a:moveTo>
                  <a:pt x="8" y="42"/>
                </a:moveTo>
                <a:lnTo>
                  <a:pt x="0" y="36"/>
                </a:lnTo>
                <a:lnTo>
                  <a:pt x="15" y="31"/>
                </a:lnTo>
                <a:lnTo>
                  <a:pt x="18" y="40"/>
                </a:lnTo>
                <a:lnTo>
                  <a:pt x="11" y="42"/>
                </a:lnTo>
                <a:lnTo>
                  <a:pt x="10" y="38"/>
                </a:lnTo>
                <a:lnTo>
                  <a:pt x="12" y="34"/>
                </a:lnTo>
                <a:lnTo>
                  <a:pt x="13" y="35"/>
                </a:lnTo>
                <a:lnTo>
                  <a:pt x="8" y="42"/>
                </a:lnTo>
                <a:moveTo>
                  <a:pt x="15" y="31"/>
                </a:moveTo>
                <a:lnTo>
                  <a:pt x="23" y="28"/>
                </a:lnTo>
                <a:lnTo>
                  <a:pt x="26" y="37"/>
                </a:lnTo>
                <a:lnTo>
                  <a:pt x="18" y="40"/>
                </a:lnTo>
                <a:lnTo>
                  <a:pt x="15" y="31"/>
                </a:lnTo>
                <a:moveTo>
                  <a:pt x="23" y="28"/>
                </a:moveTo>
                <a:lnTo>
                  <a:pt x="32" y="26"/>
                </a:lnTo>
                <a:lnTo>
                  <a:pt x="35" y="34"/>
                </a:lnTo>
                <a:lnTo>
                  <a:pt x="26" y="37"/>
                </a:lnTo>
                <a:lnTo>
                  <a:pt x="23" y="28"/>
                </a:lnTo>
                <a:moveTo>
                  <a:pt x="32" y="26"/>
                </a:moveTo>
                <a:lnTo>
                  <a:pt x="40" y="23"/>
                </a:lnTo>
                <a:lnTo>
                  <a:pt x="43" y="31"/>
                </a:lnTo>
                <a:lnTo>
                  <a:pt x="35" y="34"/>
                </a:lnTo>
                <a:lnTo>
                  <a:pt x="32" y="26"/>
                </a:lnTo>
                <a:moveTo>
                  <a:pt x="40" y="23"/>
                </a:moveTo>
                <a:lnTo>
                  <a:pt x="48" y="20"/>
                </a:lnTo>
                <a:lnTo>
                  <a:pt x="51" y="28"/>
                </a:lnTo>
                <a:lnTo>
                  <a:pt x="43" y="31"/>
                </a:lnTo>
                <a:lnTo>
                  <a:pt x="40" y="23"/>
                </a:lnTo>
                <a:moveTo>
                  <a:pt x="48" y="20"/>
                </a:moveTo>
                <a:lnTo>
                  <a:pt x="57" y="17"/>
                </a:lnTo>
                <a:lnTo>
                  <a:pt x="60" y="26"/>
                </a:lnTo>
                <a:lnTo>
                  <a:pt x="51" y="28"/>
                </a:lnTo>
                <a:lnTo>
                  <a:pt x="48" y="20"/>
                </a:lnTo>
                <a:moveTo>
                  <a:pt x="57" y="17"/>
                </a:moveTo>
                <a:lnTo>
                  <a:pt x="65" y="15"/>
                </a:lnTo>
                <a:lnTo>
                  <a:pt x="68" y="23"/>
                </a:lnTo>
                <a:lnTo>
                  <a:pt x="60" y="26"/>
                </a:lnTo>
                <a:lnTo>
                  <a:pt x="57" y="17"/>
                </a:lnTo>
                <a:moveTo>
                  <a:pt x="65" y="15"/>
                </a:moveTo>
                <a:lnTo>
                  <a:pt x="73" y="12"/>
                </a:lnTo>
                <a:lnTo>
                  <a:pt x="76" y="20"/>
                </a:lnTo>
                <a:lnTo>
                  <a:pt x="68" y="23"/>
                </a:lnTo>
                <a:lnTo>
                  <a:pt x="65" y="15"/>
                </a:lnTo>
                <a:moveTo>
                  <a:pt x="73" y="12"/>
                </a:moveTo>
                <a:lnTo>
                  <a:pt x="82" y="9"/>
                </a:lnTo>
                <a:lnTo>
                  <a:pt x="85" y="17"/>
                </a:lnTo>
                <a:lnTo>
                  <a:pt x="76" y="20"/>
                </a:lnTo>
                <a:lnTo>
                  <a:pt x="73" y="12"/>
                </a:lnTo>
                <a:moveTo>
                  <a:pt x="82" y="9"/>
                </a:moveTo>
                <a:lnTo>
                  <a:pt x="90" y="6"/>
                </a:lnTo>
                <a:lnTo>
                  <a:pt x="93" y="15"/>
                </a:lnTo>
                <a:lnTo>
                  <a:pt x="85" y="17"/>
                </a:lnTo>
                <a:lnTo>
                  <a:pt x="82" y="9"/>
                </a:lnTo>
                <a:moveTo>
                  <a:pt x="90" y="6"/>
                </a:moveTo>
                <a:lnTo>
                  <a:pt x="100" y="3"/>
                </a:lnTo>
                <a:lnTo>
                  <a:pt x="102" y="12"/>
                </a:lnTo>
                <a:lnTo>
                  <a:pt x="93" y="15"/>
                </a:lnTo>
                <a:lnTo>
                  <a:pt x="90" y="6"/>
                </a:lnTo>
                <a:moveTo>
                  <a:pt x="100" y="3"/>
                </a:moveTo>
                <a:lnTo>
                  <a:pt x="109" y="0"/>
                </a:lnTo>
                <a:lnTo>
                  <a:pt x="107" y="13"/>
                </a:lnTo>
                <a:lnTo>
                  <a:pt x="99" y="12"/>
                </a:lnTo>
                <a:lnTo>
                  <a:pt x="100" y="6"/>
                </a:lnTo>
                <a:lnTo>
                  <a:pt x="104" y="7"/>
                </a:lnTo>
                <a:lnTo>
                  <a:pt x="105" y="11"/>
                </a:lnTo>
                <a:lnTo>
                  <a:pt x="102" y="12"/>
                </a:lnTo>
                <a:lnTo>
                  <a:pt x="100" y="3"/>
                </a:lnTo>
                <a:moveTo>
                  <a:pt x="107" y="13"/>
                </a:moveTo>
                <a:lnTo>
                  <a:pt x="106" y="21"/>
                </a:lnTo>
                <a:lnTo>
                  <a:pt x="98" y="20"/>
                </a:lnTo>
                <a:lnTo>
                  <a:pt x="99" y="12"/>
                </a:lnTo>
                <a:lnTo>
                  <a:pt x="107" y="13"/>
                </a:lnTo>
                <a:moveTo>
                  <a:pt x="106" y="21"/>
                </a:moveTo>
                <a:lnTo>
                  <a:pt x="105" y="30"/>
                </a:lnTo>
                <a:lnTo>
                  <a:pt x="95" y="29"/>
                </a:lnTo>
                <a:lnTo>
                  <a:pt x="98" y="20"/>
                </a:lnTo>
                <a:lnTo>
                  <a:pt x="106" y="21"/>
                </a:lnTo>
                <a:moveTo>
                  <a:pt x="105" y="30"/>
                </a:moveTo>
                <a:lnTo>
                  <a:pt x="104" y="39"/>
                </a:lnTo>
                <a:lnTo>
                  <a:pt x="94" y="38"/>
                </a:lnTo>
                <a:lnTo>
                  <a:pt x="95" y="29"/>
                </a:lnTo>
                <a:lnTo>
                  <a:pt x="105" y="30"/>
                </a:lnTo>
                <a:moveTo>
                  <a:pt x="104" y="39"/>
                </a:moveTo>
                <a:lnTo>
                  <a:pt x="103" y="48"/>
                </a:lnTo>
                <a:lnTo>
                  <a:pt x="93" y="46"/>
                </a:lnTo>
                <a:lnTo>
                  <a:pt x="94" y="38"/>
                </a:lnTo>
                <a:lnTo>
                  <a:pt x="104" y="39"/>
                </a:lnTo>
                <a:moveTo>
                  <a:pt x="103" y="48"/>
                </a:moveTo>
                <a:lnTo>
                  <a:pt x="101" y="56"/>
                </a:lnTo>
                <a:lnTo>
                  <a:pt x="92" y="55"/>
                </a:lnTo>
                <a:lnTo>
                  <a:pt x="93" y="46"/>
                </a:lnTo>
                <a:lnTo>
                  <a:pt x="103" y="48"/>
                </a:lnTo>
                <a:moveTo>
                  <a:pt x="101" y="56"/>
                </a:moveTo>
                <a:lnTo>
                  <a:pt x="100" y="65"/>
                </a:lnTo>
                <a:lnTo>
                  <a:pt x="90" y="64"/>
                </a:lnTo>
                <a:lnTo>
                  <a:pt x="92" y="55"/>
                </a:lnTo>
                <a:lnTo>
                  <a:pt x="101" y="56"/>
                </a:lnTo>
                <a:moveTo>
                  <a:pt x="100" y="65"/>
                </a:moveTo>
                <a:lnTo>
                  <a:pt x="99" y="74"/>
                </a:lnTo>
                <a:lnTo>
                  <a:pt x="89" y="72"/>
                </a:lnTo>
                <a:lnTo>
                  <a:pt x="90" y="64"/>
                </a:lnTo>
                <a:lnTo>
                  <a:pt x="100" y="65"/>
                </a:lnTo>
                <a:moveTo>
                  <a:pt x="99" y="74"/>
                </a:moveTo>
                <a:lnTo>
                  <a:pt x="98" y="82"/>
                </a:lnTo>
                <a:lnTo>
                  <a:pt x="88" y="81"/>
                </a:lnTo>
                <a:lnTo>
                  <a:pt x="89" y="72"/>
                </a:lnTo>
                <a:lnTo>
                  <a:pt x="99" y="74"/>
                </a:lnTo>
                <a:moveTo>
                  <a:pt x="98" y="82"/>
                </a:moveTo>
                <a:lnTo>
                  <a:pt x="95" y="92"/>
                </a:lnTo>
                <a:lnTo>
                  <a:pt x="87" y="91"/>
                </a:lnTo>
                <a:lnTo>
                  <a:pt x="88" y="81"/>
                </a:lnTo>
                <a:lnTo>
                  <a:pt x="98" y="82"/>
                </a:lnTo>
                <a:moveTo>
                  <a:pt x="95" y="92"/>
                </a:moveTo>
                <a:lnTo>
                  <a:pt x="94" y="102"/>
                </a:lnTo>
                <a:lnTo>
                  <a:pt x="81" y="93"/>
                </a:lnTo>
                <a:lnTo>
                  <a:pt x="86" y="85"/>
                </a:lnTo>
                <a:lnTo>
                  <a:pt x="93" y="91"/>
                </a:lnTo>
                <a:lnTo>
                  <a:pt x="90" y="95"/>
                </a:lnTo>
                <a:lnTo>
                  <a:pt x="86" y="94"/>
                </a:lnTo>
                <a:lnTo>
                  <a:pt x="87" y="91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873000" y="2489400"/>
            <a:ext cx="684360" cy="38880"/>
          </a:xfrm>
          <a:custGeom>
            <a:avLst/>
            <a:gdLst/>
            <a:ahLst/>
            <a:rect l="0" t="0" r="r" b="b"/>
            <a:pathLst>
              <a:path fill="none" w="1901" h="108">
                <a:moveTo>
                  <a:pt x="1901" y="34"/>
                </a:moveTo>
                <a:lnTo>
                  <a:pt x="1740" y="54"/>
                </a:lnTo>
                <a:cubicBezTo>
                  <a:pt x="1578" y="74"/>
                  <a:pt x="1256" y="113"/>
                  <a:pt x="939" y="108"/>
                </a:cubicBezTo>
                <a:cubicBezTo>
                  <a:pt x="622" y="102"/>
                  <a:pt x="310" y="52"/>
                  <a:pt x="155" y="2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857160" y="2476440"/>
            <a:ext cx="34200" cy="31680"/>
          </a:xfrm>
          <a:custGeom>
            <a:avLst/>
            <a:gdLst/>
            <a:ahLst/>
            <a:rect l="0" t="0" r="r" b="b"/>
            <a:pathLst>
              <a:path w="95" h="88">
                <a:moveTo>
                  <a:pt x="80" y="88"/>
                </a:moveTo>
                <a:lnTo>
                  <a:pt x="0" y="29"/>
                </a:lnTo>
                <a:lnTo>
                  <a:pt x="95" y="0"/>
                </a:lnTo>
                <a:lnTo>
                  <a:pt x="80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853920" y="2473920"/>
            <a:ext cx="39600" cy="36720"/>
          </a:xfrm>
          <a:custGeom>
            <a:avLst/>
            <a:gdLst/>
            <a:ahLst/>
            <a:rect l="0" t="0" r="r" b="b"/>
            <a:pathLst>
              <a:path w="110" h="102">
                <a:moveTo>
                  <a:pt x="79" y="93"/>
                </a:moveTo>
                <a:lnTo>
                  <a:pt x="72" y="88"/>
                </a:lnTo>
                <a:lnTo>
                  <a:pt x="77" y="81"/>
                </a:lnTo>
                <a:lnTo>
                  <a:pt x="86" y="86"/>
                </a:lnTo>
                <a:lnTo>
                  <a:pt x="79" y="93"/>
                </a:lnTo>
                <a:moveTo>
                  <a:pt x="72" y="88"/>
                </a:moveTo>
                <a:lnTo>
                  <a:pt x="65" y="83"/>
                </a:lnTo>
                <a:lnTo>
                  <a:pt x="70" y="74"/>
                </a:lnTo>
                <a:lnTo>
                  <a:pt x="77" y="81"/>
                </a:lnTo>
                <a:lnTo>
                  <a:pt x="72" y="88"/>
                </a:lnTo>
                <a:moveTo>
                  <a:pt x="65" y="83"/>
                </a:moveTo>
                <a:lnTo>
                  <a:pt x="58" y="76"/>
                </a:lnTo>
                <a:lnTo>
                  <a:pt x="63" y="69"/>
                </a:lnTo>
                <a:lnTo>
                  <a:pt x="70" y="74"/>
                </a:lnTo>
                <a:lnTo>
                  <a:pt x="65" y="83"/>
                </a:lnTo>
                <a:moveTo>
                  <a:pt x="58" y="76"/>
                </a:moveTo>
                <a:lnTo>
                  <a:pt x="51" y="71"/>
                </a:lnTo>
                <a:lnTo>
                  <a:pt x="56" y="64"/>
                </a:lnTo>
                <a:lnTo>
                  <a:pt x="63" y="69"/>
                </a:lnTo>
                <a:lnTo>
                  <a:pt x="58" y="76"/>
                </a:lnTo>
                <a:moveTo>
                  <a:pt x="51" y="71"/>
                </a:moveTo>
                <a:lnTo>
                  <a:pt x="44" y="66"/>
                </a:lnTo>
                <a:lnTo>
                  <a:pt x="49" y="59"/>
                </a:lnTo>
                <a:lnTo>
                  <a:pt x="56" y="64"/>
                </a:lnTo>
                <a:lnTo>
                  <a:pt x="51" y="71"/>
                </a:lnTo>
                <a:moveTo>
                  <a:pt x="44" y="66"/>
                </a:moveTo>
                <a:lnTo>
                  <a:pt x="37" y="61"/>
                </a:lnTo>
                <a:lnTo>
                  <a:pt x="42" y="54"/>
                </a:lnTo>
                <a:lnTo>
                  <a:pt x="49" y="59"/>
                </a:lnTo>
                <a:lnTo>
                  <a:pt x="44" y="66"/>
                </a:lnTo>
                <a:moveTo>
                  <a:pt x="37" y="61"/>
                </a:moveTo>
                <a:lnTo>
                  <a:pt x="30" y="56"/>
                </a:lnTo>
                <a:lnTo>
                  <a:pt x="35" y="49"/>
                </a:lnTo>
                <a:lnTo>
                  <a:pt x="42" y="54"/>
                </a:lnTo>
                <a:lnTo>
                  <a:pt x="37" y="61"/>
                </a:lnTo>
                <a:moveTo>
                  <a:pt x="30" y="56"/>
                </a:moveTo>
                <a:lnTo>
                  <a:pt x="22" y="51"/>
                </a:lnTo>
                <a:lnTo>
                  <a:pt x="28" y="44"/>
                </a:lnTo>
                <a:lnTo>
                  <a:pt x="35" y="49"/>
                </a:lnTo>
                <a:lnTo>
                  <a:pt x="30" y="56"/>
                </a:lnTo>
                <a:moveTo>
                  <a:pt x="22" y="51"/>
                </a:moveTo>
                <a:lnTo>
                  <a:pt x="15" y="46"/>
                </a:lnTo>
                <a:lnTo>
                  <a:pt x="20" y="38"/>
                </a:lnTo>
                <a:lnTo>
                  <a:pt x="28" y="44"/>
                </a:lnTo>
                <a:lnTo>
                  <a:pt x="22" y="51"/>
                </a:lnTo>
                <a:moveTo>
                  <a:pt x="15" y="46"/>
                </a:moveTo>
                <a:lnTo>
                  <a:pt x="8" y="40"/>
                </a:lnTo>
                <a:lnTo>
                  <a:pt x="13" y="33"/>
                </a:lnTo>
                <a:lnTo>
                  <a:pt x="20" y="38"/>
                </a:lnTo>
                <a:lnTo>
                  <a:pt x="15" y="46"/>
                </a:lnTo>
                <a:moveTo>
                  <a:pt x="8" y="40"/>
                </a:moveTo>
                <a:lnTo>
                  <a:pt x="0" y="34"/>
                </a:lnTo>
                <a:lnTo>
                  <a:pt x="15" y="30"/>
                </a:lnTo>
                <a:lnTo>
                  <a:pt x="18" y="38"/>
                </a:lnTo>
                <a:lnTo>
                  <a:pt x="11" y="40"/>
                </a:lnTo>
                <a:lnTo>
                  <a:pt x="9" y="36"/>
                </a:lnTo>
                <a:lnTo>
                  <a:pt x="12" y="32"/>
                </a:lnTo>
                <a:lnTo>
                  <a:pt x="13" y="33"/>
                </a:lnTo>
                <a:lnTo>
                  <a:pt x="8" y="40"/>
                </a:lnTo>
                <a:moveTo>
                  <a:pt x="15" y="30"/>
                </a:moveTo>
                <a:lnTo>
                  <a:pt x="23" y="27"/>
                </a:lnTo>
                <a:lnTo>
                  <a:pt x="26" y="35"/>
                </a:lnTo>
                <a:lnTo>
                  <a:pt x="18" y="38"/>
                </a:lnTo>
                <a:lnTo>
                  <a:pt x="15" y="30"/>
                </a:lnTo>
                <a:moveTo>
                  <a:pt x="23" y="27"/>
                </a:moveTo>
                <a:lnTo>
                  <a:pt x="32" y="24"/>
                </a:lnTo>
                <a:lnTo>
                  <a:pt x="34" y="33"/>
                </a:lnTo>
                <a:lnTo>
                  <a:pt x="26" y="35"/>
                </a:lnTo>
                <a:lnTo>
                  <a:pt x="23" y="27"/>
                </a:lnTo>
                <a:moveTo>
                  <a:pt x="32" y="24"/>
                </a:moveTo>
                <a:lnTo>
                  <a:pt x="40" y="22"/>
                </a:lnTo>
                <a:lnTo>
                  <a:pt x="43" y="30"/>
                </a:lnTo>
                <a:lnTo>
                  <a:pt x="34" y="33"/>
                </a:lnTo>
                <a:lnTo>
                  <a:pt x="32" y="24"/>
                </a:lnTo>
                <a:moveTo>
                  <a:pt x="40" y="22"/>
                </a:moveTo>
                <a:lnTo>
                  <a:pt x="49" y="19"/>
                </a:lnTo>
                <a:lnTo>
                  <a:pt x="51" y="28"/>
                </a:lnTo>
                <a:lnTo>
                  <a:pt x="43" y="30"/>
                </a:lnTo>
                <a:lnTo>
                  <a:pt x="40" y="22"/>
                </a:lnTo>
                <a:moveTo>
                  <a:pt x="49" y="19"/>
                </a:moveTo>
                <a:lnTo>
                  <a:pt x="57" y="17"/>
                </a:lnTo>
                <a:lnTo>
                  <a:pt x="60" y="25"/>
                </a:lnTo>
                <a:lnTo>
                  <a:pt x="51" y="28"/>
                </a:lnTo>
                <a:lnTo>
                  <a:pt x="49" y="19"/>
                </a:lnTo>
                <a:moveTo>
                  <a:pt x="57" y="17"/>
                </a:moveTo>
                <a:lnTo>
                  <a:pt x="65" y="14"/>
                </a:lnTo>
                <a:lnTo>
                  <a:pt x="68" y="22"/>
                </a:lnTo>
                <a:lnTo>
                  <a:pt x="60" y="25"/>
                </a:lnTo>
                <a:lnTo>
                  <a:pt x="57" y="17"/>
                </a:lnTo>
                <a:moveTo>
                  <a:pt x="65" y="14"/>
                </a:moveTo>
                <a:lnTo>
                  <a:pt x="74" y="11"/>
                </a:lnTo>
                <a:lnTo>
                  <a:pt x="76" y="20"/>
                </a:lnTo>
                <a:lnTo>
                  <a:pt x="68" y="22"/>
                </a:lnTo>
                <a:lnTo>
                  <a:pt x="65" y="14"/>
                </a:lnTo>
                <a:moveTo>
                  <a:pt x="74" y="11"/>
                </a:moveTo>
                <a:lnTo>
                  <a:pt x="83" y="9"/>
                </a:lnTo>
                <a:lnTo>
                  <a:pt x="86" y="17"/>
                </a:lnTo>
                <a:lnTo>
                  <a:pt x="76" y="20"/>
                </a:lnTo>
                <a:lnTo>
                  <a:pt x="74" y="11"/>
                </a:lnTo>
                <a:moveTo>
                  <a:pt x="83" y="9"/>
                </a:moveTo>
                <a:lnTo>
                  <a:pt x="92" y="6"/>
                </a:lnTo>
                <a:lnTo>
                  <a:pt x="94" y="14"/>
                </a:lnTo>
                <a:lnTo>
                  <a:pt x="86" y="17"/>
                </a:lnTo>
                <a:lnTo>
                  <a:pt x="83" y="9"/>
                </a:lnTo>
                <a:moveTo>
                  <a:pt x="92" y="6"/>
                </a:moveTo>
                <a:lnTo>
                  <a:pt x="100" y="3"/>
                </a:lnTo>
                <a:lnTo>
                  <a:pt x="103" y="12"/>
                </a:lnTo>
                <a:lnTo>
                  <a:pt x="94" y="14"/>
                </a:lnTo>
                <a:lnTo>
                  <a:pt x="92" y="6"/>
                </a:lnTo>
                <a:moveTo>
                  <a:pt x="100" y="3"/>
                </a:moveTo>
                <a:lnTo>
                  <a:pt x="110" y="0"/>
                </a:lnTo>
                <a:lnTo>
                  <a:pt x="108" y="13"/>
                </a:lnTo>
                <a:lnTo>
                  <a:pt x="99" y="12"/>
                </a:lnTo>
                <a:lnTo>
                  <a:pt x="100" y="6"/>
                </a:lnTo>
                <a:lnTo>
                  <a:pt x="104" y="7"/>
                </a:lnTo>
                <a:lnTo>
                  <a:pt x="106" y="11"/>
                </a:lnTo>
                <a:lnTo>
                  <a:pt x="103" y="12"/>
                </a:lnTo>
                <a:lnTo>
                  <a:pt x="100" y="3"/>
                </a:lnTo>
                <a:moveTo>
                  <a:pt x="108" y="13"/>
                </a:moveTo>
                <a:lnTo>
                  <a:pt x="106" y="22"/>
                </a:lnTo>
                <a:lnTo>
                  <a:pt x="98" y="20"/>
                </a:lnTo>
                <a:lnTo>
                  <a:pt x="99" y="12"/>
                </a:lnTo>
                <a:lnTo>
                  <a:pt x="108" y="13"/>
                </a:lnTo>
                <a:moveTo>
                  <a:pt x="106" y="22"/>
                </a:moveTo>
                <a:lnTo>
                  <a:pt x="105" y="30"/>
                </a:lnTo>
                <a:lnTo>
                  <a:pt x="96" y="29"/>
                </a:lnTo>
                <a:lnTo>
                  <a:pt x="98" y="20"/>
                </a:lnTo>
                <a:lnTo>
                  <a:pt x="106" y="22"/>
                </a:lnTo>
                <a:moveTo>
                  <a:pt x="105" y="30"/>
                </a:moveTo>
                <a:lnTo>
                  <a:pt x="103" y="39"/>
                </a:lnTo>
                <a:lnTo>
                  <a:pt x="95" y="38"/>
                </a:lnTo>
                <a:lnTo>
                  <a:pt x="96" y="29"/>
                </a:lnTo>
                <a:lnTo>
                  <a:pt x="105" y="30"/>
                </a:lnTo>
                <a:moveTo>
                  <a:pt x="103" y="39"/>
                </a:moveTo>
                <a:lnTo>
                  <a:pt x="102" y="48"/>
                </a:lnTo>
                <a:lnTo>
                  <a:pt x="93" y="46"/>
                </a:lnTo>
                <a:lnTo>
                  <a:pt x="95" y="38"/>
                </a:lnTo>
                <a:lnTo>
                  <a:pt x="103" y="39"/>
                </a:lnTo>
                <a:moveTo>
                  <a:pt x="102" y="48"/>
                </a:moveTo>
                <a:lnTo>
                  <a:pt x="101" y="56"/>
                </a:lnTo>
                <a:lnTo>
                  <a:pt x="92" y="55"/>
                </a:lnTo>
                <a:lnTo>
                  <a:pt x="93" y="46"/>
                </a:lnTo>
                <a:lnTo>
                  <a:pt x="102" y="48"/>
                </a:lnTo>
                <a:moveTo>
                  <a:pt x="101" y="56"/>
                </a:moveTo>
                <a:lnTo>
                  <a:pt x="99" y="65"/>
                </a:lnTo>
                <a:lnTo>
                  <a:pt x="91" y="64"/>
                </a:lnTo>
                <a:lnTo>
                  <a:pt x="92" y="55"/>
                </a:lnTo>
                <a:lnTo>
                  <a:pt x="101" y="56"/>
                </a:lnTo>
                <a:moveTo>
                  <a:pt x="99" y="65"/>
                </a:moveTo>
                <a:lnTo>
                  <a:pt x="98" y="74"/>
                </a:lnTo>
                <a:lnTo>
                  <a:pt x="89" y="72"/>
                </a:lnTo>
                <a:lnTo>
                  <a:pt x="91" y="64"/>
                </a:lnTo>
                <a:lnTo>
                  <a:pt x="99" y="65"/>
                </a:lnTo>
                <a:moveTo>
                  <a:pt x="98" y="74"/>
                </a:moveTo>
                <a:lnTo>
                  <a:pt x="96" y="83"/>
                </a:lnTo>
                <a:lnTo>
                  <a:pt x="88" y="82"/>
                </a:lnTo>
                <a:lnTo>
                  <a:pt x="89" y="72"/>
                </a:lnTo>
                <a:lnTo>
                  <a:pt x="98" y="74"/>
                </a:lnTo>
                <a:moveTo>
                  <a:pt x="96" y="83"/>
                </a:moveTo>
                <a:lnTo>
                  <a:pt x="95" y="92"/>
                </a:lnTo>
                <a:lnTo>
                  <a:pt x="86" y="91"/>
                </a:lnTo>
                <a:lnTo>
                  <a:pt x="88" y="82"/>
                </a:lnTo>
                <a:lnTo>
                  <a:pt x="96" y="83"/>
                </a:lnTo>
                <a:moveTo>
                  <a:pt x="95" y="92"/>
                </a:moveTo>
                <a:lnTo>
                  <a:pt x="93" y="102"/>
                </a:lnTo>
                <a:lnTo>
                  <a:pt x="79" y="93"/>
                </a:lnTo>
                <a:lnTo>
                  <a:pt x="86" y="86"/>
                </a:lnTo>
                <a:lnTo>
                  <a:pt x="93" y="91"/>
                </a:lnTo>
                <a:lnTo>
                  <a:pt x="90" y="95"/>
                </a:lnTo>
                <a:lnTo>
                  <a:pt x="86" y="94"/>
                </a:lnTo>
                <a:lnTo>
                  <a:pt x="86" y="91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5294520" y="2457000"/>
            <a:ext cx="703440" cy="0"/>
          </a:xfrm>
          <a:custGeom>
            <a:avLst/>
            <a:gdLst/>
            <a:ahLst/>
            <a:rect l="0" t="0" r="r" b="b"/>
            <a:pathLst>
              <a:path fill="none" w="1954" h="0">
                <a:moveTo>
                  <a:pt x="0" y="0"/>
                </a:moveTo>
                <a:lnTo>
                  <a:pt x="167" y="0"/>
                </a:lnTo>
                <a:cubicBezTo>
                  <a:pt x="333" y="0"/>
                  <a:pt x="666" y="0"/>
                  <a:pt x="992" y="0"/>
                </a:cubicBezTo>
                <a:cubicBezTo>
                  <a:pt x="1318" y="0"/>
                  <a:pt x="1636" y="0"/>
                  <a:pt x="1795" y="0"/>
                </a:cubicBezTo>
                <a:lnTo>
                  <a:pt x="195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5982120" y="244116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5980680" y="243864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2"/>
                </a:lnTo>
                <a:lnTo>
                  <a:pt x="18" y="20"/>
                </a:lnTo>
                <a:lnTo>
                  <a:pt x="10" y="16"/>
                </a:lnTo>
                <a:lnTo>
                  <a:pt x="14" y="7"/>
                </a:lnTo>
                <a:moveTo>
                  <a:pt x="22" y="12"/>
                </a:moveTo>
                <a:lnTo>
                  <a:pt x="30" y="16"/>
                </a:lnTo>
                <a:lnTo>
                  <a:pt x="26" y="24"/>
                </a:lnTo>
                <a:lnTo>
                  <a:pt x="18" y="20"/>
                </a:lnTo>
                <a:lnTo>
                  <a:pt x="22" y="12"/>
                </a:lnTo>
                <a:moveTo>
                  <a:pt x="30" y="16"/>
                </a:moveTo>
                <a:lnTo>
                  <a:pt x="38" y="20"/>
                </a:lnTo>
                <a:lnTo>
                  <a:pt x="34" y="28"/>
                </a:lnTo>
                <a:lnTo>
                  <a:pt x="26" y="24"/>
                </a:lnTo>
                <a:lnTo>
                  <a:pt x="30" y="16"/>
                </a:lnTo>
                <a:moveTo>
                  <a:pt x="38" y="20"/>
                </a:moveTo>
                <a:lnTo>
                  <a:pt x="46" y="24"/>
                </a:lnTo>
                <a:lnTo>
                  <a:pt x="42" y="32"/>
                </a:lnTo>
                <a:lnTo>
                  <a:pt x="34" y="28"/>
                </a:lnTo>
                <a:lnTo>
                  <a:pt x="38" y="20"/>
                </a:lnTo>
                <a:moveTo>
                  <a:pt x="46" y="24"/>
                </a:moveTo>
                <a:lnTo>
                  <a:pt x="54" y="28"/>
                </a:lnTo>
                <a:lnTo>
                  <a:pt x="50" y="36"/>
                </a:lnTo>
                <a:lnTo>
                  <a:pt x="42" y="32"/>
                </a:lnTo>
                <a:lnTo>
                  <a:pt x="46" y="24"/>
                </a:lnTo>
                <a:moveTo>
                  <a:pt x="54" y="28"/>
                </a:moveTo>
                <a:lnTo>
                  <a:pt x="61" y="32"/>
                </a:lnTo>
                <a:lnTo>
                  <a:pt x="57" y="40"/>
                </a:lnTo>
                <a:lnTo>
                  <a:pt x="50" y="36"/>
                </a:lnTo>
                <a:lnTo>
                  <a:pt x="54" y="28"/>
                </a:lnTo>
                <a:moveTo>
                  <a:pt x="61" y="32"/>
                </a:moveTo>
                <a:lnTo>
                  <a:pt x="70" y="36"/>
                </a:lnTo>
                <a:lnTo>
                  <a:pt x="66" y="44"/>
                </a:lnTo>
                <a:lnTo>
                  <a:pt x="57" y="40"/>
                </a:lnTo>
                <a:lnTo>
                  <a:pt x="61" y="32"/>
                </a:lnTo>
                <a:moveTo>
                  <a:pt x="70" y="36"/>
                </a:moveTo>
                <a:lnTo>
                  <a:pt x="78" y="40"/>
                </a:lnTo>
                <a:lnTo>
                  <a:pt x="74" y="47"/>
                </a:lnTo>
                <a:lnTo>
                  <a:pt x="66" y="44"/>
                </a:lnTo>
                <a:lnTo>
                  <a:pt x="70" y="36"/>
                </a:lnTo>
                <a:moveTo>
                  <a:pt x="78" y="40"/>
                </a:moveTo>
                <a:lnTo>
                  <a:pt x="86" y="44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4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4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9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9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9" y="79"/>
                </a:lnTo>
                <a:moveTo>
                  <a:pt x="41" y="83"/>
                </a:moveTo>
                <a:lnTo>
                  <a:pt x="33" y="87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7"/>
                </a:moveTo>
                <a:lnTo>
                  <a:pt x="25" y="91"/>
                </a:lnTo>
                <a:lnTo>
                  <a:pt x="21" y="83"/>
                </a:lnTo>
                <a:lnTo>
                  <a:pt x="29" y="79"/>
                </a:lnTo>
                <a:lnTo>
                  <a:pt x="33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9" y="82"/>
                </a:lnTo>
                <a:lnTo>
                  <a:pt x="9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9" y="73"/>
                </a:lnTo>
                <a:lnTo>
                  <a:pt x="9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7"/>
                </a:lnTo>
                <a:lnTo>
                  <a:pt x="9" y="47"/>
                </a:lnTo>
                <a:lnTo>
                  <a:pt x="9" y="55"/>
                </a:lnTo>
                <a:lnTo>
                  <a:pt x="0" y="55"/>
                </a:lnTo>
                <a:moveTo>
                  <a:pt x="0" y="47"/>
                </a:moveTo>
                <a:lnTo>
                  <a:pt x="0" y="38"/>
                </a:lnTo>
                <a:lnTo>
                  <a:pt x="9" y="38"/>
                </a:lnTo>
                <a:lnTo>
                  <a:pt x="9" y="47"/>
                </a:lnTo>
                <a:lnTo>
                  <a:pt x="0" y="47"/>
                </a:lnTo>
                <a:moveTo>
                  <a:pt x="0" y="38"/>
                </a:moveTo>
                <a:lnTo>
                  <a:pt x="0" y="29"/>
                </a:lnTo>
                <a:lnTo>
                  <a:pt x="9" y="29"/>
                </a:lnTo>
                <a:lnTo>
                  <a:pt x="9" y="38"/>
                </a:lnTo>
                <a:lnTo>
                  <a:pt x="0" y="38"/>
                </a:lnTo>
                <a:moveTo>
                  <a:pt x="0" y="29"/>
                </a:moveTo>
                <a:lnTo>
                  <a:pt x="0" y="20"/>
                </a:lnTo>
                <a:lnTo>
                  <a:pt x="9" y="20"/>
                </a:lnTo>
                <a:lnTo>
                  <a:pt x="9" y="29"/>
                </a:lnTo>
                <a:lnTo>
                  <a:pt x="0" y="29"/>
                </a:lnTo>
                <a:moveTo>
                  <a:pt x="0" y="20"/>
                </a:moveTo>
                <a:lnTo>
                  <a:pt x="0" y="11"/>
                </a:lnTo>
                <a:lnTo>
                  <a:pt x="9" y="11"/>
                </a:lnTo>
                <a:lnTo>
                  <a:pt x="9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4" y="7"/>
                </a:lnTo>
                <a:lnTo>
                  <a:pt x="10" y="16"/>
                </a:lnTo>
                <a:lnTo>
                  <a:pt x="2" y="12"/>
                </a:lnTo>
                <a:lnTo>
                  <a:pt x="4" y="7"/>
                </a:lnTo>
                <a:lnTo>
                  <a:pt x="9" y="7"/>
                </a:lnTo>
                <a:lnTo>
                  <a:pt x="9" y="11"/>
                </a:lnTo>
                <a:lnTo>
                  <a:pt x="0" y="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6801120" y="2457000"/>
            <a:ext cx="372240" cy="0"/>
          </a:xfrm>
          <a:custGeom>
            <a:avLst/>
            <a:gdLst/>
            <a:ahLst/>
            <a:rect l="0" t="0" r="r" b="b"/>
            <a:pathLst>
              <a:path fill="none" w="1034" h="0">
                <a:moveTo>
                  <a:pt x="0" y="0"/>
                </a:moveTo>
                <a:lnTo>
                  <a:pt x="90" y="0"/>
                </a:lnTo>
                <a:cubicBezTo>
                  <a:pt x="180" y="0"/>
                  <a:pt x="360" y="0"/>
                  <a:pt x="532" y="0"/>
                </a:cubicBezTo>
                <a:cubicBezTo>
                  <a:pt x="704" y="0"/>
                  <a:pt x="869" y="0"/>
                  <a:pt x="952" y="0"/>
                </a:cubicBezTo>
                <a:lnTo>
                  <a:pt x="103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7157520" y="244116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7156080" y="243864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2"/>
                </a:lnTo>
                <a:lnTo>
                  <a:pt x="18" y="20"/>
                </a:lnTo>
                <a:lnTo>
                  <a:pt x="10" y="16"/>
                </a:lnTo>
                <a:lnTo>
                  <a:pt x="14" y="7"/>
                </a:lnTo>
                <a:moveTo>
                  <a:pt x="22" y="12"/>
                </a:moveTo>
                <a:lnTo>
                  <a:pt x="30" y="16"/>
                </a:lnTo>
                <a:lnTo>
                  <a:pt x="26" y="24"/>
                </a:lnTo>
                <a:lnTo>
                  <a:pt x="18" y="20"/>
                </a:lnTo>
                <a:lnTo>
                  <a:pt x="22" y="12"/>
                </a:lnTo>
                <a:moveTo>
                  <a:pt x="30" y="16"/>
                </a:moveTo>
                <a:lnTo>
                  <a:pt x="38" y="20"/>
                </a:lnTo>
                <a:lnTo>
                  <a:pt x="34" y="28"/>
                </a:lnTo>
                <a:lnTo>
                  <a:pt x="26" y="24"/>
                </a:lnTo>
                <a:lnTo>
                  <a:pt x="30" y="16"/>
                </a:lnTo>
                <a:moveTo>
                  <a:pt x="38" y="20"/>
                </a:moveTo>
                <a:lnTo>
                  <a:pt x="46" y="24"/>
                </a:lnTo>
                <a:lnTo>
                  <a:pt x="42" y="32"/>
                </a:lnTo>
                <a:lnTo>
                  <a:pt x="34" y="28"/>
                </a:lnTo>
                <a:lnTo>
                  <a:pt x="38" y="20"/>
                </a:lnTo>
                <a:moveTo>
                  <a:pt x="46" y="24"/>
                </a:moveTo>
                <a:lnTo>
                  <a:pt x="53" y="28"/>
                </a:lnTo>
                <a:lnTo>
                  <a:pt x="50" y="36"/>
                </a:lnTo>
                <a:lnTo>
                  <a:pt x="42" y="32"/>
                </a:lnTo>
                <a:lnTo>
                  <a:pt x="46" y="24"/>
                </a:lnTo>
                <a:moveTo>
                  <a:pt x="53" y="28"/>
                </a:moveTo>
                <a:lnTo>
                  <a:pt x="61" y="32"/>
                </a:lnTo>
                <a:lnTo>
                  <a:pt x="57" y="40"/>
                </a:lnTo>
                <a:lnTo>
                  <a:pt x="50" y="36"/>
                </a:lnTo>
                <a:lnTo>
                  <a:pt x="53" y="28"/>
                </a:lnTo>
                <a:moveTo>
                  <a:pt x="61" y="32"/>
                </a:moveTo>
                <a:lnTo>
                  <a:pt x="70" y="36"/>
                </a:lnTo>
                <a:lnTo>
                  <a:pt x="66" y="44"/>
                </a:lnTo>
                <a:lnTo>
                  <a:pt x="57" y="40"/>
                </a:lnTo>
                <a:lnTo>
                  <a:pt x="61" y="32"/>
                </a:lnTo>
                <a:moveTo>
                  <a:pt x="70" y="36"/>
                </a:moveTo>
                <a:lnTo>
                  <a:pt x="78" y="40"/>
                </a:lnTo>
                <a:lnTo>
                  <a:pt x="74" y="47"/>
                </a:lnTo>
                <a:lnTo>
                  <a:pt x="66" y="44"/>
                </a:lnTo>
                <a:lnTo>
                  <a:pt x="70" y="36"/>
                </a:lnTo>
                <a:moveTo>
                  <a:pt x="78" y="40"/>
                </a:moveTo>
                <a:lnTo>
                  <a:pt x="86" y="44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4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4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8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8" y="79"/>
                </a:lnTo>
                <a:moveTo>
                  <a:pt x="41" y="83"/>
                </a:moveTo>
                <a:lnTo>
                  <a:pt x="33" y="87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7"/>
                </a:moveTo>
                <a:lnTo>
                  <a:pt x="25" y="91"/>
                </a:lnTo>
                <a:lnTo>
                  <a:pt x="21" y="83"/>
                </a:lnTo>
                <a:lnTo>
                  <a:pt x="29" y="79"/>
                </a:lnTo>
                <a:lnTo>
                  <a:pt x="33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9" y="82"/>
                </a:lnTo>
                <a:lnTo>
                  <a:pt x="9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9" y="73"/>
                </a:lnTo>
                <a:lnTo>
                  <a:pt x="9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7"/>
                </a:lnTo>
                <a:lnTo>
                  <a:pt x="9" y="47"/>
                </a:lnTo>
                <a:lnTo>
                  <a:pt x="9" y="55"/>
                </a:lnTo>
                <a:lnTo>
                  <a:pt x="0" y="55"/>
                </a:lnTo>
                <a:moveTo>
                  <a:pt x="0" y="47"/>
                </a:moveTo>
                <a:lnTo>
                  <a:pt x="0" y="38"/>
                </a:lnTo>
                <a:lnTo>
                  <a:pt x="9" y="38"/>
                </a:lnTo>
                <a:lnTo>
                  <a:pt x="9" y="47"/>
                </a:lnTo>
                <a:lnTo>
                  <a:pt x="0" y="47"/>
                </a:lnTo>
                <a:moveTo>
                  <a:pt x="0" y="38"/>
                </a:moveTo>
                <a:lnTo>
                  <a:pt x="0" y="29"/>
                </a:lnTo>
                <a:lnTo>
                  <a:pt x="9" y="29"/>
                </a:lnTo>
                <a:lnTo>
                  <a:pt x="9" y="38"/>
                </a:lnTo>
                <a:lnTo>
                  <a:pt x="0" y="38"/>
                </a:lnTo>
                <a:moveTo>
                  <a:pt x="0" y="29"/>
                </a:moveTo>
                <a:lnTo>
                  <a:pt x="0" y="20"/>
                </a:lnTo>
                <a:lnTo>
                  <a:pt x="9" y="20"/>
                </a:lnTo>
                <a:lnTo>
                  <a:pt x="9" y="29"/>
                </a:lnTo>
                <a:lnTo>
                  <a:pt x="0" y="29"/>
                </a:lnTo>
                <a:moveTo>
                  <a:pt x="0" y="20"/>
                </a:moveTo>
                <a:lnTo>
                  <a:pt x="0" y="11"/>
                </a:lnTo>
                <a:lnTo>
                  <a:pt x="9" y="11"/>
                </a:lnTo>
                <a:lnTo>
                  <a:pt x="9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4" y="7"/>
                </a:lnTo>
                <a:lnTo>
                  <a:pt x="10" y="16"/>
                </a:lnTo>
                <a:lnTo>
                  <a:pt x="2" y="12"/>
                </a:lnTo>
                <a:lnTo>
                  <a:pt x="4" y="7"/>
                </a:lnTo>
                <a:lnTo>
                  <a:pt x="9" y="7"/>
                </a:lnTo>
                <a:lnTo>
                  <a:pt x="9" y="11"/>
                </a:lnTo>
                <a:lnTo>
                  <a:pt x="0" y="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8018640" y="2457000"/>
            <a:ext cx="473760" cy="0"/>
          </a:xfrm>
          <a:custGeom>
            <a:avLst/>
            <a:gdLst/>
            <a:ahLst/>
            <a:rect l="0" t="0" r="r" b="b"/>
            <a:pathLst>
              <a:path fill="none" w="1316" h="0">
                <a:moveTo>
                  <a:pt x="0" y="0"/>
                </a:moveTo>
                <a:lnTo>
                  <a:pt x="113" y="0"/>
                </a:lnTo>
                <a:cubicBezTo>
                  <a:pt x="227" y="0"/>
                  <a:pt x="453" y="0"/>
                  <a:pt x="673" y="0"/>
                </a:cubicBezTo>
                <a:cubicBezTo>
                  <a:pt x="892" y="0"/>
                  <a:pt x="1104" y="0"/>
                  <a:pt x="1210" y="0"/>
                </a:cubicBezTo>
                <a:lnTo>
                  <a:pt x="1316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8476560" y="244116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8475120" y="243864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2"/>
                </a:lnTo>
                <a:lnTo>
                  <a:pt x="18" y="20"/>
                </a:lnTo>
                <a:lnTo>
                  <a:pt x="10" y="16"/>
                </a:lnTo>
                <a:lnTo>
                  <a:pt x="14" y="7"/>
                </a:lnTo>
                <a:moveTo>
                  <a:pt x="22" y="12"/>
                </a:moveTo>
                <a:lnTo>
                  <a:pt x="30" y="16"/>
                </a:lnTo>
                <a:lnTo>
                  <a:pt x="26" y="24"/>
                </a:lnTo>
                <a:lnTo>
                  <a:pt x="18" y="20"/>
                </a:lnTo>
                <a:lnTo>
                  <a:pt x="22" y="12"/>
                </a:lnTo>
                <a:moveTo>
                  <a:pt x="30" y="16"/>
                </a:moveTo>
                <a:lnTo>
                  <a:pt x="37" y="20"/>
                </a:lnTo>
                <a:lnTo>
                  <a:pt x="34" y="28"/>
                </a:lnTo>
                <a:lnTo>
                  <a:pt x="26" y="24"/>
                </a:lnTo>
                <a:lnTo>
                  <a:pt x="30" y="16"/>
                </a:lnTo>
                <a:moveTo>
                  <a:pt x="37" y="20"/>
                </a:moveTo>
                <a:lnTo>
                  <a:pt x="45" y="24"/>
                </a:lnTo>
                <a:lnTo>
                  <a:pt x="41" y="32"/>
                </a:lnTo>
                <a:lnTo>
                  <a:pt x="34" y="28"/>
                </a:lnTo>
                <a:lnTo>
                  <a:pt x="37" y="20"/>
                </a:lnTo>
                <a:moveTo>
                  <a:pt x="45" y="24"/>
                </a:moveTo>
                <a:lnTo>
                  <a:pt x="53" y="28"/>
                </a:lnTo>
                <a:lnTo>
                  <a:pt x="49" y="36"/>
                </a:lnTo>
                <a:lnTo>
                  <a:pt x="41" y="32"/>
                </a:lnTo>
                <a:lnTo>
                  <a:pt x="45" y="24"/>
                </a:lnTo>
                <a:moveTo>
                  <a:pt x="53" y="28"/>
                </a:moveTo>
                <a:lnTo>
                  <a:pt x="61" y="32"/>
                </a:lnTo>
                <a:lnTo>
                  <a:pt x="57" y="40"/>
                </a:lnTo>
                <a:lnTo>
                  <a:pt x="49" y="36"/>
                </a:lnTo>
                <a:lnTo>
                  <a:pt x="53" y="28"/>
                </a:lnTo>
                <a:moveTo>
                  <a:pt x="61" y="32"/>
                </a:moveTo>
                <a:lnTo>
                  <a:pt x="69" y="36"/>
                </a:lnTo>
                <a:lnTo>
                  <a:pt x="65" y="44"/>
                </a:lnTo>
                <a:lnTo>
                  <a:pt x="57" y="40"/>
                </a:lnTo>
                <a:lnTo>
                  <a:pt x="61" y="32"/>
                </a:lnTo>
                <a:moveTo>
                  <a:pt x="69" y="36"/>
                </a:moveTo>
                <a:lnTo>
                  <a:pt x="78" y="40"/>
                </a:lnTo>
                <a:lnTo>
                  <a:pt x="74" y="47"/>
                </a:lnTo>
                <a:lnTo>
                  <a:pt x="65" y="44"/>
                </a:lnTo>
                <a:lnTo>
                  <a:pt x="69" y="36"/>
                </a:lnTo>
                <a:moveTo>
                  <a:pt x="78" y="40"/>
                </a:moveTo>
                <a:lnTo>
                  <a:pt x="86" y="44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4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4"/>
                </a:lnTo>
                <a:moveTo>
                  <a:pt x="94" y="47"/>
                </a:moveTo>
                <a:lnTo>
                  <a:pt x="103" y="52"/>
                </a:lnTo>
                <a:lnTo>
                  <a:pt x="88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8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8" y="59"/>
                </a:lnTo>
                <a:moveTo>
                  <a:pt x="81" y="63"/>
                </a:moveTo>
                <a:lnTo>
                  <a:pt x="73" y="67"/>
                </a:lnTo>
                <a:lnTo>
                  <a:pt x="68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4" y="71"/>
                </a:lnTo>
                <a:lnTo>
                  <a:pt x="60" y="63"/>
                </a:lnTo>
                <a:lnTo>
                  <a:pt x="68" y="59"/>
                </a:lnTo>
                <a:lnTo>
                  <a:pt x="73" y="67"/>
                </a:lnTo>
                <a:moveTo>
                  <a:pt x="64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4" y="71"/>
                </a:lnTo>
                <a:moveTo>
                  <a:pt x="56" y="75"/>
                </a:moveTo>
                <a:lnTo>
                  <a:pt x="48" y="79"/>
                </a:lnTo>
                <a:lnTo>
                  <a:pt x="44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0" y="83"/>
                </a:lnTo>
                <a:lnTo>
                  <a:pt x="36" y="75"/>
                </a:lnTo>
                <a:lnTo>
                  <a:pt x="44" y="71"/>
                </a:lnTo>
                <a:lnTo>
                  <a:pt x="48" y="79"/>
                </a:lnTo>
                <a:moveTo>
                  <a:pt x="40" y="83"/>
                </a:moveTo>
                <a:lnTo>
                  <a:pt x="32" y="87"/>
                </a:lnTo>
                <a:lnTo>
                  <a:pt x="28" y="79"/>
                </a:lnTo>
                <a:lnTo>
                  <a:pt x="36" y="75"/>
                </a:lnTo>
                <a:lnTo>
                  <a:pt x="40" y="83"/>
                </a:lnTo>
                <a:moveTo>
                  <a:pt x="32" y="87"/>
                </a:moveTo>
                <a:lnTo>
                  <a:pt x="25" y="91"/>
                </a:lnTo>
                <a:lnTo>
                  <a:pt x="21" y="83"/>
                </a:lnTo>
                <a:lnTo>
                  <a:pt x="28" y="79"/>
                </a:lnTo>
                <a:lnTo>
                  <a:pt x="32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8" y="90"/>
                </a:lnTo>
                <a:lnTo>
                  <a:pt x="8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8" y="82"/>
                </a:lnTo>
                <a:lnTo>
                  <a:pt x="8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8" y="73"/>
                </a:lnTo>
                <a:lnTo>
                  <a:pt x="8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8" y="64"/>
                </a:lnTo>
                <a:lnTo>
                  <a:pt x="8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8" y="55"/>
                </a:lnTo>
                <a:lnTo>
                  <a:pt x="8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7"/>
                </a:lnTo>
                <a:lnTo>
                  <a:pt x="8" y="47"/>
                </a:lnTo>
                <a:lnTo>
                  <a:pt x="8" y="55"/>
                </a:lnTo>
                <a:lnTo>
                  <a:pt x="0" y="55"/>
                </a:lnTo>
                <a:moveTo>
                  <a:pt x="0" y="47"/>
                </a:moveTo>
                <a:lnTo>
                  <a:pt x="0" y="38"/>
                </a:lnTo>
                <a:lnTo>
                  <a:pt x="8" y="38"/>
                </a:lnTo>
                <a:lnTo>
                  <a:pt x="8" y="47"/>
                </a:lnTo>
                <a:lnTo>
                  <a:pt x="0" y="47"/>
                </a:lnTo>
                <a:moveTo>
                  <a:pt x="0" y="38"/>
                </a:moveTo>
                <a:lnTo>
                  <a:pt x="0" y="29"/>
                </a:lnTo>
                <a:lnTo>
                  <a:pt x="8" y="29"/>
                </a:lnTo>
                <a:lnTo>
                  <a:pt x="8" y="38"/>
                </a:lnTo>
                <a:lnTo>
                  <a:pt x="0" y="38"/>
                </a:lnTo>
                <a:moveTo>
                  <a:pt x="0" y="29"/>
                </a:moveTo>
                <a:lnTo>
                  <a:pt x="0" y="20"/>
                </a:lnTo>
                <a:lnTo>
                  <a:pt x="8" y="20"/>
                </a:lnTo>
                <a:lnTo>
                  <a:pt x="8" y="29"/>
                </a:lnTo>
                <a:lnTo>
                  <a:pt x="0" y="29"/>
                </a:lnTo>
                <a:moveTo>
                  <a:pt x="0" y="20"/>
                </a:moveTo>
                <a:lnTo>
                  <a:pt x="0" y="11"/>
                </a:lnTo>
                <a:lnTo>
                  <a:pt x="8" y="11"/>
                </a:lnTo>
                <a:lnTo>
                  <a:pt x="8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4" y="7"/>
                </a:lnTo>
                <a:lnTo>
                  <a:pt x="10" y="16"/>
                </a:lnTo>
                <a:lnTo>
                  <a:pt x="2" y="12"/>
                </a:lnTo>
                <a:lnTo>
                  <a:pt x="4" y="7"/>
                </a:lnTo>
                <a:lnTo>
                  <a:pt x="8" y="7"/>
                </a:lnTo>
                <a:lnTo>
                  <a:pt x="8" y="11"/>
                </a:lnTo>
                <a:lnTo>
                  <a:pt x="0" y="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956520" y="232272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956520" y="232272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439920" y="167256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2000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2404440" y="2322720"/>
            <a:ext cx="249480" cy="95040"/>
          </a:xfrm>
          <a:custGeom>
            <a:avLst/>
            <a:gdLst/>
            <a:ahLst/>
            <a:rect l="0" t="0" r="r" b="b"/>
            <a:pathLst>
              <a:path w="693" h="264">
                <a:moveTo>
                  <a:pt x="0" y="0"/>
                </a:moveTo>
                <a:lnTo>
                  <a:pt x="693" y="0"/>
                </a:lnTo>
                <a:lnTo>
                  <a:pt x="693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2404440" y="2322720"/>
            <a:ext cx="249480" cy="95040"/>
          </a:xfrm>
          <a:custGeom>
            <a:avLst/>
            <a:gdLst/>
            <a:ahLst/>
            <a:rect l="0" t="0" r="r" b="b"/>
            <a:pathLst>
              <a:path w="693" h="264">
                <a:moveTo>
                  <a:pt x="0" y="0"/>
                </a:moveTo>
                <a:lnTo>
                  <a:pt x="693" y="0"/>
                </a:lnTo>
                <a:lnTo>
                  <a:pt x="693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956520" y="2331720"/>
            <a:ext cx="508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3906360" y="2322720"/>
            <a:ext cx="704520" cy="95040"/>
          </a:xfrm>
          <a:custGeom>
            <a:avLst/>
            <a:gdLst/>
            <a:ahLst/>
            <a:rect l="0" t="0" r="r" b="b"/>
            <a:pathLst>
              <a:path w="1957" h="264">
                <a:moveTo>
                  <a:pt x="0" y="0"/>
                </a:moveTo>
                <a:lnTo>
                  <a:pt x="1957" y="0"/>
                </a:lnTo>
                <a:lnTo>
                  <a:pt x="1957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3906360" y="2322720"/>
            <a:ext cx="704520" cy="95040"/>
          </a:xfrm>
          <a:custGeom>
            <a:avLst/>
            <a:gdLst/>
            <a:ahLst/>
            <a:rect l="0" t="0" r="r" b="b"/>
            <a:pathLst>
              <a:path w="1957" h="264">
                <a:moveTo>
                  <a:pt x="0" y="0"/>
                </a:moveTo>
                <a:lnTo>
                  <a:pt x="1957" y="0"/>
                </a:lnTo>
                <a:lnTo>
                  <a:pt x="1957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404800" y="2331360"/>
            <a:ext cx="2538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4104360" y="2496600"/>
            <a:ext cx="308880" cy="95400"/>
          </a:xfrm>
          <a:custGeom>
            <a:avLst/>
            <a:gdLst/>
            <a:ahLst/>
            <a:rect l="0" t="0" r="r" b="b"/>
            <a:pathLst>
              <a:path w="858" h="265">
                <a:moveTo>
                  <a:pt x="0" y="0"/>
                </a:moveTo>
                <a:lnTo>
                  <a:pt x="858" y="0"/>
                </a:lnTo>
                <a:lnTo>
                  <a:pt x="858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4104360" y="2496600"/>
            <a:ext cx="308880" cy="95400"/>
          </a:xfrm>
          <a:custGeom>
            <a:avLst/>
            <a:gdLst/>
            <a:ahLst/>
            <a:rect l="0" t="0" r="r" b="b"/>
            <a:pathLst>
              <a:path w="858" h="265">
                <a:moveTo>
                  <a:pt x="0" y="0"/>
                </a:moveTo>
                <a:lnTo>
                  <a:pt x="858" y="0"/>
                </a:lnTo>
                <a:lnTo>
                  <a:pt x="858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3906360" y="2331360"/>
            <a:ext cx="7185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2380680" y="2496600"/>
            <a:ext cx="297360" cy="95400"/>
          </a:xfrm>
          <a:custGeom>
            <a:avLst/>
            <a:gdLst/>
            <a:ahLst/>
            <a:rect l="0" t="0" r="r" b="b"/>
            <a:pathLst>
              <a:path w="826" h="265">
                <a:moveTo>
                  <a:pt x="0" y="0"/>
                </a:moveTo>
                <a:lnTo>
                  <a:pt x="826" y="0"/>
                </a:lnTo>
                <a:lnTo>
                  <a:pt x="82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2380680" y="2496600"/>
            <a:ext cx="297360" cy="95400"/>
          </a:xfrm>
          <a:custGeom>
            <a:avLst/>
            <a:gdLst/>
            <a:ahLst/>
            <a:rect l="0" t="0" r="r" b="b"/>
            <a:pathLst>
              <a:path w="826" h="265">
                <a:moveTo>
                  <a:pt x="0" y="0"/>
                </a:moveTo>
                <a:lnTo>
                  <a:pt x="826" y="0"/>
                </a:lnTo>
                <a:lnTo>
                  <a:pt x="82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4104720" y="2505240"/>
            <a:ext cx="3146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1120320" y="2496600"/>
            <a:ext cx="174600" cy="95400"/>
          </a:xfrm>
          <a:custGeom>
            <a:avLst/>
            <a:gdLst/>
            <a:ahLst/>
            <a:rect l="0" t="0" r="r" b="b"/>
            <a:pathLst>
              <a:path w="485" h="265">
                <a:moveTo>
                  <a:pt x="0" y="0"/>
                </a:moveTo>
                <a:lnTo>
                  <a:pt x="485" y="0"/>
                </a:lnTo>
                <a:lnTo>
                  <a:pt x="485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1120320" y="2496600"/>
            <a:ext cx="174600" cy="95400"/>
          </a:xfrm>
          <a:custGeom>
            <a:avLst/>
            <a:gdLst/>
            <a:ahLst/>
            <a:rect l="0" t="0" r="r" b="b"/>
            <a:pathLst>
              <a:path w="485" h="265">
                <a:moveTo>
                  <a:pt x="0" y="0"/>
                </a:moveTo>
                <a:lnTo>
                  <a:pt x="485" y="0"/>
                </a:lnTo>
                <a:lnTo>
                  <a:pt x="485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2381040" y="2505240"/>
            <a:ext cx="3038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5393520" y="240948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5393520" y="240948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1120680" y="2505240"/>
            <a:ext cx="1807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6900120" y="240948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6900120" y="240948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5393520" y="2418120"/>
            <a:ext cx="53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8117640" y="240948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8117640" y="240948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6900480" y="2418120"/>
            <a:ext cx="1944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488880" y="227160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6"/>
                </a:moveTo>
                <a:cubicBezTo>
                  <a:pt x="1031" y="550"/>
                  <a:pt x="1028" y="583"/>
                  <a:pt x="1021" y="617"/>
                </a:cubicBezTo>
                <a:cubicBezTo>
                  <a:pt x="1015" y="650"/>
                  <a:pt x="1005" y="682"/>
                  <a:pt x="992" y="713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9"/>
                  <a:pt x="713" y="992"/>
                </a:cubicBezTo>
                <a:cubicBezTo>
                  <a:pt x="682" y="1005"/>
                  <a:pt x="650" y="1015"/>
                  <a:pt x="617" y="1021"/>
                </a:cubicBezTo>
                <a:cubicBezTo>
                  <a:pt x="584" y="1028"/>
                  <a:pt x="550" y="1031"/>
                  <a:pt x="516" y="1031"/>
                </a:cubicBezTo>
                <a:cubicBezTo>
                  <a:pt x="482" y="1031"/>
                  <a:pt x="449" y="1028"/>
                  <a:pt x="416" y="1021"/>
                </a:cubicBezTo>
                <a:cubicBezTo>
                  <a:pt x="383" y="1015"/>
                  <a:pt x="350" y="1005"/>
                  <a:pt x="319" y="992"/>
                </a:cubicBezTo>
                <a:cubicBezTo>
                  <a:pt x="288" y="979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3"/>
                </a:cubicBezTo>
                <a:cubicBezTo>
                  <a:pt x="27" y="682"/>
                  <a:pt x="17" y="650"/>
                  <a:pt x="10" y="617"/>
                </a:cubicBezTo>
                <a:cubicBezTo>
                  <a:pt x="4" y="583"/>
                  <a:pt x="0" y="550"/>
                  <a:pt x="0" y="516"/>
                </a:cubicBezTo>
                <a:cubicBezTo>
                  <a:pt x="0" y="482"/>
                  <a:pt x="4" y="449"/>
                  <a:pt x="10" y="416"/>
                </a:cubicBezTo>
                <a:cubicBezTo>
                  <a:pt x="17" y="383"/>
                  <a:pt x="27" y="349"/>
                  <a:pt x="40" y="318"/>
                </a:cubicBezTo>
                <a:cubicBezTo>
                  <a:pt x="53" y="287"/>
                  <a:pt x="68" y="257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6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7"/>
                  <a:pt x="383" y="17"/>
                  <a:pt x="416" y="10"/>
                </a:cubicBezTo>
                <a:cubicBezTo>
                  <a:pt x="449" y="4"/>
                  <a:pt x="482" y="0"/>
                  <a:pt x="516" y="0"/>
                </a:cubicBezTo>
                <a:cubicBezTo>
                  <a:pt x="550" y="0"/>
                  <a:pt x="584" y="4"/>
                  <a:pt x="617" y="10"/>
                </a:cubicBezTo>
                <a:cubicBezTo>
                  <a:pt x="650" y="17"/>
                  <a:pt x="682" y="27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6"/>
                  <a:pt x="856" y="127"/>
                  <a:pt x="880" y="151"/>
                </a:cubicBezTo>
                <a:cubicBezTo>
                  <a:pt x="904" y="175"/>
                  <a:pt x="926" y="201"/>
                  <a:pt x="944" y="229"/>
                </a:cubicBezTo>
                <a:cubicBezTo>
                  <a:pt x="963" y="257"/>
                  <a:pt x="979" y="287"/>
                  <a:pt x="992" y="318"/>
                </a:cubicBezTo>
                <a:cubicBezTo>
                  <a:pt x="1005" y="349"/>
                  <a:pt x="1015" y="383"/>
                  <a:pt x="1021" y="416"/>
                </a:cubicBezTo>
                <a:cubicBezTo>
                  <a:pt x="1028" y="449"/>
                  <a:pt x="1031" y="482"/>
                  <a:pt x="1031" y="516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488880" y="227160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6"/>
                </a:moveTo>
                <a:cubicBezTo>
                  <a:pt x="1031" y="550"/>
                  <a:pt x="1028" y="583"/>
                  <a:pt x="1021" y="617"/>
                </a:cubicBezTo>
                <a:cubicBezTo>
                  <a:pt x="1015" y="650"/>
                  <a:pt x="1005" y="682"/>
                  <a:pt x="992" y="713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9"/>
                  <a:pt x="713" y="992"/>
                </a:cubicBezTo>
                <a:cubicBezTo>
                  <a:pt x="682" y="1005"/>
                  <a:pt x="650" y="1015"/>
                  <a:pt x="617" y="1021"/>
                </a:cubicBezTo>
                <a:cubicBezTo>
                  <a:pt x="584" y="1028"/>
                  <a:pt x="550" y="1031"/>
                  <a:pt x="516" y="1031"/>
                </a:cubicBezTo>
                <a:cubicBezTo>
                  <a:pt x="482" y="1031"/>
                  <a:pt x="449" y="1028"/>
                  <a:pt x="416" y="1021"/>
                </a:cubicBezTo>
                <a:cubicBezTo>
                  <a:pt x="383" y="1015"/>
                  <a:pt x="350" y="1005"/>
                  <a:pt x="319" y="992"/>
                </a:cubicBezTo>
                <a:cubicBezTo>
                  <a:pt x="288" y="979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3"/>
                </a:cubicBezTo>
                <a:cubicBezTo>
                  <a:pt x="27" y="682"/>
                  <a:pt x="17" y="650"/>
                  <a:pt x="10" y="617"/>
                </a:cubicBezTo>
                <a:cubicBezTo>
                  <a:pt x="4" y="583"/>
                  <a:pt x="0" y="550"/>
                  <a:pt x="0" y="516"/>
                </a:cubicBezTo>
                <a:cubicBezTo>
                  <a:pt x="0" y="482"/>
                  <a:pt x="4" y="449"/>
                  <a:pt x="10" y="416"/>
                </a:cubicBezTo>
                <a:cubicBezTo>
                  <a:pt x="17" y="383"/>
                  <a:pt x="27" y="349"/>
                  <a:pt x="40" y="318"/>
                </a:cubicBezTo>
                <a:cubicBezTo>
                  <a:pt x="53" y="287"/>
                  <a:pt x="68" y="257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6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7"/>
                  <a:pt x="383" y="17"/>
                  <a:pt x="416" y="10"/>
                </a:cubicBezTo>
                <a:cubicBezTo>
                  <a:pt x="449" y="4"/>
                  <a:pt x="482" y="0"/>
                  <a:pt x="516" y="0"/>
                </a:cubicBezTo>
                <a:cubicBezTo>
                  <a:pt x="550" y="0"/>
                  <a:pt x="584" y="4"/>
                  <a:pt x="617" y="10"/>
                </a:cubicBezTo>
                <a:cubicBezTo>
                  <a:pt x="650" y="17"/>
                  <a:pt x="682" y="27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6"/>
                  <a:pt x="856" y="127"/>
                  <a:pt x="880" y="151"/>
                </a:cubicBezTo>
                <a:cubicBezTo>
                  <a:pt x="904" y="175"/>
                  <a:pt x="926" y="201"/>
                  <a:pt x="944" y="229"/>
                </a:cubicBezTo>
                <a:cubicBezTo>
                  <a:pt x="963" y="257"/>
                  <a:pt x="979" y="287"/>
                  <a:pt x="992" y="318"/>
                </a:cubicBezTo>
                <a:cubicBezTo>
                  <a:pt x="1005" y="349"/>
                  <a:pt x="1015" y="383"/>
                  <a:pt x="1021" y="416"/>
                </a:cubicBezTo>
                <a:cubicBezTo>
                  <a:pt x="1028" y="449"/>
                  <a:pt x="1031" y="482"/>
                  <a:pt x="1031" y="516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8117640" y="2418120"/>
            <a:ext cx="296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1557000" y="2302560"/>
            <a:ext cx="725400" cy="309240"/>
          </a:xfrm>
          <a:custGeom>
            <a:avLst/>
            <a:gdLst/>
            <a:ahLst/>
            <a:rect l="0" t="0" r="r" b="b"/>
            <a:pathLst>
              <a:path w="2015" h="859">
                <a:moveTo>
                  <a:pt x="0" y="0"/>
                </a:moveTo>
                <a:lnTo>
                  <a:pt x="2015" y="0"/>
                </a:lnTo>
                <a:lnTo>
                  <a:pt x="201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1557000" y="2302560"/>
            <a:ext cx="725400" cy="309240"/>
          </a:xfrm>
          <a:custGeom>
            <a:avLst/>
            <a:gdLst/>
            <a:ahLst/>
            <a:rect l="0" t="0" r="r" b="b"/>
            <a:pathLst>
              <a:path w="2015" h="859">
                <a:moveTo>
                  <a:pt x="0" y="0"/>
                </a:moveTo>
                <a:lnTo>
                  <a:pt x="2015" y="0"/>
                </a:lnTo>
                <a:lnTo>
                  <a:pt x="201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518760" y="2418120"/>
            <a:ext cx="319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1675800" y="2370600"/>
            <a:ext cx="4989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2777760" y="2255400"/>
            <a:ext cx="1029240" cy="403920"/>
          </a:xfrm>
          <a:custGeom>
            <a:avLst/>
            <a:gdLst/>
            <a:ahLst/>
            <a:rect l="0" t="0" r="r" b="b"/>
            <a:pathLst>
              <a:path w="2859" h="1122">
                <a:moveTo>
                  <a:pt x="0" y="0"/>
                </a:moveTo>
                <a:lnTo>
                  <a:pt x="2859" y="0"/>
                </a:lnTo>
                <a:lnTo>
                  <a:pt x="2859" y="1122"/>
                </a:lnTo>
                <a:lnTo>
                  <a:pt x="0" y="1122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2777760" y="2255400"/>
            <a:ext cx="1029240" cy="403920"/>
          </a:xfrm>
          <a:custGeom>
            <a:avLst/>
            <a:gdLst/>
            <a:ahLst/>
            <a:rect l="0" t="0" r="r" b="b"/>
            <a:pathLst>
              <a:path w="2859" h="1122">
                <a:moveTo>
                  <a:pt x="0" y="0"/>
                </a:moveTo>
                <a:lnTo>
                  <a:pt x="2859" y="0"/>
                </a:lnTo>
                <a:lnTo>
                  <a:pt x="2859" y="1122"/>
                </a:lnTo>
                <a:lnTo>
                  <a:pt x="0" y="1122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1707480" y="2465640"/>
            <a:ext cx="4320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3115080" y="2323440"/>
            <a:ext cx="3650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2985120" y="2418120"/>
            <a:ext cx="62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4709880" y="2252160"/>
            <a:ext cx="585000" cy="410400"/>
          </a:xfrm>
          <a:custGeom>
            <a:avLst/>
            <a:gdLst/>
            <a:ahLst/>
            <a:rect l="0" t="0" r="r" b="b"/>
            <a:pathLst>
              <a:path w="1625" h="1140">
                <a:moveTo>
                  <a:pt x="0" y="149"/>
                </a:moveTo>
                <a:cubicBezTo>
                  <a:pt x="0" y="154"/>
                  <a:pt x="2" y="159"/>
                  <a:pt x="4" y="164"/>
                </a:cubicBezTo>
                <a:cubicBezTo>
                  <a:pt x="7" y="169"/>
                  <a:pt x="11" y="174"/>
                  <a:pt x="16" y="179"/>
                </a:cubicBezTo>
                <a:cubicBezTo>
                  <a:pt x="21" y="183"/>
                  <a:pt x="28" y="188"/>
                  <a:pt x="35" y="193"/>
                </a:cubicBezTo>
                <a:cubicBezTo>
                  <a:pt x="43" y="197"/>
                  <a:pt x="52" y="202"/>
                  <a:pt x="62" y="206"/>
                </a:cubicBezTo>
                <a:cubicBezTo>
                  <a:pt x="72" y="211"/>
                  <a:pt x="84" y="215"/>
                  <a:pt x="96" y="220"/>
                </a:cubicBezTo>
                <a:cubicBezTo>
                  <a:pt x="109" y="224"/>
                  <a:pt x="122" y="228"/>
                  <a:pt x="137" y="232"/>
                </a:cubicBezTo>
                <a:cubicBezTo>
                  <a:pt x="152" y="236"/>
                  <a:pt x="168" y="240"/>
                  <a:pt x="185" y="244"/>
                </a:cubicBezTo>
                <a:cubicBezTo>
                  <a:pt x="201" y="248"/>
                  <a:pt x="219" y="251"/>
                  <a:pt x="238" y="255"/>
                </a:cubicBezTo>
                <a:cubicBezTo>
                  <a:pt x="257" y="258"/>
                  <a:pt x="277" y="261"/>
                  <a:pt x="297" y="265"/>
                </a:cubicBezTo>
                <a:cubicBezTo>
                  <a:pt x="318" y="268"/>
                  <a:pt x="339" y="271"/>
                  <a:pt x="361" y="273"/>
                </a:cubicBezTo>
                <a:cubicBezTo>
                  <a:pt x="383" y="276"/>
                  <a:pt x="406" y="278"/>
                  <a:pt x="429" y="281"/>
                </a:cubicBezTo>
                <a:cubicBezTo>
                  <a:pt x="453" y="283"/>
                  <a:pt x="477" y="285"/>
                  <a:pt x="501" y="287"/>
                </a:cubicBezTo>
                <a:cubicBezTo>
                  <a:pt x="526" y="289"/>
                  <a:pt x="551" y="290"/>
                  <a:pt x="577" y="292"/>
                </a:cubicBezTo>
                <a:cubicBezTo>
                  <a:pt x="602" y="293"/>
                  <a:pt x="628" y="295"/>
                  <a:pt x="654" y="295"/>
                </a:cubicBezTo>
                <a:cubicBezTo>
                  <a:pt x="680" y="296"/>
                  <a:pt x="706" y="297"/>
                  <a:pt x="734" y="298"/>
                </a:cubicBezTo>
                <a:cubicBezTo>
                  <a:pt x="760" y="298"/>
                  <a:pt x="787" y="298"/>
                  <a:pt x="813" y="298"/>
                </a:cubicBezTo>
                <a:cubicBezTo>
                  <a:pt x="840" y="298"/>
                  <a:pt x="866" y="298"/>
                  <a:pt x="893" y="298"/>
                </a:cubicBezTo>
                <a:cubicBezTo>
                  <a:pt x="919" y="297"/>
                  <a:pt x="945" y="296"/>
                  <a:pt x="972" y="295"/>
                </a:cubicBezTo>
                <a:cubicBezTo>
                  <a:pt x="998" y="295"/>
                  <a:pt x="1023" y="293"/>
                  <a:pt x="1049" y="292"/>
                </a:cubicBezTo>
                <a:cubicBezTo>
                  <a:pt x="1074" y="290"/>
                  <a:pt x="1099" y="289"/>
                  <a:pt x="1124" y="287"/>
                </a:cubicBezTo>
                <a:cubicBezTo>
                  <a:pt x="1148" y="285"/>
                  <a:pt x="1172" y="283"/>
                  <a:pt x="1196" y="281"/>
                </a:cubicBezTo>
                <a:cubicBezTo>
                  <a:pt x="1219" y="278"/>
                  <a:pt x="1242" y="276"/>
                  <a:pt x="1264" y="273"/>
                </a:cubicBezTo>
                <a:cubicBezTo>
                  <a:pt x="1286" y="271"/>
                  <a:pt x="1308" y="268"/>
                  <a:pt x="1328" y="265"/>
                </a:cubicBezTo>
                <a:cubicBezTo>
                  <a:pt x="1349" y="261"/>
                  <a:pt x="1368" y="258"/>
                  <a:pt x="1387" y="255"/>
                </a:cubicBezTo>
                <a:cubicBezTo>
                  <a:pt x="1406" y="251"/>
                  <a:pt x="1424" y="248"/>
                  <a:pt x="1441" y="244"/>
                </a:cubicBezTo>
                <a:cubicBezTo>
                  <a:pt x="1458" y="240"/>
                  <a:pt x="1473" y="236"/>
                  <a:pt x="1488" y="232"/>
                </a:cubicBezTo>
                <a:cubicBezTo>
                  <a:pt x="1503" y="228"/>
                  <a:pt x="1517" y="224"/>
                  <a:pt x="1529" y="220"/>
                </a:cubicBezTo>
                <a:cubicBezTo>
                  <a:pt x="1542" y="215"/>
                  <a:pt x="1553" y="211"/>
                  <a:pt x="1563" y="206"/>
                </a:cubicBezTo>
                <a:cubicBezTo>
                  <a:pt x="1573" y="202"/>
                  <a:pt x="1582" y="197"/>
                  <a:pt x="1590" y="193"/>
                </a:cubicBezTo>
                <a:cubicBezTo>
                  <a:pt x="1598" y="188"/>
                  <a:pt x="1604" y="183"/>
                  <a:pt x="1609" y="179"/>
                </a:cubicBezTo>
                <a:cubicBezTo>
                  <a:pt x="1615" y="174"/>
                  <a:pt x="1618" y="169"/>
                  <a:pt x="1621" y="164"/>
                </a:cubicBezTo>
                <a:cubicBezTo>
                  <a:pt x="1624" y="159"/>
                  <a:pt x="1625" y="154"/>
                  <a:pt x="1625" y="149"/>
                </a:cubicBezTo>
                <a:cubicBezTo>
                  <a:pt x="1625" y="145"/>
                  <a:pt x="1624" y="140"/>
                  <a:pt x="1621" y="135"/>
                </a:cubicBezTo>
                <a:cubicBezTo>
                  <a:pt x="1618" y="130"/>
                  <a:pt x="1615" y="125"/>
                  <a:pt x="1609" y="120"/>
                </a:cubicBezTo>
                <a:cubicBezTo>
                  <a:pt x="1604" y="116"/>
                  <a:pt x="1598" y="111"/>
                  <a:pt x="1590" y="106"/>
                </a:cubicBezTo>
                <a:cubicBezTo>
                  <a:pt x="1582" y="102"/>
                  <a:pt x="1573" y="97"/>
                  <a:pt x="1563" y="93"/>
                </a:cubicBezTo>
                <a:cubicBezTo>
                  <a:pt x="1553" y="88"/>
                  <a:pt x="1542" y="84"/>
                  <a:pt x="1529" y="79"/>
                </a:cubicBezTo>
                <a:cubicBezTo>
                  <a:pt x="1517" y="75"/>
                  <a:pt x="1503" y="71"/>
                  <a:pt x="1488" y="67"/>
                </a:cubicBezTo>
                <a:cubicBezTo>
                  <a:pt x="1473" y="63"/>
                  <a:pt x="1458" y="59"/>
                  <a:pt x="1441" y="55"/>
                </a:cubicBezTo>
                <a:cubicBezTo>
                  <a:pt x="1424" y="51"/>
                  <a:pt x="1406" y="48"/>
                  <a:pt x="1387" y="44"/>
                </a:cubicBezTo>
                <a:cubicBezTo>
                  <a:pt x="1368" y="41"/>
                  <a:pt x="1349" y="38"/>
                  <a:pt x="1328" y="34"/>
                </a:cubicBezTo>
                <a:cubicBezTo>
                  <a:pt x="1308" y="31"/>
                  <a:pt x="1286" y="28"/>
                  <a:pt x="1264" y="26"/>
                </a:cubicBezTo>
                <a:cubicBezTo>
                  <a:pt x="1242" y="23"/>
                  <a:pt x="1219" y="21"/>
                  <a:pt x="1196" y="18"/>
                </a:cubicBezTo>
                <a:cubicBezTo>
                  <a:pt x="1172" y="16"/>
                  <a:pt x="1148" y="14"/>
                  <a:pt x="1124" y="12"/>
                </a:cubicBezTo>
                <a:cubicBezTo>
                  <a:pt x="1099" y="10"/>
                  <a:pt x="1074" y="8"/>
                  <a:pt x="1049" y="7"/>
                </a:cubicBezTo>
                <a:cubicBezTo>
                  <a:pt x="1023" y="6"/>
                  <a:pt x="998" y="4"/>
                  <a:pt x="972" y="4"/>
                </a:cubicBezTo>
                <a:cubicBezTo>
                  <a:pt x="945" y="2"/>
                  <a:pt x="919" y="1"/>
                  <a:pt x="893" y="0"/>
                </a:cubicBezTo>
                <a:cubicBezTo>
                  <a:pt x="866" y="0"/>
                  <a:pt x="840" y="0"/>
                  <a:pt x="813" y="0"/>
                </a:cubicBezTo>
                <a:cubicBezTo>
                  <a:pt x="787" y="0"/>
                  <a:pt x="760" y="0"/>
                  <a:pt x="734" y="0"/>
                </a:cubicBezTo>
                <a:cubicBezTo>
                  <a:pt x="706" y="1"/>
                  <a:pt x="680" y="2"/>
                  <a:pt x="654" y="4"/>
                </a:cubicBezTo>
                <a:cubicBezTo>
                  <a:pt x="628" y="4"/>
                  <a:pt x="602" y="6"/>
                  <a:pt x="577" y="7"/>
                </a:cubicBezTo>
                <a:cubicBezTo>
                  <a:pt x="551" y="8"/>
                  <a:pt x="526" y="10"/>
                  <a:pt x="501" y="12"/>
                </a:cubicBezTo>
                <a:cubicBezTo>
                  <a:pt x="477" y="14"/>
                  <a:pt x="453" y="16"/>
                  <a:pt x="429" y="18"/>
                </a:cubicBezTo>
                <a:cubicBezTo>
                  <a:pt x="406" y="21"/>
                  <a:pt x="383" y="23"/>
                  <a:pt x="361" y="26"/>
                </a:cubicBezTo>
                <a:cubicBezTo>
                  <a:pt x="339" y="28"/>
                  <a:pt x="318" y="31"/>
                  <a:pt x="297" y="34"/>
                </a:cubicBezTo>
                <a:cubicBezTo>
                  <a:pt x="277" y="38"/>
                  <a:pt x="257" y="41"/>
                  <a:pt x="238" y="44"/>
                </a:cubicBezTo>
                <a:cubicBezTo>
                  <a:pt x="219" y="48"/>
                  <a:pt x="201" y="51"/>
                  <a:pt x="185" y="55"/>
                </a:cubicBezTo>
                <a:cubicBezTo>
                  <a:pt x="168" y="59"/>
                  <a:pt x="152" y="63"/>
                  <a:pt x="137" y="67"/>
                </a:cubicBezTo>
                <a:cubicBezTo>
                  <a:pt x="122" y="71"/>
                  <a:pt x="109" y="75"/>
                  <a:pt x="96" y="79"/>
                </a:cubicBezTo>
                <a:cubicBezTo>
                  <a:pt x="84" y="84"/>
                  <a:pt x="72" y="88"/>
                  <a:pt x="62" y="93"/>
                </a:cubicBezTo>
                <a:cubicBezTo>
                  <a:pt x="52" y="97"/>
                  <a:pt x="43" y="102"/>
                  <a:pt x="35" y="106"/>
                </a:cubicBezTo>
                <a:cubicBezTo>
                  <a:pt x="28" y="111"/>
                  <a:pt x="21" y="116"/>
                  <a:pt x="16" y="120"/>
                </a:cubicBezTo>
                <a:cubicBezTo>
                  <a:pt x="11" y="125"/>
                  <a:pt x="7" y="130"/>
                  <a:pt x="4" y="135"/>
                </a:cubicBezTo>
                <a:cubicBezTo>
                  <a:pt x="2" y="140"/>
                  <a:pt x="0" y="145"/>
                  <a:pt x="0" y="149"/>
                </a:cubicBezTo>
                <a:lnTo>
                  <a:pt x="0" y="991"/>
                </a:lnTo>
                <a:cubicBezTo>
                  <a:pt x="0" y="996"/>
                  <a:pt x="2" y="1001"/>
                  <a:pt x="4" y="1005"/>
                </a:cubicBezTo>
                <a:cubicBezTo>
                  <a:pt x="7" y="1010"/>
                  <a:pt x="11" y="1015"/>
                  <a:pt x="16" y="1020"/>
                </a:cubicBezTo>
                <a:cubicBezTo>
                  <a:pt x="21" y="1025"/>
                  <a:pt x="28" y="1029"/>
                  <a:pt x="35" y="1034"/>
                </a:cubicBezTo>
                <a:cubicBezTo>
                  <a:pt x="43" y="1039"/>
                  <a:pt x="52" y="1043"/>
                  <a:pt x="62" y="1048"/>
                </a:cubicBezTo>
                <a:cubicBezTo>
                  <a:pt x="72" y="1052"/>
                  <a:pt x="84" y="1057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8"/>
                  <a:pt x="168" y="1081"/>
                  <a:pt x="185" y="1085"/>
                </a:cubicBezTo>
                <a:cubicBezTo>
                  <a:pt x="201" y="1089"/>
                  <a:pt x="219" y="1093"/>
                  <a:pt x="238" y="1096"/>
                </a:cubicBezTo>
                <a:cubicBezTo>
                  <a:pt x="257" y="1099"/>
                  <a:pt x="277" y="1103"/>
                  <a:pt x="297" y="1106"/>
                </a:cubicBezTo>
                <a:cubicBezTo>
                  <a:pt x="318" y="1109"/>
                  <a:pt x="339" y="1112"/>
                  <a:pt x="361" y="1115"/>
                </a:cubicBezTo>
                <a:cubicBezTo>
                  <a:pt x="383" y="1117"/>
                  <a:pt x="406" y="1120"/>
                  <a:pt x="429" y="1122"/>
                </a:cubicBezTo>
                <a:cubicBezTo>
                  <a:pt x="453" y="1124"/>
                  <a:pt x="477" y="1126"/>
                  <a:pt x="501" y="1128"/>
                </a:cubicBezTo>
                <a:cubicBezTo>
                  <a:pt x="526" y="1130"/>
                  <a:pt x="551" y="1132"/>
                  <a:pt x="577" y="1133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8"/>
                  <a:pt x="734" y="1139"/>
                </a:cubicBezTo>
                <a:cubicBezTo>
                  <a:pt x="760" y="1139"/>
                  <a:pt x="787" y="1140"/>
                  <a:pt x="813" y="1140"/>
                </a:cubicBezTo>
                <a:cubicBezTo>
                  <a:pt x="840" y="1140"/>
                  <a:pt x="866" y="1139"/>
                  <a:pt x="893" y="1139"/>
                </a:cubicBezTo>
                <a:cubicBezTo>
                  <a:pt x="919" y="1138"/>
                  <a:pt x="945" y="1138"/>
                  <a:pt x="972" y="1137"/>
                </a:cubicBezTo>
                <a:cubicBezTo>
                  <a:pt x="998" y="1136"/>
                  <a:pt x="1023" y="1135"/>
                  <a:pt x="1049" y="1133"/>
                </a:cubicBezTo>
                <a:cubicBezTo>
                  <a:pt x="1074" y="1132"/>
                  <a:pt x="1099" y="1130"/>
                  <a:pt x="1124" y="1128"/>
                </a:cubicBezTo>
                <a:cubicBezTo>
                  <a:pt x="1148" y="1126"/>
                  <a:pt x="1172" y="1124"/>
                  <a:pt x="1196" y="1122"/>
                </a:cubicBezTo>
                <a:cubicBezTo>
                  <a:pt x="1219" y="1120"/>
                  <a:pt x="1242" y="1117"/>
                  <a:pt x="1264" y="1115"/>
                </a:cubicBezTo>
                <a:cubicBezTo>
                  <a:pt x="1286" y="1112"/>
                  <a:pt x="1308" y="1109"/>
                  <a:pt x="1328" y="1106"/>
                </a:cubicBezTo>
                <a:cubicBezTo>
                  <a:pt x="1349" y="1103"/>
                  <a:pt x="1368" y="1099"/>
                  <a:pt x="1387" y="1096"/>
                </a:cubicBezTo>
                <a:cubicBezTo>
                  <a:pt x="1406" y="1093"/>
                  <a:pt x="1424" y="1089"/>
                  <a:pt x="1441" y="1085"/>
                </a:cubicBezTo>
                <a:cubicBezTo>
                  <a:pt x="1458" y="1081"/>
                  <a:pt x="1473" y="1078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7"/>
                  <a:pt x="1553" y="1052"/>
                  <a:pt x="1563" y="1048"/>
                </a:cubicBezTo>
                <a:cubicBezTo>
                  <a:pt x="1573" y="1043"/>
                  <a:pt x="1582" y="1039"/>
                  <a:pt x="1590" y="1034"/>
                </a:cubicBezTo>
                <a:cubicBezTo>
                  <a:pt x="1598" y="1029"/>
                  <a:pt x="1604" y="1025"/>
                  <a:pt x="1609" y="1020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1"/>
                  <a:pt x="1625" y="996"/>
                  <a:pt x="1625" y="991"/>
                </a:cubicBezTo>
                <a:lnTo>
                  <a:pt x="1625" y="149"/>
                </a:lnTo>
                <a:lnTo>
                  <a:pt x="0" y="149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4709880" y="2252160"/>
            <a:ext cx="585000" cy="410400"/>
          </a:xfrm>
          <a:custGeom>
            <a:avLst/>
            <a:gdLst/>
            <a:ahLst/>
            <a:rect l="0" t="0" r="r" b="b"/>
            <a:pathLst>
              <a:path fill="none" w="1625" h="1140">
                <a:moveTo>
                  <a:pt x="0" y="149"/>
                </a:moveTo>
                <a:cubicBezTo>
                  <a:pt x="0" y="154"/>
                  <a:pt x="2" y="159"/>
                  <a:pt x="4" y="164"/>
                </a:cubicBezTo>
                <a:cubicBezTo>
                  <a:pt x="7" y="169"/>
                  <a:pt x="11" y="174"/>
                  <a:pt x="16" y="179"/>
                </a:cubicBezTo>
                <a:cubicBezTo>
                  <a:pt x="21" y="183"/>
                  <a:pt x="28" y="188"/>
                  <a:pt x="35" y="193"/>
                </a:cubicBezTo>
                <a:cubicBezTo>
                  <a:pt x="43" y="197"/>
                  <a:pt x="52" y="202"/>
                  <a:pt x="62" y="206"/>
                </a:cubicBezTo>
                <a:cubicBezTo>
                  <a:pt x="72" y="211"/>
                  <a:pt x="84" y="215"/>
                  <a:pt x="96" y="220"/>
                </a:cubicBezTo>
                <a:cubicBezTo>
                  <a:pt x="109" y="224"/>
                  <a:pt x="122" y="228"/>
                  <a:pt x="137" y="232"/>
                </a:cubicBezTo>
                <a:cubicBezTo>
                  <a:pt x="152" y="236"/>
                  <a:pt x="168" y="240"/>
                  <a:pt x="185" y="244"/>
                </a:cubicBezTo>
                <a:cubicBezTo>
                  <a:pt x="201" y="248"/>
                  <a:pt x="219" y="251"/>
                  <a:pt x="238" y="255"/>
                </a:cubicBezTo>
                <a:cubicBezTo>
                  <a:pt x="257" y="258"/>
                  <a:pt x="277" y="261"/>
                  <a:pt x="297" y="265"/>
                </a:cubicBezTo>
                <a:cubicBezTo>
                  <a:pt x="318" y="268"/>
                  <a:pt x="339" y="271"/>
                  <a:pt x="361" y="273"/>
                </a:cubicBezTo>
                <a:cubicBezTo>
                  <a:pt x="383" y="276"/>
                  <a:pt x="406" y="278"/>
                  <a:pt x="429" y="281"/>
                </a:cubicBezTo>
                <a:cubicBezTo>
                  <a:pt x="453" y="283"/>
                  <a:pt x="477" y="285"/>
                  <a:pt x="501" y="287"/>
                </a:cubicBezTo>
                <a:cubicBezTo>
                  <a:pt x="526" y="289"/>
                  <a:pt x="551" y="290"/>
                  <a:pt x="577" y="292"/>
                </a:cubicBezTo>
                <a:cubicBezTo>
                  <a:pt x="602" y="293"/>
                  <a:pt x="628" y="295"/>
                  <a:pt x="654" y="295"/>
                </a:cubicBezTo>
                <a:cubicBezTo>
                  <a:pt x="680" y="296"/>
                  <a:pt x="706" y="297"/>
                  <a:pt x="734" y="298"/>
                </a:cubicBezTo>
                <a:cubicBezTo>
                  <a:pt x="760" y="298"/>
                  <a:pt x="787" y="298"/>
                  <a:pt x="813" y="298"/>
                </a:cubicBezTo>
                <a:cubicBezTo>
                  <a:pt x="840" y="298"/>
                  <a:pt x="866" y="298"/>
                  <a:pt x="893" y="298"/>
                </a:cubicBezTo>
                <a:cubicBezTo>
                  <a:pt x="919" y="297"/>
                  <a:pt x="945" y="296"/>
                  <a:pt x="972" y="295"/>
                </a:cubicBezTo>
                <a:cubicBezTo>
                  <a:pt x="998" y="295"/>
                  <a:pt x="1023" y="293"/>
                  <a:pt x="1049" y="292"/>
                </a:cubicBezTo>
                <a:cubicBezTo>
                  <a:pt x="1074" y="290"/>
                  <a:pt x="1099" y="289"/>
                  <a:pt x="1124" y="287"/>
                </a:cubicBezTo>
                <a:cubicBezTo>
                  <a:pt x="1148" y="285"/>
                  <a:pt x="1172" y="283"/>
                  <a:pt x="1196" y="281"/>
                </a:cubicBezTo>
                <a:cubicBezTo>
                  <a:pt x="1219" y="278"/>
                  <a:pt x="1242" y="276"/>
                  <a:pt x="1264" y="273"/>
                </a:cubicBezTo>
                <a:cubicBezTo>
                  <a:pt x="1286" y="271"/>
                  <a:pt x="1308" y="268"/>
                  <a:pt x="1328" y="265"/>
                </a:cubicBezTo>
                <a:cubicBezTo>
                  <a:pt x="1349" y="261"/>
                  <a:pt x="1368" y="258"/>
                  <a:pt x="1387" y="255"/>
                </a:cubicBezTo>
                <a:cubicBezTo>
                  <a:pt x="1406" y="251"/>
                  <a:pt x="1424" y="248"/>
                  <a:pt x="1441" y="244"/>
                </a:cubicBezTo>
                <a:cubicBezTo>
                  <a:pt x="1458" y="240"/>
                  <a:pt x="1473" y="236"/>
                  <a:pt x="1488" y="232"/>
                </a:cubicBezTo>
                <a:cubicBezTo>
                  <a:pt x="1503" y="228"/>
                  <a:pt x="1517" y="224"/>
                  <a:pt x="1529" y="220"/>
                </a:cubicBezTo>
                <a:cubicBezTo>
                  <a:pt x="1542" y="215"/>
                  <a:pt x="1553" y="211"/>
                  <a:pt x="1563" y="206"/>
                </a:cubicBezTo>
                <a:cubicBezTo>
                  <a:pt x="1573" y="202"/>
                  <a:pt x="1582" y="197"/>
                  <a:pt x="1590" y="193"/>
                </a:cubicBezTo>
                <a:cubicBezTo>
                  <a:pt x="1598" y="188"/>
                  <a:pt x="1604" y="183"/>
                  <a:pt x="1609" y="179"/>
                </a:cubicBezTo>
                <a:cubicBezTo>
                  <a:pt x="1615" y="174"/>
                  <a:pt x="1618" y="169"/>
                  <a:pt x="1621" y="164"/>
                </a:cubicBezTo>
                <a:cubicBezTo>
                  <a:pt x="1624" y="159"/>
                  <a:pt x="1625" y="154"/>
                  <a:pt x="1625" y="149"/>
                </a:cubicBezTo>
                <a:cubicBezTo>
                  <a:pt x="1625" y="145"/>
                  <a:pt x="1624" y="140"/>
                  <a:pt x="1621" y="135"/>
                </a:cubicBezTo>
                <a:cubicBezTo>
                  <a:pt x="1618" y="130"/>
                  <a:pt x="1615" y="125"/>
                  <a:pt x="1609" y="120"/>
                </a:cubicBezTo>
                <a:cubicBezTo>
                  <a:pt x="1604" y="116"/>
                  <a:pt x="1598" y="111"/>
                  <a:pt x="1590" y="106"/>
                </a:cubicBezTo>
                <a:cubicBezTo>
                  <a:pt x="1582" y="102"/>
                  <a:pt x="1573" y="97"/>
                  <a:pt x="1563" y="93"/>
                </a:cubicBezTo>
                <a:cubicBezTo>
                  <a:pt x="1553" y="88"/>
                  <a:pt x="1542" y="84"/>
                  <a:pt x="1529" y="79"/>
                </a:cubicBezTo>
                <a:cubicBezTo>
                  <a:pt x="1517" y="75"/>
                  <a:pt x="1503" y="71"/>
                  <a:pt x="1488" y="67"/>
                </a:cubicBezTo>
                <a:cubicBezTo>
                  <a:pt x="1473" y="63"/>
                  <a:pt x="1458" y="59"/>
                  <a:pt x="1441" y="55"/>
                </a:cubicBezTo>
                <a:cubicBezTo>
                  <a:pt x="1424" y="51"/>
                  <a:pt x="1406" y="48"/>
                  <a:pt x="1387" y="44"/>
                </a:cubicBezTo>
                <a:cubicBezTo>
                  <a:pt x="1368" y="41"/>
                  <a:pt x="1349" y="38"/>
                  <a:pt x="1328" y="34"/>
                </a:cubicBezTo>
                <a:cubicBezTo>
                  <a:pt x="1308" y="31"/>
                  <a:pt x="1286" y="28"/>
                  <a:pt x="1264" y="26"/>
                </a:cubicBezTo>
                <a:cubicBezTo>
                  <a:pt x="1242" y="23"/>
                  <a:pt x="1219" y="21"/>
                  <a:pt x="1196" y="18"/>
                </a:cubicBezTo>
                <a:cubicBezTo>
                  <a:pt x="1172" y="16"/>
                  <a:pt x="1148" y="14"/>
                  <a:pt x="1124" y="12"/>
                </a:cubicBezTo>
                <a:cubicBezTo>
                  <a:pt x="1099" y="10"/>
                  <a:pt x="1074" y="8"/>
                  <a:pt x="1049" y="7"/>
                </a:cubicBezTo>
                <a:cubicBezTo>
                  <a:pt x="1023" y="6"/>
                  <a:pt x="998" y="4"/>
                  <a:pt x="972" y="4"/>
                </a:cubicBezTo>
                <a:cubicBezTo>
                  <a:pt x="945" y="2"/>
                  <a:pt x="919" y="1"/>
                  <a:pt x="893" y="0"/>
                </a:cubicBezTo>
                <a:cubicBezTo>
                  <a:pt x="866" y="0"/>
                  <a:pt x="840" y="0"/>
                  <a:pt x="813" y="0"/>
                </a:cubicBezTo>
                <a:cubicBezTo>
                  <a:pt x="787" y="0"/>
                  <a:pt x="760" y="0"/>
                  <a:pt x="734" y="0"/>
                </a:cubicBezTo>
                <a:cubicBezTo>
                  <a:pt x="706" y="1"/>
                  <a:pt x="680" y="2"/>
                  <a:pt x="654" y="4"/>
                </a:cubicBezTo>
                <a:cubicBezTo>
                  <a:pt x="628" y="4"/>
                  <a:pt x="602" y="6"/>
                  <a:pt x="577" y="7"/>
                </a:cubicBezTo>
                <a:cubicBezTo>
                  <a:pt x="551" y="8"/>
                  <a:pt x="526" y="10"/>
                  <a:pt x="501" y="12"/>
                </a:cubicBezTo>
                <a:cubicBezTo>
                  <a:pt x="477" y="14"/>
                  <a:pt x="453" y="16"/>
                  <a:pt x="429" y="18"/>
                </a:cubicBezTo>
                <a:cubicBezTo>
                  <a:pt x="406" y="21"/>
                  <a:pt x="383" y="23"/>
                  <a:pt x="361" y="26"/>
                </a:cubicBezTo>
                <a:cubicBezTo>
                  <a:pt x="339" y="28"/>
                  <a:pt x="318" y="31"/>
                  <a:pt x="297" y="34"/>
                </a:cubicBezTo>
                <a:cubicBezTo>
                  <a:pt x="277" y="38"/>
                  <a:pt x="257" y="41"/>
                  <a:pt x="238" y="44"/>
                </a:cubicBezTo>
                <a:cubicBezTo>
                  <a:pt x="219" y="48"/>
                  <a:pt x="201" y="51"/>
                  <a:pt x="185" y="55"/>
                </a:cubicBezTo>
                <a:cubicBezTo>
                  <a:pt x="168" y="59"/>
                  <a:pt x="152" y="63"/>
                  <a:pt x="137" y="67"/>
                </a:cubicBezTo>
                <a:cubicBezTo>
                  <a:pt x="122" y="71"/>
                  <a:pt x="109" y="75"/>
                  <a:pt x="96" y="79"/>
                </a:cubicBezTo>
                <a:cubicBezTo>
                  <a:pt x="84" y="84"/>
                  <a:pt x="72" y="88"/>
                  <a:pt x="62" y="93"/>
                </a:cubicBezTo>
                <a:cubicBezTo>
                  <a:pt x="52" y="97"/>
                  <a:pt x="43" y="102"/>
                  <a:pt x="35" y="106"/>
                </a:cubicBezTo>
                <a:cubicBezTo>
                  <a:pt x="28" y="111"/>
                  <a:pt x="21" y="116"/>
                  <a:pt x="16" y="120"/>
                </a:cubicBezTo>
                <a:cubicBezTo>
                  <a:pt x="11" y="125"/>
                  <a:pt x="7" y="130"/>
                  <a:pt x="4" y="135"/>
                </a:cubicBezTo>
                <a:cubicBezTo>
                  <a:pt x="2" y="140"/>
                  <a:pt x="0" y="145"/>
                  <a:pt x="0" y="149"/>
                </a:cubicBezTo>
                <a:lnTo>
                  <a:pt x="0" y="991"/>
                </a:lnTo>
                <a:cubicBezTo>
                  <a:pt x="0" y="996"/>
                  <a:pt x="2" y="1001"/>
                  <a:pt x="4" y="1005"/>
                </a:cubicBezTo>
                <a:cubicBezTo>
                  <a:pt x="7" y="1010"/>
                  <a:pt x="11" y="1015"/>
                  <a:pt x="16" y="1020"/>
                </a:cubicBezTo>
                <a:cubicBezTo>
                  <a:pt x="21" y="1025"/>
                  <a:pt x="28" y="1029"/>
                  <a:pt x="35" y="1034"/>
                </a:cubicBezTo>
                <a:cubicBezTo>
                  <a:pt x="43" y="1039"/>
                  <a:pt x="52" y="1043"/>
                  <a:pt x="62" y="1048"/>
                </a:cubicBezTo>
                <a:cubicBezTo>
                  <a:pt x="72" y="1052"/>
                  <a:pt x="84" y="1057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8"/>
                  <a:pt x="168" y="1081"/>
                  <a:pt x="185" y="1085"/>
                </a:cubicBezTo>
                <a:cubicBezTo>
                  <a:pt x="201" y="1089"/>
                  <a:pt x="219" y="1093"/>
                  <a:pt x="238" y="1096"/>
                </a:cubicBezTo>
                <a:cubicBezTo>
                  <a:pt x="257" y="1099"/>
                  <a:pt x="277" y="1103"/>
                  <a:pt x="297" y="1106"/>
                </a:cubicBezTo>
                <a:cubicBezTo>
                  <a:pt x="318" y="1109"/>
                  <a:pt x="339" y="1112"/>
                  <a:pt x="361" y="1115"/>
                </a:cubicBezTo>
                <a:cubicBezTo>
                  <a:pt x="383" y="1117"/>
                  <a:pt x="406" y="1120"/>
                  <a:pt x="429" y="1122"/>
                </a:cubicBezTo>
                <a:cubicBezTo>
                  <a:pt x="453" y="1124"/>
                  <a:pt x="477" y="1126"/>
                  <a:pt x="501" y="1128"/>
                </a:cubicBezTo>
                <a:cubicBezTo>
                  <a:pt x="526" y="1130"/>
                  <a:pt x="551" y="1132"/>
                  <a:pt x="577" y="1133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8"/>
                  <a:pt x="734" y="1139"/>
                </a:cubicBezTo>
                <a:cubicBezTo>
                  <a:pt x="760" y="1139"/>
                  <a:pt x="787" y="1140"/>
                  <a:pt x="813" y="1140"/>
                </a:cubicBezTo>
                <a:cubicBezTo>
                  <a:pt x="840" y="1140"/>
                  <a:pt x="866" y="1139"/>
                  <a:pt x="893" y="1139"/>
                </a:cubicBezTo>
                <a:cubicBezTo>
                  <a:pt x="919" y="1138"/>
                  <a:pt x="945" y="1138"/>
                  <a:pt x="972" y="1137"/>
                </a:cubicBezTo>
                <a:cubicBezTo>
                  <a:pt x="998" y="1136"/>
                  <a:pt x="1023" y="1135"/>
                  <a:pt x="1049" y="1133"/>
                </a:cubicBezTo>
                <a:cubicBezTo>
                  <a:pt x="1074" y="1132"/>
                  <a:pt x="1099" y="1130"/>
                  <a:pt x="1124" y="1128"/>
                </a:cubicBezTo>
                <a:cubicBezTo>
                  <a:pt x="1148" y="1126"/>
                  <a:pt x="1172" y="1124"/>
                  <a:pt x="1196" y="1122"/>
                </a:cubicBezTo>
                <a:cubicBezTo>
                  <a:pt x="1219" y="1120"/>
                  <a:pt x="1242" y="1117"/>
                  <a:pt x="1264" y="1115"/>
                </a:cubicBezTo>
                <a:cubicBezTo>
                  <a:pt x="1286" y="1112"/>
                  <a:pt x="1308" y="1109"/>
                  <a:pt x="1328" y="1106"/>
                </a:cubicBezTo>
                <a:cubicBezTo>
                  <a:pt x="1349" y="1103"/>
                  <a:pt x="1368" y="1099"/>
                  <a:pt x="1387" y="1096"/>
                </a:cubicBezTo>
                <a:cubicBezTo>
                  <a:pt x="1406" y="1093"/>
                  <a:pt x="1424" y="1089"/>
                  <a:pt x="1441" y="1085"/>
                </a:cubicBezTo>
                <a:cubicBezTo>
                  <a:pt x="1458" y="1081"/>
                  <a:pt x="1473" y="1078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7"/>
                  <a:pt x="1553" y="1052"/>
                  <a:pt x="1563" y="1048"/>
                </a:cubicBezTo>
                <a:cubicBezTo>
                  <a:pt x="1573" y="1043"/>
                  <a:pt x="1582" y="1039"/>
                  <a:pt x="1590" y="1034"/>
                </a:cubicBezTo>
                <a:cubicBezTo>
                  <a:pt x="1598" y="1029"/>
                  <a:pt x="1604" y="1025"/>
                  <a:pt x="1609" y="1020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1"/>
                  <a:pt x="1625" y="996"/>
                  <a:pt x="1625" y="991"/>
                </a:cubicBezTo>
                <a:lnTo>
                  <a:pt x="1625" y="149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3116880" y="2513160"/>
            <a:ext cx="35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4739760" y="2410200"/>
            <a:ext cx="53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6013800" y="2241360"/>
            <a:ext cx="787680" cy="431640"/>
          </a:xfrm>
          <a:custGeom>
            <a:avLst/>
            <a:gdLst/>
            <a:ahLst/>
            <a:rect l="0" t="0" r="r" b="b"/>
            <a:pathLst>
              <a:path w="2188" h="1199">
                <a:moveTo>
                  <a:pt x="0" y="169"/>
                </a:moveTo>
                <a:cubicBezTo>
                  <a:pt x="0" y="174"/>
                  <a:pt x="2" y="180"/>
                  <a:pt x="6" y="185"/>
                </a:cubicBezTo>
                <a:cubicBezTo>
                  <a:pt x="9" y="191"/>
                  <a:pt x="14" y="196"/>
                  <a:pt x="21" y="201"/>
                </a:cubicBezTo>
                <a:cubicBezTo>
                  <a:pt x="28" y="207"/>
                  <a:pt x="37" y="212"/>
                  <a:pt x="47" y="218"/>
                </a:cubicBezTo>
                <a:cubicBezTo>
                  <a:pt x="58" y="223"/>
                  <a:pt x="70" y="228"/>
                  <a:pt x="84" y="233"/>
                </a:cubicBezTo>
                <a:cubicBezTo>
                  <a:pt x="97" y="238"/>
                  <a:pt x="113" y="243"/>
                  <a:pt x="129" y="248"/>
                </a:cubicBezTo>
                <a:cubicBezTo>
                  <a:pt x="146" y="253"/>
                  <a:pt x="165" y="258"/>
                  <a:pt x="185" y="262"/>
                </a:cubicBezTo>
                <a:cubicBezTo>
                  <a:pt x="205" y="267"/>
                  <a:pt x="226" y="271"/>
                  <a:pt x="249" y="276"/>
                </a:cubicBezTo>
                <a:cubicBezTo>
                  <a:pt x="271" y="280"/>
                  <a:pt x="295" y="284"/>
                  <a:pt x="321" y="288"/>
                </a:cubicBezTo>
                <a:cubicBezTo>
                  <a:pt x="346" y="292"/>
                  <a:pt x="372" y="295"/>
                  <a:pt x="400" y="299"/>
                </a:cubicBezTo>
                <a:cubicBezTo>
                  <a:pt x="428" y="302"/>
                  <a:pt x="457" y="306"/>
                  <a:pt x="486" y="309"/>
                </a:cubicBezTo>
                <a:cubicBezTo>
                  <a:pt x="516" y="312"/>
                  <a:pt x="547" y="315"/>
                  <a:pt x="578" y="317"/>
                </a:cubicBezTo>
                <a:cubicBezTo>
                  <a:pt x="610" y="320"/>
                  <a:pt x="642" y="322"/>
                  <a:pt x="675" y="324"/>
                </a:cubicBezTo>
                <a:cubicBezTo>
                  <a:pt x="708" y="327"/>
                  <a:pt x="742" y="328"/>
                  <a:pt x="776" y="330"/>
                </a:cubicBezTo>
                <a:cubicBezTo>
                  <a:pt x="811" y="332"/>
                  <a:pt x="845" y="333"/>
                  <a:pt x="880" y="334"/>
                </a:cubicBezTo>
                <a:cubicBezTo>
                  <a:pt x="916" y="335"/>
                  <a:pt x="951" y="336"/>
                  <a:pt x="987" y="336"/>
                </a:cubicBezTo>
                <a:cubicBezTo>
                  <a:pt x="1022" y="337"/>
                  <a:pt x="1058" y="337"/>
                  <a:pt x="1094" y="337"/>
                </a:cubicBezTo>
                <a:cubicBezTo>
                  <a:pt x="1130" y="337"/>
                  <a:pt x="1165" y="337"/>
                  <a:pt x="1201" y="336"/>
                </a:cubicBezTo>
                <a:cubicBezTo>
                  <a:pt x="1237" y="336"/>
                  <a:pt x="1272" y="335"/>
                  <a:pt x="1307" y="334"/>
                </a:cubicBezTo>
                <a:cubicBezTo>
                  <a:pt x="1342" y="333"/>
                  <a:pt x="1377" y="332"/>
                  <a:pt x="1411" y="330"/>
                </a:cubicBezTo>
                <a:cubicBezTo>
                  <a:pt x="1445" y="328"/>
                  <a:pt x="1479" y="327"/>
                  <a:pt x="1512" y="324"/>
                </a:cubicBezTo>
                <a:cubicBezTo>
                  <a:pt x="1545" y="322"/>
                  <a:pt x="1578" y="320"/>
                  <a:pt x="1609" y="317"/>
                </a:cubicBezTo>
                <a:cubicBezTo>
                  <a:pt x="1641" y="315"/>
                  <a:pt x="1672" y="312"/>
                  <a:pt x="1701" y="309"/>
                </a:cubicBezTo>
                <a:cubicBezTo>
                  <a:pt x="1731" y="306"/>
                  <a:pt x="1760" y="302"/>
                  <a:pt x="1787" y="299"/>
                </a:cubicBezTo>
                <a:cubicBezTo>
                  <a:pt x="1815" y="295"/>
                  <a:pt x="1842" y="292"/>
                  <a:pt x="1867" y="288"/>
                </a:cubicBezTo>
                <a:cubicBezTo>
                  <a:pt x="1893" y="284"/>
                  <a:pt x="1917" y="280"/>
                  <a:pt x="1940" y="276"/>
                </a:cubicBezTo>
                <a:cubicBezTo>
                  <a:pt x="1963" y="271"/>
                  <a:pt x="1984" y="267"/>
                  <a:pt x="2004" y="262"/>
                </a:cubicBezTo>
                <a:cubicBezTo>
                  <a:pt x="2024" y="258"/>
                  <a:pt x="2042" y="253"/>
                  <a:pt x="2059" y="248"/>
                </a:cubicBezTo>
                <a:cubicBezTo>
                  <a:pt x="2076" y="243"/>
                  <a:pt x="2091" y="238"/>
                  <a:pt x="2105" y="233"/>
                </a:cubicBezTo>
                <a:cubicBezTo>
                  <a:pt x="2119" y="228"/>
                  <a:pt x="2131" y="223"/>
                  <a:pt x="2141" y="218"/>
                </a:cubicBezTo>
                <a:cubicBezTo>
                  <a:pt x="2152" y="212"/>
                  <a:pt x="2160" y="207"/>
                  <a:pt x="2167" y="201"/>
                </a:cubicBezTo>
                <a:cubicBezTo>
                  <a:pt x="2174" y="196"/>
                  <a:pt x="2179" y="191"/>
                  <a:pt x="2183" y="185"/>
                </a:cubicBezTo>
                <a:cubicBezTo>
                  <a:pt x="2186" y="180"/>
                  <a:pt x="2188" y="174"/>
                  <a:pt x="2188" y="169"/>
                </a:cubicBezTo>
                <a:cubicBezTo>
                  <a:pt x="2188" y="163"/>
                  <a:pt x="2186" y="157"/>
                  <a:pt x="2183" y="152"/>
                </a:cubicBezTo>
                <a:cubicBezTo>
                  <a:pt x="2179" y="146"/>
                  <a:pt x="2174" y="141"/>
                  <a:pt x="2167" y="136"/>
                </a:cubicBezTo>
                <a:cubicBezTo>
                  <a:pt x="2160" y="130"/>
                  <a:pt x="2152" y="125"/>
                  <a:pt x="2141" y="120"/>
                </a:cubicBezTo>
                <a:cubicBezTo>
                  <a:pt x="2131" y="114"/>
                  <a:pt x="2119" y="109"/>
                  <a:pt x="2105" y="104"/>
                </a:cubicBezTo>
                <a:cubicBezTo>
                  <a:pt x="2091" y="99"/>
                  <a:pt x="2076" y="94"/>
                  <a:pt x="2059" y="89"/>
                </a:cubicBezTo>
                <a:cubicBezTo>
                  <a:pt x="2042" y="84"/>
                  <a:pt x="2024" y="79"/>
                  <a:pt x="2004" y="75"/>
                </a:cubicBezTo>
                <a:cubicBezTo>
                  <a:pt x="1984" y="70"/>
                  <a:pt x="1963" y="66"/>
                  <a:pt x="1940" y="61"/>
                </a:cubicBezTo>
                <a:cubicBezTo>
                  <a:pt x="1917" y="57"/>
                  <a:pt x="1893" y="53"/>
                  <a:pt x="1867" y="49"/>
                </a:cubicBezTo>
                <a:cubicBezTo>
                  <a:pt x="1842" y="45"/>
                  <a:pt x="1815" y="42"/>
                  <a:pt x="1787" y="38"/>
                </a:cubicBezTo>
                <a:cubicBezTo>
                  <a:pt x="1760" y="35"/>
                  <a:pt x="1731" y="31"/>
                  <a:pt x="1701" y="28"/>
                </a:cubicBezTo>
                <a:cubicBezTo>
                  <a:pt x="1672" y="25"/>
                  <a:pt x="1641" y="22"/>
                  <a:pt x="1609" y="20"/>
                </a:cubicBezTo>
                <a:cubicBezTo>
                  <a:pt x="1578" y="17"/>
                  <a:pt x="1545" y="15"/>
                  <a:pt x="1512" y="13"/>
                </a:cubicBezTo>
                <a:cubicBezTo>
                  <a:pt x="1479" y="10"/>
                  <a:pt x="1445" y="9"/>
                  <a:pt x="1411" y="7"/>
                </a:cubicBezTo>
                <a:cubicBezTo>
                  <a:pt x="1377" y="5"/>
                  <a:pt x="1342" y="4"/>
                  <a:pt x="1307" y="3"/>
                </a:cubicBezTo>
                <a:cubicBezTo>
                  <a:pt x="1272" y="2"/>
                  <a:pt x="1237" y="1"/>
                  <a:pt x="1201" y="1"/>
                </a:cubicBezTo>
                <a:cubicBezTo>
                  <a:pt x="1165" y="0"/>
                  <a:pt x="1130" y="0"/>
                  <a:pt x="1094" y="0"/>
                </a:cubicBezTo>
                <a:cubicBezTo>
                  <a:pt x="1058" y="0"/>
                  <a:pt x="1022" y="0"/>
                  <a:pt x="987" y="1"/>
                </a:cubicBezTo>
                <a:cubicBezTo>
                  <a:pt x="951" y="1"/>
                  <a:pt x="916" y="2"/>
                  <a:pt x="880" y="3"/>
                </a:cubicBezTo>
                <a:cubicBezTo>
                  <a:pt x="845" y="4"/>
                  <a:pt x="811" y="5"/>
                  <a:pt x="776" y="7"/>
                </a:cubicBezTo>
                <a:cubicBezTo>
                  <a:pt x="742" y="9"/>
                  <a:pt x="708" y="10"/>
                  <a:pt x="675" y="13"/>
                </a:cubicBezTo>
                <a:cubicBezTo>
                  <a:pt x="642" y="15"/>
                  <a:pt x="610" y="17"/>
                  <a:pt x="578" y="20"/>
                </a:cubicBezTo>
                <a:cubicBezTo>
                  <a:pt x="547" y="22"/>
                  <a:pt x="516" y="25"/>
                  <a:pt x="486" y="28"/>
                </a:cubicBezTo>
                <a:cubicBezTo>
                  <a:pt x="457" y="31"/>
                  <a:pt x="428" y="35"/>
                  <a:pt x="400" y="38"/>
                </a:cubicBezTo>
                <a:cubicBezTo>
                  <a:pt x="372" y="42"/>
                  <a:pt x="346" y="45"/>
                  <a:pt x="321" y="49"/>
                </a:cubicBezTo>
                <a:cubicBezTo>
                  <a:pt x="295" y="53"/>
                  <a:pt x="271" y="57"/>
                  <a:pt x="249" y="61"/>
                </a:cubicBezTo>
                <a:cubicBezTo>
                  <a:pt x="226" y="66"/>
                  <a:pt x="205" y="70"/>
                  <a:pt x="185" y="75"/>
                </a:cubicBezTo>
                <a:cubicBezTo>
                  <a:pt x="165" y="79"/>
                  <a:pt x="146" y="84"/>
                  <a:pt x="129" y="89"/>
                </a:cubicBezTo>
                <a:cubicBezTo>
                  <a:pt x="113" y="94"/>
                  <a:pt x="97" y="99"/>
                  <a:pt x="84" y="104"/>
                </a:cubicBezTo>
                <a:cubicBezTo>
                  <a:pt x="70" y="109"/>
                  <a:pt x="58" y="114"/>
                  <a:pt x="47" y="120"/>
                </a:cubicBezTo>
                <a:cubicBezTo>
                  <a:pt x="37" y="125"/>
                  <a:pt x="28" y="130"/>
                  <a:pt x="21" y="136"/>
                </a:cubicBezTo>
                <a:cubicBezTo>
                  <a:pt x="14" y="141"/>
                  <a:pt x="9" y="146"/>
                  <a:pt x="6" y="152"/>
                </a:cubicBezTo>
                <a:cubicBezTo>
                  <a:pt x="2" y="157"/>
                  <a:pt x="0" y="163"/>
                  <a:pt x="0" y="169"/>
                </a:cubicBezTo>
                <a:lnTo>
                  <a:pt x="0" y="1031"/>
                </a:lnTo>
                <a:cubicBezTo>
                  <a:pt x="0" y="1036"/>
                  <a:pt x="2" y="1042"/>
                  <a:pt x="6" y="1047"/>
                </a:cubicBezTo>
                <a:cubicBezTo>
                  <a:pt x="9" y="1053"/>
                  <a:pt x="14" y="1058"/>
                  <a:pt x="21" y="1064"/>
                </a:cubicBezTo>
                <a:cubicBezTo>
                  <a:pt x="28" y="1069"/>
                  <a:pt x="37" y="1074"/>
                  <a:pt x="47" y="1080"/>
                </a:cubicBezTo>
                <a:cubicBezTo>
                  <a:pt x="58" y="1085"/>
                  <a:pt x="70" y="1090"/>
                  <a:pt x="84" y="1095"/>
                </a:cubicBezTo>
                <a:cubicBezTo>
                  <a:pt x="97" y="1100"/>
                  <a:pt x="113" y="1105"/>
                  <a:pt x="129" y="1110"/>
                </a:cubicBezTo>
                <a:cubicBezTo>
                  <a:pt x="146" y="1115"/>
                  <a:pt x="165" y="1120"/>
                  <a:pt x="185" y="1124"/>
                </a:cubicBezTo>
                <a:cubicBezTo>
                  <a:pt x="205" y="1129"/>
                  <a:pt x="226" y="1134"/>
                  <a:pt x="249" y="1138"/>
                </a:cubicBezTo>
                <a:cubicBezTo>
                  <a:pt x="271" y="1142"/>
                  <a:pt x="295" y="1146"/>
                  <a:pt x="321" y="1150"/>
                </a:cubicBezTo>
                <a:cubicBezTo>
                  <a:pt x="346" y="1154"/>
                  <a:pt x="372" y="1158"/>
                  <a:pt x="400" y="1161"/>
                </a:cubicBezTo>
                <a:cubicBezTo>
                  <a:pt x="428" y="1165"/>
                  <a:pt x="457" y="1168"/>
                  <a:pt x="486" y="1171"/>
                </a:cubicBezTo>
                <a:cubicBezTo>
                  <a:pt x="516" y="1174"/>
                  <a:pt x="547" y="1177"/>
                  <a:pt x="578" y="1180"/>
                </a:cubicBezTo>
                <a:cubicBezTo>
                  <a:pt x="610" y="1182"/>
                  <a:pt x="642" y="1185"/>
                  <a:pt x="675" y="1187"/>
                </a:cubicBezTo>
                <a:cubicBezTo>
                  <a:pt x="708" y="1189"/>
                  <a:pt x="742" y="1191"/>
                  <a:pt x="776" y="1192"/>
                </a:cubicBezTo>
                <a:cubicBezTo>
                  <a:pt x="811" y="1194"/>
                  <a:pt x="845" y="1195"/>
                  <a:pt x="880" y="1196"/>
                </a:cubicBezTo>
                <a:cubicBezTo>
                  <a:pt x="916" y="1197"/>
                  <a:pt x="951" y="1198"/>
                  <a:pt x="987" y="1199"/>
                </a:cubicBezTo>
                <a:cubicBezTo>
                  <a:pt x="1022" y="1199"/>
                  <a:pt x="1058" y="1199"/>
                  <a:pt x="1094" y="1199"/>
                </a:cubicBezTo>
                <a:cubicBezTo>
                  <a:pt x="1130" y="1199"/>
                  <a:pt x="1165" y="1199"/>
                  <a:pt x="1201" y="1199"/>
                </a:cubicBezTo>
                <a:cubicBezTo>
                  <a:pt x="1237" y="1198"/>
                  <a:pt x="1272" y="1197"/>
                  <a:pt x="1307" y="1196"/>
                </a:cubicBezTo>
                <a:cubicBezTo>
                  <a:pt x="1342" y="1195"/>
                  <a:pt x="1377" y="1194"/>
                  <a:pt x="1411" y="1192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5"/>
                  <a:pt x="1578" y="1182"/>
                  <a:pt x="1609" y="1180"/>
                </a:cubicBezTo>
                <a:cubicBezTo>
                  <a:pt x="1641" y="1177"/>
                  <a:pt x="1672" y="1174"/>
                  <a:pt x="1701" y="1171"/>
                </a:cubicBezTo>
                <a:cubicBezTo>
                  <a:pt x="1731" y="1168"/>
                  <a:pt x="1760" y="1165"/>
                  <a:pt x="1787" y="1161"/>
                </a:cubicBezTo>
                <a:cubicBezTo>
                  <a:pt x="1815" y="1158"/>
                  <a:pt x="1842" y="1154"/>
                  <a:pt x="1867" y="1150"/>
                </a:cubicBezTo>
                <a:cubicBezTo>
                  <a:pt x="1893" y="1146"/>
                  <a:pt x="1917" y="1142"/>
                  <a:pt x="1940" y="1138"/>
                </a:cubicBezTo>
                <a:cubicBezTo>
                  <a:pt x="1963" y="1134"/>
                  <a:pt x="1984" y="1129"/>
                  <a:pt x="2004" y="1124"/>
                </a:cubicBezTo>
                <a:cubicBezTo>
                  <a:pt x="2024" y="1120"/>
                  <a:pt x="2042" y="1115"/>
                  <a:pt x="2059" y="1110"/>
                </a:cubicBezTo>
                <a:cubicBezTo>
                  <a:pt x="2076" y="1105"/>
                  <a:pt x="2091" y="1100"/>
                  <a:pt x="2105" y="1095"/>
                </a:cubicBezTo>
                <a:cubicBezTo>
                  <a:pt x="2119" y="1090"/>
                  <a:pt x="2131" y="1085"/>
                  <a:pt x="2141" y="1080"/>
                </a:cubicBezTo>
                <a:cubicBezTo>
                  <a:pt x="2152" y="1074"/>
                  <a:pt x="2160" y="1069"/>
                  <a:pt x="2167" y="1064"/>
                </a:cubicBezTo>
                <a:cubicBezTo>
                  <a:pt x="2174" y="1058"/>
                  <a:pt x="2179" y="1053"/>
                  <a:pt x="2183" y="1047"/>
                </a:cubicBezTo>
                <a:cubicBezTo>
                  <a:pt x="2186" y="1042"/>
                  <a:pt x="2188" y="1036"/>
                  <a:pt x="2188" y="1031"/>
                </a:cubicBezTo>
                <a:lnTo>
                  <a:pt x="2188" y="169"/>
                </a:lnTo>
                <a:lnTo>
                  <a:pt x="0" y="169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6013800" y="2241360"/>
            <a:ext cx="787680" cy="431640"/>
          </a:xfrm>
          <a:custGeom>
            <a:avLst/>
            <a:gdLst/>
            <a:ahLst/>
            <a:rect l="0" t="0" r="r" b="b"/>
            <a:pathLst>
              <a:path fill="none" w="2188" h="1199">
                <a:moveTo>
                  <a:pt x="0" y="169"/>
                </a:moveTo>
                <a:cubicBezTo>
                  <a:pt x="0" y="174"/>
                  <a:pt x="2" y="180"/>
                  <a:pt x="6" y="185"/>
                </a:cubicBezTo>
                <a:cubicBezTo>
                  <a:pt x="9" y="191"/>
                  <a:pt x="14" y="196"/>
                  <a:pt x="21" y="201"/>
                </a:cubicBezTo>
                <a:cubicBezTo>
                  <a:pt x="28" y="207"/>
                  <a:pt x="37" y="212"/>
                  <a:pt x="47" y="218"/>
                </a:cubicBezTo>
                <a:cubicBezTo>
                  <a:pt x="58" y="223"/>
                  <a:pt x="70" y="228"/>
                  <a:pt x="84" y="233"/>
                </a:cubicBezTo>
                <a:cubicBezTo>
                  <a:pt x="97" y="238"/>
                  <a:pt x="113" y="243"/>
                  <a:pt x="129" y="248"/>
                </a:cubicBezTo>
                <a:cubicBezTo>
                  <a:pt x="146" y="253"/>
                  <a:pt x="165" y="258"/>
                  <a:pt x="185" y="262"/>
                </a:cubicBezTo>
                <a:cubicBezTo>
                  <a:pt x="205" y="267"/>
                  <a:pt x="226" y="271"/>
                  <a:pt x="249" y="276"/>
                </a:cubicBezTo>
                <a:cubicBezTo>
                  <a:pt x="271" y="280"/>
                  <a:pt x="295" y="284"/>
                  <a:pt x="321" y="288"/>
                </a:cubicBezTo>
                <a:cubicBezTo>
                  <a:pt x="346" y="292"/>
                  <a:pt x="372" y="295"/>
                  <a:pt x="400" y="299"/>
                </a:cubicBezTo>
                <a:cubicBezTo>
                  <a:pt x="428" y="302"/>
                  <a:pt x="457" y="306"/>
                  <a:pt x="486" y="309"/>
                </a:cubicBezTo>
                <a:cubicBezTo>
                  <a:pt x="516" y="312"/>
                  <a:pt x="547" y="315"/>
                  <a:pt x="578" y="317"/>
                </a:cubicBezTo>
                <a:cubicBezTo>
                  <a:pt x="610" y="320"/>
                  <a:pt x="642" y="322"/>
                  <a:pt x="675" y="324"/>
                </a:cubicBezTo>
                <a:cubicBezTo>
                  <a:pt x="708" y="327"/>
                  <a:pt x="742" y="328"/>
                  <a:pt x="776" y="330"/>
                </a:cubicBezTo>
                <a:cubicBezTo>
                  <a:pt x="811" y="332"/>
                  <a:pt x="845" y="333"/>
                  <a:pt x="880" y="334"/>
                </a:cubicBezTo>
                <a:cubicBezTo>
                  <a:pt x="916" y="335"/>
                  <a:pt x="951" y="336"/>
                  <a:pt x="987" y="336"/>
                </a:cubicBezTo>
                <a:cubicBezTo>
                  <a:pt x="1022" y="337"/>
                  <a:pt x="1058" y="337"/>
                  <a:pt x="1094" y="337"/>
                </a:cubicBezTo>
                <a:cubicBezTo>
                  <a:pt x="1130" y="337"/>
                  <a:pt x="1165" y="337"/>
                  <a:pt x="1201" y="336"/>
                </a:cubicBezTo>
                <a:cubicBezTo>
                  <a:pt x="1237" y="336"/>
                  <a:pt x="1272" y="335"/>
                  <a:pt x="1307" y="334"/>
                </a:cubicBezTo>
                <a:cubicBezTo>
                  <a:pt x="1342" y="333"/>
                  <a:pt x="1377" y="332"/>
                  <a:pt x="1411" y="330"/>
                </a:cubicBezTo>
                <a:cubicBezTo>
                  <a:pt x="1445" y="328"/>
                  <a:pt x="1479" y="327"/>
                  <a:pt x="1512" y="324"/>
                </a:cubicBezTo>
                <a:cubicBezTo>
                  <a:pt x="1545" y="322"/>
                  <a:pt x="1578" y="320"/>
                  <a:pt x="1609" y="317"/>
                </a:cubicBezTo>
                <a:cubicBezTo>
                  <a:pt x="1641" y="315"/>
                  <a:pt x="1672" y="312"/>
                  <a:pt x="1701" y="309"/>
                </a:cubicBezTo>
                <a:cubicBezTo>
                  <a:pt x="1731" y="306"/>
                  <a:pt x="1760" y="302"/>
                  <a:pt x="1787" y="299"/>
                </a:cubicBezTo>
                <a:cubicBezTo>
                  <a:pt x="1815" y="295"/>
                  <a:pt x="1842" y="292"/>
                  <a:pt x="1867" y="288"/>
                </a:cubicBezTo>
                <a:cubicBezTo>
                  <a:pt x="1893" y="284"/>
                  <a:pt x="1917" y="280"/>
                  <a:pt x="1940" y="276"/>
                </a:cubicBezTo>
                <a:cubicBezTo>
                  <a:pt x="1963" y="271"/>
                  <a:pt x="1984" y="267"/>
                  <a:pt x="2004" y="262"/>
                </a:cubicBezTo>
                <a:cubicBezTo>
                  <a:pt x="2024" y="258"/>
                  <a:pt x="2042" y="253"/>
                  <a:pt x="2059" y="248"/>
                </a:cubicBezTo>
                <a:cubicBezTo>
                  <a:pt x="2076" y="243"/>
                  <a:pt x="2091" y="238"/>
                  <a:pt x="2105" y="233"/>
                </a:cubicBezTo>
                <a:cubicBezTo>
                  <a:pt x="2119" y="228"/>
                  <a:pt x="2131" y="223"/>
                  <a:pt x="2141" y="218"/>
                </a:cubicBezTo>
                <a:cubicBezTo>
                  <a:pt x="2152" y="212"/>
                  <a:pt x="2160" y="207"/>
                  <a:pt x="2167" y="201"/>
                </a:cubicBezTo>
                <a:cubicBezTo>
                  <a:pt x="2174" y="196"/>
                  <a:pt x="2179" y="191"/>
                  <a:pt x="2183" y="185"/>
                </a:cubicBezTo>
                <a:cubicBezTo>
                  <a:pt x="2186" y="180"/>
                  <a:pt x="2188" y="174"/>
                  <a:pt x="2188" y="169"/>
                </a:cubicBezTo>
                <a:cubicBezTo>
                  <a:pt x="2188" y="163"/>
                  <a:pt x="2186" y="157"/>
                  <a:pt x="2183" y="152"/>
                </a:cubicBezTo>
                <a:cubicBezTo>
                  <a:pt x="2179" y="146"/>
                  <a:pt x="2174" y="141"/>
                  <a:pt x="2167" y="136"/>
                </a:cubicBezTo>
                <a:cubicBezTo>
                  <a:pt x="2160" y="130"/>
                  <a:pt x="2152" y="125"/>
                  <a:pt x="2141" y="120"/>
                </a:cubicBezTo>
                <a:cubicBezTo>
                  <a:pt x="2131" y="114"/>
                  <a:pt x="2119" y="109"/>
                  <a:pt x="2105" y="104"/>
                </a:cubicBezTo>
                <a:cubicBezTo>
                  <a:pt x="2091" y="99"/>
                  <a:pt x="2076" y="94"/>
                  <a:pt x="2059" y="89"/>
                </a:cubicBezTo>
                <a:cubicBezTo>
                  <a:pt x="2042" y="84"/>
                  <a:pt x="2024" y="79"/>
                  <a:pt x="2004" y="75"/>
                </a:cubicBezTo>
                <a:cubicBezTo>
                  <a:pt x="1984" y="70"/>
                  <a:pt x="1963" y="66"/>
                  <a:pt x="1940" y="61"/>
                </a:cubicBezTo>
                <a:cubicBezTo>
                  <a:pt x="1917" y="57"/>
                  <a:pt x="1893" y="53"/>
                  <a:pt x="1867" y="49"/>
                </a:cubicBezTo>
                <a:cubicBezTo>
                  <a:pt x="1842" y="45"/>
                  <a:pt x="1815" y="42"/>
                  <a:pt x="1787" y="38"/>
                </a:cubicBezTo>
                <a:cubicBezTo>
                  <a:pt x="1760" y="35"/>
                  <a:pt x="1731" y="31"/>
                  <a:pt x="1701" y="28"/>
                </a:cubicBezTo>
                <a:cubicBezTo>
                  <a:pt x="1672" y="25"/>
                  <a:pt x="1641" y="22"/>
                  <a:pt x="1609" y="20"/>
                </a:cubicBezTo>
                <a:cubicBezTo>
                  <a:pt x="1578" y="17"/>
                  <a:pt x="1545" y="15"/>
                  <a:pt x="1512" y="13"/>
                </a:cubicBezTo>
                <a:cubicBezTo>
                  <a:pt x="1479" y="10"/>
                  <a:pt x="1445" y="9"/>
                  <a:pt x="1411" y="7"/>
                </a:cubicBezTo>
                <a:cubicBezTo>
                  <a:pt x="1377" y="5"/>
                  <a:pt x="1342" y="4"/>
                  <a:pt x="1307" y="3"/>
                </a:cubicBezTo>
                <a:cubicBezTo>
                  <a:pt x="1272" y="2"/>
                  <a:pt x="1237" y="1"/>
                  <a:pt x="1201" y="1"/>
                </a:cubicBezTo>
                <a:cubicBezTo>
                  <a:pt x="1165" y="0"/>
                  <a:pt x="1130" y="0"/>
                  <a:pt x="1094" y="0"/>
                </a:cubicBezTo>
                <a:cubicBezTo>
                  <a:pt x="1058" y="0"/>
                  <a:pt x="1022" y="0"/>
                  <a:pt x="987" y="1"/>
                </a:cubicBezTo>
                <a:cubicBezTo>
                  <a:pt x="951" y="1"/>
                  <a:pt x="916" y="2"/>
                  <a:pt x="880" y="3"/>
                </a:cubicBezTo>
                <a:cubicBezTo>
                  <a:pt x="845" y="4"/>
                  <a:pt x="811" y="5"/>
                  <a:pt x="776" y="7"/>
                </a:cubicBezTo>
                <a:cubicBezTo>
                  <a:pt x="742" y="9"/>
                  <a:pt x="708" y="10"/>
                  <a:pt x="675" y="13"/>
                </a:cubicBezTo>
                <a:cubicBezTo>
                  <a:pt x="642" y="15"/>
                  <a:pt x="610" y="17"/>
                  <a:pt x="578" y="20"/>
                </a:cubicBezTo>
                <a:cubicBezTo>
                  <a:pt x="547" y="22"/>
                  <a:pt x="516" y="25"/>
                  <a:pt x="486" y="28"/>
                </a:cubicBezTo>
                <a:cubicBezTo>
                  <a:pt x="457" y="31"/>
                  <a:pt x="428" y="35"/>
                  <a:pt x="400" y="38"/>
                </a:cubicBezTo>
                <a:cubicBezTo>
                  <a:pt x="372" y="42"/>
                  <a:pt x="346" y="45"/>
                  <a:pt x="321" y="49"/>
                </a:cubicBezTo>
                <a:cubicBezTo>
                  <a:pt x="295" y="53"/>
                  <a:pt x="271" y="57"/>
                  <a:pt x="249" y="61"/>
                </a:cubicBezTo>
                <a:cubicBezTo>
                  <a:pt x="226" y="66"/>
                  <a:pt x="205" y="70"/>
                  <a:pt x="185" y="75"/>
                </a:cubicBezTo>
                <a:cubicBezTo>
                  <a:pt x="165" y="79"/>
                  <a:pt x="146" y="84"/>
                  <a:pt x="129" y="89"/>
                </a:cubicBezTo>
                <a:cubicBezTo>
                  <a:pt x="113" y="94"/>
                  <a:pt x="97" y="99"/>
                  <a:pt x="84" y="104"/>
                </a:cubicBezTo>
                <a:cubicBezTo>
                  <a:pt x="70" y="109"/>
                  <a:pt x="58" y="114"/>
                  <a:pt x="47" y="120"/>
                </a:cubicBezTo>
                <a:cubicBezTo>
                  <a:pt x="37" y="125"/>
                  <a:pt x="28" y="130"/>
                  <a:pt x="21" y="136"/>
                </a:cubicBezTo>
                <a:cubicBezTo>
                  <a:pt x="14" y="141"/>
                  <a:pt x="9" y="146"/>
                  <a:pt x="6" y="152"/>
                </a:cubicBezTo>
                <a:cubicBezTo>
                  <a:pt x="2" y="157"/>
                  <a:pt x="0" y="163"/>
                  <a:pt x="0" y="169"/>
                </a:cubicBezTo>
                <a:lnTo>
                  <a:pt x="0" y="1031"/>
                </a:lnTo>
                <a:cubicBezTo>
                  <a:pt x="0" y="1036"/>
                  <a:pt x="2" y="1042"/>
                  <a:pt x="6" y="1047"/>
                </a:cubicBezTo>
                <a:cubicBezTo>
                  <a:pt x="9" y="1053"/>
                  <a:pt x="14" y="1058"/>
                  <a:pt x="21" y="1064"/>
                </a:cubicBezTo>
                <a:cubicBezTo>
                  <a:pt x="28" y="1069"/>
                  <a:pt x="37" y="1074"/>
                  <a:pt x="47" y="1080"/>
                </a:cubicBezTo>
                <a:cubicBezTo>
                  <a:pt x="58" y="1085"/>
                  <a:pt x="70" y="1090"/>
                  <a:pt x="84" y="1095"/>
                </a:cubicBezTo>
                <a:cubicBezTo>
                  <a:pt x="97" y="1100"/>
                  <a:pt x="113" y="1105"/>
                  <a:pt x="129" y="1110"/>
                </a:cubicBezTo>
                <a:cubicBezTo>
                  <a:pt x="146" y="1115"/>
                  <a:pt x="165" y="1120"/>
                  <a:pt x="185" y="1124"/>
                </a:cubicBezTo>
                <a:cubicBezTo>
                  <a:pt x="205" y="1129"/>
                  <a:pt x="226" y="1134"/>
                  <a:pt x="249" y="1138"/>
                </a:cubicBezTo>
                <a:cubicBezTo>
                  <a:pt x="271" y="1142"/>
                  <a:pt x="295" y="1146"/>
                  <a:pt x="321" y="1150"/>
                </a:cubicBezTo>
                <a:cubicBezTo>
                  <a:pt x="346" y="1154"/>
                  <a:pt x="372" y="1158"/>
                  <a:pt x="400" y="1161"/>
                </a:cubicBezTo>
                <a:cubicBezTo>
                  <a:pt x="428" y="1165"/>
                  <a:pt x="457" y="1168"/>
                  <a:pt x="486" y="1171"/>
                </a:cubicBezTo>
                <a:cubicBezTo>
                  <a:pt x="516" y="1174"/>
                  <a:pt x="547" y="1177"/>
                  <a:pt x="578" y="1180"/>
                </a:cubicBezTo>
                <a:cubicBezTo>
                  <a:pt x="610" y="1182"/>
                  <a:pt x="642" y="1185"/>
                  <a:pt x="675" y="1187"/>
                </a:cubicBezTo>
                <a:cubicBezTo>
                  <a:pt x="708" y="1189"/>
                  <a:pt x="742" y="1191"/>
                  <a:pt x="776" y="1192"/>
                </a:cubicBezTo>
                <a:cubicBezTo>
                  <a:pt x="811" y="1194"/>
                  <a:pt x="845" y="1195"/>
                  <a:pt x="880" y="1196"/>
                </a:cubicBezTo>
                <a:cubicBezTo>
                  <a:pt x="916" y="1197"/>
                  <a:pt x="951" y="1198"/>
                  <a:pt x="987" y="1199"/>
                </a:cubicBezTo>
                <a:cubicBezTo>
                  <a:pt x="1022" y="1199"/>
                  <a:pt x="1058" y="1199"/>
                  <a:pt x="1094" y="1199"/>
                </a:cubicBezTo>
                <a:cubicBezTo>
                  <a:pt x="1130" y="1199"/>
                  <a:pt x="1165" y="1199"/>
                  <a:pt x="1201" y="1199"/>
                </a:cubicBezTo>
                <a:cubicBezTo>
                  <a:pt x="1237" y="1198"/>
                  <a:pt x="1272" y="1197"/>
                  <a:pt x="1307" y="1196"/>
                </a:cubicBezTo>
                <a:cubicBezTo>
                  <a:pt x="1342" y="1195"/>
                  <a:pt x="1377" y="1194"/>
                  <a:pt x="1411" y="1192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5"/>
                  <a:pt x="1578" y="1182"/>
                  <a:pt x="1609" y="1180"/>
                </a:cubicBezTo>
                <a:cubicBezTo>
                  <a:pt x="1641" y="1177"/>
                  <a:pt x="1672" y="1174"/>
                  <a:pt x="1701" y="1171"/>
                </a:cubicBezTo>
                <a:cubicBezTo>
                  <a:pt x="1731" y="1168"/>
                  <a:pt x="1760" y="1165"/>
                  <a:pt x="1787" y="1161"/>
                </a:cubicBezTo>
                <a:cubicBezTo>
                  <a:pt x="1815" y="1158"/>
                  <a:pt x="1842" y="1154"/>
                  <a:pt x="1867" y="1150"/>
                </a:cubicBezTo>
                <a:cubicBezTo>
                  <a:pt x="1893" y="1146"/>
                  <a:pt x="1917" y="1142"/>
                  <a:pt x="1940" y="1138"/>
                </a:cubicBezTo>
                <a:cubicBezTo>
                  <a:pt x="1963" y="1134"/>
                  <a:pt x="1984" y="1129"/>
                  <a:pt x="2004" y="1124"/>
                </a:cubicBezTo>
                <a:cubicBezTo>
                  <a:pt x="2024" y="1120"/>
                  <a:pt x="2042" y="1115"/>
                  <a:pt x="2059" y="1110"/>
                </a:cubicBezTo>
                <a:cubicBezTo>
                  <a:pt x="2076" y="1105"/>
                  <a:pt x="2091" y="1100"/>
                  <a:pt x="2105" y="1095"/>
                </a:cubicBezTo>
                <a:cubicBezTo>
                  <a:pt x="2119" y="1090"/>
                  <a:pt x="2131" y="1085"/>
                  <a:pt x="2141" y="1080"/>
                </a:cubicBezTo>
                <a:cubicBezTo>
                  <a:pt x="2152" y="1074"/>
                  <a:pt x="2160" y="1069"/>
                  <a:pt x="2167" y="1064"/>
                </a:cubicBezTo>
                <a:cubicBezTo>
                  <a:pt x="2174" y="1058"/>
                  <a:pt x="2179" y="1053"/>
                  <a:pt x="2183" y="1047"/>
                </a:cubicBezTo>
                <a:cubicBezTo>
                  <a:pt x="2186" y="1042"/>
                  <a:pt x="2188" y="1036"/>
                  <a:pt x="2188" y="1031"/>
                </a:cubicBezTo>
                <a:lnTo>
                  <a:pt x="2188" y="169"/>
                </a:lnTo>
              </a:path>
            </a:pathLst>
          </a:custGeom>
          <a:ln w="3600">
            <a:solidFill>
              <a:srgbClr val="1d4ed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4855680" y="2505240"/>
            <a:ext cx="2995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6159600" y="2410200"/>
            <a:ext cx="5050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ffffff"/>
                </a:solidFill>
                <a:latin typeface="DejaVuSans"/>
                <a:ea typeface="DejaVuSans"/>
              </a:rPr>
              <a:t>Datawarehouse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7189200" y="2302560"/>
            <a:ext cx="829800" cy="309240"/>
          </a:xfrm>
          <a:custGeom>
            <a:avLst/>
            <a:gdLst/>
            <a:ahLst/>
            <a:rect l="0" t="0" r="r" b="b"/>
            <a:pathLst>
              <a:path w="2305" h="859">
                <a:moveTo>
                  <a:pt x="0" y="0"/>
                </a:moveTo>
                <a:lnTo>
                  <a:pt x="2305" y="0"/>
                </a:lnTo>
                <a:lnTo>
                  <a:pt x="230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600">
            <a:solidFill>
              <a:srgbClr val="1d4ed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6043680" y="2505240"/>
            <a:ext cx="7412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ffffff"/>
                </a:solidFill>
                <a:latin typeface="DejaVuSans"/>
                <a:ea typeface="DejaVuSans"/>
              </a:rPr>
              <a:t>historie en samenhang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7419600" y="2370600"/>
            <a:ext cx="377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ffffff"/>
                </a:solidFill>
                <a:latin typeface="DejaVuSans"/>
                <a:ea typeface="DejaVuSans"/>
              </a:rPr>
              <a:t>Rapportage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8508240" y="228852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8"/>
                </a:moveTo>
                <a:cubicBezTo>
                  <a:pt x="937" y="499"/>
                  <a:pt x="934" y="529"/>
                  <a:pt x="928" y="559"/>
                </a:cubicBezTo>
                <a:cubicBezTo>
                  <a:pt x="922" y="590"/>
                  <a:pt x="913" y="619"/>
                  <a:pt x="901" y="647"/>
                </a:cubicBezTo>
                <a:cubicBezTo>
                  <a:pt x="889" y="677"/>
                  <a:pt x="875" y="704"/>
                  <a:pt x="858" y="729"/>
                </a:cubicBezTo>
                <a:cubicBezTo>
                  <a:pt x="841" y="755"/>
                  <a:pt x="821" y="778"/>
                  <a:pt x="800" y="800"/>
                </a:cubicBezTo>
                <a:cubicBezTo>
                  <a:pt x="778" y="822"/>
                  <a:pt x="754" y="841"/>
                  <a:pt x="729" y="858"/>
                </a:cubicBezTo>
                <a:cubicBezTo>
                  <a:pt x="703" y="875"/>
                  <a:pt x="676" y="890"/>
                  <a:pt x="648" y="901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1"/>
                </a:cubicBezTo>
                <a:cubicBezTo>
                  <a:pt x="261" y="890"/>
                  <a:pt x="234" y="875"/>
                  <a:pt x="208" y="858"/>
                </a:cubicBezTo>
                <a:cubicBezTo>
                  <a:pt x="182" y="841"/>
                  <a:pt x="159" y="822"/>
                  <a:pt x="137" y="800"/>
                </a:cubicBezTo>
                <a:cubicBezTo>
                  <a:pt x="115" y="778"/>
                  <a:pt x="96" y="755"/>
                  <a:pt x="79" y="729"/>
                </a:cubicBezTo>
                <a:cubicBezTo>
                  <a:pt x="62" y="704"/>
                  <a:pt x="47" y="677"/>
                  <a:pt x="36" y="647"/>
                </a:cubicBezTo>
                <a:cubicBezTo>
                  <a:pt x="24" y="619"/>
                  <a:pt x="15" y="590"/>
                  <a:pt x="9" y="559"/>
                </a:cubicBezTo>
                <a:cubicBezTo>
                  <a:pt x="3" y="529"/>
                  <a:pt x="0" y="499"/>
                  <a:pt x="0" y="468"/>
                </a:cubicBezTo>
                <a:cubicBezTo>
                  <a:pt x="0" y="437"/>
                  <a:pt x="3" y="407"/>
                  <a:pt x="9" y="377"/>
                </a:cubicBezTo>
                <a:cubicBezTo>
                  <a:pt x="15" y="347"/>
                  <a:pt x="24" y="317"/>
                  <a:pt x="36" y="289"/>
                </a:cubicBezTo>
                <a:cubicBezTo>
                  <a:pt x="47" y="261"/>
                  <a:pt x="62" y="234"/>
                  <a:pt x="79" y="208"/>
                </a:cubicBezTo>
                <a:cubicBezTo>
                  <a:pt x="96" y="183"/>
                  <a:pt x="115" y="159"/>
                  <a:pt x="137" y="137"/>
                </a:cubicBezTo>
                <a:cubicBezTo>
                  <a:pt x="159" y="116"/>
                  <a:pt x="182" y="96"/>
                  <a:pt x="208" y="79"/>
                </a:cubicBezTo>
                <a:cubicBezTo>
                  <a:pt x="234" y="62"/>
                  <a:pt x="261" y="48"/>
                  <a:pt x="290" y="36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6"/>
                </a:cubicBezTo>
                <a:cubicBezTo>
                  <a:pt x="676" y="48"/>
                  <a:pt x="703" y="62"/>
                  <a:pt x="729" y="79"/>
                </a:cubicBezTo>
                <a:cubicBezTo>
                  <a:pt x="754" y="96"/>
                  <a:pt x="778" y="116"/>
                  <a:pt x="800" y="137"/>
                </a:cubicBezTo>
                <a:cubicBezTo>
                  <a:pt x="821" y="159"/>
                  <a:pt x="841" y="183"/>
                  <a:pt x="858" y="208"/>
                </a:cubicBezTo>
                <a:cubicBezTo>
                  <a:pt x="875" y="234"/>
                  <a:pt x="889" y="261"/>
                  <a:pt x="901" y="289"/>
                </a:cubicBezTo>
                <a:cubicBezTo>
                  <a:pt x="913" y="317"/>
                  <a:pt x="922" y="347"/>
                  <a:pt x="928" y="377"/>
                </a:cubicBezTo>
                <a:cubicBezTo>
                  <a:pt x="934" y="407"/>
                  <a:pt x="937" y="437"/>
                  <a:pt x="937" y="468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8508240" y="228852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8"/>
                </a:moveTo>
                <a:cubicBezTo>
                  <a:pt x="937" y="499"/>
                  <a:pt x="934" y="529"/>
                  <a:pt x="928" y="559"/>
                </a:cubicBezTo>
                <a:cubicBezTo>
                  <a:pt x="922" y="590"/>
                  <a:pt x="913" y="619"/>
                  <a:pt x="901" y="647"/>
                </a:cubicBezTo>
                <a:cubicBezTo>
                  <a:pt x="889" y="677"/>
                  <a:pt x="875" y="704"/>
                  <a:pt x="858" y="729"/>
                </a:cubicBezTo>
                <a:cubicBezTo>
                  <a:pt x="841" y="755"/>
                  <a:pt x="821" y="778"/>
                  <a:pt x="800" y="800"/>
                </a:cubicBezTo>
                <a:cubicBezTo>
                  <a:pt x="778" y="822"/>
                  <a:pt x="754" y="841"/>
                  <a:pt x="729" y="858"/>
                </a:cubicBezTo>
                <a:cubicBezTo>
                  <a:pt x="703" y="875"/>
                  <a:pt x="676" y="890"/>
                  <a:pt x="648" y="901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1"/>
                </a:cubicBezTo>
                <a:cubicBezTo>
                  <a:pt x="261" y="890"/>
                  <a:pt x="234" y="875"/>
                  <a:pt x="208" y="858"/>
                </a:cubicBezTo>
                <a:cubicBezTo>
                  <a:pt x="182" y="841"/>
                  <a:pt x="159" y="822"/>
                  <a:pt x="137" y="800"/>
                </a:cubicBezTo>
                <a:cubicBezTo>
                  <a:pt x="115" y="778"/>
                  <a:pt x="96" y="755"/>
                  <a:pt x="79" y="729"/>
                </a:cubicBezTo>
                <a:cubicBezTo>
                  <a:pt x="62" y="704"/>
                  <a:pt x="47" y="677"/>
                  <a:pt x="36" y="647"/>
                </a:cubicBezTo>
                <a:cubicBezTo>
                  <a:pt x="24" y="619"/>
                  <a:pt x="15" y="590"/>
                  <a:pt x="9" y="559"/>
                </a:cubicBezTo>
                <a:cubicBezTo>
                  <a:pt x="3" y="529"/>
                  <a:pt x="0" y="499"/>
                  <a:pt x="0" y="468"/>
                </a:cubicBezTo>
                <a:cubicBezTo>
                  <a:pt x="0" y="437"/>
                  <a:pt x="3" y="407"/>
                  <a:pt x="9" y="377"/>
                </a:cubicBezTo>
                <a:cubicBezTo>
                  <a:pt x="15" y="347"/>
                  <a:pt x="24" y="317"/>
                  <a:pt x="36" y="289"/>
                </a:cubicBezTo>
                <a:cubicBezTo>
                  <a:pt x="47" y="261"/>
                  <a:pt x="62" y="234"/>
                  <a:pt x="79" y="208"/>
                </a:cubicBezTo>
                <a:cubicBezTo>
                  <a:pt x="96" y="183"/>
                  <a:pt x="115" y="159"/>
                  <a:pt x="137" y="137"/>
                </a:cubicBezTo>
                <a:cubicBezTo>
                  <a:pt x="159" y="116"/>
                  <a:pt x="182" y="96"/>
                  <a:pt x="208" y="79"/>
                </a:cubicBezTo>
                <a:cubicBezTo>
                  <a:pt x="234" y="62"/>
                  <a:pt x="261" y="48"/>
                  <a:pt x="290" y="36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6"/>
                </a:cubicBezTo>
                <a:cubicBezTo>
                  <a:pt x="676" y="48"/>
                  <a:pt x="703" y="62"/>
                  <a:pt x="729" y="79"/>
                </a:cubicBezTo>
                <a:cubicBezTo>
                  <a:pt x="754" y="96"/>
                  <a:pt x="778" y="116"/>
                  <a:pt x="800" y="137"/>
                </a:cubicBezTo>
                <a:cubicBezTo>
                  <a:pt x="821" y="159"/>
                  <a:pt x="841" y="183"/>
                  <a:pt x="858" y="208"/>
                </a:cubicBezTo>
                <a:cubicBezTo>
                  <a:pt x="875" y="234"/>
                  <a:pt x="889" y="261"/>
                  <a:pt x="901" y="289"/>
                </a:cubicBezTo>
                <a:cubicBezTo>
                  <a:pt x="913" y="317"/>
                  <a:pt x="922" y="347"/>
                  <a:pt x="928" y="377"/>
                </a:cubicBezTo>
                <a:cubicBezTo>
                  <a:pt x="934" y="407"/>
                  <a:pt x="937" y="437"/>
                  <a:pt x="937" y="468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7308000" y="2465640"/>
            <a:ext cx="6012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ffffff"/>
                </a:solidFill>
                <a:latin typeface="DejaVuSans"/>
                <a:ea typeface="DejaVuSans"/>
              </a:rPr>
              <a:t>stuurinformatie, BI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8538120" y="2418120"/>
            <a:ext cx="2826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457200" y="3016080"/>
            <a:ext cx="8658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Er komt een tweede kringloop bij. De gegevensopslag levert periodiek een kopie aan het datawarehouse, dat daar historie 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457200" y="3244680"/>
            <a:ext cx="8131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samenhang uit haalt, en de rapportage levert een overzicht aan een tweede gebruiker. Nieuwe laag, nieuwe stromen.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47" name=""/>
          <p:cNvSpPr/>
          <p:nvPr/>
        </p:nvSpPr>
        <p:spPr>
          <a:xfrm>
            <a:off x="825840" y="1998720"/>
            <a:ext cx="629280" cy="35280"/>
          </a:xfrm>
          <a:custGeom>
            <a:avLst/>
            <a:gdLst/>
            <a:ahLst/>
            <a:rect l="0" t="0" r="r" b="b"/>
            <a:pathLst>
              <a:path fill="none" w="1748" h="98">
                <a:moveTo>
                  <a:pt x="0" y="98"/>
                </a:moveTo>
                <a:lnTo>
                  <a:pt x="149" y="76"/>
                </a:lnTo>
                <a:cubicBezTo>
                  <a:pt x="298" y="52"/>
                  <a:pt x="598" y="7"/>
                  <a:pt x="889" y="1"/>
                </a:cubicBezTo>
                <a:cubicBezTo>
                  <a:pt x="1181" y="-5"/>
                  <a:pt x="1464" y="27"/>
                  <a:pt x="1606" y="42"/>
                </a:cubicBezTo>
                <a:lnTo>
                  <a:pt x="1748" y="58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1438560" y="2003400"/>
            <a:ext cx="30960" cy="29160"/>
          </a:xfrm>
          <a:custGeom>
            <a:avLst/>
            <a:gdLst/>
            <a:ahLst/>
            <a:rect l="0" t="0" r="r" b="b"/>
            <a:pathLst>
              <a:path w="86" h="81">
                <a:moveTo>
                  <a:pt x="9" y="0"/>
                </a:moveTo>
                <a:lnTo>
                  <a:pt x="86" y="49"/>
                </a:lnTo>
                <a:lnTo>
                  <a:pt x="0" y="81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1436760" y="2000880"/>
            <a:ext cx="36000" cy="33840"/>
          </a:xfrm>
          <a:custGeom>
            <a:avLst/>
            <a:gdLst/>
            <a:ahLst/>
            <a:rect l="0" t="0" r="r" b="b"/>
            <a:pathLst>
              <a:path w="100" h="94">
                <a:moveTo>
                  <a:pt x="23" y="8"/>
                </a:moveTo>
                <a:lnTo>
                  <a:pt x="30" y="12"/>
                </a:lnTo>
                <a:lnTo>
                  <a:pt x="25" y="19"/>
                </a:lnTo>
                <a:lnTo>
                  <a:pt x="19" y="15"/>
                </a:lnTo>
                <a:lnTo>
                  <a:pt x="23" y="8"/>
                </a:lnTo>
                <a:moveTo>
                  <a:pt x="30" y="12"/>
                </a:moveTo>
                <a:lnTo>
                  <a:pt x="37" y="17"/>
                </a:lnTo>
                <a:lnTo>
                  <a:pt x="32" y="23"/>
                </a:lnTo>
                <a:lnTo>
                  <a:pt x="25" y="19"/>
                </a:lnTo>
                <a:lnTo>
                  <a:pt x="30" y="12"/>
                </a:lnTo>
                <a:moveTo>
                  <a:pt x="37" y="17"/>
                </a:moveTo>
                <a:lnTo>
                  <a:pt x="43" y="21"/>
                </a:lnTo>
                <a:lnTo>
                  <a:pt x="39" y="28"/>
                </a:lnTo>
                <a:lnTo>
                  <a:pt x="32" y="23"/>
                </a:lnTo>
                <a:lnTo>
                  <a:pt x="37" y="17"/>
                </a:lnTo>
                <a:moveTo>
                  <a:pt x="43" y="21"/>
                </a:moveTo>
                <a:lnTo>
                  <a:pt x="50" y="25"/>
                </a:lnTo>
                <a:lnTo>
                  <a:pt x="46" y="32"/>
                </a:lnTo>
                <a:lnTo>
                  <a:pt x="39" y="28"/>
                </a:lnTo>
                <a:lnTo>
                  <a:pt x="43" y="21"/>
                </a:lnTo>
                <a:moveTo>
                  <a:pt x="50" y="25"/>
                </a:moveTo>
                <a:lnTo>
                  <a:pt x="57" y="30"/>
                </a:lnTo>
                <a:lnTo>
                  <a:pt x="53" y="37"/>
                </a:lnTo>
                <a:lnTo>
                  <a:pt x="46" y="32"/>
                </a:lnTo>
                <a:lnTo>
                  <a:pt x="50" y="25"/>
                </a:lnTo>
                <a:moveTo>
                  <a:pt x="57" y="30"/>
                </a:moveTo>
                <a:lnTo>
                  <a:pt x="64" y="34"/>
                </a:lnTo>
                <a:lnTo>
                  <a:pt x="59" y="41"/>
                </a:lnTo>
                <a:lnTo>
                  <a:pt x="53" y="37"/>
                </a:lnTo>
                <a:lnTo>
                  <a:pt x="57" y="30"/>
                </a:lnTo>
                <a:moveTo>
                  <a:pt x="64" y="34"/>
                </a:moveTo>
                <a:lnTo>
                  <a:pt x="71" y="39"/>
                </a:lnTo>
                <a:lnTo>
                  <a:pt x="66" y="45"/>
                </a:lnTo>
                <a:lnTo>
                  <a:pt x="59" y="41"/>
                </a:lnTo>
                <a:lnTo>
                  <a:pt x="64" y="34"/>
                </a:lnTo>
                <a:moveTo>
                  <a:pt x="71" y="39"/>
                </a:moveTo>
                <a:lnTo>
                  <a:pt x="78" y="43"/>
                </a:lnTo>
                <a:lnTo>
                  <a:pt x="73" y="50"/>
                </a:lnTo>
                <a:lnTo>
                  <a:pt x="66" y="45"/>
                </a:lnTo>
                <a:lnTo>
                  <a:pt x="71" y="39"/>
                </a:lnTo>
                <a:moveTo>
                  <a:pt x="78" y="43"/>
                </a:moveTo>
                <a:lnTo>
                  <a:pt x="85" y="47"/>
                </a:lnTo>
                <a:lnTo>
                  <a:pt x="81" y="54"/>
                </a:lnTo>
                <a:lnTo>
                  <a:pt x="73" y="50"/>
                </a:lnTo>
                <a:lnTo>
                  <a:pt x="78" y="43"/>
                </a:lnTo>
                <a:moveTo>
                  <a:pt x="85" y="47"/>
                </a:moveTo>
                <a:lnTo>
                  <a:pt x="92" y="52"/>
                </a:lnTo>
                <a:lnTo>
                  <a:pt x="87" y="59"/>
                </a:lnTo>
                <a:lnTo>
                  <a:pt x="81" y="54"/>
                </a:lnTo>
                <a:lnTo>
                  <a:pt x="85" y="47"/>
                </a:lnTo>
                <a:moveTo>
                  <a:pt x="92" y="52"/>
                </a:moveTo>
                <a:lnTo>
                  <a:pt x="100" y="57"/>
                </a:lnTo>
                <a:lnTo>
                  <a:pt x="86" y="62"/>
                </a:lnTo>
                <a:lnTo>
                  <a:pt x="83" y="54"/>
                </a:lnTo>
                <a:lnTo>
                  <a:pt x="90" y="52"/>
                </a:lnTo>
                <a:lnTo>
                  <a:pt x="91" y="56"/>
                </a:lnTo>
                <a:lnTo>
                  <a:pt x="89" y="59"/>
                </a:lnTo>
                <a:lnTo>
                  <a:pt x="87" y="59"/>
                </a:lnTo>
                <a:lnTo>
                  <a:pt x="92" y="52"/>
                </a:lnTo>
                <a:moveTo>
                  <a:pt x="86" y="62"/>
                </a:moveTo>
                <a:lnTo>
                  <a:pt x="78" y="65"/>
                </a:lnTo>
                <a:lnTo>
                  <a:pt x="75" y="57"/>
                </a:lnTo>
                <a:lnTo>
                  <a:pt x="83" y="54"/>
                </a:lnTo>
                <a:lnTo>
                  <a:pt x="86" y="62"/>
                </a:lnTo>
                <a:moveTo>
                  <a:pt x="78" y="65"/>
                </a:moveTo>
                <a:lnTo>
                  <a:pt x="70" y="68"/>
                </a:lnTo>
                <a:lnTo>
                  <a:pt x="67" y="60"/>
                </a:lnTo>
                <a:lnTo>
                  <a:pt x="75" y="57"/>
                </a:lnTo>
                <a:lnTo>
                  <a:pt x="78" y="65"/>
                </a:lnTo>
                <a:moveTo>
                  <a:pt x="70" y="68"/>
                </a:moveTo>
                <a:lnTo>
                  <a:pt x="62" y="71"/>
                </a:lnTo>
                <a:lnTo>
                  <a:pt x="60" y="63"/>
                </a:lnTo>
                <a:lnTo>
                  <a:pt x="67" y="60"/>
                </a:lnTo>
                <a:lnTo>
                  <a:pt x="70" y="68"/>
                </a:lnTo>
                <a:moveTo>
                  <a:pt x="62" y="71"/>
                </a:moveTo>
                <a:lnTo>
                  <a:pt x="55" y="74"/>
                </a:lnTo>
                <a:lnTo>
                  <a:pt x="52" y="66"/>
                </a:lnTo>
                <a:lnTo>
                  <a:pt x="60" y="63"/>
                </a:lnTo>
                <a:lnTo>
                  <a:pt x="62" y="71"/>
                </a:lnTo>
                <a:moveTo>
                  <a:pt x="55" y="74"/>
                </a:moveTo>
                <a:lnTo>
                  <a:pt x="47" y="77"/>
                </a:lnTo>
                <a:lnTo>
                  <a:pt x="44" y="68"/>
                </a:lnTo>
                <a:lnTo>
                  <a:pt x="52" y="66"/>
                </a:lnTo>
                <a:lnTo>
                  <a:pt x="55" y="74"/>
                </a:lnTo>
                <a:moveTo>
                  <a:pt x="47" y="77"/>
                </a:moveTo>
                <a:lnTo>
                  <a:pt x="40" y="80"/>
                </a:lnTo>
                <a:lnTo>
                  <a:pt x="37" y="72"/>
                </a:lnTo>
                <a:lnTo>
                  <a:pt x="44" y="68"/>
                </a:lnTo>
                <a:lnTo>
                  <a:pt x="47" y="77"/>
                </a:lnTo>
                <a:moveTo>
                  <a:pt x="40" y="80"/>
                </a:moveTo>
                <a:lnTo>
                  <a:pt x="32" y="83"/>
                </a:lnTo>
                <a:lnTo>
                  <a:pt x="29" y="75"/>
                </a:lnTo>
                <a:lnTo>
                  <a:pt x="37" y="72"/>
                </a:lnTo>
                <a:lnTo>
                  <a:pt x="40" y="80"/>
                </a:lnTo>
                <a:moveTo>
                  <a:pt x="32" y="83"/>
                </a:moveTo>
                <a:lnTo>
                  <a:pt x="24" y="85"/>
                </a:lnTo>
                <a:lnTo>
                  <a:pt x="22" y="78"/>
                </a:lnTo>
                <a:lnTo>
                  <a:pt x="29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8"/>
                </a:lnTo>
                <a:lnTo>
                  <a:pt x="14" y="81"/>
                </a:lnTo>
                <a:lnTo>
                  <a:pt x="22" y="78"/>
                </a:lnTo>
                <a:lnTo>
                  <a:pt x="24" y="85"/>
                </a:lnTo>
                <a:moveTo>
                  <a:pt x="17" y="88"/>
                </a:moveTo>
                <a:lnTo>
                  <a:pt x="9" y="91"/>
                </a:lnTo>
                <a:lnTo>
                  <a:pt x="6" y="83"/>
                </a:lnTo>
                <a:lnTo>
                  <a:pt x="14" y="81"/>
                </a:lnTo>
                <a:lnTo>
                  <a:pt x="17" y="88"/>
                </a:lnTo>
                <a:moveTo>
                  <a:pt x="9" y="91"/>
                </a:moveTo>
                <a:lnTo>
                  <a:pt x="0" y="94"/>
                </a:lnTo>
                <a:lnTo>
                  <a:pt x="2" y="83"/>
                </a:lnTo>
                <a:lnTo>
                  <a:pt x="10" y="83"/>
                </a:lnTo>
                <a:lnTo>
                  <a:pt x="9" y="89"/>
                </a:lnTo>
                <a:lnTo>
                  <a:pt x="5" y="88"/>
                </a:lnTo>
                <a:lnTo>
                  <a:pt x="4" y="84"/>
                </a:lnTo>
                <a:lnTo>
                  <a:pt x="6" y="83"/>
                </a:lnTo>
                <a:lnTo>
                  <a:pt x="9" y="91"/>
                </a:lnTo>
                <a:moveTo>
                  <a:pt x="2" y="83"/>
                </a:moveTo>
                <a:lnTo>
                  <a:pt x="2" y="74"/>
                </a:lnTo>
                <a:lnTo>
                  <a:pt x="11" y="75"/>
                </a:lnTo>
                <a:lnTo>
                  <a:pt x="10" y="83"/>
                </a:lnTo>
                <a:lnTo>
                  <a:pt x="2" y="83"/>
                </a:lnTo>
                <a:moveTo>
                  <a:pt x="2" y="74"/>
                </a:moveTo>
                <a:lnTo>
                  <a:pt x="3" y="65"/>
                </a:lnTo>
                <a:lnTo>
                  <a:pt x="11" y="66"/>
                </a:lnTo>
                <a:lnTo>
                  <a:pt x="11" y="75"/>
                </a:lnTo>
                <a:lnTo>
                  <a:pt x="2" y="74"/>
                </a:lnTo>
                <a:moveTo>
                  <a:pt x="3" y="65"/>
                </a:moveTo>
                <a:lnTo>
                  <a:pt x="4" y="57"/>
                </a:lnTo>
                <a:lnTo>
                  <a:pt x="12" y="58"/>
                </a:lnTo>
                <a:lnTo>
                  <a:pt x="11" y="66"/>
                </a:lnTo>
                <a:lnTo>
                  <a:pt x="3" y="65"/>
                </a:lnTo>
                <a:moveTo>
                  <a:pt x="4" y="57"/>
                </a:moveTo>
                <a:lnTo>
                  <a:pt x="5" y="49"/>
                </a:lnTo>
                <a:lnTo>
                  <a:pt x="13" y="50"/>
                </a:lnTo>
                <a:lnTo>
                  <a:pt x="12" y="58"/>
                </a:lnTo>
                <a:lnTo>
                  <a:pt x="4" y="57"/>
                </a:lnTo>
                <a:moveTo>
                  <a:pt x="5" y="49"/>
                </a:moveTo>
                <a:lnTo>
                  <a:pt x="6" y="41"/>
                </a:lnTo>
                <a:lnTo>
                  <a:pt x="14" y="42"/>
                </a:lnTo>
                <a:lnTo>
                  <a:pt x="13" y="50"/>
                </a:lnTo>
                <a:lnTo>
                  <a:pt x="5" y="49"/>
                </a:lnTo>
                <a:moveTo>
                  <a:pt x="6" y="41"/>
                </a:moveTo>
                <a:lnTo>
                  <a:pt x="7" y="33"/>
                </a:lnTo>
                <a:lnTo>
                  <a:pt x="15" y="34"/>
                </a:lnTo>
                <a:lnTo>
                  <a:pt x="14" y="42"/>
                </a:lnTo>
                <a:lnTo>
                  <a:pt x="6" y="41"/>
                </a:lnTo>
                <a:moveTo>
                  <a:pt x="7" y="33"/>
                </a:moveTo>
                <a:lnTo>
                  <a:pt x="8" y="25"/>
                </a:lnTo>
                <a:lnTo>
                  <a:pt x="16" y="26"/>
                </a:lnTo>
                <a:lnTo>
                  <a:pt x="15" y="34"/>
                </a:lnTo>
                <a:lnTo>
                  <a:pt x="7" y="33"/>
                </a:lnTo>
                <a:moveTo>
                  <a:pt x="8" y="25"/>
                </a:moveTo>
                <a:lnTo>
                  <a:pt x="9" y="17"/>
                </a:lnTo>
                <a:lnTo>
                  <a:pt x="17" y="18"/>
                </a:lnTo>
                <a:lnTo>
                  <a:pt x="16" y="26"/>
                </a:lnTo>
                <a:lnTo>
                  <a:pt x="8" y="25"/>
                </a:lnTo>
                <a:moveTo>
                  <a:pt x="9" y="17"/>
                </a:moveTo>
                <a:lnTo>
                  <a:pt x="10" y="9"/>
                </a:lnTo>
                <a:lnTo>
                  <a:pt x="18" y="10"/>
                </a:lnTo>
                <a:lnTo>
                  <a:pt x="17" y="18"/>
                </a:lnTo>
                <a:lnTo>
                  <a:pt x="9" y="17"/>
                </a:lnTo>
                <a:moveTo>
                  <a:pt x="10" y="9"/>
                </a:moveTo>
                <a:lnTo>
                  <a:pt x="11" y="0"/>
                </a:lnTo>
                <a:lnTo>
                  <a:pt x="23" y="8"/>
                </a:lnTo>
                <a:lnTo>
                  <a:pt x="19" y="15"/>
                </a:lnTo>
                <a:lnTo>
                  <a:pt x="12" y="10"/>
                </a:lnTo>
                <a:lnTo>
                  <a:pt x="14" y="7"/>
                </a:lnTo>
                <a:lnTo>
                  <a:pt x="18" y="7"/>
                </a:lnTo>
                <a:lnTo>
                  <a:pt x="18" y="10"/>
                </a:lnTo>
                <a:lnTo>
                  <a:pt x="1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2135880" y="1993680"/>
            <a:ext cx="442080" cy="21960"/>
          </a:xfrm>
          <a:custGeom>
            <a:avLst/>
            <a:gdLst/>
            <a:ahLst/>
            <a:rect l="0" t="0" r="r" b="b"/>
            <a:pathLst>
              <a:path fill="none" w="1228" h="61">
                <a:moveTo>
                  <a:pt x="0" y="61"/>
                </a:moveTo>
                <a:lnTo>
                  <a:pt x="106" y="46"/>
                </a:lnTo>
                <a:cubicBezTo>
                  <a:pt x="211" y="32"/>
                  <a:pt x="423" y="4"/>
                  <a:pt x="627" y="0"/>
                </a:cubicBezTo>
                <a:cubicBezTo>
                  <a:pt x="833" y="-4"/>
                  <a:pt x="1031" y="18"/>
                  <a:pt x="1129" y="29"/>
                </a:cubicBezTo>
                <a:lnTo>
                  <a:pt x="1228" y="39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2561760" y="1991520"/>
            <a:ext cx="30960" cy="29160"/>
          </a:xfrm>
          <a:custGeom>
            <a:avLst/>
            <a:gdLst/>
            <a:ahLst/>
            <a:rect l="0" t="0" r="r" b="b"/>
            <a:pathLst>
              <a:path w="86" h="81">
                <a:moveTo>
                  <a:pt x="8" y="0"/>
                </a:moveTo>
                <a:lnTo>
                  <a:pt x="86" y="49"/>
                </a:lnTo>
                <a:lnTo>
                  <a:pt x="0" y="81"/>
                </a:lnTo>
                <a:lnTo>
                  <a:pt x="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2559960" y="1989000"/>
            <a:ext cx="36000" cy="33840"/>
          </a:xfrm>
          <a:custGeom>
            <a:avLst/>
            <a:gdLst/>
            <a:ahLst/>
            <a:rect l="0" t="0" r="r" b="b"/>
            <a:pathLst>
              <a:path w="100" h="94">
                <a:moveTo>
                  <a:pt x="22" y="7"/>
                </a:moveTo>
                <a:lnTo>
                  <a:pt x="29" y="13"/>
                </a:lnTo>
                <a:lnTo>
                  <a:pt x="25" y="20"/>
                </a:lnTo>
                <a:lnTo>
                  <a:pt x="18" y="15"/>
                </a:lnTo>
                <a:lnTo>
                  <a:pt x="22" y="7"/>
                </a:lnTo>
                <a:moveTo>
                  <a:pt x="29" y="13"/>
                </a:moveTo>
                <a:lnTo>
                  <a:pt x="36" y="17"/>
                </a:lnTo>
                <a:lnTo>
                  <a:pt x="32" y="24"/>
                </a:lnTo>
                <a:lnTo>
                  <a:pt x="25" y="20"/>
                </a:lnTo>
                <a:lnTo>
                  <a:pt x="29" y="13"/>
                </a:lnTo>
                <a:moveTo>
                  <a:pt x="36" y="17"/>
                </a:moveTo>
                <a:lnTo>
                  <a:pt x="43" y="22"/>
                </a:lnTo>
                <a:lnTo>
                  <a:pt x="38" y="28"/>
                </a:lnTo>
                <a:lnTo>
                  <a:pt x="32" y="24"/>
                </a:lnTo>
                <a:lnTo>
                  <a:pt x="36" y="17"/>
                </a:lnTo>
                <a:moveTo>
                  <a:pt x="43" y="22"/>
                </a:moveTo>
                <a:lnTo>
                  <a:pt x="50" y="26"/>
                </a:lnTo>
                <a:lnTo>
                  <a:pt x="45" y="33"/>
                </a:lnTo>
                <a:lnTo>
                  <a:pt x="38" y="28"/>
                </a:lnTo>
                <a:lnTo>
                  <a:pt x="43" y="22"/>
                </a:lnTo>
                <a:moveTo>
                  <a:pt x="50" y="26"/>
                </a:moveTo>
                <a:lnTo>
                  <a:pt x="56" y="30"/>
                </a:lnTo>
                <a:lnTo>
                  <a:pt x="52" y="37"/>
                </a:lnTo>
                <a:lnTo>
                  <a:pt x="45" y="33"/>
                </a:lnTo>
                <a:lnTo>
                  <a:pt x="50" y="26"/>
                </a:lnTo>
                <a:moveTo>
                  <a:pt x="56" y="30"/>
                </a:moveTo>
                <a:lnTo>
                  <a:pt x="63" y="35"/>
                </a:lnTo>
                <a:lnTo>
                  <a:pt x="59" y="41"/>
                </a:lnTo>
                <a:lnTo>
                  <a:pt x="52" y="37"/>
                </a:lnTo>
                <a:lnTo>
                  <a:pt x="56" y="30"/>
                </a:lnTo>
                <a:moveTo>
                  <a:pt x="63" y="35"/>
                </a:moveTo>
                <a:lnTo>
                  <a:pt x="70" y="39"/>
                </a:lnTo>
                <a:lnTo>
                  <a:pt x="66" y="46"/>
                </a:lnTo>
                <a:lnTo>
                  <a:pt x="59" y="41"/>
                </a:lnTo>
                <a:lnTo>
                  <a:pt x="63" y="35"/>
                </a:lnTo>
                <a:moveTo>
                  <a:pt x="70" y="39"/>
                </a:moveTo>
                <a:lnTo>
                  <a:pt x="77" y="43"/>
                </a:lnTo>
                <a:lnTo>
                  <a:pt x="73" y="50"/>
                </a:lnTo>
                <a:lnTo>
                  <a:pt x="66" y="46"/>
                </a:lnTo>
                <a:lnTo>
                  <a:pt x="70" y="39"/>
                </a:lnTo>
                <a:moveTo>
                  <a:pt x="77" y="43"/>
                </a:moveTo>
                <a:lnTo>
                  <a:pt x="84" y="48"/>
                </a:lnTo>
                <a:lnTo>
                  <a:pt x="79" y="54"/>
                </a:lnTo>
                <a:lnTo>
                  <a:pt x="73" y="50"/>
                </a:lnTo>
                <a:lnTo>
                  <a:pt x="77" y="43"/>
                </a:lnTo>
                <a:moveTo>
                  <a:pt x="84" y="48"/>
                </a:moveTo>
                <a:lnTo>
                  <a:pt x="91" y="52"/>
                </a:lnTo>
                <a:lnTo>
                  <a:pt x="86" y="59"/>
                </a:lnTo>
                <a:lnTo>
                  <a:pt x="79" y="54"/>
                </a:lnTo>
                <a:lnTo>
                  <a:pt x="84" y="48"/>
                </a:lnTo>
                <a:moveTo>
                  <a:pt x="91" y="52"/>
                </a:moveTo>
                <a:lnTo>
                  <a:pt x="100" y="57"/>
                </a:lnTo>
                <a:lnTo>
                  <a:pt x="85" y="62"/>
                </a:lnTo>
                <a:lnTo>
                  <a:pt x="82" y="55"/>
                </a:lnTo>
                <a:lnTo>
                  <a:pt x="88" y="52"/>
                </a:lnTo>
                <a:lnTo>
                  <a:pt x="90" y="56"/>
                </a:lnTo>
                <a:lnTo>
                  <a:pt x="87" y="60"/>
                </a:lnTo>
                <a:lnTo>
                  <a:pt x="86" y="59"/>
                </a:lnTo>
                <a:lnTo>
                  <a:pt x="91" y="52"/>
                </a:lnTo>
                <a:moveTo>
                  <a:pt x="85" y="62"/>
                </a:moveTo>
                <a:lnTo>
                  <a:pt x="77" y="65"/>
                </a:lnTo>
                <a:lnTo>
                  <a:pt x="74" y="58"/>
                </a:lnTo>
                <a:lnTo>
                  <a:pt x="82" y="55"/>
                </a:lnTo>
                <a:lnTo>
                  <a:pt x="85" y="62"/>
                </a:lnTo>
                <a:moveTo>
                  <a:pt x="77" y="65"/>
                </a:moveTo>
                <a:lnTo>
                  <a:pt x="70" y="68"/>
                </a:lnTo>
                <a:lnTo>
                  <a:pt x="67" y="60"/>
                </a:lnTo>
                <a:lnTo>
                  <a:pt x="74" y="58"/>
                </a:lnTo>
                <a:lnTo>
                  <a:pt x="77" y="65"/>
                </a:lnTo>
                <a:moveTo>
                  <a:pt x="70" y="68"/>
                </a:moveTo>
                <a:lnTo>
                  <a:pt x="62" y="71"/>
                </a:lnTo>
                <a:lnTo>
                  <a:pt x="59" y="63"/>
                </a:lnTo>
                <a:lnTo>
                  <a:pt x="67" y="60"/>
                </a:lnTo>
                <a:lnTo>
                  <a:pt x="70" y="68"/>
                </a:lnTo>
                <a:moveTo>
                  <a:pt x="62" y="71"/>
                </a:moveTo>
                <a:lnTo>
                  <a:pt x="55" y="74"/>
                </a:lnTo>
                <a:lnTo>
                  <a:pt x="52" y="66"/>
                </a:lnTo>
                <a:lnTo>
                  <a:pt x="59" y="63"/>
                </a:lnTo>
                <a:lnTo>
                  <a:pt x="62" y="71"/>
                </a:lnTo>
                <a:moveTo>
                  <a:pt x="55" y="74"/>
                </a:moveTo>
                <a:lnTo>
                  <a:pt x="47" y="77"/>
                </a:lnTo>
                <a:lnTo>
                  <a:pt x="44" y="69"/>
                </a:lnTo>
                <a:lnTo>
                  <a:pt x="52" y="66"/>
                </a:lnTo>
                <a:lnTo>
                  <a:pt x="55" y="74"/>
                </a:lnTo>
                <a:moveTo>
                  <a:pt x="47" y="77"/>
                </a:moveTo>
                <a:lnTo>
                  <a:pt x="39" y="79"/>
                </a:lnTo>
                <a:lnTo>
                  <a:pt x="37" y="72"/>
                </a:lnTo>
                <a:lnTo>
                  <a:pt x="44" y="69"/>
                </a:lnTo>
                <a:lnTo>
                  <a:pt x="47" y="77"/>
                </a:lnTo>
                <a:moveTo>
                  <a:pt x="39" y="79"/>
                </a:moveTo>
                <a:lnTo>
                  <a:pt x="32" y="82"/>
                </a:lnTo>
                <a:lnTo>
                  <a:pt x="29" y="75"/>
                </a:lnTo>
                <a:lnTo>
                  <a:pt x="37" y="72"/>
                </a:lnTo>
                <a:lnTo>
                  <a:pt x="39" y="79"/>
                </a:lnTo>
                <a:moveTo>
                  <a:pt x="32" y="82"/>
                </a:moveTo>
                <a:lnTo>
                  <a:pt x="24" y="85"/>
                </a:lnTo>
                <a:lnTo>
                  <a:pt x="21" y="77"/>
                </a:lnTo>
                <a:lnTo>
                  <a:pt x="29" y="75"/>
                </a:lnTo>
                <a:lnTo>
                  <a:pt x="32" y="82"/>
                </a:lnTo>
                <a:moveTo>
                  <a:pt x="24" y="85"/>
                </a:moveTo>
                <a:lnTo>
                  <a:pt x="17" y="88"/>
                </a:lnTo>
                <a:lnTo>
                  <a:pt x="14" y="80"/>
                </a:lnTo>
                <a:lnTo>
                  <a:pt x="21" y="77"/>
                </a:lnTo>
                <a:lnTo>
                  <a:pt x="24" y="85"/>
                </a:lnTo>
                <a:moveTo>
                  <a:pt x="17" y="88"/>
                </a:moveTo>
                <a:lnTo>
                  <a:pt x="9" y="91"/>
                </a:lnTo>
                <a:lnTo>
                  <a:pt x="6" y="83"/>
                </a:lnTo>
                <a:lnTo>
                  <a:pt x="14" y="80"/>
                </a:lnTo>
                <a:lnTo>
                  <a:pt x="17" y="88"/>
                </a:lnTo>
                <a:moveTo>
                  <a:pt x="9" y="91"/>
                </a:moveTo>
                <a:lnTo>
                  <a:pt x="0" y="94"/>
                </a:lnTo>
                <a:lnTo>
                  <a:pt x="1" y="82"/>
                </a:lnTo>
                <a:lnTo>
                  <a:pt x="9" y="83"/>
                </a:lnTo>
                <a:lnTo>
                  <a:pt x="9" y="88"/>
                </a:lnTo>
                <a:lnTo>
                  <a:pt x="5" y="88"/>
                </a:lnTo>
                <a:lnTo>
                  <a:pt x="3" y="84"/>
                </a:lnTo>
                <a:lnTo>
                  <a:pt x="6" y="83"/>
                </a:lnTo>
                <a:lnTo>
                  <a:pt x="9" y="91"/>
                </a:lnTo>
                <a:moveTo>
                  <a:pt x="1" y="82"/>
                </a:moveTo>
                <a:lnTo>
                  <a:pt x="2" y="74"/>
                </a:lnTo>
                <a:lnTo>
                  <a:pt x="10" y="75"/>
                </a:lnTo>
                <a:lnTo>
                  <a:pt x="9" y="83"/>
                </a:lnTo>
                <a:lnTo>
                  <a:pt x="1" y="82"/>
                </a:lnTo>
                <a:moveTo>
                  <a:pt x="2" y="74"/>
                </a:moveTo>
                <a:lnTo>
                  <a:pt x="3" y="66"/>
                </a:lnTo>
                <a:lnTo>
                  <a:pt x="11" y="67"/>
                </a:lnTo>
                <a:lnTo>
                  <a:pt x="10" y="75"/>
                </a:lnTo>
                <a:lnTo>
                  <a:pt x="2" y="74"/>
                </a:lnTo>
                <a:moveTo>
                  <a:pt x="3" y="66"/>
                </a:moveTo>
                <a:lnTo>
                  <a:pt x="4" y="58"/>
                </a:lnTo>
                <a:lnTo>
                  <a:pt x="12" y="59"/>
                </a:lnTo>
                <a:lnTo>
                  <a:pt x="11" y="67"/>
                </a:lnTo>
                <a:lnTo>
                  <a:pt x="3" y="66"/>
                </a:lnTo>
                <a:moveTo>
                  <a:pt x="4" y="58"/>
                </a:moveTo>
                <a:lnTo>
                  <a:pt x="5" y="50"/>
                </a:lnTo>
                <a:lnTo>
                  <a:pt x="13" y="51"/>
                </a:lnTo>
                <a:lnTo>
                  <a:pt x="12" y="59"/>
                </a:lnTo>
                <a:lnTo>
                  <a:pt x="4" y="58"/>
                </a:lnTo>
                <a:moveTo>
                  <a:pt x="5" y="50"/>
                </a:moveTo>
                <a:lnTo>
                  <a:pt x="6" y="42"/>
                </a:lnTo>
                <a:lnTo>
                  <a:pt x="14" y="43"/>
                </a:lnTo>
                <a:lnTo>
                  <a:pt x="13" y="51"/>
                </a:lnTo>
                <a:lnTo>
                  <a:pt x="5" y="50"/>
                </a:lnTo>
                <a:moveTo>
                  <a:pt x="6" y="42"/>
                </a:moveTo>
                <a:lnTo>
                  <a:pt x="7" y="34"/>
                </a:lnTo>
                <a:lnTo>
                  <a:pt x="15" y="35"/>
                </a:lnTo>
                <a:lnTo>
                  <a:pt x="14" y="43"/>
                </a:lnTo>
                <a:lnTo>
                  <a:pt x="6" y="42"/>
                </a:lnTo>
                <a:moveTo>
                  <a:pt x="7" y="34"/>
                </a:moveTo>
                <a:lnTo>
                  <a:pt x="7" y="26"/>
                </a:lnTo>
                <a:lnTo>
                  <a:pt x="15" y="27"/>
                </a:lnTo>
                <a:lnTo>
                  <a:pt x="15" y="35"/>
                </a:lnTo>
                <a:lnTo>
                  <a:pt x="7" y="34"/>
                </a:lnTo>
                <a:moveTo>
                  <a:pt x="7" y="26"/>
                </a:moveTo>
                <a:lnTo>
                  <a:pt x="8" y="18"/>
                </a:lnTo>
                <a:lnTo>
                  <a:pt x="16" y="19"/>
                </a:lnTo>
                <a:lnTo>
                  <a:pt x="15" y="27"/>
                </a:lnTo>
                <a:lnTo>
                  <a:pt x="7" y="26"/>
                </a:lnTo>
                <a:moveTo>
                  <a:pt x="8" y="18"/>
                </a:moveTo>
                <a:lnTo>
                  <a:pt x="9" y="10"/>
                </a:lnTo>
                <a:lnTo>
                  <a:pt x="17" y="11"/>
                </a:lnTo>
                <a:lnTo>
                  <a:pt x="16" y="19"/>
                </a:lnTo>
                <a:lnTo>
                  <a:pt x="8" y="18"/>
                </a:lnTo>
                <a:moveTo>
                  <a:pt x="9" y="10"/>
                </a:moveTo>
                <a:lnTo>
                  <a:pt x="10" y="0"/>
                </a:lnTo>
                <a:lnTo>
                  <a:pt x="22" y="7"/>
                </a:lnTo>
                <a:lnTo>
                  <a:pt x="18" y="15"/>
                </a:lnTo>
                <a:lnTo>
                  <a:pt x="11" y="11"/>
                </a:lnTo>
                <a:lnTo>
                  <a:pt x="13" y="7"/>
                </a:lnTo>
                <a:lnTo>
                  <a:pt x="17" y="7"/>
                </a:lnTo>
                <a:lnTo>
                  <a:pt x="17" y="11"/>
                </a:lnTo>
                <a:lnTo>
                  <a:pt x="9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3538800" y="1918440"/>
            <a:ext cx="816840" cy="55440"/>
          </a:xfrm>
          <a:custGeom>
            <a:avLst/>
            <a:gdLst/>
            <a:ahLst/>
            <a:rect l="0" t="0" r="r" b="b"/>
            <a:pathLst>
              <a:path fill="none" w="2269" h="154">
                <a:moveTo>
                  <a:pt x="0" y="154"/>
                </a:moveTo>
                <a:lnTo>
                  <a:pt x="192" y="120"/>
                </a:lnTo>
                <a:cubicBezTo>
                  <a:pt x="385" y="85"/>
                  <a:pt x="770" y="15"/>
                  <a:pt x="1148" y="2"/>
                </a:cubicBezTo>
                <a:cubicBezTo>
                  <a:pt x="1526" y="-11"/>
                  <a:pt x="1897" y="32"/>
                  <a:pt x="2083" y="55"/>
                </a:cubicBezTo>
                <a:lnTo>
                  <a:pt x="2269" y="77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4339080" y="1929240"/>
            <a:ext cx="30960" cy="29160"/>
          </a:xfrm>
          <a:custGeom>
            <a:avLst/>
            <a:gdLst/>
            <a:ahLst/>
            <a:rect l="0" t="0" r="r" b="b"/>
            <a:pathLst>
              <a:path w="86" h="81">
                <a:moveTo>
                  <a:pt x="9" y="0"/>
                </a:moveTo>
                <a:lnTo>
                  <a:pt x="86" y="50"/>
                </a:lnTo>
                <a:lnTo>
                  <a:pt x="0" y="81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337280" y="1926720"/>
            <a:ext cx="36000" cy="33840"/>
          </a:xfrm>
          <a:custGeom>
            <a:avLst/>
            <a:gdLst/>
            <a:ahLst/>
            <a:rect l="0" t="0" r="r" b="b"/>
            <a:pathLst>
              <a:path w="100" h="94">
                <a:moveTo>
                  <a:pt x="23" y="8"/>
                </a:moveTo>
                <a:lnTo>
                  <a:pt x="30" y="12"/>
                </a:lnTo>
                <a:lnTo>
                  <a:pt x="26" y="19"/>
                </a:lnTo>
                <a:lnTo>
                  <a:pt x="19" y="15"/>
                </a:lnTo>
                <a:lnTo>
                  <a:pt x="23" y="8"/>
                </a:lnTo>
                <a:moveTo>
                  <a:pt x="30" y="12"/>
                </a:moveTo>
                <a:lnTo>
                  <a:pt x="37" y="17"/>
                </a:lnTo>
                <a:lnTo>
                  <a:pt x="32" y="24"/>
                </a:lnTo>
                <a:lnTo>
                  <a:pt x="26" y="19"/>
                </a:lnTo>
                <a:lnTo>
                  <a:pt x="30" y="12"/>
                </a:lnTo>
                <a:moveTo>
                  <a:pt x="37" y="17"/>
                </a:moveTo>
                <a:lnTo>
                  <a:pt x="44" y="21"/>
                </a:lnTo>
                <a:lnTo>
                  <a:pt x="39" y="28"/>
                </a:lnTo>
                <a:lnTo>
                  <a:pt x="32" y="24"/>
                </a:lnTo>
                <a:lnTo>
                  <a:pt x="37" y="17"/>
                </a:lnTo>
                <a:moveTo>
                  <a:pt x="44" y="21"/>
                </a:moveTo>
                <a:lnTo>
                  <a:pt x="50" y="26"/>
                </a:lnTo>
                <a:lnTo>
                  <a:pt x="46" y="32"/>
                </a:lnTo>
                <a:lnTo>
                  <a:pt x="39" y="28"/>
                </a:lnTo>
                <a:lnTo>
                  <a:pt x="44" y="21"/>
                </a:lnTo>
                <a:moveTo>
                  <a:pt x="50" y="26"/>
                </a:moveTo>
                <a:lnTo>
                  <a:pt x="58" y="30"/>
                </a:lnTo>
                <a:lnTo>
                  <a:pt x="53" y="37"/>
                </a:lnTo>
                <a:lnTo>
                  <a:pt x="46" y="32"/>
                </a:lnTo>
                <a:lnTo>
                  <a:pt x="50" y="26"/>
                </a:lnTo>
                <a:moveTo>
                  <a:pt x="58" y="30"/>
                </a:moveTo>
                <a:lnTo>
                  <a:pt x="65" y="34"/>
                </a:lnTo>
                <a:lnTo>
                  <a:pt x="60" y="41"/>
                </a:lnTo>
                <a:lnTo>
                  <a:pt x="53" y="37"/>
                </a:lnTo>
                <a:lnTo>
                  <a:pt x="58" y="30"/>
                </a:lnTo>
                <a:moveTo>
                  <a:pt x="65" y="34"/>
                </a:moveTo>
                <a:lnTo>
                  <a:pt x="72" y="39"/>
                </a:lnTo>
                <a:lnTo>
                  <a:pt x="67" y="46"/>
                </a:lnTo>
                <a:lnTo>
                  <a:pt x="60" y="41"/>
                </a:lnTo>
                <a:lnTo>
                  <a:pt x="65" y="34"/>
                </a:lnTo>
                <a:moveTo>
                  <a:pt x="72" y="39"/>
                </a:moveTo>
                <a:lnTo>
                  <a:pt x="78" y="43"/>
                </a:lnTo>
                <a:lnTo>
                  <a:pt x="74" y="50"/>
                </a:lnTo>
                <a:lnTo>
                  <a:pt x="67" y="46"/>
                </a:lnTo>
                <a:lnTo>
                  <a:pt x="72" y="39"/>
                </a:lnTo>
                <a:moveTo>
                  <a:pt x="78" y="43"/>
                </a:moveTo>
                <a:lnTo>
                  <a:pt x="85" y="48"/>
                </a:lnTo>
                <a:lnTo>
                  <a:pt x="81" y="55"/>
                </a:lnTo>
                <a:lnTo>
                  <a:pt x="74" y="50"/>
                </a:lnTo>
                <a:lnTo>
                  <a:pt x="78" y="43"/>
                </a:lnTo>
                <a:moveTo>
                  <a:pt x="85" y="48"/>
                </a:moveTo>
                <a:lnTo>
                  <a:pt x="92" y="52"/>
                </a:lnTo>
                <a:lnTo>
                  <a:pt x="88" y="59"/>
                </a:lnTo>
                <a:lnTo>
                  <a:pt x="81" y="55"/>
                </a:lnTo>
                <a:lnTo>
                  <a:pt x="85" y="48"/>
                </a:lnTo>
                <a:moveTo>
                  <a:pt x="92" y="52"/>
                </a:moveTo>
                <a:lnTo>
                  <a:pt x="100" y="57"/>
                </a:lnTo>
                <a:lnTo>
                  <a:pt x="86" y="62"/>
                </a:lnTo>
                <a:lnTo>
                  <a:pt x="83" y="55"/>
                </a:lnTo>
                <a:lnTo>
                  <a:pt x="90" y="53"/>
                </a:lnTo>
                <a:lnTo>
                  <a:pt x="91" y="56"/>
                </a:lnTo>
                <a:lnTo>
                  <a:pt x="89" y="60"/>
                </a:lnTo>
                <a:lnTo>
                  <a:pt x="88" y="59"/>
                </a:lnTo>
                <a:lnTo>
                  <a:pt x="92" y="52"/>
                </a:lnTo>
                <a:moveTo>
                  <a:pt x="86" y="62"/>
                </a:moveTo>
                <a:lnTo>
                  <a:pt x="78" y="65"/>
                </a:lnTo>
                <a:lnTo>
                  <a:pt x="76" y="58"/>
                </a:lnTo>
                <a:lnTo>
                  <a:pt x="83" y="55"/>
                </a:lnTo>
                <a:lnTo>
                  <a:pt x="86" y="62"/>
                </a:lnTo>
                <a:moveTo>
                  <a:pt x="78" y="65"/>
                </a:moveTo>
                <a:lnTo>
                  <a:pt x="71" y="68"/>
                </a:lnTo>
                <a:lnTo>
                  <a:pt x="68" y="60"/>
                </a:lnTo>
                <a:lnTo>
                  <a:pt x="76" y="58"/>
                </a:lnTo>
                <a:lnTo>
                  <a:pt x="78" y="65"/>
                </a:lnTo>
                <a:moveTo>
                  <a:pt x="71" y="68"/>
                </a:moveTo>
                <a:lnTo>
                  <a:pt x="63" y="71"/>
                </a:lnTo>
                <a:lnTo>
                  <a:pt x="61" y="63"/>
                </a:lnTo>
                <a:lnTo>
                  <a:pt x="68" y="60"/>
                </a:lnTo>
                <a:lnTo>
                  <a:pt x="71" y="68"/>
                </a:lnTo>
                <a:moveTo>
                  <a:pt x="63" y="71"/>
                </a:moveTo>
                <a:lnTo>
                  <a:pt x="55" y="73"/>
                </a:lnTo>
                <a:lnTo>
                  <a:pt x="52" y="66"/>
                </a:lnTo>
                <a:lnTo>
                  <a:pt x="61" y="63"/>
                </a:lnTo>
                <a:lnTo>
                  <a:pt x="63" y="71"/>
                </a:lnTo>
                <a:moveTo>
                  <a:pt x="55" y="73"/>
                </a:moveTo>
                <a:lnTo>
                  <a:pt x="47" y="76"/>
                </a:lnTo>
                <a:lnTo>
                  <a:pt x="44" y="69"/>
                </a:lnTo>
                <a:lnTo>
                  <a:pt x="52" y="66"/>
                </a:lnTo>
                <a:lnTo>
                  <a:pt x="55" y="73"/>
                </a:lnTo>
                <a:moveTo>
                  <a:pt x="47" y="76"/>
                </a:moveTo>
                <a:lnTo>
                  <a:pt x="39" y="79"/>
                </a:lnTo>
                <a:lnTo>
                  <a:pt x="37" y="71"/>
                </a:lnTo>
                <a:lnTo>
                  <a:pt x="44" y="69"/>
                </a:lnTo>
                <a:lnTo>
                  <a:pt x="47" y="76"/>
                </a:lnTo>
                <a:moveTo>
                  <a:pt x="39" y="79"/>
                </a:moveTo>
                <a:lnTo>
                  <a:pt x="32" y="82"/>
                </a:lnTo>
                <a:lnTo>
                  <a:pt x="29" y="74"/>
                </a:lnTo>
                <a:lnTo>
                  <a:pt x="37" y="71"/>
                </a:lnTo>
                <a:lnTo>
                  <a:pt x="39" y="79"/>
                </a:lnTo>
                <a:moveTo>
                  <a:pt x="32" y="82"/>
                </a:moveTo>
                <a:lnTo>
                  <a:pt x="24" y="84"/>
                </a:lnTo>
                <a:lnTo>
                  <a:pt x="21" y="77"/>
                </a:lnTo>
                <a:lnTo>
                  <a:pt x="29" y="74"/>
                </a:lnTo>
                <a:lnTo>
                  <a:pt x="32" y="82"/>
                </a:lnTo>
                <a:moveTo>
                  <a:pt x="24" y="84"/>
                </a:moveTo>
                <a:lnTo>
                  <a:pt x="17" y="87"/>
                </a:lnTo>
                <a:lnTo>
                  <a:pt x="14" y="80"/>
                </a:lnTo>
                <a:lnTo>
                  <a:pt x="21" y="77"/>
                </a:lnTo>
                <a:lnTo>
                  <a:pt x="24" y="84"/>
                </a:lnTo>
                <a:moveTo>
                  <a:pt x="17" y="87"/>
                </a:moveTo>
                <a:lnTo>
                  <a:pt x="9" y="91"/>
                </a:lnTo>
                <a:lnTo>
                  <a:pt x="6" y="82"/>
                </a:lnTo>
                <a:lnTo>
                  <a:pt x="14" y="80"/>
                </a:lnTo>
                <a:lnTo>
                  <a:pt x="17" y="87"/>
                </a:lnTo>
                <a:moveTo>
                  <a:pt x="9" y="91"/>
                </a:moveTo>
                <a:lnTo>
                  <a:pt x="0" y="94"/>
                </a:lnTo>
                <a:lnTo>
                  <a:pt x="1" y="82"/>
                </a:lnTo>
                <a:lnTo>
                  <a:pt x="10" y="83"/>
                </a:lnTo>
                <a:lnTo>
                  <a:pt x="9" y="88"/>
                </a:lnTo>
                <a:lnTo>
                  <a:pt x="5" y="87"/>
                </a:lnTo>
                <a:lnTo>
                  <a:pt x="4" y="83"/>
                </a:lnTo>
                <a:lnTo>
                  <a:pt x="6" y="82"/>
                </a:lnTo>
                <a:lnTo>
                  <a:pt x="9" y="91"/>
                </a:lnTo>
                <a:moveTo>
                  <a:pt x="1" y="82"/>
                </a:moveTo>
                <a:lnTo>
                  <a:pt x="2" y="74"/>
                </a:lnTo>
                <a:lnTo>
                  <a:pt x="10" y="74"/>
                </a:lnTo>
                <a:lnTo>
                  <a:pt x="10" y="83"/>
                </a:lnTo>
                <a:lnTo>
                  <a:pt x="1" y="82"/>
                </a:lnTo>
                <a:moveTo>
                  <a:pt x="2" y="74"/>
                </a:moveTo>
                <a:lnTo>
                  <a:pt x="3" y="65"/>
                </a:lnTo>
                <a:lnTo>
                  <a:pt x="11" y="66"/>
                </a:lnTo>
                <a:lnTo>
                  <a:pt x="10" y="74"/>
                </a:lnTo>
                <a:lnTo>
                  <a:pt x="2" y="74"/>
                </a:lnTo>
                <a:moveTo>
                  <a:pt x="3" y="65"/>
                </a:moveTo>
                <a:lnTo>
                  <a:pt x="4" y="57"/>
                </a:lnTo>
                <a:lnTo>
                  <a:pt x="12" y="58"/>
                </a:lnTo>
                <a:lnTo>
                  <a:pt x="11" y="66"/>
                </a:lnTo>
                <a:lnTo>
                  <a:pt x="3" y="65"/>
                </a:lnTo>
                <a:moveTo>
                  <a:pt x="4" y="57"/>
                </a:moveTo>
                <a:lnTo>
                  <a:pt x="5" y="49"/>
                </a:lnTo>
                <a:lnTo>
                  <a:pt x="13" y="50"/>
                </a:lnTo>
                <a:lnTo>
                  <a:pt x="12" y="58"/>
                </a:lnTo>
                <a:lnTo>
                  <a:pt x="4" y="57"/>
                </a:lnTo>
                <a:moveTo>
                  <a:pt x="5" y="49"/>
                </a:moveTo>
                <a:lnTo>
                  <a:pt x="6" y="41"/>
                </a:lnTo>
                <a:lnTo>
                  <a:pt x="14" y="42"/>
                </a:lnTo>
                <a:lnTo>
                  <a:pt x="13" y="50"/>
                </a:lnTo>
                <a:lnTo>
                  <a:pt x="5" y="49"/>
                </a:lnTo>
                <a:moveTo>
                  <a:pt x="6" y="41"/>
                </a:moveTo>
                <a:lnTo>
                  <a:pt x="7" y="33"/>
                </a:lnTo>
                <a:lnTo>
                  <a:pt x="15" y="34"/>
                </a:lnTo>
                <a:lnTo>
                  <a:pt x="14" y="42"/>
                </a:lnTo>
                <a:lnTo>
                  <a:pt x="6" y="41"/>
                </a:lnTo>
                <a:moveTo>
                  <a:pt x="7" y="33"/>
                </a:moveTo>
                <a:lnTo>
                  <a:pt x="8" y="25"/>
                </a:lnTo>
                <a:lnTo>
                  <a:pt x="16" y="26"/>
                </a:lnTo>
                <a:lnTo>
                  <a:pt x="15" y="34"/>
                </a:lnTo>
                <a:lnTo>
                  <a:pt x="7" y="33"/>
                </a:lnTo>
                <a:moveTo>
                  <a:pt x="8" y="25"/>
                </a:moveTo>
                <a:lnTo>
                  <a:pt x="9" y="17"/>
                </a:lnTo>
                <a:lnTo>
                  <a:pt x="17" y="18"/>
                </a:lnTo>
                <a:lnTo>
                  <a:pt x="16" y="26"/>
                </a:lnTo>
                <a:lnTo>
                  <a:pt x="8" y="25"/>
                </a:lnTo>
                <a:moveTo>
                  <a:pt x="9" y="17"/>
                </a:moveTo>
                <a:lnTo>
                  <a:pt x="10" y="9"/>
                </a:lnTo>
                <a:lnTo>
                  <a:pt x="18" y="10"/>
                </a:lnTo>
                <a:lnTo>
                  <a:pt x="17" y="18"/>
                </a:lnTo>
                <a:lnTo>
                  <a:pt x="9" y="17"/>
                </a:lnTo>
                <a:moveTo>
                  <a:pt x="10" y="9"/>
                </a:moveTo>
                <a:lnTo>
                  <a:pt x="11" y="0"/>
                </a:lnTo>
                <a:lnTo>
                  <a:pt x="23" y="8"/>
                </a:lnTo>
                <a:lnTo>
                  <a:pt x="19" y="15"/>
                </a:lnTo>
                <a:lnTo>
                  <a:pt x="12" y="10"/>
                </a:lnTo>
                <a:lnTo>
                  <a:pt x="14" y="7"/>
                </a:lnTo>
                <a:lnTo>
                  <a:pt x="18" y="7"/>
                </a:lnTo>
                <a:lnTo>
                  <a:pt x="18" y="10"/>
                </a:lnTo>
                <a:lnTo>
                  <a:pt x="1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3553200" y="2009880"/>
            <a:ext cx="816840" cy="48960"/>
          </a:xfrm>
          <a:custGeom>
            <a:avLst/>
            <a:gdLst/>
            <a:ahLst/>
            <a:rect l="0" t="0" r="r" b="b"/>
            <a:pathLst>
              <a:path fill="none" w="2269" h="136">
                <a:moveTo>
                  <a:pt x="2269" y="0"/>
                </a:moveTo>
                <a:lnTo>
                  <a:pt x="2077" y="24"/>
                </a:lnTo>
                <a:cubicBezTo>
                  <a:pt x="1884" y="46"/>
                  <a:pt x="1499" y="91"/>
                  <a:pt x="1121" y="114"/>
                </a:cubicBezTo>
                <a:cubicBezTo>
                  <a:pt x="743" y="136"/>
                  <a:pt x="372" y="136"/>
                  <a:pt x="186" y="136"/>
                </a:cubicBezTo>
                <a:lnTo>
                  <a:pt x="0" y="13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3538800" y="2044080"/>
            <a:ext cx="29160" cy="29520"/>
          </a:xfrm>
          <a:custGeom>
            <a:avLst/>
            <a:gdLst/>
            <a:ahLst/>
            <a:rect l="0" t="0" r="r" b="b"/>
            <a:pathLst>
              <a:path w="81" h="82">
                <a:moveTo>
                  <a:pt x="81" y="82"/>
                </a:moveTo>
                <a:lnTo>
                  <a:pt x="0" y="40"/>
                </a:lnTo>
                <a:lnTo>
                  <a:pt x="81" y="0"/>
                </a:lnTo>
                <a:lnTo>
                  <a:pt x="81" y="8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535560" y="204156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80" y="89"/>
                </a:moveTo>
                <a:lnTo>
                  <a:pt x="73" y="85"/>
                </a:lnTo>
                <a:lnTo>
                  <a:pt x="77" y="78"/>
                </a:lnTo>
                <a:lnTo>
                  <a:pt x="85" y="81"/>
                </a:lnTo>
                <a:lnTo>
                  <a:pt x="80" y="89"/>
                </a:lnTo>
                <a:moveTo>
                  <a:pt x="73" y="85"/>
                </a:moveTo>
                <a:lnTo>
                  <a:pt x="66" y="81"/>
                </a:lnTo>
                <a:lnTo>
                  <a:pt x="70" y="74"/>
                </a:lnTo>
                <a:lnTo>
                  <a:pt x="77" y="78"/>
                </a:lnTo>
                <a:lnTo>
                  <a:pt x="73" y="85"/>
                </a:lnTo>
                <a:moveTo>
                  <a:pt x="66" y="81"/>
                </a:moveTo>
                <a:lnTo>
                  <a:pt x="59" y="78"/>
                </a:lnTo>
                <a:lnTo>
                  <a:pt x="62" y="71"/>
                </a:lnTo>
                <a:lnTo>
                  <a:pt x="70" y="74"/>
                </a:lnTo>
                <a:lnTo>
                  <a:pt x="66" y="81"/>
                </a:lnTo>
                <a:moveTo>
                  <a:pt x="59" y="78"/>
                </a:moveTo>
                <a:lnTo>
                  <a:pt x="51" y="74"/>
                </a:lnTo>
                <a:lnTo>
                  <a:pt x="55" y="67"/>
                </a:lnTo>
                <a:lnTo>
                  <a:pt x="62" y="71"/>
                </a:lnTo>
                <a:lnTo>
                  <a:pt x="59" y="78"/>
                </a:lnTo>
                <a:moveTo>
                  <a:pt x="51" y="74"/>
                </a:moveTo>
                <a:lnTo>
                  <a:pt x="44" y="71"/>
                </a:lnTo>
                <a:lnTo>
                  <a:pt x="48" y="63"/>
                </a:lnTo>
                <a:lnTo>
                  <a:pt x="55" y="67"/>
                </a:lnTo>
                <a:lnTo>
                  <a:pt x="51" y="74"/>
                </a:lnTo>
                <a:moveTo>
                  <a:pt x="44" y="71"/>
                </a:moveTo>
                <a:lnTo>
                  <a:pt x="37" y="67"/>
                </a:lnTo>
                <a:lnTo>
                  <a:pt x="41" y="60"/>
                </a:lnTo>
                <a:lnTo>
                  <a:pt x="48" y="63"/>
                </a:lnTo>
                <a:lnTo>
                  <a:pt x="44" y="71"/>
                </a:lnTo>
                <a:moveTo>
                  <a:pt x="37" y="67"/>
                </a:moveTo>
                <a:lnTo>
                  <a:pt x="30" y="63"/>
                </a:lnTo>
                <a:lnTo>
                  <a:pt x="33" y="56"/>
                </a:lnTo>
                <a:lnTo>
                  <a:pt x="41" y="60"/>
                </a:lnTo>
                <a:lnTo>
                  <a:pt x="37" y="67"/>
                </a:lnTo>
                <a:moveTo>
                  <a:pt x="30" y="63"/>
                </a:moveTo>
                <a:lnTo>
                  <a:pt x="23" y="60"/>
                </a:lnTo>
                <a:lnTo>
                  <a:pt x="26" y="53"/>
                </a:lnTo>
                <a:lnTo>
                  <a:pt x="33" y="56"/>
                </a:lnTo>
                <a:lnTo>
                  <a:pt x="30" y="63"/>
                </a:lnTo>
                <a:moveTo>
                  <a:pt x="23" y="60"/>
                </a:moveTo>
                <a:lnTo>
                  <a:pt x="15" y="56"/>
                </a:lnTo>
                <a:lnTo>
                  <a:pt x="19" y="48"/>
                </a:lnTo>
                <a:lnTo>
                  <a:pt x="26" y="53"/>
                </a:lnTo>
                <a:lnTo>
                  <a:pt x="23" y="60"/>
                </a:lnTo>
                <a:moveTo>
                  <a:pt x="15" y="56"/>
                </a:moveTo>
                <a:lnTo>
                  <a:pt x="8" y="53"/>
                </a:lnTo>
                <a:lnTo>
                  <a:pt x="12" y="44"/>
                </a:lnTo>
                <a:lnTo>
                  <a:pt x="19" y="48"/>
                </a:lnTo>
                <a:lnTo>
                  <a:pt x="15" y="56"/>
                </a:lnTo>
                <a:moveTo>
                  <a:pt x="8" y="53"/>
                </a:moveTo>
                <a:lnTo>
                  <a:pt x="0" y="47"/>
                </a:lnTo>
                <a:lnTo>
                  <a:pt x="13" y="41"/>
                </a:lnTo>
                <a:lnTo>
                  <a:pt x="16" y="48"/>
                </a:lnTo>
                <a:lnTo>
                  <a:pt x="10" y="52"/>
                </a:lnTo>
                <a:lnTo>
                  <a:pt x="9" y="47"/>
                </a:lnTo>
                <a:lnTo>
                  <a:pt x="10" y="44"/>
                </a:lnTo>
                <a:lnTo>
                  <a:pt x="12" y="44"/>
                </a:lnTo>
                <a:lnTo>
                  <a:pt x="8" y="53"/>
                </a:lnTo>
                <a:moveTo>
                  <a:pt x="13" y="41"/>
                </a:moveTo>
                <a:lnTo>
                  <a:pt x="20" y="37"/>
                </a:lnTo>
                <a:lnTo>
                  <a:pt x="24" y="44"/>
                </a:lnTo>
                <a:lnTo>
                  <a:pt x="16" y="48"/>
                </a:lnTo>
                <a:lnTo>
                  <a:pt x="13" y="41"/>
                </a:lnTo>
                <a:moveTo>
                  <a:pt x="20" y="37"/>
                </a:moveTo>
                <a:lnTo>
                  <a:pt x="27" y="33"/>
                </a:lnTo>
                <a:lnTo>
                  <a:pt x="31" y="41"/>
                </a:lnTo>
                <a:lnTo>
                  <a:pt x="24" y="44"/>
                </a:lnTo>
                <a:lnTo>
                  <a:pt x="20" y="37"/>
                </a:lnTo>
                <a:moveTo>
                  <a:pt x="27" y="33"/>
                </a:moveTo>
                <a:lnTo>
                  <a:pt x="34" y="30"/>
                </a:lnTo>
                <a:lnTo>
                  <a:pt x="38" y="37"/>
                </a:lnTo>
                <a:lnTo>
                  <a:pt x="31" y="41"/>
                </a:lnTo>
                <a:lnTo>
                  <a:pt x="27" y="33"/>
                </a:lnTo>
                <a:moveTo>
                  <a:pt x="34" y="30"/>
                </a:moveTo>
                <a:lnTo>
                  <a:pt x="42" y="26"/>
                </a:lnTo>
                <a:lnTo>
                  <a:pt x="45" y="33"/>
                </a:lnTo>
                <a:lnTo>
                  <a:pt x="38" y="37"/>
                </a:lnTo>
                <a:lnTo>
                  <a:pt x="34" y="30"/>
                </a:lnTo>
                <a:moveTo>
                  <a:pt x="42" y="26"/>
                </a:moveTo>
                <a:lnTo>
                  <a:pt x="49" y="23"/>
                </a:lnTo>
                <a:lnTo>
                  <a:pt x="52" y="30"/>
                </a:lnTo>
                <a:lnTo>
                  <a:pt x="45" y="33"/>
                </a:lnTo>
                <a:lnTo>
                  <a:pt x="42" y="26"/>
                </a:lnTo>
                <a:moveTo>
                  <a:pt x="49" y="23"/>
                </a:moveTo>
                <a:lnTo>
                  <a:pt x="56" y="19"/>
                </a:lnTo>
                <a:lnTo>
                  <a:pt x="60" y="26"/>
                </a:lnTo>
                <a:lnTo>
                  <a:pt x="52" y="30"/>
                </a:lnTo>
                <a:lnTo>
                  <a:pt x="49" y="23"/>
                </a:lnTo>
                <a:moveTo>
                  <a:pt x="56" y="19"/>
                </a:moveTo>
                <a:lnTo>
                  <a:pt x="63" y="15"/>
                </a:lnTo>
                <a:lnTo>
                  <a:pt x="67" y="23"/>
                </a:lnTo>
                <a:lnTo>
                  <a:pt x="60" y="26"/>
                </a:lnTo>
                <a:lnTo>
                  <a:pt x="56" y="19"/>
                </a:lnTo>
                <a:moveTo>
                  <a:pt x="63" y="15"/>
                </a:moveTo>
                <a:lnTo>
                  <a:pt x="71" y="12"/>
                </a:lnTo>
                <a:lnTo>
                  <a:pt x="74" y="19"/>
                </a:lnTo>
                <a:lnTo>
                  <a:pt x="67" y="23"/>
                </a:lnTo>
                <a:lnTo>
                  <a:pt x="63" y="15"/>
                </a:lnTo>
                <a:moveTo>
                  <a:pt x="71" y="12"/>
                </a:moveTo>
                <a:lnTo>
                  <a:pt x="78" y="8"/>
                </a:lnTo>
                <a:lnTo>
                  <a:pt x="81" y="15"/>
                </a:lnTo>
                <a:lnTo>
                  <a:pt x="74" y="19"/>
                </a:lnTo>
                <a:lnTo>
                  <a:pt x="71" y="12"/>
                </a:lnTo>
                <a:moveTo>
                  <a:pt x="78" y="8"/>
                </a:moveTo>
                <a:lnTo>
                  <a:pt x="86" y="4"/>
                </a:lnTo>
                <a:lnTo>
                  <a:pt x="90" y="12"/>
                </a:lnTo>
                <a:lnTo>
                  <a:pt x="81" y="15"/>
                </a:lnTo>
                <a:lnTo>
                  <a:pt x="78" y="8"/>
                </a:lnTo>
                <a:moveTo>
                  <a:pt x="86" y="4"/>
                </a:moveTo>
                <a:lnTo>
                  <a:pt x="94" y="0"/>
                </a:lnTo>
                <a:lnTo>
                  <a:pt x="94" y="12"/>
                </a:lnTo>
                <a:lnTo>
                  <a:pt x="86" y="12"/>
                </a:lnTo>
                <a:lnTo>
                  <a:pt x="86" y="7"/>
                </a:lnTo>
                <a:lnTo>
                  <a:pt x="90" y="7"/>
                </a:lnTo>
                <a:lnTo>
                  <a:pt x="92" y="10"/>
                </a:lnTo>
                <a:lnTo>
                  <a:pt x="90" y="12"/>
                </a:lnTo>
                <a:lnTo>
                  <a:pt x="86" y="4"/>
                </a:lnTo>
                <a:moveTo>
                  <a:pt x="94" y="12"/>
                </a:moveTo>
                <a:lnTo>
                  <a:pt x="94" y="20"/>
                </a:lnTo>
                <a:lnTo>
                  <a:pt x="86" y="20"/>
                </a:lnTo>
                <a:lnTo>
                  <a:pt x="86" y="12"/>
                </a:lnTo>
                <a:lnTo>
                  <a:pt x="94" y="12"/>
                </a:lnTo>
                <a:moveTo>
                  <a:pt x="94" y="20"/>
                </a:moveTo>
                <a:lnTo>
                  <a:pt x="94" y="28"/>
                </a:lnTo>
                <a:lnTo>
                  <a:pt x="86" y="28"/>
                </a:lnTo>
                <a:lnTo>
                  <a:pt x="86" y="20"/>
                </a:lnTo>
                <a:lnTo>
                  <a:pt x="94" y="20"/>
                </a:lnTo>
                <a:moveTo>
                  <a:pt x="94" y="28"/>
                </a:moveTo>
                <a:lnTo>
                  <a:pt x="94" y="36"/>
                </a:lnTo>
                <a:lnTo>
                  <a:pt x="86" y="36"/>
                </a:lnTo>
                <a:lnTo>
                  <a:pt x="86" y="28"/>
                </a:lnTo>
                <a:lnTo>
                  <a:pt x="94" y="28"/>
                </a:lnTo>
                <a:moveTo>
                  <a:pt x="94" y="36"/>
                </a:moveTo>
                <a:lnTo>
                  <a:pt x="94" y="44"/>
                </a:lnTo>
                <a:lnTo>
                  <a:pt x="86" y="44"/>
                </a:lnTo>
                <a:lnTo>
                  <a:pt x="86" y="36"/>
                </a:lnTo>
                <a:lnTo>
                  <a:pt x="94" y="36"/>
                </a:lnTo>
                <a:moveTo>
                  <a:pt x="94" y="44"/>
                </a:moveTo>
                <a:lnTo>
                  <a:pt x="94" y="53"/>
                </a:lnTo>
                <a:lnTo>
                  <a:pt x="86" y="53"/>
                </a:lnTo>
                <a:lnTo>
                  <a:pt x="86" y="44"/>
                </a:lnTo>
                <a:lnTo>
                  <a:pt x="94" y="44"/>
                </a:lnTo>
                <a:moveTo>
                  <a:pt x="94" y="53"/>
                </a:moveTo>
                <a:lnTo>
                  <a:pt x="94" y="61"/>
                </a:lnTo>
                <a:lnTo>
                  <a:pt x="86" y="61"/>
                </a:lnTo>
                <a:lnTo>
                  <a:pt x="86" y="53"/>
                </a:lnTo>
                <a:lnTo>
                  <a:pt x="94" y="53"/>
                </a:lnTo>
                <a:moveTo>
                  <a:pt x="94" y="61"/>
                </a:moveTo>
                <a:lnTo>
                  <a:pt x="94" y="70"/>
                </a:lnTo>
                <a:lnTo>
                  <a:pt x="86" y="70"/>
                </a:lnTo>
                <a:lnTo>
                  <a:pt x="86" y="61"/>
                </a:lnTo>
                <a:lnTo>
                  <a:pt x="94" y="61"/>
                </a:lnTo>
                <a:moveTo>
                  <a:pt x="94" y="70"/>
                </a:moveTo>
                <a:lnTo>
                  <a:pt x="94" y="78"/>
                </a:lnTo>
                <a:lnTo>
                  <a:pt x="86" y="78"/>
                </a:lnTo>
                <a:lnTo>
                  <a:pt x="86" y="70"/>
                </a:lnTo>
                <a:lnTo>
                  <a:pt x="94" y="70"/>
                </a:lnTo>
                <a:moveTo>
                  <a:pt x="94" y="78"/>
                </a:moveTo>
                <a:lnTo>
                  <a:pt x="94" y="86"/>
                </a:lnTo>
                <a:lnTo>
                  <a:pt x="86" y="86"/>
                </a:lnTo>
                <a:lnTo>
                  <a:pt x="86" y="78"/>
                </a:lnTo>
                <a:lnTo>
                  <a:pt x="94" y="78"/>
                </a:lnTo>
                <a:moveTo>
                  <a:pt x="94" y="86"/>
                </a:moveTo>
                <a:lnTo>
                  <a:pt x="94" y="95"/>
                </a:lnTo>
                <a:lnTo>
                  <a:pt x="80" y="89"/>
                </a:lnTo>
                <a:lnTo>
                  <a:pt x="85" y="81"/>
                </a:lnTo>
                <a:lnTo>
                  <a:pt x="92" y="85"/>
                </a:lnTo>
                <a:lnTo>
                  <a:pt x="90" y="89"/>
                </a:lnTo>
                <a:lnTo>
                  <a:pt x="86" y="89"/>
                </a:lnTo>
                <a:lnTo>
                  <a:pt x="86" y="86"/>
                </a:lnTo>
                <a:lnTo>
                  <a:pt x="94" y="8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2150280" y="2112120"/>
            <a:ext cx="442440" cy="23040"/>
          </a:xfrm>
          <a:custGeom>
            <a:avLst/>
            <a:gdLst/>
            <a:ahLst/>
            <a:rect l="0" t="0" r="r" b="b"/>
            <a:pathLst>
              <a:path fill="none" w="1229" h="64">
                <a:moveTo>
                  <a:pt x="1229" y="13"/>
                </a:moveTo>
                <a:lnTo>
                  <a:pt x="1123" y="27"/>
                </a:lnTo>
                <a:cubicBezTo>
                  <a:pt x="1017" y="40"/>
                  <a:pt x="806" y="66"/>
                  <a:pt x="601" y="64"/>
                </a:cubicBezTo>
                <a:cubicBezTo>
                  <a:pt x="396" y="62"/>
                  <a:pt x="198" y="32"/>
                  <a:pt x="99" y="1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2135880" y="209988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5" y="81"/>
                </a:moveTo>
                <a:lnTo>
                  <a:pt x="0" y="28"/>
                </a:lnTo>
                <a:lnTo>
                  <a:pt x="87" y="0"/>
                </a:lnTo>
                <a:lnTo>
                  <a:pt x="75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2132640" y="209772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75" y="86"/>
                </a:moveTo>
                <a:lnTo>
                  <a:pt x="68" y="81"/>
                </a:lnTo>
                <a:lnTo>
                  <a:pt x="73" y="75"/>
                </a:lnTo>
                <a:lnTo>
                  <a:pt x="80" y="79"/>
                </a:lnTo>
                <a:lnTo>
                  <a:pt x="75" y="86"/>
                </a:lnTo>
                <a:moveTo>
                  <a:pt x="68" y="81"/>
                </a:moveTo>
                <a:lnTo>
                  <a:pt x="62" y="76"/>
                </a:lnTo>
                <a:lnTo>
                  <a:pt x="67" y="70"/>
                </a:lnTo>
                <a:lnTo>
                  <a:pt x="73" y="75"/>
                </a:lnTo>
                <a:lnTo>
                  <a:pt x="68" y="81"/>
                </a:lnTo>
                <a:moveTo>
                  <a:pt x="62" y="76"/>
                </a:moveTo>
                <a:lnTo>
                  <a:pt x="55" y="72"/>
                </a:lnTo>
                <a:lnTo>
                  <a:pt x="60" y="65"/>
                </a:lnTo>
                <a:lnTo>
                  <a:pt x="67" y="70"/>
                </a:lnTo>
                <a:lnTo>
                  <a:pt x="62" y="76"/>
                </a:lnTo>
                <a:moveTo>
                  <a:pt x="55" y="72"/>
                </a:moveTo>
                <a:lnTo>
                  <a:pt x="49" y="67"/>
                </a:lnTo>
                <a:lnTo>
                  <a:pt x="53" y="61"/>
                </a:lnTo>
                <a:lnTo>
                  <a:pt x="60" y="65"/>
                </a:lnTo>
                <a:lnTo>
                  <a:pt x="55" y="72"/>
                </a:lnTo>
                <a:moveTo>
                  <a:pt x="49" y="67"/>
                </a:moveTo>
                <a:lnTo>
                  <a:pt x="42" y="62"/>
                </a:lnTo>
                <a:lnTo>
                  <a:pt x="47" y="56"/>
                </a:lnTo>
                <a:lnTo>
                  <a:pt x="53" y="61"/>
                </a:lnTo>
                <a:lnTo>
                  <a:pt x="49" y="67"/>
                </a:lnTo>
                <a:moveTo>
                  <a:pt x="42" y="62"/>
                </a:moveTo>
                <a:lnTo>
                  <a:pt x="35" y="58"/>
                </a:lnTo>
                <a:lnTo>
                  <a:pt x="40" y="51"/>
                </a:lnTo>
                <a:lnTo>
                  <a:pt x="47" y="56"/>
                </a:lnTo>
                <a:lnTo>
                  <a:pt x="42" y="62"/>
                </a:lnTo>
                <a:moveTo>
                  <a:pt x="35" y="58"/>
                </a:moveTo>
                <a:lnTo>
                  <a:pt x="29" y="53"/>
                </a:lnTo>
                <a:lnTo>
                  <a:pt x="34" y="46"/>
                </a:lnTo>
                <a:lnTo>
                  <a:pt x="40" y="51"/>
                </a:lnTo>
                <a:lnTo>
                  <a:pt x="35" y="58"/>
                </a:lnTo>
                <a:moveTo>
                  <a:pt x="29" y="53"/>
                </a:moveTo>
                <a:lnTo>
                  <a:pt x="21" y="48"/>
                </a:lnTo>
                <a:lnTo>
                  <a:pt x="27" y="42"/>
                </a:lnTo>
                <a:lnTo>
                  <a:pt x="34" y="46"/>
                </a:lnTo>
                <a:lnTo>
                  <a:pt x="29" y="53"/>
                </a:lnTo>
                <a:moveTo>
                  <a:pt x="21" y="48"/>
                </a:moveTo>
                <a:lnTo>
                  <a:pt x="15" y="44"/>
                </a:lnTo>
                <a:lnTo>
                  <a:pt x="19" y="37"/>
                </a:lnTo>
                <a:lnTo>
                  <a:pt x="27" y="42"/>
                </a:lnTo>
                <a:lnTo>
                  <a:pt x="21" y="48"/>
                </a:lnTo>
                <a:moveTo>
                  <a:pt x="15" y="44"/>
                </a:moveTo>
                <a:lnTo>
                  <a:pt x="8" y="39"/>
                </a:lnTo>
                <a:lnTo>
                  <a:pt x="13" y="32"/>
                </a:lnTo>
                <a:lnTo>
                  <a:pt x="19" y="37"/>
                </a:lnTo>
                <a:lnTo>
                  <a:pt x="15" y="44"/>
                </a:lnTo>
                <a:moveTo>
                  <a:pt x="8" y="39"/>
                </a:moveTo>
                <a:lnTo>
                  <a:pt x="0" y="34"/>
                </a:lnTo>
                <a:lnTo>
                  <a:pt x="14" y="29"/>
                </a:lnTo>
                <a:lnTo>
                  <a:pt x="17" y="37"/>
                </a:lnTo>
                <a:lnTo>
                  <a:pt x="10" y="39"/>
                </a:lnTo>
                <a:lnTo>
                  <a:pt x="9" y="35"/>
                </a:lnTo>
                <a:lnTo>
                  <a:pt x="12" y="32"/>
                </a:lnTo>
                <a:lnTo>
                  <a:pt x="13" y="32"/>
                </a:lnTo>
                <a:lnTo>
                  <a:pt x="8" y="39"/>
                </a:lnTo>
                <a:moveTo>
                  <a:pt x="14" y="29"/>
                </a:moveTo>
                <a:lnTo>
                  <a:pt x="22" y="27"/>
                </a:lnTo>
                <a:lnTo>
                  <a:pt x="24" y="34"/>
                </a:lnTo>
                <a:lnTo>
                  <a:pt x="17" y="37"/>
                </a:lnTo>
                <a:lnTo>
                  <a:pt x="14" y="29"/>
                </a:lnTo>
                <a:moveTo>
                  <a:pt x="22" y="27"/>
                </a:moveTo>
                <a:lnTo>
                  <a:pt x="31" y="24"/>
                </a:lnTo>
                <a:lnTo>
                  <a:pt x="33" y="32"/>
                </a:lnTo>
                <a:lnTo>
                  <a:pt x="24" y="34"/>
                </a:lnTo>
                <a:lnTo>
                  <a:pt x="22" y="27"/>
                </a:lnTo>
                <a:moveTo>
                  <a:pt x="31" y="24"/>
                </a:moveTo>
                <a:lnTo>
                  <a:pt x="38" y="22"/>
                </a:lnTo>
                <a:lnTo>
                  <a:pt x="41" y="29"/>
                </a:lnTo>
                <a:lnTo>
                  <a:pt x="33" y="32"/>
                </a:lnTo>
                <a:lnTo>
                  <a:pt x="31" y="24"/>
                </a:lnTo>
                <a:moveTo>
                  <a:pt x="38" y="22"/>
                </a:moveTo>
                <a:lnTo>
                  <a:pt x="46" y="19"/>
                </a:lnTo>
                <a:lnTo>
                  <a:pt x="49" y="27"/>
                </a:lnTo>
                <a:lnTo>
                  <a:pt x="41" y="29"/>
                </a:lnTo>
                <a:lnTo>
                  <a:pt x="38" y="22"/>
                </a:lnTo>
                <a:moveTo>
                  <a:pt x="46" y="19"/>
                </a:moveTo>
                <a:lnTo>
                  <a:pt x="54" y="17"/>
                </a:lnTo>
                <a:lnTo>
                  <a:pt x="56" y="24"/>
                </a:lnTo>
                <a:lnTo>
                  <a:pt x="49" y="27"/>
                </a:lnTo>
                <a:lnTo>
                  <a:pt x="46" y="19"/>
                </a:lnTo>
                <a:moveTo>
                  <a:pt x="54" y="17"/>
                </a:moveTo>
                <a:lnTo>
                  <a:pt x="61" y="13"/>
                </a:lnTo>
                <a:lnTo>
                  <a:pt x="64" y="22"/>
                </a:lnTo>
                <a:lnTo>
                  <a:pt x="56" y="24"/>
                </a:lnTo>
                <a:lnTo>
                  <a:pt x="54" y="17"/>
                </a:lnTo>
                <a:moveTo>
                  <a:pt x="61" y="13"/>
                </a:moveTo>
                <a:lnTo>
                  <a:pt x="69" y="11"/>
                </a:lnTo>
                <a:lnTo>
                  <a:pt x="72" y="19"/>
                </a:lnTo>
                <a:lnTo>
                  <a:pt x="64" y="22"/>
                </a:lnTo>
                <a:lnTo>
                  <a:pt x="61" y="13"/>
                </a:lnTo>
                <a:moveTo>
                  <a:pt x="69" y="11"/>
                </a:moveTo>
                <a:lnTo>
                  <a:pt x="77" y="8"/>
                </a:lnTo>
                <a:lnTo>
                  <a:pt x="79" y="17"/>
                </a:lnTo>
                <a:lnTo>
                  <a:pt x="72" y="19"/>
                </a:lnTo>
                <a:lnTo>
                  <a:pt x="69" y="11"/>
                </a:lnTo>
                <a:moveTo>
                  <a:pt x="77" y="8"/>
                </a:moveTo>
                <a:lnTo>
                  <a:pt x="85" y="6"/>
                </a:lnTo>
                <a:lnTo>
                  <a:pt x="87" y="13"/>
                </a:lnTo>
                <a:lnTo>
                  <a:pt x="79" y="17"/>
                </a:lnTo>
                <a:lnTo>
                  <a:pt x="77" y="8"/>
                </a:lnTo>
                <a:moveTo>
                  <a:pt x="85" y="6"/>
                </a:moveTo>
                <a:lnTo>
                  <a:pt x="92" y="3"/>
                </a:lnTo>
                <a:lnTo>
                  <a:pt x="95" y="11"/>
                </a:lnTo>
                <a:lnTo>
                  <a:pt x="87" y="13"/>
                </a:lnTo>
                <a:lnTo>
                  <a:pt x="85" y="6"/>
                </a:lnTo>
                <a:moveTo>
                  <a:pt x="92" y="3"/>
                </a:moveTo>
                <a:lnTo>
                  <a:pt x="101" y="0"/>
                </a:lnTo>
                <a:lnTo>
                  <a:pt x="100" y="12"/>
                </a:lnTo>
                <a:lnTo>
                  <a:pt x="92" y="11"/>
                </a:lnTo>
                <a:lnTo>
                  <a:pt x="92" y="6"/>
                </a:lnTo>
                <a:lnTo>
                  <a:pt x="96" y="6"/>
                </a:lnTo>
                <a:lnTo>
                  <a:pt x="98" y="10"/>
                </a:lnTo>
                <a:lnTo>
                  <a:pt x="95" y="11"/>
                </a:lnTo>
                <a:lnTo>
                  <a:pt x="92" y="3"/>
                </a:lnTo>
                <a:moveTo>
                  <a:pt x="100" y="12"/>
                </a:moveTo>
                <a:lnTo>
                  <a:pt x="98" y="21"/>
                </a:lnTo>
                <a:lnTo>
                  <a:pt x="90" y="20"/>
                </a:lnTo>
                <a:lnTo>
                  <a:pt x="92" y="11"/>
                </a:lnTo>
                <a:lnTo>
                  <a:pt x="100" y="12"/>
                </a:lnTo>
                <a:moveTo>
                  <a:pt x="98" y="21"/>
                </a:moveTo>
                <a:lnTo>
                  <a:pt x="97" y="29"/>
                </a:lnTo>
                <a:lnTo>
                  <a:pt x="89" y="28"/>
                </a:lnTo>
                <a:lnTo>
                  <a:pt x="90" y="20"/>
                </a:lnTo>
                <a:lnTo>
                  <a:pt x="98" y="21"/>
                </a:lnTo>
                <a:moveTo>
                  <a:pt x="97" y="29"/>
                </a:moveTo>
                <a:lnTo>
                  <a:pt x="96" y="37"/>
                </a:lnTo>
                <a:lnTo>
                  <a:pt x="88" y="36"/>
                </a:lnTo>
                <a:lnTo>
                  <a:pt x="89" y="28"/>
                </a:lnTo>
                <a:lnTo>
                  <a:pt x="97" y="29"/>
                </a:lnTo>
                <a:moveTo>
                  <a:pt x="96" y="37"/>
                </a:moveTo>
                <a:lnTo>
                  <a:pt x="95" y="45"/>
                </a:lnTo>
                <a:lnTo>
                  <a:pt x="87" y="44"/>
                </a:lnTo>
                <a:lnTo>
                  <a:pt x="88" y="36"/>
                </a:lnTo>
                <a:lnTo>
                  <a:pt x="96" y="37"/>
                </a:lnTo>
                <a:moveTo>
                  <a:pt x="95" y="45"/>
                </a:moveTo>
                <a:lnTo>
                  <a:pt x="93" y="53"/>
                </a:lnTo>
                <a:lnTo>
                  <a:pt x="85" y="52"/>
                </a:lnTo>
                <a:lnTo>
                  <a:pt x="87" y="44"/>
                </a:lnTo>
                <a:lnTo>
                  <a:pt x="95" y="45"/>
                </a:lnTo>
                <a:moveTo>
                  <a:pt x="93" y="53"/>
                </a:moveTo>
                <a:lnTo>
                  <a:pt x="92" y="61"/>
                </a:lnTo>
                <a:lnTo>
                  <a:pt x="84" y="60"/>
                </a:lnTo>
                <a:lnTo>
                  <a:pt x="85" y="52"/>
                </a:lnTo>
                <a:lnTo>
                  <a:pt x="93" y="53"/>
                </a:lnTo>
                <a:moveTo>
                  <a:pt x="92" y="61"/>
                </a:moveTo>
                <a:lnTo>
                  <a:pt x="91" y="69"/>
                </a:lnTo>
                <a:lnTo>
                  <a:pt x="83" y="68"/>
                </a:lnTo>
                <a:lnTo>
                  <a:pt x="84" y="60"/>
                </a:lnTo>
                <a:lnTo>
                  <a:pt x="92" y="61"/>
                </a:lnTo>
                <a:moveTo>
                  <a:pt x="91" y="69"/>
                </a:moveTo>
                <a:lnTo>
                  <a:pt x="90" y="77"/>
                </a:lnTo>
                <a:lnTo>
                  <a:pt x="82" y="76"/>
                </a:lnTo>
                <a:lnTo>
                  <a:pt x="83" y="68"/>
                </a:lnTo>
                <a:lnTo>
                  <a:pt x="91" y="69"/>
                </a:lnTo>
                <a:moveTo>
                  <a:pt x="90" y="77"/>
                </a:moveTo>
                <a:lnTo>
                  <a:pt x="88" y="85"/>
                </a:lnTo>
                <a:lnTo>
                  <a:pt x="80" y="84"/>
                </a:lnTo>
                <a:lnTo>
                  <a:pt x="82" y="76"/>
                </a:lnTo>
                <a:lnTo>
                  <a:pt x="90" y="77"/>
                </a:lnTo>
                <a:moveTo>
                  <a:pt x="88" y="85"/>
                </a:moveTo>
                <a:lnTo>
                  <a:pt x="87" y="94"/>
                </a:lnTo>
                <a:lnTo>
                  <a:pt x="75" y="86"/>
                </a:lnTo>
                <a:lnTo>
                  <a:pt x="80" y="79"/>
                </a:lnTo>
                <a:lnTo>
                  <a:pt x="86" y="84"/>
                </a:lnTo>
                <a:lnTo>
                  <a:pt x="84" y="87"/>
                </a:lnTo>
                <a:lnTo>
                  <a:pt x="80" y="87"/>
                </a:lnTo>
                <a:lnTo>
                  <a:pt x="80" y="84"/>
                </a:lnTo>
                <a:lnTo>
                  <a:pt x="88" y="8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839520" y="2090520"/>
            <a:ext cx="630000" cy="38880"/>
          </a:xfrm>
          <a:custGeom>
            <a:avLst/>
            <a:gdLst/>
            <a:ahLst/>
            <a:rect l="0" t="0" r="r" b="b"/>
            <a:pathLst>
              <a:path fill="none" w="1750" h="108">
                <a:moveTo>
                  <a:pt x="1750" y="34"/>
                </a:moveTo>
                <a:lnTo>
                  <a:pt x="1601" y="53"/>
                </a:lnTo>
                <a:cubicBezTo>
                  <a:pt x="1453" y="73"/>
                  <a:pt x="1156" y="113"/>
                  <a:pt x="864" y="108"/>
                </a:cubicBezTo>
                <a:cubicBezTo>
                  <a:pt x="573" y="102"/>
                  <a:pt x="286" y="51"/>
                  <a:pt x="143" y="26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825120" y="207900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72" y="80"/>
                </a:moveTo>
                <a:lnTo>
                  <a:pt x="0" y="25"/>
                </a:lnTo>
                <a:lnTo>
                  <a:pt x="87" y="0"/>
                </a:lnTo>
                <a:lnTo>
                  <a:pt x="72" y="8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821880" y="2076840"/>
            <a:ext cx="36720" cy="33480"/>
          </a:xfrm>
          <a:custGeom>
            <a:avLst/>
            <a:gdLst/>
            <a:ahLst/>
            <a:rect l="0" t="0" r="r" b="b"/>
            <a:pathLst>
              <a:path w="102" h="93">
                <a:moveTo>
                  <a:pt x="74" y="85"/>
                </a:moveTo>
                <a:lnTo>
                  <a:pt x="66" y="80"/>
                </a:lnTo>
                <a:lnTo>
                  <a:pt x="72" y="72"/>
                </a:lnTo>
                <a:lnTo>
                  <a:pt x="78" y="78"/>
                </a:lnTo>
                <a:lnTo>
                  <a:pt x="74" y="85"/>
                </a:lnTo>
                <a:moveTo>
                  <a:pt x="66" y="80"/>
                </a:moveTo>
                <a:lnTo>
                  <a:pt x="60" y="75"/>
                </a:lnTo>
                <a:lnTo>
                  <a:pt x="64" y="68"/>
                </a:lnTo>
                <a:lnTo>
                  <a:pt x="72" y="72"/>
                </a:lnTo>
                <a:lnTo>
                  <a:pt x="66" y="80"/>
                </a:lnTo>
                <a:moveTo>
                  <a:pt x="60" y="75"/>
                </a:moveTo>
                <a:lnTo>
                  <a:pt x="53" y="69"/>
                </a:lnTo>
                <a:lnTo>
                  <a:pt x="58" y="63"/>
                </a:lnTo>
                <a:lnTo>
                  <a:pt x="64" y="68"/>
                </a:lnTo>
                <a:lnTo>
                  <a:pt x="60" y="75"/>
                </a:lnTo>
                <a:moveTo>
                  <a:pt x="53" y="69"/>
                </a:moveTo>
                <a:lnTo>
                  <a:pt x="47" y="64"/>
                </a:lnTo>
                <a:lnTo>
                  <a:pt x="51" y="58"/>
                </a:lnTo>
                <a:lnTo>
                  <a:pt x="58" y="63"/>
                </a:lnTo>
                <a:lnTo>
                  <a:pt x="53" y="69"/>
                </a:lnTo>
                <a:moveTo>
                  <a:pt x="47" y="64"/>
                </a:moveTo>
                <a:lnTo>
                  <a:pt x="40" y="60"/>
                </a:lnTo>
                <a:lnTo>
                  <a:pt x="45" y="53"/>
                </a:lnTo>
                <a:lnTo>
                  <a:pt x="51" y="58"/>
                </a:lnTo>
                <a:lnTo>
                  <a:pt x="47" y="64"/>
                </a:lnTo>
                <a:moveTo>
                  <a:pt x="40" y="60"/>
                </a:moveTo>
                <a:lnTo>
                  <a:pt x="34" y="55"/>
                </a:lnTo>
                <a:lnTo>
                  <a:pt x="38" y="48"/>
                </a:lnTo>
                <a:lnTo>
                  <a:pt x="45" y="53"/>
                </a:lnTo>
                <a:lnTo>
                  <a:pt x="40" y="60"/>
                </a:lnTo>
                <a:moveTo>
                  <a:pt x="34" y="55"/>
                </a:moveTo>
                <a:lnTo>
                  <a:pt x="27" y="50"/>
                </a:lnTo>
                <a:lnTo>
                  <a:pt x="32" y="43"/>
                </a:lnTo>
                <a:lnTo>
                  <a:pt x="38" y="48"/>
                </a:lnTo>
                <a:lnTo>
                  <a:pt x="34" y="55"/>
                </a:lnTo>
                <a:moveTo>
                  <a:pt x="27" y="50"/>
                </a:moveTo>
                <a:lnTo>
                  <a:pt x="21" y="45"/>
                </a:lnTo>
                <a:lnTo>
                  <a:pt x="25" y="39"/>
                </a:lnTo>
                <a:lnTo>
                  <a:pt x="32" y="43"/>
                </a:lnTo>
                <a:lnTo>
                  <a:pt x="27" y="50"/>
                </a:lnTo>
                <a:moveTo>
                  <a:pt x="21" y="45"/>
                </a:moveTo>
                <a:lnTo>
                  <a:pt x="14" y="40"/>
                </a:lnTo>
                <a:lnTo>
                  <a:pt x="19" y="34"/>
                </a:lnTo>
                <a:lnTo>
                  <a:pt x="25" y="39"/>
                </a:lnTo>
                <a:lnTo>
                  <a:pt x="21" y="45"/>
                </a:lnTo>
                <a:moveTo>
                  <a:pt x="14" y="40"/>
                </a:moveTo>
                <a:lnTo>
                  <a:pt x="8" y="36"/>
                </a:lnTo>
                <a:lnTo>
                  <a:pt x="12" y="29"/>
                </a:lnTo>
                <a:lnTo>
                  <a:pt x="19" y="34"/>
                </a:lnTo>
                <a:lnTo>
                  <a:pt x="14" y="40"/>
                </a:lnTo>
                <a:moveTo>
                  <a:pt x="8" y="36"/>
                </a:moveTo>
                <a:lnTo>
                  <a:pt x="0" y="30"/>
                </a:lnTo>
                <a:lnTo>
                  <a:pt x="14" y="26"/>
                </a:lnTo>
                <a:lnTo>
                  <a:pt x="16" y="33"/>
                </a:lnTo>
                <a:lnTo>
                  <a:pt x="10" y="35"/>
                </a:lnTo>
                <a:lnTo>
                  <a:pt x="9" y="31"/>
                </a:lnTo>
                <a:lnTo>
                  <a:pt x="11" y="28"/>
                </a:lnTo>
                <a:lnTo>
                  <a:pt x="12" y="29"/>
                </a:lnTo>
                <a:lnTo>
                  <a:pt x="8" y="36"/>
                </a:lnTo>
                <a:moveTo>
                  <a:pt x="14" y="26"/>
                </a:moveTo>
                <a:lnTo>
                  <a:pt x="22" y="23"/>
                </a:lnTo>
                <a:lnTo>
                  <a:pt x="24" y="31"/>
                </a:lnTo>
                <a:lnTo>
                  <a:pt x="16" y="33"/>
                </a:lnTo>
                <a:lnTo>
                  <a:pt x="14" y="26"/>
                </a:lnTo>
                <a:moveTo>
                  <a:pt x="22" y="23"/>
                </a:moveTo>
                <a:lnTo>
                  <a:pt x="29" y="21"/>
                </a:lnTo>
                <a:lnTo>
                  <a:pt x="32" y="29"/>
                </a:lnTo>
                <a:lnTo>
                  <a:pt x="24" y="31"/>
                </a:lnTo>
                <a:lnTo>
                  <a:pt x="22" y="23"/>
                </a:lnTo>
                <a:moveTo>
                  <a:pt x="29" y="21"/>
                </a:moveTo>
                <a:lnTo>
                  <a:pt x="37" y="19"/>
                </a:lnTo>
                <a:lnTo>
                  <a:pt x="40" y="26"/>
                </a:lnTo>
                <a:lnTo>
                  <a:pt x="32" y="29"/>
                </a:lnTo>
                <a:lnTo>
                  <a:pt x="29" y="21"/>
                </a:lnTo>
                <a:moveTo>
                  <a:pt x="37" y="19"/>
                </a:moveTo>
                <a:lnTo>
                  <a:pt x="45" y="16"/>
                </a:lnTo>
                <a:lnTo>
                  <a:pt x="47" y="24"/>
                </a:lnTo>
                <a:lnTo>
                  <a:pt x="40" y="26"/>
                </a:lnTo>
                <a:lnTo>
                  <a:pt x="37" y="19"/>
                </a:lnTo>
                <a:moveTo>
                  <a:pt x="45" y="16"/>
                </a:moveTo>
                <a:lnTo>
                  <a:pt x="53" y="14"/>
                </a:lnTo>
                <a:lnTo>
                  <a:pt x="55" y="22"/>
                </a:lnTo>
                <a:lnTo>
                  <a:pt x="47" y="24"/>
                </a:lnTo>
                <a:lnTo>
                  <a:pt x="45" y="16"/>
                </a:lnTo>
                <a:moveTo>
                  <a:pt x="53" y="14"/>
                </a:moveTo>
                <a:lnTo>
                  <a:pt x="60" y="12"/>
                </a:lnTo>
                <a:lnTo>
                  <a:pt x="63" y="20"/>
                </a:lnTo>
                <a:lnTo>
                  <a:pt x="55" y="22"/>
                </a:lnTo>
                <a:lnTo>
                  <a:pt x="53" y="14"/>
                </a:lnTo>
                <a:moveTo>
                  <a:pt x="60" y="12"/>
                </a:moveTo>
                <a:lnTo>
                  <a:pt x="69" y="9"/>
                </a:lnTo>
                <a:lnTo>
                  <a:pt x="72" y="17"/>
                </a:lnTo>
                <a:lnTo>
                  <a:pt x="63" y="20"/>
                </a:lnTo>
                <a:lnTo>
                  <a:pt x="60" y="12"/>
                </a:lnTo>
                <a:moveTo>
                  <a:pt x="69" y="9"/>
                </a:moveTo>
                <a:lnTo>
                  <a:pt x="77" y="7"/>
                </a:lnTo>
                <a:lnTo>
                  <a:pt x="79" y="15"/>
                </a:lnTo>
                <a:lnTo>
                  <a:pt x="72" y="17"/>
                </a:lnTo>
                <a:lnTo>
                  <a:pt x="69" y="9"/>
                </a:lnTo>
                <a:moveTo>
                  <a:pt x="77" y="7"/>
                </a:moveTo>
                <a:lnTo>
                  <a:pt x="85" y="5"/>
                </a:lnTo>
                <a:lnTo>
                  <a:pt x="87" y="13"/>
                </a:lnTo>
                <a:lnTo>
                  <a:pt x="79" y="15"/>
                </a:lnTo>
                <a:lnTo>
                  <a:pt x="77" y="7"/>
                </a:lnTo>
                <a:moveTo>
                  <a:pt x="85" y="5"/>
                </a:moveTo>
                <a:lnTo>
                  <a:pt x="92" y="3"/>
                </a:lnTo>
                <a:lnTo>
                  <a:pt x="95" y="10"/>
                </a:lnTo>
                <a:lnTo>
                  <a:pt x="87" y="13"/>
                </a:lnTo>
                <a:lnTo>
                  <a:pt x="85" y="5"/>
                </a:lnTo>
                <a:moveTo>
                  <a:pt x="92" y="3"/>
                </a:moveTo>
                <a:lnTo>
                  <a:pt x="102" y="0"/>
                </a:lnTo>
                <a:lnTo>
                  <a:pt x="100" y="11"/>
                </a:lnTo>
                <a:lnTo>
                  <a:pt x="92" y="10"/>
                </a:lnTo>
                <a:lnTo>
                  <a:pt x="92" y="5"/>
                </a:lnTo>
                <a:lnTo>
                  <a:pt x="96" y="6"/>
                </a:lnTo>
                <a:lnTo>
                  <a:pt x="98" y="9"/>
                </a:lnTo>
                <a:lnTo>
                  <a:pt x="95" y="10"/>
                </a:lnTo>
                <a:lnTo>
                  <a:pt x="92" y="3"/>
                </a:lnTo>
                <a:moveTo>
                  <a:pt x="100" y="11"/>
                </a:moveTo>
                <a:lnTo>
                  <a:pt x="98" y="19"/>
                </a:lnTo>
                <a:lnTo>
                  <a:pt x="90" y="18"/>
                </a:lnTo>
                <a:lnTo>
                  <a:pt x="92" y="10"/>
                </a:lnTo>
                <a:lnTo>
                  <a:pt x="100" y="11"/>
                </a:lnTo>
                <a:moveTo>
                  <a:pt x="98" y="19"/>
                </a:moveTo>
                <a:lnTo>
                  <a:pt x="97" y="27"/>
                </a:lnTo>
                <a:lnTo>
                  <a:pt x="89" y="26"/>
                </a:lnTo>
                <a:lnTo>
                  <a:pt x="90" y="18"/>
                </a:lnTo>
                <a:lnTo>
                  <a:pt x="98" y="19"/>
                </a:lnTo>
                <a:moveTo>
                  <a:pt x="97" y="27"/>
                </a:moveTo>
                <a:lnTo>
                  <a:pt x="95" y="35"/>
                </a:lnTo>
                <a:lnTo>
                  <a:pt x="87" y="34"/>
                </a:lnTo>
                <a:lnTo>
                  <a:pt x="89" y="26"/>
                </a:lnTo>
                <a:lnTo>
                  <a:pt x="97" y="27"/>
                </a:lnTo>
                <a:moveTo>
                  <a:pt x="95" y="35"/>
                </a:moveTo>
                <a:lnTo>
                  <a:pt x="94" y="43"/>
                </a:lnTo>
                <a:lnTo>
                  <a:pt x="86" y="42"/>
                </a:lnTo>
                <a:lnTo>
                  <a:pt x="87" y="34"/>
                </a:lnTo>
                <a:lnTo>
                  <a:pt x="95" y="35"/>
                </a:lnTo>
                <a:moveTo>
                  <a:pt x="94" y="43"/>
                </a:moveTo>
                <a:lnTo>
                  <a:pt x="93" y="51"/>
                </a:lnTo>
                <a:lnTo>
                  <a:pt x="85" y="50"/>
                </a:lnTo>
                <a:lnTo>
                  <a:pt x="86" y="42"/>
                </a:lnTo>
                <a:lnTo>
                  <a:pt x="94" y="43"/>
                </a:lnTo>
                <a:moveTo>
                  <a:pt x="93" y="51"/>
                </a:moveTo>
                <a:lnTo>
                  <a:pt x="91" y="59"/>
                </a:lnTo>
                <a:lnTo>
                  <a:pt x="83" y="58"/>
                </a:lnTo>
                <a:lnTo>
                  <a:pt x="85" y="50"/>
                </a:lnTo>
                <a:lnTo>
                  <a:pt x="93" y="51"/>
                </a:lnTo>
                <a:moveTo>
                  <a:pt x="91" y="59"/>
                </a:moveTo>
                <a:lnTo>
                  <a:pt x="90" y="67"/>
                </a:lnTo>
                <a:lnTo>
                  <a:pt x="82" y="66"/>
                </a:lnTo>
                <a:lnTo>
                  <a:pt x="83" y="58"/>
                </a:lnTo>
                <a:lnTo>
                  <a:pt x="91" y="59"/>
                </a:lnTo>
                <a:moveTo>
                  <a:pt x="90" y="67"/>
                </a:moveTo>
                <a:lnTo>
                  <a:pt x="88" y="76"/>
                </a:lnTo>
                <a:lnTo>
                  <a:pt x="80" y="75"/>
                </a:lnTo>
                <a:lnTo>
                  <a:pt x="82" y="66"/>
                </a:lnTo>
                <a:lnTo>
                  <a:pt x="90" y="67"/>
                </a:lnTo>
                <a:moveTo>
                  <a:pt x="88" y="76"/>
                </a:moveTo>
                <a:lnTo>
                  <a:pt x="87" y="84"/>
                </a:lnTo>
                <a:lnTo>
                  <a:pt x="79" y="83"/>
                </a:lnTo>
                <a:lnTo>
                  <a:pt x="80" y="75"/>
                </a:lnTo>
                <a:lnTo>
                  <a:pt x="88" y="76"/>
                </a:lnTo>
                <a:moveTo>
                  <a:pt x="87" y="84"/>
                </a:moveTo>
                <a:lnTo>
                  <a:pt x="85" y="93"/>
                </a:lnTo>
                <a:lnTo>
                  <a:pt x="74" y="85"/>
                </a:lnTo>
                <a:lnTo>
                  <a:pt x="78" y="78"/>
                </a:lnTo>
                <a:lnTo>
                  <a:pt x="85" y="83"/>
                </a:lnTo>
                <a:lnTo>
                  <a:pt x="82" y="86"/>
                </a:lnTo>
                <a:lnTo>
                  <a:pt x="78" y="86"/>
                </a:lnTo>
                <a:lnTo>
                  <a:pt x="79" y="83"/>
                </a:lnTo>
                <a:lnTo>
                  <a:pt x="87" y="8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4907520" y="1978560"/>
            <a:ext cx="695880" cy="0"/>
          </a:xfrm>
          <a:custGeom>
            <a:avLst/>
            <a:gdLst/>
            <a:ahLst/>
            <a:rect l="0" t="0" r="r" b="b"/>
            <a:pathLst>
              <a:path fill="none" w="1933" h="0">
                <a:moveTo>
                  <a:pt x="0" y="0"/>
                </a:moveTo>
                <a:lnTo>
                  <a:pt x="153" y="0"/>
                </a:lnTo>
                <a:cubicBezTo>
                  <a:pt x="306" y="0"/>
                  <a:pt x="612" y="0"/>
                  <a:pt x="935" y="0"/>
                </a:cubicBezTo>
                <a:cubicBezTo>
                  <a:pt x="1257" y="0"/>
                  <a:pt x="1595" y="0"/>
                  <a:pt x="1764" y="0"/>
                </a:cubicBezTo>
                <a:lnTo>
                  <a:pt x="1933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5589000" y="196380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2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5587560" y="196164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3" y="6"/>
                </a:moveTo>
                <a:lnTo>
                  <a:pt x="20" y="10"/>
                </a:lnTo>
                <a:lnTo>
                  <a:pt x="17" y="17"/>
                </a:lnTo>
                <a:lnTo>
                  <a:pt x="9" y="14"/>
                </a:lnTo>
                <a:lnTo>
                  <a:pt x="13" y="6"/>
                </a:lnTo>
                <a:moveTo>
                  <a:pt x="20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0" y="10"/>
                </a:lnTo>
                <a:moveTo>
                  <a:pt x="28" y="14"/>
                </a:moveTo>
                <a:lnTo>
                  <a:pt x="35" y="17"/>
                </a:lnTo>
                <a:lnTo>
                  <a:pt x="31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8" y="28"/>
                </a:lnTo>
                <a:lnTo>
                  <a:pt x="31" y="24"/>
                </a:lnTo>
                <a:lnTo>
                  <a:pt x="35" y="17"/>
                </a:lnTo>
                <a:moveTo>
                  <a:pt x="42" y="21"/>
                </a:moveTo>
                <a:lnTo>
                  <a:pt x="49" y="24"/>
                </a:lnTo>
                <a:lnTo>
                  <a:pt x="46" y="32"/>
                </a:lnTo>
                <a:lnTo>
                  <a:pt x="38" y="28"/>
                </a:lnTo>
                <a:lnTo>
                  <a:pt x="42" y="21"/>
                </a:lnTo>
                <a:moveTo>
                  <a:pt x="49" y="24"/>
                </a:moveTo>
                <a:lnTo>
                  <a:pt x="56" y="28"/>
                </a:lnTo>
                <a:lnTo>
                  <a:pt x="53" y="35"/>
                </a:lnTo>
                <a:lnTo>
                  <a:pt x="46" y="32"/>
                </a:lnTo>
                <a:lnTo>
                  <a:pt x="49" y="24"/>
                </a:lnTo>
                <a:moveTo>
                  <a:pt x="56" y="28"/>
                </a:moveTo>
                <a:lnTo>
                  <a:pt x="65" y="32"/>
                </a:lnTo>
                <a:lnTo>
                  <a:pt x="61" y="39"/>
                </a:lnTo>
                <a:lnTo>
                  <a:pt x="53" y="35"/>
                </a:lnTo>
                <a:lnTo>
                  <a:pt x="56" y="28"/>
                </a:lnTo>
                <a:moveTo>
                  <a:pt x="65" y="32"/>
                </a:moveTo>
                <a:lnTo>
                  <a:pt x="72" y="35"/>
                </a:lnTo>
                <a:lnTo>
                  <a:pt x="68" y="43"/>
                </a:lnTo>
                <a:lnTo>
                  <a:pt x="61" y="39"/>
                </a:lnTo>
                <a:lnTo>
                  <a:pt x="65" y="32"/>
                </a:lnTo>
                <a:moveTo>
                  <a:pt x="72" y="35"/>
                </a:moveTo>
                <a:lnTo>
                  <a:pt x="79" y="39"/>
                </a:lnTo>
                <a:lnTo>
                  <a:pt x="76" y="46"/>
                </a:lnTo>
                <a:lnTo>
                  <a:pt x="68" y="43"/>
                </a:lnTo>
                <a:lnTo>
                  <a:pt x="72" y="35"/>
                </a:lnTo>
                <a:moveTo>
                  <a:pt x="79" y="39"/>
                </a:moveTo>
                <a:lnTo>
                  <a:pt x="86" y="43"/>
                </a:lnTo>
                <a:lnTo>
                  <a:pt x="83" y="50"/>
                </a:lnTo>
                <a:lnTo>
                  <a:pt x="76" y="46"/>
                </a:lnTo>
                <a:lnTo>
                  <a:pt x="79" y="39"/>
                </a:lnTo>
                <a:moveTo>
                  <a:pt x="86" y="43"/>
                </a:moveTo>
                <a:lnTo>
                  <a:pt x="95" y="47"/>
                </a:lnTo>
                <a:lnTo>
                  <a:pt x="82" y="53"/>
                </a:lnTo>
                <a:lnTo>
                  <a:pt x="78" y="46"/>
                </a:lnTo>
                <a:lnTo>
                  <a:pt x="84" y="43"/>
                </a:lnTo>
                <a:lnTo>
                  <a:pt x="86" y="47"/>
                </a:lnTo>
                <a:lnTo>
                  <a:pt x="84" y="50"/>
                </a:lnTo>
                <a:lnTo>
                  <a:pt x="83" y="50"/>
                </a:lnTo>
                <a:lnTo>
                  <a:pt x="86" y="43"/>
                </a:lnTo>
                <a:moveTo>
                  <a:pt x="82" y="53"/>
                </a:moveTo>
                <a:lnTo>
                  <a:pt x="75" y="57"/>
                </a:lnTo>
                <a:lnTo>
                  <a:pt x="71" y="50"/>
                </a:lnTo>
                <a:lnTo>
                  <a:pt x="78" y="46"/>
                </a:lnTo>
                <a:lnTo>
                  <a:pt x="82" y="53"/>
                </a:lnTo>
                <a:moveTo>
                  <a:pt x="75" y="57"/>
                </a:moveTo>
                <a:lnTo>
                  <a:pt x="67" y="61"/>
                </a:lnTo>
                <a:lnTo>
                  <a:pt x="64" y="53"/>
                </a:lnTo>
                <a:lnTo>
                  <a:pt x="71" y="50"/>
                </a:lnTo>
                <a:lnTo>
                  <a:pt x="75" y="57"/>
                </a:lnTo>
                <a:moveTo>
                  <a:pt x="67" y="61"/>
                </a:moveTo>
                <a:lnTo>
                  <a:pt x="60" y="64"/>
                </a:lnTo>
                <a:lnTo>
                  <a:pt x="55" y="57"/>
                </a:lnTo>
                <a:lnTo>
                  <a:pt x="64" y="53"/>
                </a:lnTo>
                <a:lnTo>
                  <a:pt x="67" y="61"/>
                </a:lnTo>
                <a:moveTo>
                  <a:pt x="60" y="64"/>
                </a:moveTo>
                <a:lnTo>
                  <a:pt x="52" y="68"/>
                </a:lnTo>
                <a:lnTo>
                  <a:pt x="48" y="61"/>
                </a:lnTo>
                <a:lnTo>
                  <a:pt x="55" y="57"/>
                </a:lnTo>
                <a:lnTo>
                  <a:pt x="60" y="64"/>
                </a:lnTo>
                <a:moveTo>
                  <a:pt x="52" y="68"/>
                </a:moveTo>
                <a:lnTo>
                  <a:pt x="45" y="71"/>
                </a:lnTo>
                <a:lnTo>
                  <a:pt x="41" y="64"/>
                </a:lnTo>
                <a:lnTo>
                  <a:pt x="48" y="61"/>
                </a:lnTo>
                <a:lnTo>
                  <a:pt x="52" y="68"/>
                </a:lnTo>
                <a:moveTo>
                  <a:pt x="45" y="71"/>
                </a:moveTo>
                <a:lnTo>
                  <a:pt x="37" y="75"/>
                </a:lnTo>
                <a:lnTo>
                  <a:pt x="34" y="68"/>
                </a:lnTo>
                <a:lnTo>
                  <a:pt x="41" y="64"/>
                </a:lnTo>
                <a:lnTo>
                  <a:pt x="45" y="71"/>
                </a:lnTo>
                <a:moveTo>
                  <a:pt x="37" y="75"/>
                </a:moveTo>
                <a:lnTo>
                  <a:pt x="30" y="79"/>
                </a:lnTo>
                <a:lnTo>
                  <a:pt x="27" y="71"/>
                </a:lnTo>
                <a:lnTo>
                  <a:pt x="34" y="68"/>
                </a:lnTo>
                <a:lnTo>
                  <a:pt x="37" y="75"/>
                </a:lnTo>
                <a:moveTo>
                  <a:pt x="30" y="79"/>
                </a:moveTo>
                <a:lnTo>
                  <a:pt x="23" y="82"/>
                </a:lnTo>
                <a:lnTo>
                  <a:pt x="19" y="75"/>
                </a:lnTo>
                <a:lnTo>
                  <a:pt x="27" y="71"/>
                </a:lnTo>
                <a:lnTo>
                  <a:pt x="30" y="79"/>
                </a:lnTo>
                <a:moveTo>
                  <a:pt x="23" y="82"/>
                </a:moveTo>
                <a:lnTo>
                  <a:pt x="16" y="87"/>
                </a:lnTo>
                <a:lnTo>
                  <a:pt x="12" y="79"/>
                </a:lnTo>
                <a:lnTo>
                  <a:pt x="19" y="75"/>
                </a:lnTo>
                <a:lnTo>
                  <a:pt x="23" y="82"/>
                </a:lnTo>
                <a:moveTo>
                  <a:pt x="16" y="87"/>
                </a:moveTo>
                <a:lnTo>
                  <a:pt x="8" y="91"/>
                </a:lnTo>
                <a:lnTo>
                  <a:pt x="5" y="82"/>
                </a:lnTo>
                <a:lnTo>
                  <a:pt x="12" y="79"/>
                </a:lnTo>
                <a:lnTo>
                  <a:pt x="16" y="87"/>
                </a:lnTo>
                <a:moveTo>
                  <a:pt x="8" y="91"/>
                </a:moveTo>
                <a:lnTo>
                  <a:pt x="0" y="95"/>
                </a:lnTo>
                <a:lnTo>
                  <a:pt x="0" y="82"/>
                </a:lnTo>
                <a:lnTo>
                  <a:pt x="8" y="82"/>
                </a:lnTo>
                <a:lnTo>
                  <a:pt x="8" y="88"/>
                </a:lnTo>
                <a:lnTo>
                  <a:pt x="4" y="88"/>
                </a:lnTo>
                <a:lnTo>
                  <a:pt x="2" y="84"/>
                </a:lnTo>
                <a:lnTo>
                  <a:pt x="5" y="82"/>
                </a:lnTo>
                <a:lnTo>
                  <a:pt x="8" y="91"/>
                </a:lnTo>
                <a:moveTo>
                  <a:pt x="0" y="82"/>
                </a:moveTo>
                <a:lnTo>
                  <a:pt x="0" y="74"/>
                </a:lnTo>
                <a:lnTo>
                  <a:pt x="8" y="74"/>
                </a:lnTo>
                <a:lnTo>
                  <a:pt x="8" y="82"/>
                </a:lnTo>
                <a:lnTo>
                  <a:pt x="0" y="82"/>
                </a:lnTo>
                <a:moveTo>
                  <a:pt x="0" y="74"/>
                </a:moveTo>
                <a:lnTo>
                  <a:pt x="0" y="66"/>
                </a:lnTo>
                <a:lnTo>
                  <a:pt x="8" y="66"/>
                </a:lnTo>
                <a:lnTo>
                  <a:pt x="8" y="74"/>
                </a:lnTo>
                <a:lnTo>
                  <a:pt x="0" y="74"/>
                </a:lnTo>
                <a:moveTo>
                  <a:pt x="0" y="66"/>
                </a:moveTo>
                <a:lnTo>
                  <a:pt x="0" y="58"/>
                </a:lnTo>
                <a:lnTo>
                  <a:pt x="8" y="58"/>
                </a:lnTo>
                <a:lnTo>
                  <a:pt x="8" y="66"/>
                </a:lnTo>
                <a:lnTo>
                  <a:pt x="0" y="66"/>
                </a:lnTo>
                <a:moveTo>
                  <a:pt x="0" y="58"/>
                </a:moveTo>
                <a:lnTo>
                  <a:pt x="0" y="50"/>
                </a:lnTo>
                <a:lnTo>
                  <a:pt x="8" y="50"/>
                </a:lnTo>
                <a:lnTo>
                  <a:pt x="8" y="58"/>
                </a:lnTo>
                <a:lnTo>
                  <a:pt x="0" y="58"/>
                </a:lnTo>
                <a:moveTo>
                  <a:pt x="0" y="50"/>
                </a:moveTo>
                <a:lnTo>
                  <a:pt x="0" y="42"/>
                </a:lnTo>
                <a:lnTo>
                  <a:pt x="8" y="42"/>
                </a:lnTo>
                <a:lnTo>
                  <a:pt x="8" y="50"/>
                </a:lnTo>
                <a:lnTo>
                  <a:pt x="0" y="50"/>
                </a:lnTo>
                <a:moveTo>
                  <a:pt x="0" y="42"/>
                </a:moveTo>
                <a:lnTo>
                  <a:pt x="0" y="34"/>
                </a:lnTo>
                <a:lnTo>
                  <a:pt x="8" y="34"/>
                </a:lnTo>
                <a:lnTo>
                  <a:pt x="8" y="42"/>
                </a:lnTo>
                <a:lnTo>
                  <a:pt x="0" y="42"/>
                </a:lnTo>
                <a:moveTo>
                  <a:pt x="0" y="34"/>
                </a:moveTo>
                <a:lnTo>
                  <a:pt x="0" y="25"/>
                </a:lnTo>
                <a:lnTo>
                  <a:pt x="8" y="25"/>
                </a:lnTo>
                <a:lnTo>
                  <a:pt x="8" y="34"/>
                </a:lnTo>
                <a:lnTo>
                  <a:pt x="0" y="34"/>
                </a:lnTo>
                <a:moveTo>
                  <a:pt x="0" y="25"/>
                </a:moveTo>
                <a:lnTo>
                  <a:pt x="0" y="17"/>
                </a:lnTo>
                <a:lnTo>
                  <a:pt x="8" y="17"/>
                </a:lnTo>
                <a:lnTo>
                  <a:pt x="8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9" y="14"/>
                </a:lnTo>
                <a:lnTo>
                  <a:pt x="2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6342480" y="1898280"/>
            <a:ext cx="552600" cy="37440"/>
          </a:xfrm>
          <a:custGeom>
            <a:avLst/>
            <a:gdLst/>
            <a:ahLst/>
            <a:rect l="0" t="0" r="r" b="b"/>
            <a:pathLst>
              <a:path fill="none" w="1535" h="104">
                <a:moveTo>
                  <a:pt x="0" y="104"/>
                </a:moveTo>
                <a:lnTo>
                  <a:pt x="143" y="87"/>
                </a:lnTo>
                <a:cubicBezTo>
                  <a:pt x="286" y="68"/>
                  <a:pt x="571" y="34"/>
                  <a:pt x="827" y="17"/>
                </a:cubicBezTo>
                <a:cubicBezTo>
                  <a:pt x="1083" y="0"/>
                  <a:pt x="1309" y="0"/>
                  <a:pt x="1422" y="0"/>
                </a:cubicBezTo>
                <a:lnTo>
                  <a:pt x="1535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6880320" y="188388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1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6878880" y="188136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7"/>
                </a:moveTo>
                <a:lnTo>
                  <a:pt x="21" y="11"/>
                </a:lnTo>
                <a:lnTo>
                  <a:pt x="17" y="18"/>
                </a:lnTo>
                <a:lnTo>
                  <a:pt x="10" y="14"/>
                </a:lnTo>
                <a:lnTo>
                  <a:pt x="14" y="7"/>
                </a:lnTo>
                <a:moveTo>
                  <a:pt x="21" y="11"/>
                </a:moveTo>
                <a:lnTo>
                  <a:pt x="28" y="14"/>
                </a:lnTo>
                <a:lnTo>
                  <a:pt x="25" y="21"/>
                </a:lnTo>
                <a:lnTo>
                  <a:pt x="17" y="18"/>
                </a:lnTo>
                <a:lnTo>
                  <a:pt x="21" y="11"/>
                </a:lnTo>
                <a:moveTo>
                  <a:pt x="28" y="14"/>
                </a:moveTo>
                <a:lnTo>
                  <a:pt x="36" y="18"/>
                </a:lnTo>
                <a:lnTo>
                  <a:pt x="32" y="25"/>
                </a:lnTo>
                <a:lnTo>
                  <a:pt x="25" y="21"/>
                </a:lnTo>
                <a:lnTo>
                  <a:pt x="28" y="14"/>
                </a:lnTo>
                <a:moveTo>
                  <a:pt x="36" y="18"/>
                </a:moveTo>
                <a:lnTo>
                  <a:pt x="43" y="21"/>
                </a:lnTo>
                <a:lnTo>
                  <a:pt x="39" y="30"/>
                </a:lnTo>
                <a:lnTo>
                  <a:pt x="32" y="25"/>
                </a:lnTo>
                <a:lnTo>
                  <a:pt x="36" y="18"/>
                </a:lnTo>
                <a:moveTo>
                  <a:pt x="43" y="21"/>
                </a:moveTo>
                <a:lnTo>
                  <a:pt x="50" y="25"/>
                </a:lnTo>
                <a:lnTo>
                  <a:pt x="46" y="33"/>
                </a:lnTo>
                <a:lnTo>
                  <a:pt x="39" y="30"/>
                </a:lnTo>
                <a:lnTo>
                  <a:pt x="43" y="21"/>
                </a:lnTo>
                <a:moveTo>
                  <a:pt x="50" y="25"/>
                </a:moveTo>
                <a:lnTo>
                  <a:pt x="57" y="30"/>
                </a:lnTo>
                <a:lnTo>
                  <a:pt x="54" y="37"/>
                </a:lnTo>
                <a:lnTo>
                  <a:pt x="46" y="33"/>
                </a:lnTo>
                <a:lnTo>
                  <a:pt x="50" y="25"/>
                </a:lnTo>
                <a:moveTo>
                  <a:pt x="57" y="30"/>
                </a:moveTo>
                <a:lnTo>
                  <a:pt x="64" y="33"/>
                </a:lnTo>
                <a:lnTo>
                  <a:pt x="61" y="40"/>
                </a:lnTo>
                <a:lnTo>
                  <a:pt x="54" y="37"/>
                </a:lnTo>
                <a:lnTo>
                  <a:pt x="57" y="30"/>
                </a:lnTo>
                <a:moveTo>
                  <a:pt x="64" y="33"/>
                </a:moveTo>
                <a:lnTo>
                  <a:pt x="72" y="37"/>
                </a:lnTo>
                <a:lnTo>
                  <a:pt x="68" y="44"/>
                </a:lnTo>
                <a:lnTo>
                  <a:pt x="61" y="40"/>
                </a:lnTo>
                <a:lnTo>
                  <a:pt x="64" y="33"/>
                </a:lnTo>
                <a:moveTo>
                  <a:pt x="72" y="37"/>
                </a:moveTo>
                <a:lnTo>
                  <a:pt x="79" y="40"/>
                </a:lnTo>
                <a:lnTo>
                  <a:pt x="75" y="48"/>
                </a:lnTo>
                <a:lnTo>
                  <a:pt x="68" y="44"/>
                </a:lnTo>
                <a:lnTo>
                  <a:pt x="72" y="37"/>
                </a:lnTo>
                <a:moveTo>
                  <a:pt x="79" y="40"/>
                </a:moveTo>
                <a:lnTo>
                  <a:pt x="86" y="44"/>
                </a:lnTo>
                <a:lnTo>
                  <a:pt x="83" y="51"/>
                </a:lnTo>
                <a:lnTo>
                  <a:pt x="75" y="48"/>
                </a:lnTo>
                <a:lnTo>
                  <a:pt x="79" y="40"/>
                </a:lnTo>
                <a:moveTo>
                  <a:pt x="86" y="44"/>
                </a:moveTo>
                <a:lnTo>
                  <a:pt x="95" y="48"/>
                </a:lnTo>
                <a:lnTo>
                  <a:pt x="82" y="55"/>
                </a:lnTo>
                <a:lnTo>
                  <a:pt x="78" y="48"/>
                </a:lnTo>
                <a:lnTo>
                  <a:pt x="84" y="45"/>
                </a:lnTo>
                <a:lnTo>
                  <a:pt x="86" y="48"/>
                </a:lnTo>
                <a:lnTo>
                  <a:pt x="84" y="52"/>
                </a:lnTo>
                <a:lnTo>
                  <a:pt x="83" y="51"/>
                </a:lnTo>
                <a:lnTo>
                  <a:pt x="86" y="44"/>
                </a:lnTo>
                <a:moveTo>
                  <a:pt x="82" y="55"/>
                </a:moveTo>
                <a:lnTo>
                  <a:pt x="74" y="59"/>
                </a:lnTo>
                <a:lnTo>
                  <a:pt x="71" y="51"/>
                </a:lnTo>
                <a:lnTo>
                  <a:pt x="78" y="48"/>
                </a:lnTo>
                <a:lnTo>
                  <a:pt x="82" y="55"/>
                </a:lnTo>
                <a:moveTo>
                  <a:pt x="74" y="59"/>
                </a:moveTo>
                <a:lnTo>
                  <a:pt x="67" y="62"/>
                </a:lnTo>
                <a:lnTo>
                  <a:pt x="63" y="55"/>
                </a:lnTo>
                <a:lnTo>
                  <a:pt x="71" y="51"/>
                </a:lnTo>
                <a:lnTo>
                  <a:pt x="74" y="59"/>
                </a:lnTo>
                <a:moveTo>
                  <a:pt x="67" y="62"/>
                </a:moveTo>
                <a:lnTo>
                  <a:pt x="60" y="66"/>
                </a:lnTo>
                <a:lnTo>
                  <a:pt x="56" y="59"/>
                </a:lnTo>
                <a:lnTo>
                  <a:pt x="63" y="55"/>
                </a:lnTo>
                <a:lnTo>
                  <a:pt x="67" y="62"/>
                </a:lnTo>
                <a:moveTo>
                  <a:pt x="60" y="66"/>
                </a:moveTo>
                <a:lnTo>
                  <a:pt x="53" y="69"/>
                </a:lnTo>
                <a:lnTo>
                  <a:pt x="49" y="62"/>
                </a:lnTo>
                <a:lnTo>
                  <a:pt x="56" y="59"/>
                </a:lnTo>
                <a:lnTo>
                  <a:pt x="60" y="66"/>
                </a:lnTo>
                <a:moveTo>
                  <a:pt x="53" y="69"/>
                </a:moveTo>
                <a:lnTo>
                  <a:pt x="45" y="73"/>
                </a:lnTo>
                <a:lnTo>
                  <a:pt x="42" y="66"/>
                </a:lnTo>
                <a:lnTo>
                  <a:pt x="49" y="62"/>
                </a:lnTo>
                <a:lnTo>
                  <a:pt x="53" y="69"/>
                </a:lnTo>
                <a:moveTo>
                  <a:pt x="45" y="73"/>
                </a:moveTo>
                <a:lnTo>
                  <a:pt x="38" y="77"/>
                </a:lnTo>
                <a:lnTo>
                  <a:pt x="35" y="69"/>
                </a:lnTo>
                <a:lnTo>
                  <a:pt x="42" y="66"/>
                </a:lnTo>
                <a:lnTo>
                  <a:pt x="45" y="73"/>
                </a:lnTo>
                <a:moveTo>
                  <a:pt x="38" y="77"/>
                </a:moveTo>
                <a:lnTo>
                  <a:pt x="31" y="80"/>
                </a:lnTo>
                <a:lnTo>
                  <a:pt x="27" y="73"/>
                </a:lnTo>
                <a:lnTo>
                  <a:pt x="35" y="69"/>
                </a:lnTo>
                <a:lnTo>
                  <a:pt x="38" y="77"/>
                </a:lnTo>
                <a:moveTo>
                  <a:pt x="31" y="80"/>
                </a:moveTo>
                <a:lnTo>
                  <a:pt x="24" y="84"/>
                </a:lnTo>
                <a:lnTo>
                  <a:pt x="20" y="77"/>
                </a:lnTo>
                <a:lnTo>
                  <a:pt x="27" y="73"/>
                </a:lnTo>
                <a:lnTo>
                  <a:pt x="31" y="80"/>
                </a:lnTo>
                <a:moveTo>
                  <a:pt x="24" y="84"/>
                </a:moveTo>
                <a:lnTo>
                  <a:pt x="16" y="87"/>
                </a:lnTo>
                <a:lnTo>
                  <a:pt x="13" y="80"/>
                </a:lnTo>
                <a:lnTo>
                  <a:pt x="20" y="77"/>
                </a:lnTo>
                <a:lnTo>
                  <a:pt x="24" y="84"/>
                </a:lnTo>
                <a:moveTo>
                  <a:pt x="16" y="87"/>
                </a:moveTo>
                <a:lnTo>
                  <a:pt x="9" y="91"/>
                </a:lnTo>
                <a:lnTo>
                  <a:pt x="6" y="84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4"/>
                </a:lnTo>
                <a:lnTo>
                  <a:pt x="9" y="84"/>
                </a:lnTo>
                <a:lnTo>
                  <a:pt x="9" y="89"/>
                </a:lnTo>
                <a:lnTo>
                  <a:pt x="5" y="89"/>
                </a:lnTo>
                <a:lnTo>
                  <a:pt x="2" y="85"/>
                </a:lnTo>
                <a:lnTo>
                  <a:pt x="6" y="84"/>
                </a:lnTo>
                <a:lnTo>
                  <a:pt x="9" y="91"/>
                </a:lnTo>
                <a:moveTo>
                  <a:pt x="0" y="84"/>
                </a:moveTo>
                <a:lnTo>
                  <a:pt x="0" y="76"/>
                </a:lnTo>
                <a:lnTo>
                  <a:pt x="9" y="76"/>
                </a:lnTo>
                <a:lnTo>
                  <a:pt x="9" y="84"/>
                </a:lnTo>
                <a:lnTo>
                  <a:pt x="0" y="84"/>
                </a:lnTo>
                <a:moveTo>
                  <a:pt x="0" y="76"/>
                </a:moveTo>
                <a:lnTo>
                  <a:pt x="0" y="67"/>
                </a:lnTo>
                <a:lnTo>
                  <a:pt x="9" y="67"/>
                </a:lnTo>
                <a:lnTo>
                  <a:pt x="9" y="76"/>
                </a:lnTo>
                <a:lnTo>
                  <a:pt x="0" y="76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3"/>
                </a:lnTo>
                <a:lnTo>
                  <a:pt x="9" y="43"/>
                </a:lnTo>
                <a:lnTo>
                  <a:pt x="9" y="51"/>
                </a:lnTo>
                <a:lnTo>
                  <a:pt x="0" y="51"/>
                </a:lnTo>
                <a:moveTo>
                  <a:pt x="0" y="43"/>
                </a:moveTo>
                <a:lnTo>
                  <a:pt x="0" y="35"/>
                </a:lnTo>
                <a:lnTo>
                  <a:pt x="9" y="35"/>
                </a:lnTo>
                <a:lnTo>
                  <a:pt x="9" y="43"/>
                </a:lnTo>
                <a:lnTo>
                  <a:pt x="0" y="43"/>
                </a:lnTo>
                <a:moveTo>
                  <a:pt x="0" y="35"/>
                </a:moveTo>
                <a:lnTo>
                  <a:pt x="0" y="26"/>
                </a:lnTo>
                <a:lnTo>
                  <a:pt x="9" y="26"/>
                </a:lnTo>
                <a:lnTo>
                  <a:pt x="9" y="35"/>
                </a:lnTo>
                <a:lnTo>
                  <a:pt x="0" y="35"/>
                </a:lnTo>
                <a:moveTo>
                  <a:pt x="0" y="26"/>
                </a:moveTo>
                <a:lnTo>
                  <a:pt x="0" y="18"/>
                </a:lnTo>
                <a:lnTo>
                  <a:pt x="9" y="18"/>
                </a:lnTo>
                <a:lnTo>
                  <a:pt x="9" y="26"/>
                </a:lnTo>
                <a:lnTo>
                  <a:pt x="0" y="26"/>
                </a:lnTo>
                <a:moveTo>
                  <a:pt x="0" y="18"/>
                </a:moveTo>
                <a:lnTo>
                  <a:pt x="0" y="10"/>
                </a:lnTo>
                <a:lnTo>
                  <a:pt x="9" y="10"/>
                </a:lnTo>
                <a:lnTo>
                  <a:pt x="9" y="18"/>
                </a:lnTo>
                <a:lnTo>
                  <a:pt x="0" y="18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4"/>
                </a:lnTo>
                <a:lnTo>
                  <a:pt x="2" y="11"/>
                </a:lnTo>
                <a:lnTo>
                  <a:pt x="5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7672320" y="1898280"/>
            <a:ext cx="643320" cy="0"/>
          </a:xfrm>
          <a:custGeom>
            <a:avLst/>
            <a:gdLst/>
            <a:ahLst/>
            <a:rect l="0" t="0" r="r" b="b"/>
            <a:pathLst>
              <a:path fill="none" w="1787" h="0">
                <a:moveTo>
                  <a:pt x="0" y="0"/>
                </a:moveTo>
                <a:lnTo>
                  <a:pt x="104" y="0"/>
                </a:lnTo>
                <a:cubicBezTo>
                  <a:pt x="208" y="0"/>
                  <a:pt x="417" y="0"/>
                  <a:pt x="715" y="0"/>
                </a:cubicBezTo>
                <a:cubicBezTo>
                  <a:pt x="1013" y="0"/>
                  <a:pt x="1400" y="0"/>
                  <a:pt x="1593" y="0"/>
                </a:cubicBezTo>
                <a:lnTo>
                  <a:pt x="1787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8300880" y="188388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1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8299440" y="188136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7"/>
                </a:moveTo>
                <a:lnTo>
                  <a:pt x="21" y="11"/>
                </a:lnTo>
                <a:lnTo>
                  <a:pt x="17" y="18"/>
                </a:lnTo>
                <a:lnTo>
                  <a:pt x="10" y="14"/>
                </a:lnTo>
                <a:lnTo>
                  <a:pt x="14" y="7"/>
                </a:lnTo>
                <a:moveTo>
                  <a:pt x="21" y="11"/>
                </a:moveTo>
                <a:lnTo>
                  <a:pt x="28" y="14"/>
                </a:lnTo>
                <a:lnTo>
                  <a:pt x="24" y="21"/>
                </a:lnTo>
                <a:lnTo>
                  <a:pt x="17" y="18"/>
                </a:lnTo>
                <a:lnTo>
                  <a:pt x="21" y="11"/>
                </a:lnTo>
                <a:moveTo>
                  <a:pt x="28" y="14"/>
                </a:moveTo>
                <a:lnTo>
                  <a:pt x="35" y="18"/>
                </a:lnTo>
                <a:lnTo>
                  <a:pt x="32" y="25"/>
                </a:lnTo>
                <a:lnTo>
                  <a:pt x="24" y="21"/>
                </a:lnTo>
                <a:lnTo>
                  <a:pt x="28" y="14"/>
                </a:lnTo>
                <a:moveTo>
                  <a:pt x="35" y="18"/>
                </a:moveTo>
                <a:lnTo>
                  <a:pt x="42" y="21"/>
                </a:lnTo>
                <a:lnTo>
                  <a:pt x="39" y="30"/>
                </a:lnTo>
                <a:lnTo>
                  <a:pt x="32" y="25"/>
                </a:lnTo>
                <a:lnTo>
                  <a:pt x="35" y="18"/>
                </a:lnTo>
                <a:moveTo>
                  <a:pt x="42" y="21"/>
                </a:moveTo>
                <a:lnTo>
                  <a:pt x="50" y="25"/>
                </a:lnTo>
                <a:lnTo>
                  <a:pt x="46" y="33"/>
                </a:lnTo>
                <a:lnTo>
                  <a:pt x="39" y="30"/>
                </a:lnTo>
                <a:lnTo>
                  <a:pt x="42" y="21"/>
                </a:lnTo>
                <a:moveTo>
                  <a:pt x="50" y="25"/>
                </a:moveTo>
                <a:lnTo>
                  <a:pt x="58" y="30"/>
                </a:lnTo>
                <a:lnTo>
                  <a:pt x="53" y="37"/>
                </a:lnTo>
                <a:lnTo>
                  <a:pt x="46" y="33"/>
                </a:lnTo>
                <a:lnTo>
                  <a:pt x="50" y="25"/>
                </a:lnTo>
                <a:moveTo>
                  <a:pt x="58" y="30"/>
                </a:moveTo>
                <a:lnTo>
                  <a:pt x="65" y="33"/>
                </a:lnTo>
                <a:lnTo>
                  <a:pt x="62" y="40"/>
                </a:lnTo>
                <a:lnTo>
                  <a:pt x="53" y="37"/>
                </a:lnTo>
                <a:lnTo>
                  <a:pt x="58" y="30"/>
                </a:lnTo>
                <a:moveTo>
                  <a:pt x="65" y="33"/>
                </a:moveTo>
                <a:lnTo>
                  <a:pt x="72" y="37"/>
                </a:lnTo>
                <a:lnTo>
                  <a:pt x="69" y="44"/>
                </a:lnTo>
                <a:lnTo>
                  <a:pt x="62" y="40"/>
                </a:lnTo>
                <a:lnTo>
                  <a:pt x="65" y="33"/>
                </a:lnTo>
                <a:moveTo>
                  <a:pt x="72" y="37"/>
                </a:moveTo>
                <a:lnTo>
                  <a:pt x="80" y="40"/>
                </a:lnTo>
                <a:lnTo>
                  <a:pt x="76" y="48"/>
                </a:lnTo>
                <a:lnTo>
                  <a:pt x="69" y="44"/>
                </a:lnTo>
                <a:lnTo>
                  <a:pt x="72" y="37"/>
                </a:lnTo>
                <a:moveTo>
                  <a:pt x="80" y="40"/>
                </a:moveTo>
                <a:lnTo>
                  <a:pt x="87" y="44"/>
                </a:lnTo>
                <a:lnTo>
                  <a:pt x="83" y="51"/>
                </a:lnTo>
                <a:lnTo>
                  <a:pt x="76" y="48"/>
                </a:lnTo>
                <a:lnTo>
                  <a:pt x="80" y="40"/>
                </a:lnTo>
                <a:moveTo>
                  <a:pt x="87" y="44"/>
                </a:moveTo>
                <a:lnTo>
                  <a:pt x="95" y="48"/>
                </a:lnTo>
                <a:lnTo>
                  <a:pt x="82" y="55"/>
                </a:lnTo>
                <a:lnTo>
                  <a:pt x="79" y="48"/>
                </a:lnTo>
                <a:lnTo>
                  <a:pt x="85" y="45"/>
                </a:lnTo>
                <a:lnTo>
                  <a:pt x="86" y="48"/>
                </a:lnTo>
                <a:lnTo>
                  <a:pt x="85" y="52"/>
                </a:lnTo>
                <a:lnTo>
                  <a:pt x="83" y="51"/>
                </a:lnTo>
                <a:lnTo>
                  <a:pt x="87" y="44"/>
                </a:lnTo>
                <a:moveTo>
                  <a:pt x="82" y="55"/>
                </a:moveTo>
                <a:lnTo>
                  <a:pt x="75" y="59"/>
                </a:lnTo>
                <a:lnTo>
                  <a:pt x="71" y="51"/>
                </a:lnTo>
                <a:lnTo>
                  <a:pt x="79" y="48"/>
                </a:lnTo>
                <a:lnTo>
                  <a:pt x="82" y="55"/>
                </a:lnTo>
                <a:moveTo>
                  <a:pt x="75" y="59"/>
                </a:moveTo>
                <a:lnTo>
                  <a:pt x="68" y="62"/>
                </a:lnTo>
                <a:lnTo>
                  <a:pt x="64" y="55"/>
                </a:lnTo>
                <a:lnTo>
                  <a:pt x="71" y="51"/>
                </a:lnTo>
                <a:lnTo>
                  <a:pt x="75" y="59"/>
                </a:lnTo>
                <a:moveTo>
                  <a:pt x="68" y="62"/>
                </a:moveTo>
                <a:lnTo>
                  <a:pt x="61" y="66"/>
                </a:lnTo>
                <a:lnTo>
                  <a:pt x="56" y="59"/>
                </a:lnTo>
                <a:lnTo>
                  <a:pt x="64" y="55"/>
                </a:lnTo>
                <a:lnTo>
                  <a:pt x="68" y="62"/>
                </a:lnTo>
                <a:moveTo>
                  <a:pt x="61" y="66"/>
                </a:moveTo>
                <a:lnTo>
                  <a:pt x="52" y="69"/>
                </a:lnTo>
                <a:lnTo>
                  <a:pt x="49" y="62"/>
                </a:lnTo>
                <a:lnTo>
                  <a:pt x="56" y="59"/>
                </a:lnTo>
                <a:lnTo>
                  <a:pt x="61" y="66"/>
                </a:lnTo>
                <a:moveTo>
                  <a:pt x="52" y="69"/>
                </a:moveTo>
                <a:lnTo>
                  <a:pt x="45" y="73"/>
                </a:lnTo>
                <a:lnTo>
                  <a:pt x="41" y="66"/>
                </a:lnTo>
                <a:lnTo>
                  <a:pt x="49" y="62"/>
                </a:lnTo>
                <a:lnTo>
                  <a:pt x="52" y="69"/>
                </a:lnTo>
                <a:moveTo>
                  <a:pt x="45" y="73"/>
                </a:moveTo>
                <a:lnTo>
                  <a:pt x="38" y="77"/>
                </a:lnTo>
                <a:lnTo>
                  <a:pt x="34" y="69"/>
                </a:lnTo>
                <a:lnTo>
                  <a:pt x="41" y="66"/>
                </a:lnTo>
                <a:lnTo>
                  <a:pt x="45" y="73"/>
                </a:lnTo>
                <a:moveTo>
                  <a:pt x="38" y="77"/>
                </a:moveTo>
                <a:lnTo>
                  <a:pt x="31" y="80"/>
                </a:lnTo>
                <a:lnTo>
                  <a:pt x="27" y="73"/>
                </a:lnTo>
                <a:lnTo>
                  <a:pt x="34" y="69"/>
                </a:lnTo>
                <a:lnTo>
                  <a:pt x="38" y="77"/>
                </a:lnTo>
                <a:moveTo>
                  <a:pt x="31" y="80"/>
                </a:moveTo>
                <a:lnTo>
                  <a:pt x="23" y="84"/>
                </a:lnTo>
                <a:lnTo>
                  <a:pt x="20" y="77"/>
                </a:lnTo>
                <a:lnTo>
                  <a:pt x="27" y="73"/>
                </a:lnTo>
                <a:lnTo>
                  <a:pt x="31" y="80"/>
                </a:lnTo>
                <a:moveTo>
                  <a:pt x="23" y="84"/>
                </a:moveTo>
                <a:lnTo>
                  <a:pt x="16" y="87"/>
                </a:lnTo>
                <a:lnTo>
                  <a:pt x="13" y="80"/>
                </a:lnTo>
                <a:lnTo>
                  <a:pt x="20" y="77"/>
                </a:lnTo>
                <a:lnTo>
                  <a:pt x="23" y="84"/>
                </a:lnTo>
                <a:moveTo>
                  <a:pt x="16" y="87"/>
                </a:moveTo>
                <a:lnTo>
                  <a:pt x="9" y="91"/>
                </a:lnTo>
                <a:lnTo>
                  <a:pt x="5" y="84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4"/>
                </a:lnTo>
                <a:lnTo>
                  <a:pt x="9" y="84"/>
                </a:lnTo>
                <a:lnTo>
                  <a:pt x="9" y="89"/>
                </a:lnTo>
                <a:lnTo>
                  <a:pt x="4" y="89"/>
                </a:lnTo>
                <a:lnTo>
                  <a:pt x="3" y="85"/>
                </a:lnTo>
                <a:lnTo>
                  <a:pt x="5" y="84"/>
                </a:lnTo>
                <a:lnTo>
                  <a:pt x="9" y="91"/>
                </a:lnTo>
                <a:moveTo>
                  <a:pt x="0" y="84"/>
                </a:moveTo>
                <a:lnTo>
                  <a:pt x="0" y="76"/>
                </a:lnTo>
                <a:lnTo>
                  <a:pt x="9" y="76"/>
                </a:lnTo>
                <a:lnTo>
                  <a:pt x="9" y="84"/>
                </a:lnTo>
                <a:lnTo>
                  <a:pt x="0" y="84"/>
                </a:lnTo>
                <a:moveTo>
                  <a:pt x="0" y="76"/>
                </a:moveTo>
                <a:lnTo>
                  <a:pt x="0" y="67"/>
                </a:lnTo>
                <a:lnTo>
                  <a:pt x="9" y="67"/>
                </a:lnTo>
                <a:lnTo>
                  <a:pt x="9" y="76"/>
                </a:lnTo>
                <a:lnTo>
                  <a:pt x="0" y="76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3"/>
                </a:lnTo>
                <a:lnTo>
                  <a:pt x="9" y="43"/>
                </a:lnTo>
                <a:lnTo>
                  <a:pt x="9" y="51"/>
                </a:lnTo>
                <a:lnTo>
                  <a:pt x="0" y="51"/>
                </a:lnTo>
                <a:moveTo>
                  <a:pt x="0" y="43"/>
                </a:moveTo>
                <a:lnTo>
                  <a:pt x="0" y="35"/>
                </a:lnTo>
                <a:lnTo>
                  <a:pt x="9" y="35"/>
                </a:lnTo>
                <a:lnTo>
                  <a:pt x="9" y="43"/>
                </a:lnTo>
                <a:lnTo>
                  <a:pt x="0" y="43"/>
                </a:lnTo>
                <a:moveTo>
                  <a:pt x="0" y="35"/>
                </a:moveTo>
                <a:lnTo>
                  <a:pt x="0" y="26"/>
                </a:lnTo>
                <a:lnTo>
                  <a:pt x="9" y="26"/>
                </a:lnTo>
                <a:lnTo>
                  <a:pt x="9" y="35"/>
                </a:lnTo>
                <a:lnTo>
                  <a:pt x="0" y="35"/>
                </a:lnTo>
                <a:moveTo>
                  <a:pt x="0" y="26"/>
                </a:moveTo>
                <a:lnTo>
                  <a:pt x="0" y="18"/>
                </a:lnTo>
                <a:lnTo>
                  <a:pt x="9" y="18"/>
                </a:lnTo>
                <a:lnTo>
                  <a:pt x="9" y="26"/>
                </a:lnTo>
                <a:lnTo>
                  <a:pt x="0" y="26"/>
                </a:lnTo>
                <a:moveTo>
                  <a:pt x="0" y="18"/>
                </a:moveTo>
                <a:lnTo>
                  <a:pt x="0" y="10"/>
                </a:lnTo>
                <a:lnTo>
                  <a:pt x="9" y="10"/>
                </a:lnTo>
                <a:lnTo>
                  <a:pt x="9" y="18"/>
                </a:lnTo>
                <a:lnTo>
                  <a:pt x="0" y="18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4"/>
                </a:lnTo>
                <a:lnTo>
                  <a:pt x="3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6342480" y="2120040"/>
            <a:ext cx="563040" cy="278280"/>
          </a:xfrm>
          <a:custGeom>
            <a:avLst/>
            <a:gdLst/>
            <a:ahLst/>
            <a:rect l="0" t="0" r="r" b="b"/>
            <a:pathLst>
              <a:path fill="none" w="1564" h="773">
                <a:moveTo>
                  <a:pt x="0" y="0"/>
                </a:moveTo>
                <a:lnTo>
                  <a:pt x="142" y="55"/>
                </a:lnTo>
                <a:cubicBezTo>
                  <a:pt x="285" y="111"/>
                  <a:pt x="571" y="222"/>
                  <a:pt x="832" y="351"/>
                </a:cubicBezTo>
                <a:cubicBezTo>
                  <a:pt x="1092" y="480"/>
                  <a:pt x="1328" y="626"/>
                  <a:pt x="1446" y="700"/>
                </a:cubicBezTo>
                <a:lnTo>
                  <a:pt x="1564" y="773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6885000" y="2377800"/>
            <a:ext cx="32760" cy="28080"/>
          </a:xfrm>
          <a:custGeom>
            <a:avLst/>
            <a:gdLst/>
            <a:ahLst/>
            <a:rect l="0" t="0" r="r" b="b"/>
            <a:pathLst>
              <a:path w="91" h="78">
                <a:moveTo>
                  <a:pt x="43" y="0"/>
                </a:moveTo>
                <a:lnTo>
                  <a:pt x="91" y="78"/>
                </a:lnTo>
                <a:lnTo>
                  <a:pt x="0" y="70"/>
                </a:lnTo>
                <a:lnTo>
                  <a:pt x="4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6882480" y="2375280"/>
            <a:ext cx="38160" cy="32400"/>
          </a:xfrm>
          <a:custGeom>
            <a:avLst/>
            <a:gdLst/>
            <a:ahLst/>
            <a:rect l="0" t="0" r="r" b="b"/>
            <a:pathLst>
              <a:path w="106" h="90">
                <a:moveTo>
                  <a:pt x="57" y="12"/>
                </a:moveTo>
                <a:lnTo>
                  <a:pt x="62" y="19"/>
                </a:lnTo>
                <a:lnTo>
                  <a:pt x="55" y="23"/>
                </a:lnTo>
                <a:lnTo>
                  <a:pt x="50" y="16"/>
                </a:lnTo>
                <a:lnTo>
                  <a:pt x="57" y="12"/>
                </a:lnTo>
                <a:moveTo>
                  <a:pt x="62" y="19"/>
                </a:moveTo>
                <a:lnTo>
                  <a:pt x="66" y="26"/>
                </a:lnTo>
                <a:lnTo>
                  <a:pt x="59" y="30"/>
                </a:lnTo>
                <a:lnTo>
                  <a:pt x="55" y="23"/>
                </a:lnTo>
                <a:lnTo>
                  <a:pt x="62" y="19"/>
                </a:lnTo>
                <a:moveTo>
                  <a:pt x="66" y="26"/>
                </a:moveTo>
                <a:lnTo>
                  <a:pt x="71" y="34"/>
                </a:lnTo>
                <a:lnTo>
                  <a:pt x="63" y="38"/>
                </a:lnTo>
                <a:lnTo>
                  <a:pt x="59" y="30"/>
                </a:lnTo>
                <a:lnTo>
                  <a:pt x="66" y="26"/>
                </a:lnTo>
                <a:moveTo>
                  <a:pt x="71" y="34"/>
                </a:moveTo>
                <a:lnTo>
                  <a:pt x="75" y="41"/>
                </a:lnTo>
                <a:lnTo>
                  <a:pt x="67" y="45"/>
                </a:lnTo>
                <a:lnTo>
                  <a:pt x="63" y="38"/>
                </a:lnTo>
                <a:lnTo>
                  <a:pt x="71" y="34"/>
                </a:lnTo>
                <a:moveTo>
                  <a:pt x="75" y="41"/>
                </a:moveTo>
                <a:lnTo>
                  <a:pt x="80" y="48"/>
                </a:lnTo>
                <a:lnTo>
                  <a:pt x="73" y="52"/>
                </a:lnTo>
                <a:lnTo>
                  <a:pt x="67" y="45"/>
                </a:lnTo>
                <a:lnTo>
                  <a:pt x="75" y="41"/>
                </a:lnTo>
                <a:moveTo>
                  <a:pt x="80" y="48"/>
                </a:moveTo>
                <a:lnTo>
                  <a:pt x="84" y="55"/>
                </a:lnTo>
                <a:lnTo>
                  <a:pt x="77" y="59"/>
                </a:lnTo>
                <a:lnTo>
                  <a:pt x="73" y="52"/>
                </a:lnTo>
                <a:lnTo>
                  <a:pt x="80" y="48"/>
                </a:lnTo>
                <a:moveTo>
                  <a:pt x="84" y="55"/>
                </a:moveTo>
                <a:lnTo>
                  <a:pt x="88" y="61"/>
                </a:lnTo>
                <a:lnTo>
                  <a:pt x="81" y="66"/>
                </a:lnTo>
                <a:lnTo>
                  <a:pt x="77" y="59"/>
                </a:lnTo>
                <a:lnTo>
                  <a:pt x="84" y="55"/>
                </a:lnTo>
                <a:moveTo>
                  <a:pt x="88" y="61"/>
                </a:moveTo>
                <a:lnTo>
                  <a:pt x="92" y="68"/>
                </a:lnTo>
                <a:lnTo>
                  <a:pt x="85" y="73"/>
                </a:lnTo>
                <a:lnTo>
                  <a:pt x="81" y="66"/>
                </a:lnTo>
                <a:lnTo>
                  <a:pt x="88" y="61"/>
                </a:lnTo>
                <a:moveTo>
                  <a:pt x="92" y="68"/>
                </a:moveTo>
                <a:lnTo>
                  <a:pt x="96" y="75"/>
                </a:lnTo>
                <a:lnTo>
                  <a:pt x="90" y="79"/>
                </a:lnTo>
                <a:lnTo>
                  <a:pt x="85" y="73"/>
                </a:lnTo>
                <a:lnTo>
                  <a:pt x="92" y="68"/>
                </a:lnTo>
                <a:moveTo>
                  <a:pt x="96" y="75"/>
                </a:moveTo>
                <a:lnTo>
                  <a:pt x="101" y="82"/>
                </a:lnTo>
                <a:lnTo>
                  <a:pt x="94" y="86"/>
                </a:lnTo>
                <a:lnTo>
                  <a:pt x="90" y="79"/>
                </a:lnTo>
                <a:lnTo>
                  <a:pt x="96" y="75"/>
                </a:lnTo>
                <a:moveTo>
                  <a:pt x="101" y="82"/>
                </a:moveTo>
                <a:lnTo>
                  <a:pt x="106" y="90"/>
                </a:lnTo>
                <a:lnTo>
                  <a:pt x="91" y="89"/>
                </a:lnTo>
                <a:lnTo>
                  <a:pt x="92" y="81"/>
                </a:lnTo>
                <a:lnTo>
                  <a:pt x="98" y="81"/>
                </a:lnTo>
                <a:lnTo>
                  <a:pt x="98" y="85"/>
                </a:lnTo>
                <a:lnTo>
                  <a:pt x="95" y="88"/>
                </a:lnTo>
                <a:lnTo>
                  <a:pt x="94" y="86"/>
                </a:lnTo>
                <a:lnTo>
                  <a:pt x="101" y="82"/>
                </a:lnTo>
                <a:moveTo>
                  <a:pt x="91" y="89"/>
                </a:moveTo>
                <a:lnTo>
                  <a:pt x="83" y="88"/>
                </a:lnTo>
                <a:lnTo>
                  <a:pt x="84" y="80"/>
                </a:lnTo>
                <a:lnTo>
                  <a:pt x="92" y="81"/>
                </a:lnTo>
                <a:lnTo>
                  <a:pt x="91" y="89"/>
                </a:lnTo>
                <a:moveTo>
                  <a:pt x="83" y="88"/>
                </a:moveTo>
                <a:lnTo>
                  <a:pt x="75" y="87"/>
                </a:lnTo>
                <a:lnTo>
                  <a:pt x="76" y="79"/>
                </a:lnTo>
                <a:lnTo>
                  <a:pt x="84" y="80"/>
                </a:lnTo>
                <a:lnTo>
                  <a:pt x="83" y="88"/>
                </a:lnTo>
                <a:moveTo>
                  <a:pt x="75" y="87"/>
                </a:moveTo>
                <a:lnTo>
                  <a:pt x="66" y="87"/>
                </a:lnTo>
                <a:lnTo>
                  <a:pt x="67" y="79"/>
                </a:lnTo>
                <a:lnTo>
                  <a:pt x="76" y="79"/>
                </a:lnTo>
                <a:lnTo>
                  <a:pt x="75" y="87"/>
                </a:lnTo>
                <a:moveTo>
                  <a:pt x="66" y="87"/>
                </a:moveTo>
                <a:lnTo>
                  <a:pt x="58" y="86"/>
                </a:lnTo>
                <a:lnTo>
                  <a:pt x="59" y="78"/>
                </a:lnTo>
                <a:lnTo>
                  <a:pt x="67" y="79"/>
                </a:lnTo>
                <a:lnTo>
                  <a:pt x="66" y="87"/>
                </a:lnTo>
                <a:moveTo>
                  <a:pt x="58" y="86"/>
                </a:moveTo>
                <a:lnTo>
                  <a:pt x="50" y="85"/>
                </a:lnTo>
                <a:lnTo>
                  <a:pt x="51" y="77"/>
                </a:lnTo>
                <a:lnTo>
                  <a:pt x="59" y="78"/>
                </a:lnTo>
                <a:lnTo>
                  <a:pt x="58" y="86"/>
                </a:lnTo>
                <a:moveTo>
                  <a:pt x="50" y="85"/>
                </a:moveTo>
                <a:lnTo>
                  <a:pt x="42" y="84"/>
                </a:lnTo>
                <a:lnTo>
                  <a:pt x="42" y="76"/>
                </a:lnTo>
                <a:lnTo>
                  <a:pt x="51" y="77"/>
                </a:lnTo>
                <a:lnTo>
                  <a:pt x="50" y="85"/>
                </a:lnTo>
                <a:moveTo>
                  <a:pt x="42" y="84"/>
                </a:moveTo>
                <a:lnTo>
                  <a:pt x="34" y="84"/>
                </a:lnTo>
                <a:lnTo>
                  <a:pt x="34" y="76"/>
                </a:lnTo>
                <a:lnTo>
                  <a:pt x="42" y="76"/>
                </a:lnTo>
                <a:lnTo>
                  <a:pt x="42" y="84"/>
                </a:lnTo>
                <a:moveTo>
                  <a:pt x="34" y="84"/>
                </a:moveTo>
                <a:lnTo>
                  <a:pt x="26" y="83"/>
                </a:lnTo>
                <a:lnTo>
                  <a:pt x="26" y="75"/>
                </a:lnTo>
                <a:lnTo>
                  <a:pt x="34" y="76"/>
                </a:lnTo>
                <a:lnTo>
                  <a:pt x="34" y="84"/>
                </a:lnTo>
                <a:moveTo>
                  <a:pt x="26" y="83"/>
                </a:moveTo>
                <a:lnTo>
                  <a:pt x="18" y="82"/>
                </a:lnTo>
                <a:lnTo>
                  <a:pt x="18" y="74"/>
                </a:lnTo>
                <a:lnTo>
                  <a:pt x="26" y="75"/>
                </a:lnTo>
                <a:lnTo>
                  <a:pt x="26" y="83"/>
                </a:lnTo>
                <a:moveTo>
                  <a:pt x="18" y="82"/>
                </a:moveTo>
                <a:lnTo>
                  <a:pt x="10" y="82"/>
                </a:lnTo>
                <a:lnTo>
                  <a:pt x="10" y="73"/>
                </a:lnTo>
                <a:lnTo>
                  <a:pt x="18" y="74"/>
                </a:lnTo>
                <a:lnTo>
                  <a:pt x="18" y="82"/>
                </a:lnTo>
                <a:moveTo>
                  <a:pt x="10" y="82"/>
                </a:moveTo>
                <a:lnTo>
                  <a:pt x="0" y="81"/>
                </a:lnTo>
                <a:lnTo>
                  <a:pt x="6" y="71"/>
                </a:lnTo>
                <a:lnTo>
                  <a:pt x="13" y="75"/>
                </a:lnTo>
                <a:lnTo>
                  <a:pt x="10" y="79"/>
                </a:lnTo>
                <a:lnTo>
                  <a:pt x="7" y="77"/>
                </a:lnTo>
                <a:lnTo>
                  <a:pt x="7" y="73"/>
                </a:lnTo>
                <a:lnTo>
                  <a:pt x="10" y="73"/>
                </a:lnTo>
                <a:lnTo>
                  <a:pt x="10" y="82"/>
                </a:lnTo>
                <a:moveTo>
                  <a:pt x="6" y="71"/>
                </a:moveTo>
                <a:lnTo>
                  <a:pt x="11" y="64"/>
                </a:lnTo>
                <a:lnTo>
                  <a:pt x="17" y="68"/>
                </a:lnTo>
                <a:lnTo>
                  <a:pt x="13" y="75"/>
                </a:lnTo>
                <a:lnTo>
                  <a:pt x="6" y="71"/>
                </a:lnTo>
                <a:moveTo>
                  <a:pt x="11" y="64"/>
                </a:moveTo>
                <a:lnTo>
                  <a:pt x="15" y="57"/>
                </a:lnTo>
                <a:lnTo>
                  <a:pt x="22" y="61"/>
                </a:lnTo>
                <a:lnTo>
                  <a:pt x="17" y="68"/>
                </a:lnTo>
                <a:lnTo>
                  <a:pt x="11" y="64"/>
                </a:lnTo>
                <a:moveTo>
                  <a:pt x="15" y="57"/>
                </a:moveTo>
                <a:lnTo>
                  <a:pt x="19" y="50"/>
                </a:lnTo>
                <a:lnTo>
                  <a:pt x="26" y="54"/>
                </a:lnTo>
                <a:lnTo>
                  <a:pt x="22" y="61"/>
                </a:lnTo>
                <a:lnTo>
                  <a:pt x="15" y="57"/>
                </a:lnTo>
                <a:moveTo>
                  <a:pt x="19" y="50"/>
                </a:moveTo>
                <a:lnTo>
                  <a:pt x="23" y="43"/>
                </a:lnTo>
                <a:lnTo>
                  <a:pt x="30" y="47"/>
                </a:lnTo>
                <a:lnTo>
                  <a:pt x="26" y="54"/>
                </a:lnTo>
                <a:lnTo>
                  <a:pt x="19" y="50"/>
                </a:lnTo>
                <a:moveTo>
                  <a:pt x="23" y="43"/>
                </a:moveTo>
                <a:lnTo>
                  <a:pt x="28" y="36"/>
                </a:lnTo>
                <a:lnTo>
                  <a:pt x="34" y="41"/>
                </a:lnTo>
                <a:lnTo>
                  <a:pt x="30" y="47"/>
                </a:lnTo>
                <a:lnTo>
                  <a:pt x="23" y="43"/>
                </a:lnTo>
                <a:moveTo>
                  <a:pt x="28" y="36"/>
                </a:moveTo>
                <a:lnTo>
                  <a:pt x="32" y="28"/>
                </a:lnTo>
                <a:lnTo>
                  <a:pt x="39" y="34"/>
                </a:lnTo>
                <a:lnTo>
                  <a:pt x="34" y="41"/>
                </a:lnTo>
                <a:lnTo>
                  <a:pt x="28" y="36"/>
                </a:lnTo>
                <a:moveTo>
                  <a:pt x="32" y="28"/>
                </a:moveTo>
                <a:lnTo>
                  <a:pt x="36" y="22"/>
                </a:lnTo>
                <a:lnTo>
                  <a:pt x="43" y="26"/>
                </a:lnTo>
                <a:lnTo>
                  <a:pt x="39" y="34"/>
                </a:lnTo>
                <a:lnTo>
                  <a:pt x="32" y="28"/>
                </a:lnTo>
                <a:moveTo>
                  <a:pt x="36" y="22"/>
                </a:moveTo>
                <a:lnTo>
                  <a:pt x="40" y="15"/>
                </a:lnTo>
                <a:lnTo>
                  <a:pt x="47" y="19"/>
                </a:lnTo>
                <a:lnTo>
                  <a:pt x="43" y="26"/>
                </a:lnTo>
                <a:lnTo>
                  <a:pt x="36" y="22"/>
                </a:lnTo>
                <a:moveTo>
                  <a:pt x="40" y="15"/>
                </a:moveTo>
                <a:lnTo>
                  <a:pt x="45" y="8"/>
                </a:lnTo>
                <a:lnTo>
                  <a:pt x="51" y="12"/>
                </a:lnTo>
                <a:lnTo>
                  <a:pt x="47" y="19"/>
                </a:lnTo>
                <a:lnTo>
                  <a:pt x="40" y="15"/>
                </a:lnTo>
                <a:moveTo>
                  <a:pt x="45" y="8"/>
                </a:moveTo>
                <a:lnTo>
                  <a:pt x="50" y="0"/>
                </a:lnTo>
                <a:lnTo>
                  <a:pt x="57" y="12"/>
                </a:lnTo>
                <a:lnTo>
                  <a:pt x="50" y="16"/>
                </a:lnTo>
                <a:lnTo>
                  <a:pt x="46" y="10"/>
                </a:lnTo>
                <a:lnTo>
                  <a:pt x="50" y="7"/>
                </a:lnTo>
                <a:lnTo>
                  <a:pt x="53" y="10"/>
                </a:lnTo>
                <a:lnTo>
                  <a:pt x="51" y="12"/>
                </a:lnTo>
                <a:lnTo>
                  <a:pt x="45" y="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6391440" y="2549880"/>
            <a:ext cx="511920" cy="32040"/>
          </a:xfrm>
          <a:custGeom>
            <a:avLst/>
            <a:gdLst/>
            <a:ahLst/>
            <a:rect l="0" t="0" r="r" b="b"/>
            <a:pathLst>
              <a:path fill="none" w="1422" h="89">
                <a:moveTo>
                  <a:pt x="0" y="89"/>
                </a:moveTo>
                <a:lnTo>
                  <a:pt x="121" y="89"/>
                </a:lnTo>
                <a:cubicBezTo>
                  <a:pt x="241" y="89"/>
                  <a:pt x="480" y="89"/>
                  <a:pt x="717" y="74"/>
                </a:cubicBezTo>
                <a:cubicBezTo>
                  <a:pt x="954" y="60"/>
                  <a:pt x="1188" y="30"/>
                  <a:pt x="1305" y="16"/>
                </a:cubicBezTo>
                <a:lnTo>
                  <a:pt x="1422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6886800" y="2537280"/>
            <a:ext cx="30960" cy="29160"/>
          </a:xfrm>
          <a:custGeom>
            <a:avLst/>
            <a:gdLst/>
            <a:ahLst/>
            <a:rect l="0" t="0" r="r" b="b"/>
            <a:pathLst>
              <a:path w="86" h="81">
                <a:moveTo>
                  <a:pt x="0" y="0"/>
                </a:moveTo>
                <a:lnTo>
                  <a:pt x="86" y="30"/>
                </a:lnTo>
                <a:lnTo>
                  <a:pt x="10" y="8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6885000" y="2535120"/>
            <a:ext cx="36000" cy="33840"/>
          </a:xfrm>
          <a:custGeom>
            <a:avLst/>
            <a:gdLst/>
            <a:ahLst/>
            <a:rect l="0" t="0" r="r" b="b"/>
            <a:pathLst>
              <a:path w="100" h="94">
                <a:moveTo>
                  <a:pt x="14" y="5"/>
                </a:moveTo>
                <a:lnTo>
                  <a:pt x="21" y="8"/>
                </a:lnTo>
                <a:lnTo>
                  <a:pt x="19" y="15"/>
                </a:lnTo>
                <a:lnTo>
                  <a:pt x="11" y="13"/>
                </a:lnTo>
                <a:lnTo>
                  <a:pt x="14" y="5"/>
                </a:lnTo>
                <a:moveTo>
                  <a:pt x="21" y="8"/>
                </a:moveTo>
                <a:lnTo>
                  <a:pt x="29" y="10"/>
                </a:lnTo>
                <a:lnTo>
                  <a:pt x="26" y="18"/>
                </a:lnTo>
                <a:lnTo>
                  <a:pt x="19" y="15"/>
                </a:lnTo>
                <a:lnTo>
                  <a:pt x="21" y="8"/>
                </a:lnTo>
                <a:moveTo>
                  <a:pt x="29" y="10"/>
                </a:moveTo>
                <a:lnTo>
                  <a:pt x="38" y="13"/>
                </a:lnTo>
                <a:lnTo>
                  <a:pt x="35" y="21"/>
                </a:lnTo>
                <a:lnTo>
                  <a:pt x="26" y="18"/>
                </a:lnTo>
                <a:lnTo>
                  <a:pt x="29" y="10"/>
                </a:lnTo>
                <a:moveTo>
                  <a:pt x="38" y="13"/>
                </a:moveTo>
                <a:lnTo>
                  <a:pt x="45" y="16"/>
                </a:lnTo>
                <a:lnTo>
                  <a:pt x="43" y="23"/>
                </a:lnTo>
                <a:lnTo>
                  <a:pt x="35" y="21"/>
                </a:lnTo>
                <a:lnTo>
                  <a:pt x="38" y="13"/>
                </a:lnTo>
                <a:moveTo>
                  <a:pt x="45" y="16"/>
                </a:moveTo>
                <a:lnTo>
                  <a:pt x="53" y="18"/>
                </a:lnTo>
                <a:lnTo>
                  <a:pt x="50" y="26"/>
                </a:lnTo>
                <a:lnTo>
                  <a:pt x="43" y="23"/>
                </a:lnTo>
                <a:lnTo>
                  <a:pt x="45" y="16"/>
                </a:lnTo>
                <a:moveTo>
                  <a:pt x="53" y="18"/>
                </a:moveTo>
                <a:lnTo>
                  <a:pt x="61" y="21"/>
                </a:lnTo>
                <a:lnTo>
                  <a:pt x="58" y="29"/>
                </a:lnTo>
                <a:lnTo>
                  <a:pt x="50" y="26"/>
                </a:lnTo>
                <a:lnTo>
                  <a:pt x="53" y="18"/>
                </a:lnTo>
                <a:moveTo>
                  <a:pt x="61" y="21"/>
                </a:moveTo>
                <a:lnTo>
                  <a:pt x="68" y="24"/>
                </a:lnTo>
                <a:lnTo>
                  <a:pt x="65" y="31"/>
                </a:lnTo>
                <a:lnTo>
                  <a:pt x="58" y="29"/>
                </a:lnTo>
                <a:lnTo>
                  <a:pt x="61" y="21"/>
                </a:lnTo>
                <a:moveTo>
                  <a:pt x="68" y="24"/>
                </a:moveTo>
                <a:lnTo>
                  <a:pt x="76" y="26"/>
                </a:lnTo>
                <a:lnTo>
                  <a:pt x="73" y="34"/>
                </a:lnTo>
                <a:lnTo>
                  <a:pt x="65" y="31"/>
                </a:lnTo>
                <a:lnTo>
                  <a:pt x="68" y="24"/>
                </a:lnTo>
                <a:moveTo>
                  <a:pt x="76" y="26"/>
                </a:moveTo>
                <a:lnTo>
                  <a:pt x="83" y="29"/>
                </a:lnTo>
                <a:lnTo>
                  <a:pt x="81" y="37"/>
                </a:lnTo>
                <a:lnTo>
                  <a:pt x="73" y="34"/>
                </a:lnTo>
                <a:lnTo>
                  <a:pt x="76" y="26"/>
                </a:lnTo>
                <a:moveTo>
                  <a:pt x="83" y="29"/>
                </a:moveTo>
                <a:lnTo>
                  <a:pt x="91" y="32"/>
                </a:lnTo>
                <a:lnTo>
                  <a:pt x="88" y="39"/>
                </a:lnTo>
                <a:lnTo>
                  <a:pt x="81" y="37"/>
                </a:lnTo>
                <a:lnTo>
                  <a:pt x="83" y="29"/>
                </a:lnTo>
                <a:moveTo>
                  <a:pt x="91" y="32"/>
                </a:moveTo>
                <a:lnTo>
                  <a:pt x="100" y="35"/>
                </a:lnTo>
                <a:lnTo>
                  <a:pt x="88" y="43"/>
                </a:lnTo>
                <a:lnTo>
                  <a:pt x="83" y="36"/>
                </a:lnTo>
                <a:lnTo>
                  <a:pt x="89" y="33"/>
                </a:lnTo>
                <a:lnTo>
                  <a:pt x="91" y="36"/>
                </a:lnTo>
                <a:lnTo>
                  <a:pt x="90" y="40"/>
                </a:lnTo>
                <a:lnTo>
                  <a:pt x="88" y="39"/>
                </a:lnTo>
                <a:lnTo>
                  <a:pt x="91" y="32"/>
                </a:lnTo>
                <a:moveTo>
                  <a:pt x="88" y="43"/>
                </a:moveTo>
                <a:lnTo>
                  <a:pt x="81" y="48"/>
                </a:lnTo>
                <a:lnTo>
                  <a:pt x="77" y="41"/>
                </a:lnTo>
                <a:lnTo>
                  <a:pt x="83" y="36"/>
                </a:lnTo>
                <a:lnTo>
                  <a:pt x="88" y="43"/>
                </a:lnTo>
                <a:moveTo>
                  <a:pt x="81" y="48"/>
                </a:moveTo>
                <a:lnTo>
                  <a:pt x="74" y="52"/>
                </a:lnTo>
                <a:lnTo>
                  <a:pt x="70" y="45"/>
                </a:lnTo>
                <a:lnTo>
                  <a:pt x="77" y="41"/>
                </a:lnTo>
                <a:lnTo>
                  <a:pt x="81" y="48"/>
                </a:lnTo>
                <a:moveTo>
                  <a:pt x="74" y="52"/>
                </a:moveTo>
                <a:lnTo>
                  <a:pt x="68" y="57"/>
                </a:lnTo>
                <a:lnTo>
                  <a:pt x="63" y="50"/>
                </a:lnTo>
                <a:lnTo>
                  <a:pt x="70" y="45"/>
                </a:lnTo>
                <a:lnTo>
                  <a:pt x="74" y="52"/>
                </a:lnTo>
                <a:moveTo>
                  <a:pt x="68" y="57"/>
                </a:moveTo>
                <a:lnTo>
                  <a:pt x="61" y="61"/>
                </a:lnTo>
                <a:lnTo>
                  <a:pt x="56" y="54"/>
                </a:lnTo>
                <a:lnTo>
                  <a:pt x="63" y="50"/>
                </a:lnTo>
                <a:lnTo>
                  <a:pt x="68" y="57"/>
                </a:lnTo>
                <a:moveTo>
                  <a:pt x="61" y="61"/>
                </a:moveTo>
                <a:lnTo>
                  <a:pt x="54" y="66"/>
                </a:lnTo>
                <a:lnTo>
                  <a:pt x="50" y="59"/>
                </a:lnTo>
                <a:lnTo>
                  <a:pt x="56" y="54"/>
                </a:lnTo>
                <a:lnTo>
                  <a:pt x="61" y="61"/>
                </a:lnTo>
                <a:moveTo>
                  <a:pt x="54" y="66"/>
                </a:moveTo>
                <a:lnTo>
                  <a:pt x="47" y="70"/>
                </a:lnTo>
                <a:lnTo>
                  <a:pt x="43" y="63"/>
                </a:lnTo>
                <a:lnTo>
                  <a:pt x="50" y="59"/>
                </a:lnTo>
                <a:lnTo>
                  <a:pt x="54" y="66"/>
                </a:lnTo>
                <a:moveTo>
                  <a:pt x="47" y="70"/>
                </a:moveTo>
                <a:lnTo>
                  <a:pt x="41" y="76"/>
                </a:lnTo>
                <a:lnTo>
                  <a:pt x="36" y="68"/>
                </a:lnTo>
                <a:lnTo>
                  <a:pt x="43" y="63"/>
                </a:lnTo>
                <a:lnTo>
                  <a:pt x="47" y="70"/>
                </a:lnTo>
                <a:moveTo>
                  <a:pt x="41" y="76"/>
                </a:moveTo>
                <a:lnTo>
                  <a:pt x="34" y="80"/>
                </a:lnTo>
                <a:lnTo>
                  <a:pt x="28" y="72"/>
                </a:lnTo>
                <a:lnTo>
                  <a:pt x="36" y="68"/>
                </a:lnTo>
                <a:lnTo>
                  <a:pt x="41" y="76"/>
                </a:lnTo>
                <a:moveTo>
                  <a:pt x="34" y="80"/>
                </a:moveTo>
                <a:lnTo>
                  <a:pt x="26" y="85"/>
                </a:lnTo>
                <a:lnTo>
                  <a:pt x="22" y="78"/>
                </a:lnTo>
                <a:lnTo>
                  <a:pt x="28" y="72"/>
                </a:lnTo>
                <a:lnTo>
                  <a:pt x="34" y="80"/>
                </a:lnTo>
                <a:moveTo>
                  <a:pt x="26" y="85"/>
                </a:moveTo>
                <a:lnTo>
                  <a:pt x="19" y="89"/>
                </a:lnTo>
                <a:lnTo>
                  <a:pt x="15" y="82"/>
                </a:lnTo>
                <a:lnTo>
                  <a:pt x="22" y="78"/>
                </a:lnTo>
                <a:lnTo>
                  <a:pt x="26" y="85"/>
                </a:lnTo>
                <a:moveTo>
                  <a:pt x="19" y="89"/>
                </a:moveTo>
                <a:lnTo>
                  <a:pt x="12" y="94"/>
                </a:lnTo>
                <a:lnTo>
                  <a:pt x="10" y="83"/>
                </a:lnTo>
                <a:lnTo>
                  <a:pt x="18" y="82"/>
                </a:lnTo>
                <a:lnTo>
                  <a:pt x="19" y="87"/>
                </a:lnTo>
                <a:lnTo>
                  <a:pt x="15" y="87"/>
                </a:lnTo>
                <a:lnTo>
                  <a:pt x="13" y="84"/>
                </a:lnTo>
                <a:lnTo>
                  <a:pt x="15" y="82"/>
                </a:lnTo>
                <a:lnTo>
                  <a:pt x="19" y="89"/>
                </a:lnTo>
                <a:moveTo>
                  <a:pt x="10" y="83"/>
                </a:moveTo>
                <a:lnTo>
                  <a:pt x="9" y="75"/>
                </a:lnTo>
                <a:lnTo>
                  <a:pt x="17" y="74"/>
                </a:lnTo>
                <a:lnTo>
                  <a:pt x="18" y="82"/>
                </a:lnTo>
                <a:lnTo>
                  <a:pt x="10" y="83"/>
                </a:lnTo>
                <a:moveTo>
                  <a:pt x="9" y="75"/>
                </a:moveTo>
                <a:lnTo>
                  <a:pt x="8" y="66"/>
                </a:lnTo>
                <a:lnTo>
                  <a:pt x="16" y="65"/>
                </a:lnTo>
                <a:lnTo>
                  <a:pt x="17" y="74"/>
                </a:lnTo>
                <a:lnTo>
                  <a:pt x="9" y="75"/>
                </a:lnTo>
                <a:moveTo>
                  <a:pt x="8" y="66"/>
                </a:moveTo>
                <a:lnTo>
                  <a:pt x="7" y="58"/>
                </a:lnTo>
                <a:lnTo>
                  <a:pt x="15" y="57"/>
                </a:lnTo>
                <a:lnTo>
                  <a:pt x="16" y="65"/>
                </a:lnTo>
                <a:lnTo>
                  <a:pt x="8" y="66"/>
                </a:lnTo>
                <a:moveTo>
                  <a:pt x="7" y="58"/>
                </a:moveTo>
                <a:lnTo>
                  <a:pt x="6" y="50"/>
                </a:lnTo>
                <a:lnTo>
                  <a:pt x="14" y="49"/>
                </a:lnTo>
                <a:lnTo>
                  <a:pt x="15" y="57"/>
                </a:lnTo>
                <a:lnTo>
                  <a:pt x="7" y="58"/>
                </a:lnTo>
                <a:moveTo>
                  <a:pt x="6" y="50"/>
                </a:moveTo>
                <a:lnTo>
                  <a:pt x="5" y="42"/>
                </a:lnTo>
                <a:lnTo>
                  <a:pt x="13" y="41"/>
                </a:lnTo>
                <a:lnTo>
                  <a:pt x="14" y="49"/>
                </a:lnTo>
                <a:lnTo>
                  <a:pt x="6" y="50"/>
                </a:lnTo>
                <a:moveTo>
                  <a:pt x="5" y="42"/>
                </a:moveTo>
                <a:lnTo>
                  <a:pt x="4" y="34"/>
                </a:lnTo>
                <a:lnTo>
                  <a:pt x="12" y="33"/>
                </a:lnTo>
                <a:lnTo>
                  <a:pt x="13" y="41"/>
                </a:lnTo>
                <a:lnTo>
                  <a:pt x="5" y="42"/>
                </a:lnTo>
                <a:moveTo>
                  <a:pt x="4" y="34"/>
                </a:moveTo>
                <a:lnTo>
                  <a:pt x="3" y="26"/>
                </a:lnTo>
                <a:lnTo>
                  <a:pt x="11" y="24"/>
                </a:lnTo>
                <a:lnTo>
                  <a:pt x="12" y="33"/>
                </a:lnTo>
                <a:lnTo>
                  <a:pt x="4" y="34"/>
                </a:lnTo>
                <a:moveTo>
                  <a:pt x="3" y="26"/>
                </a:moveTo>
                <a:lnTo>
                  <a:pt x="2" y="17"/>
                </a:lnTo>
                <a:lnTo>
                  <a:pt x="10" y="16"/>
                </a:lnTo>
                <a:lnTo>
                  <a:pt x="11" y="24"/>
                </a:lnTo>
                <a:lnTo>
                  <a:pt x="3" y="26"/>
                </a:lnTo>
                <a:moveTo>
                  <a:pt x="2" y="17"/>
                </a:moveTo>
                <a:lnTo>
                  <a:pt x="1" y="9"/>
                </a:lnTo>
                <a:lnTo>
                  <a:pt x="9" y="8"/>
                </a:lnTo>
                <a:lnTo>
                  <a:pt x="10" y="16"/>
                </a:lnTo>
                <a:lnTo>
                  <a:pt x="2" y="17"/>
                </a:lnTo>
                <a:moveTo>
                  <a:pt x="1" y="9"/>
                </a:moveTo>
                <a:lnTo>
                  <a:pt x="0" y="0"/>
                </a:lnTo>
                <a:lnTo>
                  <a:pt x="14" y="5"/>
                </a:lnTo>
                <a:lnTo>
                  <a:pt x="11" y="13"/>
                </a:lnTo>
                <a:lnTo>
                  <a:pt x="3" y="10"/>
                </a:lnTo>
                <a:lnTo>
                  <a:pt x="5" y="6"/>
                </a:lnTo>
                <a:lnTo>
                  <a:pt x="9" y="6"/>
                </a:lnTo>
                <a:lnTo>
                  <a:pt x="9" y="8"/>
                </a:lnTo>
                <a:lnTo>
                  <a:pt x="1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7664400" y="2501280"/>
            <a:ext cx="444600" cy="59400"/>
          </a:xfrm>
          <a:custGeom>
            <a:avLst/>
            <a:gdLst/>
            <a:ahLst/>
            <a:rect l="0" t="0" r="r" b="b"/>
            <a:pathLst>
              <a:path fill="none" w="1235" h="165">
                <a:moveTo>
                  <a:pt x="0" y="0"/>
                </a:moveTo>
                <a:lnTo>
                  <a:pt x="108" y="0"/>
                </a:lnTo>
                <a:cubicBezTo>
                  <a:pt x="216" y="0"/>
                  <a:pt x="433" y="0"/>
                  <a:pt x="638" y="28"/>
                </a:cubicBezTo>
                <a:cubicBezTo>
                  <a:pt x="844" y="55"/>
                  <a:pt x="1040" y="109"/>
                  <a:pt x="1137" y="136"/>
                </a:cubicBezTo>
                <a:lnTo>
                  <a:pt x="1235" y="165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8090640" y="2542320"/>
            <a:ext cx="32400" cy="28440"/>
          </a:xfrm>
          <a:custGeom>
            <a:avLst/>
            <a:gdLst/>
            <a:ahLst/>
            <a:rect l="0" t="0" r="r" b="b"/>
            <a:pathLst>
              <a:path w="90" h="79">
                <a:moveTo>
                  <a:pt x="23" y="0"/>
                </a:moveTo>
                <a:lnTo>
                  <a:pt x="90" y="60"/>
                </a:lnTo>
                <a:lnTo>
                  <a:pt x="0" y="79"/>
                </a:lnTo>
                <a:lnTo>
                  <a:pt x="2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8088840" y="2539440"/>
            <a:ext cx="37440" cy="33120"/>
          </a:xfrm>
          <a:custGeom>
            <a:avLst/>
            <a:gdLst/>
            <a:ahLst/>
            <a:rect l="0" t="0" r="r" b="b"/>
            <a:pathLst>
              <a:path w="104" h="92">
                <a:moveTo>
                  <a:pt x="36" y="10"/>
                </a:moveTo>
                <a:lnTo>
                  <a:pt x="43" y="17"/>
                </a:lnTo>
                <a:lnTo>
                  <a:pt x="36" y="23"/>
                </a:lnTo>
                <a:lnTo>
                  <a:pt x="30" y="17"/>
                </a:lnTo>
                <a:lnTo>
                  <a:pt x="36" y="10"/>
                </a:lnTo>
                <a:moveTo>
                  <a:pt x="43" y="17"/>
                </a:moveTo>
                <a:lnTo>
                  <a:pt x="49" y="22"/>
                </a:lnTo>
                <a:lnTo>
                  <a:pt x="43" y="28"/>
                </a:lnTo>
                <a:lnTo>
                  <a:pt x="36" y="23"/>
                </a:lnTo>
                <a:lnTo>
                  <a:pt x="43" y="17"/>
                </a:lnTo>
                <a:moveTo>
                  <a:pt x="49" y="22"/>
                </a:moveTo>
                <a:lnTo>
                  <a:pt x="55" y="28"/>
                </a:lnTo>
                <a:lnTo>
                  <a:pt x="49" y="34"/>
                </a:lnTo>
                <a:lnTo>
                  <a:pt x="43" y="28"/>
                </a:lnTo>
                <a:lnTo>
                  <a:pt x="49" y="22"/>
                </a:lnTo>
                <a:moveTo>
                  <a:pt x="55" y="28"/>
                </a:moveTo>
                <a:lnTo>
                  <a:pt x="61" y="33"/>
                </a:lnTo>
                <a:lnTo>
                  <a:pt x="55" y="39"/>
                </a:lnTo>
                <a:lnTo>
                  <a:pt x="49" y="34"/>
                </a:lnTo>
                <a:lnTo>
                  <a:pt x="55" y="28"/>
                </a:lnTo>
                <a:moveTo>
                  <a:pt x="61" y="33"/>
                </a:moveTo>
                <a:lnTo>
                  <a:pt x="67" y="38"/>
                </a:lnTo>
                <a:lnTo>
                  <a:pt x="61" y="44"/>
                </a:lnTo>
                <a:lnTo>
                  <a:pt x="55" y="39"/>
                </a:lnTo>
                <a:lnTo>
                  <a:pt x="61" y="33"/>
                </a:lnTo>
                <a:moveTo>
                  <a:pt x="67" y="38"/>
                </a:moveTo>
                <a:lnTo>
                  <a:pt x="73" y="44"/>
                </a:lnTo>
                <a:lnTo>
                  <a:pt x="67" y="50"/>
                </a:lnTo>
                <a:lnTo>
                  <a:pt x="61" y="44"/>
                </a:lnTo>
                <a:lnTo>
                  <a:pt x="67" y="38"/>
                </a:lnTo>
                <a:moveTo>
                  <a:pt x="73" y="44"/>
                </a:moveTo>
                <a:lnTo>
                  <a:pt x="79" y="49"/>
                </a:lnTo>
                <a:lnTo>
                  <a:pt x="73" y="55"/>
                </a:lnTo>
                <a:lnTo>
                  <a:pt x="67" y="50"/>
                </a:lnTo>
                <a:lnTo>
                  <a:pt x="73" y="44"/>
                </a:lnTo>
                <a:moveTo>
                  <a:pt x="79" y="49"/>
                </a:moveTo>
                <a:lnTo>
                  <a:pt x="85" y="55"/>
                </a:lnTo>
                <a:lnTo>
                  <a:pt x="79" y="61"/>
                </a:lnTo>
                <a:lnTo>
                  <a:pt x="73" y="55"/>
                </a:lnTo>
                <a:lnTo>
                  <a:pt x="79" y="49"/>
                </a:lnTo>
                <a:moveTo>
                  <a:pt x="85" y="55"/>
                </a:moveTo>
                <a:lnTo>
                  <a:pt x="91" y="60"/>
                </a:lnTo>
                <a:lnTo>
                  <a:pt x="85" y="66"/>
                </a:lnTo>
                <a:lnTo>
                  <a:pt x="79" y="61"/>
                </a:lnTo>
                <a:lnTo>
                  <a:pt x="85" y="55"/>
                </a:lnTo>
                <a:moveTo>
                  <a:pt x="91" y="60"/>
                </a:moveTo>
                <a:lnTo>
                  <a:pt x="97" y="65"/>
                </a:lnTo>
                <a:lnTo>
                  <a:pt x="91" y="71"/>
                </a:lnTo>
                <a:lnTo>
                  <a:pt x="85" y="66"/>
                </a:lnTo>
                <a:lnTo>
                  <a:pt x="91" y="60"/>
                </a:lnTo>
                <a:moveTo>
                  <a:pt x="97" y="65"/>
                </a:moveTo>
                <a:lnTo>
                  <a:pt x="104" y="72"/>
                </a:lnTo>
                <a:lnTo>
                  <a:pt x="89" y="75"/>
                </a:lnTo>
                <a:lnTo>
                  <a:pt x="88" y="67"/>
                </a:lnTo>
                <a:lnTo>
                  <a:pt x="94" y="65"/>
                </a:lnTo>
                <a:lnTo>
                  <a:pt x="95" y="69"/>
                </a:lnTo>
                <a:lnTo>
                  <a:pt x="92" y="72"/>
                </a:lnTo>
                <a:lnTo>
                  <a:pt x="91" y="71"/>
                </a:lnTo>
                <a:lnTo>
                  <a:pt x="97" y="65"/>
                </a:lnTo>
                <a:moveTo>
                  <a:pt x="89" y="75"/>
                </a:moveTo>
                <a:lnTo>
                  <a:pt x="81" y="76"/>
                </a:lnTo>
                <a:lnTo>
                  <a:pt x="80" y="68"/>
                </a:lnTo>
                <a:lnTo>
                  <a:pt x="88" y="67"/>
                </a:lnTo>
                <a:lnTo>
                  <a:pt x="89" y="75"/>
                </a:lnTo>
                <a:moveTo>
                  <a:pt x="81" y="76"/>
                </a:moveTo>
                <a:lnTo>
                  <a:pt x="73" y="78"/>
                </a:lnTo>
                <a:lnTo>
                  <a:pt x="72" y="70"/>
                </a:lnTo>
                <a:lnTo>
                  <a:pt x="80" y="68"/>
                </a:lnTo>
                <a:lnTo>
                  <a:pt x="81" y="76"/>
                </a:lnTo>
                <a:moveTo>
                  <a:pt x="73" y="78"/>
                </a:moveTo>
                <a:lnTo>
                  <a:pt x="66" y="79"/>
                </a:lnTo>
                <a:lnTo>
                  <a:pt x="64" y="71"/>
                </a:lnTo>
                <a:lnTo>
                  <a:pt x="72" y="70"/>
                </a:lnTo>
                <a:lnTo>
                  <a:pt x="73" y="78"/>
                </a:lnTo>
                <a:moveTo>
                  <a:pt x="66" y="79"/>
                </a:moveTo>
                <a:lnTo>
                  <a:pt x="58" y="81"/>
                </a:lnTo>
                <a:lnTo>
                  <a:pt x="56" y="73"/>
                </a:lnTo>
                <a:lnTo>
                  <a:pt x="64" y="71"/>
                </a:lnTo>
                <a:lnTo>
                  <a:pt x="66" y="79"/>
                </a:lnTo>
                <a:moveTo>
                  <a:pt x="58" y="81"/>
                </a:moveTo>
                <a:lnTo>
                  <a:pt x="50" y="82"/>
                </a:lnTo>
                <a:lnTo>
                  <a:pt x="48" y="74"/>
                </a:lnTo>
                <a:lnTo>
                  <a:pt x="56" y="73"/>
                </a:lnTo>
                <a:lnTo>
                  <a:pt x="58" y="81"/>
                </a:lnTo>
                <a:moveTo>
                  <a:pt x="50" y="82"/>
                </a:moveTo>
                <a:lnTo>
                  <a:pt x="42" y="84"/>
                </a:lnTo>
                <a:lnTo>
                  <a:pt x="40" y="76"/>
                </a:lnTo>
                <a:lnTo>
                  <a:pt x="48" y="74"/>
                </a:lnTo>
                <a:lnTo>
                  <a:pt x="50" y="82"/>
                </a:lnTo>
                <a:moveTo>
                  <a:pt x="42" y="84"/>
                </a:moveTo>
                <a:lnTo>
                  <a:pt x="33" y="86"/>
                </a:lnTo>
                <a:lnTo>
                  <a:pt x="31" y="78"/>
                </a:lnTo>
                <a:lnTo>
                  <a:pt x="40" y="76"/>
                </a:lnTo>
                <a:lnTo>
                  <a:pt x="42" y="84"/>
                </a:lnTo>
                <a:moveTo>
                  <a:pt x="33" y="86"/>
                </a:moveTo>
                <a:lnTo>
                  <a:pt x="25" y="87"/>
                </a:lnTo>
                <a:lnTo>
                  <a:pt x="23" y="79"/>
                </a:lnTo>
                <a:lnTo>
                  <a:pt x="31" y="78"/>
                </a:lnTo>
                <a:lnTo>
                  <a:pt x="33" y="86"/>
                </a:lnTo>
                <a:moveTo>
                  <a:pt x="25" y="87"/>
                </a:moveTo>
                <a:lnTo>
                  <a:pt x="17" y="89"/>
                </a:lnTo>
                <a:lnTo>
                  <a:pt x="15" y="81"/>
                </a:lnTo>
                <a:lnTo>
                  <a:pt x="23" y="79"/>
                </a:lnTo>
                <a:lnTo>
                  <a:pt x="25" y="87"/>
                </a:lnTo>
                <a:moveTo>
                  <a:pt x="17" y="89"/>
                </a:moveTo>
                <a:lnTo>
                  <a:pt x="9" y="90"/>
                </a:lnTo>
                <a:lnTo>
                  <a:pt x="7" y="82"/>
                </a:lnTo>
                <a:lnTo>
                  <a:pt x="15" y="81"/>
                </a:lnTo>
                <a:lnTo>
                  <a:pt x="17" y="89"/>
                </a:lnTo>
                <a:moveTo>
                  <a:pt x="9" y="90"/>
                </a:moveTo>
                <a:lnTo>
                  <a:pt x="0" y="92"/>
                </a:lnTo>
                <a:lnTo>
                  <a:pt x="3" y="81"/>
                </a:lnTo>
                <a:lnTo>
                  <a:pt x="11" y="83"/>
                </a:lnTo>
                <a:lnTo>
                  <a:pt x="9" y="88"/>
                </a:lnTo>
                <a:lnTo>
                  <a:pt x="5" y="87"/>
                </a:lnTo>
                <a:lnTo>
                  <a:pt x="5" y="83"/>
                </a:lnTo>
                <a:lnTo>
                  <a:pt x="7" y="82"/>
                </a:lnTo>
                <a:lnTo>
                  <a:pt x="9" y="90"/>
                </a:lnTo>
                <a:moveTo>
                  <a:pt x="3" y="81"/>
                </a:moveTo>
                <a:lnTo>
                  <a:pt x="5" y="73"/>
                </a:lnTo>
                <a:lnTo>
                  <a:pt x="13" y="75"/>
                </a:lnTo>
                <a:lnTo>
                  <a:pt x="11" y="83"/>
                </a:lnTo>
                <a:lnTo>
                  <a:pt x="3" y="81"/>
                </a:lnTo>
                <a:moveTo>
                  <a:pt x="5" y="73"/>
                </a:moveTo>
                <a:lnTo>
                  <a:pt x="7" y="65"/>
                </a:lnTo>
                <a:lnTo>
                  <a:pt x="15" y="67"/>
                </a:lnTo>
                <a:lnTo>
                  <a:pt x="13" y="75"/>
                </a:lnTo>
                <a:lnTo>
                  <a:pt x="5" y="73"/>
                </a:lnTo>
                <a:moveTo>
                  <a:pt x="7" y="65"/>
                </a:moveTo>
                <a:lnTo>
                  <a:pt x="9" y="57"/>
                </a:lnTo>
                <a:lnTo>
                  <a:pt x="17" y="59"/>
                </a:lnTo>
                <a:lnTo>
                  <a:pt x="15" y="67"/>
                </a:lnTo>
                <a:lnTo>
                  <a:pt x="7" y="65"/>
                </a:lnTo>
                <a:moveTo>
                  <a:pt x="9" y="57"/>
                </a:moveTo>
                <a:lnTo>
                  <a:pt x="11" y="50"/>
                </a:lnTo>
                <a:lnTo>
                  <a:pt x="19" y="52"/>
                </a:lnTo>
                <a:lnTo>
                  <a:pt x="17" y="59"/>
                </a:lnTo>
                <a:lnTo>
                  <a:pt x="9" y="57"/>
                </a:lnTo>
                <a:moveTo>
                  <a:pt x="11" y="50"/>
                </a:moveTo>
                <a:lnTo>
                  <a:pt x="14" y="42"/>
                </a:lnTo>
                <a:lnTo>
                  <a:pt x="21" y="44"/>
                </a:lnTo>
                <a:lnTo>
                  <a:pt x="19" y="52"/>
                </a:lnTo>
                <a:lnTo>
                  <a:pt x="11" y="50"/>
                </a:lnTo>
                <a:moveTo>
                  <a:pt x="14" y="42"/>
                </a:moveTo>
                <a:lnTo>
                  <a:pt x="16" y="34"/>
                </a:lnTo>
                <a:lnTo>
                  <a:pt x="24" y="36"/>
                </a:lnTo>
                <a:lnTo>
                  <a:pt x="21" y="44"/>
                </a:lnTo>
                <a:lnTo>
                  <a:pt x="14" y="42"/>
                </a:lnTo>
                <a:moveTo>
                  <a:pt x="16" y="34"/>
                </a:moveTo>
                <a:lnTo>
                  <a:pt x="18" y="26"/>
                </a:lnTo>
                <a:lnTo>
                  <a:pt x="26" y="28"/>
                </a:lnTo>
                <a:lnTo>
                  <a:pt x="24" y="36"/>
                </a:lnTo>
                <a:lnTo>
                  <a:pt x="16" y="34"/>
                </a:lnTo>
                <a:moveTo>
                  <a:pt x="18" y="26"/>
                </a:moveTo>
                <a:lnTo>
                  <a:pt x="20" y="18"/>
                </a:lnTo>
                <a:lnTo>
                  <a:pt x="28" y="21"/>
                </a:lnTo>
                <a:lnTo>
                  <a:pt x="26" y="28"/>
                </a:lnTo>
                <a:lnTo>
                  <a:pt x="18" y="26"/>
                </a:lnTo>
                <a:moveTo>
                  <a:pt x="20" y="18"/>
                </a:moveTo>
                <a:lnTo>
                  <a:pt x="22" y="10"/>
                </a:lnTo>
                <a:lnTo>
                  <a:pt x="30" y="13"/>
                </a:lnTo>
                <a:lnTo>
                  <a:pt x="28" y="21"/>
                </a:lnTo>
                <a:lnTo>
                  <a:pt x="20" y="18"/>
                </a:lnTo>
                <a:moveTo>
                  <a:pt x="22" y="10"/>
                </a:moveTo>
                <a:lnTo>
                  <a:pt x="25" y="0"/>
                </a:lnTo>
                <a:lnTo>
                  <a:pt x="36" y="10"/>
                </a:lnTo>
                <a:lnTo>
                  <a:pt x="30" y="17"/>
                </a:lnTo>
                <a:lnTo>
                  <a:pt x="24" y="12"/>
                </a:lnTo>
                <a:lnTo>
                  <a:pt x="27" y="8"/>
                </a:lnTo>
                <a:lnTo>
                  <a:pt x="31" y="9"/>
                </a:lnTo>
                <a:lnTo>
                  <a:pt x="30" y="13"/>
                </a:lnTo>
                <a:lnTo>
                  <a:pt x="22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3271680" y="2254320"/>
            <a:ext cx="4861080" cy="647640"/>
          </a:xfrm>
          <a:custGeom>
            <a:avLst/>
            <a:gdLst/>
            <a:ahLst/>
            <a:rect l="0" t="0" r="r" b="b"/>
            <a:pathLst>
              <a:path fill="none" w="13503" h="1799">
                <a:moveTo>
                  <a:pt x="13503" y="1536"/>
                </a:moveTo>
                <a:lnTo>
                  <a:pt x="13395" y="1580"/>
                </a:lnTo>
                <a:cubicBezTo>
                  <a:pt x="13286" y="1623"/>
                  <a:pt x="13068" y="1711"/>
                  <a:pt x="12678" y="1755"/>
                </a:cubicBezTo>
                <a:cubicBezTo>
                  <a:pt x="12289" y="1799"/>
                  <a:pt x="11727" y="1799"/>
                  <a:pt x="11149" y="1799"/>
                </a:cubicBezTo>
                <a:cubicBezTo>
                  <a:pt x="10571" y="1799"/>
                  <a:pt x="9978" y="1799"/>
                  <a:pt x="9371" y="1799"/>
                </a:cubicBezTo>
                <a:cubicBezTo>
                  <a:pt x="8765" y="1799"/>
                  <a:pt x="8144" y="1799"/>
                  <a:pt x="7491" y="1799"/>
                </a:cubicBezTo>
                <a:cubicBezTo>
                  <a:pt x="6837" y="1799"/>
                  <a:pt x="6150" y="1799"/>
                  <a:pt x="5529" y="1799"/>
                </a:cubicBezTo>
                <a:cubicBezTo>
                  <a:pt x="4907" y="1799"/>
                  <a:pt x="4352" y="1799"/>
                  <a:pt x="3758" y="1799"/>
                </a:cubicBezTo>
                <a:cubicBezTo>
                  <a:pt x="3163" y="1799"/>
                  <a:pt x="2529" y="1799"/>
                  <a:pt x="1897" y="1499"/>
                </a:cubicBezTo>
                <a:cubicBezTo>
                  <a:pt x="1264" y="1199"/>
                  <a:pt x="632" y="600"/>
                  <a:pt x="316" y="300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3261240" y="2244240"/>
            <a:ext cx="31320" cy="30960"/>
          </a:xfrm>
          <a:custGeom>
            <a:avLst/>
            <a:gdLst/>
            <a:ahLst/>
            <a:rect l="0" t="0" r="r" b="b"/>
            <a:pathLst>
              <a:path w="87" h="86">
                <a:moveTo>
                  <a:pt x="32" y="86"/>
                </a:moveTo>
                <a:lnTo>
                  <a:pt x="0" y="0"/>
                </a:lnTo>
                <a:lnTo>
                  <a:pt x="87" y="27"/>
                </a:lnTo>
                <a:lnTo>
                  <a:pt x="32" y="8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3258720" y="2242080"/>
            <a:ext cx="36720" cy="35640"/>
          </a:xfrm>
          <a:custGeom>
            <a:avLst/>
            <a:gdLst/>
            <a:ahLst/>
            <a:rect l="0" t="0" r="r" b="b"/>
            <a:pathLst>
              <a:path w="102" h="99">
                <a:moveTo>
                  <a:pt x="31" y="85"/>
                </a:moveTo>
                <a:lnTo>
                  <a:pt x="28" y="77"/>
                </a:lnTo>
                <a:lnTo>
                  <a:pt x="36" y="74"/>
                </a:lnTo>
                <a:lnTo>
                  <a:pt x="39" y="82"/>
                </a:lnTo>
                <a:lnTo>
                  <a:pt x="31" y="85"/>
                </a:lnTo>
                <a:moveTo>
                  <a:pt x="28" y="77"/>
                </a:moveTo>
                <a:lnTo>
                  <a:pt x="26" y="69"/>
                </a:lnTo>
                <a:lnTo>
                  <a:pt x="33" y="67"/>
                </a:lnTo>
                <a:lnTo>
                  <a:pt x="36" y="74"/>
                </a:lnTo>
                <a:lnTo>
                  <a:pt x="28" y="77"/>
                </a:lnTo>
                <a:moveTo>
                  <a:pt x="26" y="69"/>
                </a:moveTo>
                <a:lnTo>
                  <a:pt x="23" y="62"/>
                </a:lnTo>
                <a:lnTo>
                  <a:pt x="30" y="59"/>
                </a:lnTo>
                <a:lnTo>
                  <a:pt x="33" y="67"/>
                </a:lnTo>
                <a:lnTo>
                  <a:pt x="26" y="69"/>
                </a:lnTo>
                <a:moveTo>
                  <a:pt x="23" y="62"/>
                </a:moveTo>
                <a:lnTo>
                  <a:pt x="20" y="54"/>
                </a:lnTo>
                <a:lnTo>
                  <a:pt x="28" y="52"/>
                </a:lnTo>
                <a:lnTo>
                  <a:pt x="30" y="59"/>
                </a:lnTo>
                <a:lnTo>
                  <a:pt x="23" y="62"/>
                </a:lnTo>
                <a:moveTo>
                  <a:pt x="20" y="54"/>
                </a:moveTo>
                <a:lnTo>
                  <a:pt x="17" y="47"/>
                </a:lnTo>
                <a:lnTo>
                  <a:pt x="25" y="44"/>
                </a:lnTo>
                <a:lnTo>
                  <a:pt x="28" y="52"/>
                </a:lnTo>
                <a:lnTo>
                  <a:pt x="20" y="54"/>
                </a:lnTo>
                <a:moveTo>
                  <a:pt x="17" y="47"/>
                </a:moveTo>
                <a:lnTo>
                  <a:pt x="15" y="39"/>
                </a:lnTo>
                <a:lnTo>
                  <a:pt x="22" y="36"/>
                </a:lnTo>
                <a:lnTo>
                  <a:pt x="25" y="44"/>
                </a:lnTo>
                <a:lnTo>
                  <a:pt x="17" y="47"/>
                </a:lnTo>
                <a:moveTo>
                  <a:pt x="15" y="39"/>
                </a:moveTo>
                <a:lnTo>
                  <a:pt x="12" y="31"/>
                </a:lnTo>
                <a:lnTo>
                  <a:pt x="19" y="29"/>
                </a:lnTo>
                <a:lnTo>
                  <a:pt x="22" y="36"/>
                </a:lnTo>
                <a:lnTo>
                  <a:pt x="15" y="39"/>
                </a:lnTo>
                <a:moveTo>
                  <a:pt x="12" y="31"/>
                </a:moveTo>
                <a:lnTo>
                  <a:pt x="9" y="24"/>
                </a:lnTo>
                <a:lnTo>
                  <a:pt x="17" y="21"/>
                </a:lnTo>
                <a:lnTo>
                  <a:pt x="19" y="29"/>
                </a:lnTo>
                <a:lnTo>
                  <a:pt x="12" y="31"/>
                </a:lnTo>
                <a:moveTo>
                  <a:pt x="9" y="24"/>
                </a:moveTo>
                <a:lnTo>
                  <a:pt x="6" y="16"/>
                </a:lnTo>
                <a:lnTo>
                  <a:pt x="14" y="14"/>
                </a:lnTo>
                <a:lnTo>
                  <a:pt x="17" y="21"/>
                </a:lnTo>
                <a:lnTo>
                  <a:pt x="9" y="24"/>
                </a:lnTo>
                <a:moveTo>
                  <a:pt x="6" y="16"/>
                </a:moveTo>
                <a:lnTo>
                  <a:pt x="3" y="9"/>
                </a:lnTo>
                <a:lnTo>
                  <a:pt x="11" y="6"/>
                </a:lnTo>
                <a:lnTo>
                  <a:pt x="14" y="14"/>
                </a:lnTo>
                <a:lnTo>
                  <a:pt x="6" y="16"/>
                </a:lnTo>
                <a:moveTo>
                  <a:pt x="3" y="9"/>
                </a:moveTo>
                <a:lnTo>
                  <a:pt x="0" y="0"/>
                </a:lnTo>
                <a:lnTo>
                  <a:pt x="14" y="4"/>
                </a:lnTo>
                <a:lnTo>
                  <a:pt x="12" y="12"/>
                </a:lnTo>
                <a:lnTo>
                  <a:pt x="6" y="10"/>
                </a:lnTo>
                <a:lnTo>
                  <a:pt x="7" y="6"/>
                </a:lnTo>
                <a:lnTo>
                  <a:pt x="11" y="5"/>
                </a:lnTo>
                <a:lnTo>
                  <a:pt x="11" y="6"/>
                </a:lnTo>
                <a:lnTo>
                  <a:pt x="3" y="9"/>
                </a:lnTo>
                <a:moveTo>
                  <a:pt x="14" y="4"/>
                </a:moveTo>
                <a:lnTo>
                  <a:pt x="22" y="6"/>
                </a:lnTo>
                <a:lnTo>
                  <a:pt x="20" y="14"/>
                </a:lnTo>
                <a:lnTo>
                  <a:pt x="12" y="12"/>
                </a:lnTo>
                <a:lnTo>
                  <a:pt x="14" y="4"/>
                </a:lnTo>
                <a:moveTo>
                  <a:pt x="22" y="6"/>
                </a:moveTo>
                <a:lnTo>
                  <a:pt x="30" y="9"/>
                </a:lnTo>
                <a:lnTo>
                  <a:pt x="27" y="16"/>
                </a:lnTo>
                <a:lnTo>
                  <a:pt x="20" y="14"/>
                </a:lnTo>
                <a:lnTo>
                  <a:pt x="22" y="6"/>
                </a:lnTo>
                <a:moveTo>
                  <a:pt x="30" y="9"/>
                </a:moveTo>
                <a:lnTo>
                  <a:pt x="38" y="11"/>
                </a:lnTo>
                <a:lnTo>
                  <a:pt x="35" y="19"/>
                </a:lnTo>
                <a:lnTo>
                  <a:pt x="27" y="16"/>
                </a:lnTo>
                <a:lnTo>
                  <a:pt x="30" y="9"/>
                </a:lnTo>
                <a:moveTo>
                  <a:pt x="38" y="11"/>
                </a:moveTo>
                <a:lnTo>
                  <a:pt x="45" y="13"/>
                </a:lnTo>
                <a:lnTo>
                  <a:pt x="43" y="21"/>
                </a:lnTo>
                <a:lnTo>
                  <a:pt x="35" y="19"/>
                </a:lnTo>
                <a:lnTo>
                  <a:pt x="38" y="11"/>
                </a:lnTo>
                <a:moveTo>
                  <a:pt x="45" y="13"/>
                </a:moveTo>
                <a:lnTo>
                  <a:pt x="53" y="16"/>
                </a:lnTo>
                <a:lnTo>
                  <a:pt x="51" y="23"/>
                </a:lnTo>
                <a:lnTo>
                  <a:pt x="43" y="21"/>
                </a:lnTo>
                <a:lnTo>
                  <a:pt x="45" y="13"/>
                </a:lnTo>
                <a:moveTo>
                  <a:pt x="53" y="16"/>
                </a:moveTo>
                <a:lnTo>
                  <a:pt x="61" y="18"/>
                </a:lnTo>
                <a:lnTo>
                  <a:pt x="58" y="26"/>
                </a:lnTo>
                <a:lnTo>
                  <a:pt x="51" y="23"/>
                </a:lnTo>
                <a:lnTo>
                  <a:pt x="53" y="16"/>
                </a:lnTo>
                <a:moveTo>
                  <a:pt x="61" y="18"/>
                </a:moveTo>
                <a:lnTo>
                  <a:pt x="68" y="20"/>
                </a:lnTo>
                <a:lnTo>
                  <a:pt x="66" y="28"/>
                </a:lnTo>
                <a:lnTo>
                  <a:pt x="58" y="26"/>
                </a:lnTo>
                <a:lnTo>
                  <a:pt x="61" y="18"/>
                </a:lnTo>
                <a:moveTo>
                  <a:pt x="68" y="20"/>
                </a:moveTo>
                <a:lnTo>
                  <a:pt x="76" y="23"/>
                </a:lnTo>
                <a:lnTo>
                  <a:pt x="74" y="31"/>
                </a:lnTo>
                <a:lnTo>
                  <a:pt x="66" y="28"/>
                </a:lnTo>
                <a:lnTo>
                  <a:pt x="68" y="20"/>
                </a:lnTo>
                <a:moveTo>
                  <a:pt x="76" y="23"/>
                </a:moveTo>
                <a:lnTo>
                  <a:pt x="84" y="25"/>
                </a:lnTo>
                <a:lnTo>
                  <a:pt x="82" y="33"/>
                </a:lnTo>
                <a:lnTo>
                  <a:pt x="74" y="31"/>
                </a:lnTo>
                <a:lnTo>
                  <a:pt x="76" y="23"/>
                </a:lnTo>
                <a:moveTo>
                  <a:pt x="84" y="25"/>
                </a:moveTo>
                <a:lnTo>
                  <a:pt x="92" y="28"/>
                </a:lnTo>
                <a:lnTo>
                  <a:pt x="89" y="35"/>
                </a:lnTo>
                <a:lnTo>
                  <a:pt x="82" y="33"/>
                </a:lnTo>
                <a:lnTo>
                  <a:pt x="84" y="25"/>
                </a:lnTo>
                <a:moveTo>
                  <a:pt x="92" y="28"/>
                </a:moveTo>
                <a:lnTo>
                  <a:pt x="102" y="30"/>
                </a:lnTo>
                <a:lnTo>
                  <a:pt x="93" y="39"/>
                </a:lnTo>
                <a:lnTo>
                  <a:pt x="87" y="33"/>
                </a:lnTo>
                <a:lnTo>
                  <a:pt x="90" y="29"/>
                </a:lnTo>
                <a:lnTo>
                  <a:pt x="93" y="32"/>
                </a:lnTo>
                <a:lnTo>
                  <a:pt x="92" y="36"/>
                </a:lnTo>
                <a:lnTo>
                  <a:pt x="89" y="35"/>
                </a:lnTo>
                <a:lnTo>
                  <a:pt x="92" y="28"/>
                </a:lnTo>
                <a:moveTo>
                  <a:pt x="93" y="39"/>
                </a:moveTo>
                <a:lnTo>
                  <a:pt x="87" y="45"/>
                </a:lnTo>
                <a:lnTo>
                  <a:pt x="81" y="39"/>
                </a:lnTo>
                <a:lnTo>
                  <a:pt x="87" y="33"/>
                </a:lnTo>
                <a:lnTo>
                  <a:pt x="93" y="39"/>
                </a:lnTo>
                <a:moveTo>
                  <a:pt x="87" y="45"/>
                </a:moveTo>
                <a:lnTo>
                  <a:pt x="82" y="51"/>
                </a:lnTo>
                <a:lnTo>
                  <a:pt x="76" y="45"/>
                </a:lnTo>
                <a:lnTo>
                  <a:pt x="81" y="39"/>
                </a:lnTo>
                <a:lnTo>
                  <a:pt x="87" y="45"/>
                </a:lnTo>
                <a:moveTo>
                  <a:pt x="82" y="51"/>
                </a:moveTo>
                <a:lnTo>
                  <a:pt x="76" y="56"/>
                </a:lnTo>
                <a:lnTo>
                  <a:pt x="70" y="51"/>
                </a:lnTo>
                <a:lnTo>
                  <a:pt x="76" y="45"/>
                </a:lnTo>
                <a:lnTo>
                  <a:pt x="82" y="51"/>
                </a:lnTo>
                <a:moveTo>
                  <a:pt x="76" y="56"/>
                </a:moveTo>
                <a:lnTo>
                  <a:pt x="70" y="62"/>
                </a:lnTo>
                <a:lnTo>
                  <a:pt x="65" y="57"/>
                </a:lnTo>
                <a:lnTo>
                  <a:pt x="70" y="51"/>
                </a:lnTo>
                <a:lnTo>
                  <a:pt x="76" y="56"/>
                </a:lnTo>
                <a:moveTo>
                  <a:pt x="70" y="62"/>
                </a:moveTo>
                <a:lnTo>
                  <a:pt x="65" y="68"/>
                </a:lnTo>
                <a:lnTo>
                  <a:pt x="59" y="63"/>
                </a:lnTo>
                <a:lnTo>
                  <a:pt x="65" y="57"/>
                </a:lnTo>
                <a:lnTo>
                  <a:pt x="70" y="62"/>
                </a:lnTo>
                <a:moveTo>
                  <a:pt x="65" y="68"/>
                </a:moveTo>
                <a:lnTo>
                  <a:pt x="59" y="74"/>
                </a:lnTo>
                <a:lnTo>
                  <a:pt x="53" y="68"/>
                </a:lnTo>
                <a:lnTo>
                  <a:pt x="59" y="63"/>
                </a:lnTo>
                <a:lnTo>
                  <a:pt x="65" y="68"/>
                </a:lnTo>
                <a:moveTo>
                  <a:pt x="59" y="74"/>
                </a:moveTo>
                <a:lnTo>
                  <a:pt x="54" y="80"/>
                </a:lnTo>
                <a:lnTo>
                  <a:pt x="48" y="74"/>
                </a:lnTo>
                <a:lnTo>
                  <a:pt x="53" y="68"/>
                </a:lnTo>
                <a:lnTo>
                  <a:pt x="59" y="74"/>
                </a:lnTo>
                <a:moveTo>
                  <a:pt x="54" y="80"/>
                </a:moveTo>
                <a:lnTo>
                  <a:pt x="48" y="86"/>
                </a:lnTo>
                <a:lnTo>
                  <a:pt x="42" y="80"/>
                </a:lnTo>
                <a:lnTo>
                  <a:pt x="48" y="74"/>
                </a:lnTo>
                <a:lnTo>
                  <a:pt x="54" y="80"/>
                </a:lnTo>
                <a:moveTo>
                  <a:pt x="48" y="86"/>
                </a:moveTo>
                <a:lnTo>
                  <a:pt x="43" y="92"/>
                </a:lnTo>
                <a:lnTo>
                  <a:pt x="37" y="86"/>
                </a:lnTo>
                <a:lnTo>
                  <a:pt x="42" y="80"/>
                </a:lnTo>
                <a:lnTo>
                  <a:pt x="48" y="86"/>
                </a:lnTo>
                <a:moveTo>
                  <a:pt x="43" y="92"/>
                </a:moveTo>
                <a:lnTo>
                  <a:pt x="36" y="99"/>
                </a:lnTo>
                <a:lnTo>
                  <a:pt x="31" y="85"/>
                </a:lnTo>
                <a:lnTo>
                  <a:pt x="39" y="82"/>
                </a:lnTo>
                <a:lnTo>
                  <a:pt x="41" y="90"/>
                </a:lnTo>
                <a:lnTo>
                  <a:pt x="38" y="91"/>
                </a:lnTo>
                <a:lnTo>
                  <a:pt x="35" y="88"/>
                </a:lnTo>
                <a:lnTo>
                  <a:pt x="37" y="86"/>
                </a:lnTo>
                <a:lnTo>
                  <a:pt x="43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918720" y="1941120"/>
            <a:ext cx="459000" cy="87840"/>
          </a:xfrm>
          <a:custGeom>
            <a:avLst/>
            <a:gdLst/>
            <a:ahLst/>
            <a:rect l="0" t="0" r="r" b="b"/>
            <a:pathLst>
              <a:path w="1275" h="244">
                <a:moveTo>
                  <a:pt x="0" y="0"/>
                </a:moveTo>
                <a:lnTo>
                  <a:pt x="1275" y="0"/>
                </a:lnTo>
                <a:lnTo>
                  <a:pt x="1275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918720" y="1941120"/>
            <a:ext cx="459000" cy="87840"/>
          </a:xfrm>
          <a:custGeom>
            <a:avLst/>
            <a:gdLst/>
            <a:ahLst/>
            <a:rect l="0" t="0" r="r" b="b"/>
            <a:pathLst>
              <a:path w="1275" h="244">
                <a:moveTo>
                  <a:pt x="0" y="0"/>
                </a:moveTo>
                <a:lnTo>
                  <a:pt x="1275" y="0"/>
                </a:lnTo>
                <a:lnTo>
                  <a:pt x="1275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439920" y="117720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2010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2248560" y="194112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2248560" y="194112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918720" y="1949400"/>
            <a:ext cx="455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3627720" y="1855080"/>
            <a:ext cx="648360" cy="87840"/>
          </a:xfrm>
          <a:custGeom>
            <a:avLst/>
            <a:gdLst/>
            <a:ahLst/>
            <a:rect l="0" t="0" r="r" b="b"/>
            <a:pathLst>
              <a:path w="1801" h="244">
                <a:moveTo>
                  <a:pt x="0" y="0"/>
                </a:moveTo>
                <a:lnTo>
                  <a:pt x="1801" y="0"/>
                </a:lnTo>
                <a:lnTo>
                  <a:pt x="180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3627720" y="1855080"/>
            <a:ext cx="648360" cy="87840"/>
          </a:xfrm>
          <a:custGeom>
            <a:avLst/>
            <a:gdLst/>
            <a:ahLst/>
            <a:rect l="0" t="0" r="r" b="b"/>
            <a:pathLst>
              <a:path w="1801" h="244">
                <a:moveTo>
                  <a:pt x="0" y="0"/>
                </a:moveTo>
                <a:lnTo>
                  <a:pt x="1801" y="0"/>
                </a:lnTo>
                <a:lnTo>
                  <a:pt x="180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2248920" y="1949400"/>
            <a:ext cx="227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3812400" y="2014920"/>
            <a:ext cx="284400" cy="87840"/>
          </a:xfrm>
          <a:custGeom>
            <a:avLst/>
            <a:gdLst/>
            <a:ahLst/>
            <a:rect l="0" t="0" r="r" b="b"/>
            <a:pathLst>
              <a:path w="790" h="244">
                <a:moveTo>
                  <a:pt x="0" y="0"/>
                </a:moveTo>
                <a:lnTo>
                  <a:pt x="790" y="0"/>
                </a:lnTo>
                <a:lnTo>
                  <a:pt x="790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3812400" y="2014920"/>
            <a:ext cx="284400" cy="87840"/>
          </a:xfrm>
          <a:custGeom>
            <a:avLst/>
            <a:gdLst/>
            <a:ahLst/>
            <a:rect l="0" t="0" r="r" b="b"/>
            <a:pathLst>
              <a:path w="790" h="244">
                <a:moveTo>
                  <a:pt x="0" y="0"/>
                </a:moveTo>
                <a:lnTo>
                  <a:pt x="790" y="0"/>
                </a:lnTo>
                <a:lnTo>
                  <a:pt x="790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3628080" y="1863000"/>
            <a:ext cx="643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2226960" y="2101320"/>
            <a:ext cx="273240" cy="87840"/>
          </a:xfrm>
          <a:custGeom>
            <a:avLst/>
            <a:gdLst/>
            <a:ahLst/>
            <a:rect l="0" t="0" r="r" b="b"/>
            <a:pathLst>
              <a:path w="759" h="244">
                <a:moveTo>
                  <a:pt x="0" y="0"/>
                </a:moveTo>
                <a:lnTo>
                  <a:pt x="759" y="0"/>
                </a:lnTo>
                <a:lnTo>
                  <a:pt x="75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2226960" y="2101320"/>
            <a:ext cx="273240" cy="87840"/>
          </a:xfrm>
          <a:custGeom>
            <a:avLst/>
            <a:gdLst/>
            <a:ahLst/>
            <a:rect l="0" t="0" r="r" b="b"/>
            <a:pathLst>
              <a:path w="759" h="244">
                <a:moveTo>
                  <a:pt x="0" y="0"/>
                </a:moveTo>
                <a:lnTo>
                  <a:pt x="759" y="0"/>
                </a:lnTo>
                <a:lnTo>
                  <a:pt x="75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3812760" y="2022840"/>
            <a:ext cx="279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1067400" y="2101320"/>
            <a:ext cx="160560" cy="87840"/>
          </a:xfrm>
          <a:custGeom>
            <a:avLst/>
            <a:gdLst/>
            <a:ahLst/>
            <a:rect l="0" t="0" r="r" b="b"/>
            <a:pathLst>
              <a:path w="446" h="244">
                <a:moveTo>
                  <a:pt x="0" y="0"/>
                </a:moveTo>
                <a:lnTo>
                  <a:pt x="446" y="0"/>
                </a:lnTo>
                <a:lnTo>
                  <a:pt x="44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1067400" y="2101320"/>
            <a:ext cx="160560" cy="87840"/>
          </a:xfrm>
          <a:custGeom>
            <a:avLst/>
            <a:gdLst/>
            <a:ahLst/>
            <a:rect l="0" t="0" r="r" b="b"/>
            <a:pathLst>
              <a:path w="446" h="244">
                <a:moveTo>
                  <a:pt x="0" y="0"/>
                </a:moveTo>
                <a:lnTo>
                  <a:pt x="446" y="0"/>
                </a:lnTo>
                <a:lnTo>
                  <a:pt x="44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2226960" y="2109240"/>
            <a:ext cx="273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4998240" y="193464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4998240" y="193464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1067760" y="2109240"/>
            <a:ext cx="1609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6562800" y="1854720"/>
            <a:ext cx="174960" cy="87840"/>
          </a:xfrm>
          <a:custGeom>
            <a:avLst/>
            <a:gdLst/>
            <a:ahLst/>
            <a:rect l="0" t="0" r="r" b="b"/>
            <a:pathLst>
              <a:path w="486" h="244">
                <a:moveTo>
                  <a:pt x="0" y="0"/>
                </a:moveTo>
                <a:lnTo>
                  <a:pt x="486" y="0"/>
                </a:lnTo>
                <a:lnTo>
                  <a:pt x="48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6562800" y="1854720"/>
            <a:ext cx="174960" cy="87840"/>
          </a:xfrm>
          <a:custGeom>
            <a:avLst/>
            <a:gdLst/>
            <a:ahLst/>
            <a:rect l="0" t="0" r="r" b="b"/>
            <a:pathLst>
              <a:path w="486" h="244">
                <a:moveTo>
                  <a:pt x="0" y="0"/>
                </a:moveTo>
                <a:lnTo>
                  <a:pt x="486" y="0"/>
                </a:lnTo>
                <a:lnTo>
                  <a:pt x="48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4998600" y="1942920"/>
            <a:ext cx="4809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763400" y="1854720"/>
            <a:ext cx="269640" cy="87840"/>
          </a:xfrm>
          <a:custGeom>
            <a:avLst/>
            <a:gdLst/>
            <a:ahLst/>
            <a:rect l="0" t="0" r="r" b="b"/>
            <a:pathLst>
              <a:path w="749" h="244">
                <a:moveTo>
                  <a:pt x="0" y="0"/>
                </a:moveTo>
                <a:lnTo>
                  <a:pt x="749" y="0"/>
                </a:lnTo>
                <a:lnTo>
                  <a:pt x="74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7763400" y="1854720"/>
            <a:ext cx="269640" cy="87840"/>
          </a:xfrm>
          <a:custGeom>
            <a:avLst/>
            <a:gdLst/>
            <a:ahLst/>
            <a:rect l="0" t="0" r="r" b="b"/>
            <a:pathLst>
              <a:path w="749" h="244">
                <a:moveTo>
                  <a:pt x="0" y="0"/>
                </a:moveTo>
                <a:lnTo>
                  <a:pt x="749" y="0"/>
                </a:lnTo>
                <a:lnTo>
                  <a:pt x="74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6563160" y="1862640"/>
            <a:ext cx="176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6474600" y="2193480"/>
            <a:ext cx="335160" cy="87840"/>
          </a:xfrm>
          <a:custGeom>
            <a:avLst/>
            <a:gdLst/>
            <a:ahLst/>
            <a:rect l="0" t="0" r="r" b="b"/>
            <a:pathLst>
              <a:path w="931" h="244">
                <a:moveTo>
                  <a:pt x="0" y="0"/>
                </a:moveTo>
                <a:lnTo>
                  <a:pt x="931" y="0"/>
                </a:lnTo>
                <a:lnTo>
                  <a:pt x="93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6474600" y="2193480"/>
            <a:ext cx="335160" cy="87840"/>
          </a:xfrm>
          <a:custGeom>
            <a:avLst/>
            <a:gdLst/>
            <a:ahLst/>
            <a:rect l="0" t="0" r="r" b="b"/>
            <a:pathLst>
              <a:path w="931" h="244">
                <a:moveTo>
                  <a:pt x="0" y="0"/>
                </a:moveTo>
                <a:lnTo>
                  <a:pt x="931" y="0"/>
                </a:lnTo>
                <a:lnTo>
                  <a:pt x="93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7763400" y="186264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6508800" y="2538000"/>
            <a:ext cx="284040" cy="87480"/>
          </a:xfrm>
          <a:custGeom>
            <a:avLst/>
            <a:gdLst/>
            <a:ahLst/>
            <a:rect l="0" t="0" r="r" b="b"/>
            <a:pathLst>
              <a:path w="789" h="243">
                <a:moveTo>
                  <a:pt x="0" y="0"/>
                </a:moveTo>
                <a:lnTo>
                  <a:pt x="789" y="0"/>
                </a:lnTo>
                <a:lnTo>
                  <a:pt x="78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6508800" y="2538000"/>
            <a:ext cx="284040" cy="87480"/>
          </a:xfrm>
          <a:custGeom>
            <a:avLst/>
            <a:gdLst/>
            <a:ahLst/>
            <a:rect l="0" t="0" r="r" b="b"/>
            <a:pathLst>
              <a:path w="789" h="243">
                <a:moveTo>
                  <a:pt x="0" y="0"/>
                </a:moveTo>
                <a:lnTo>
                  <a:pt x="789" y="0"/>
                </a:lnTo>
                <a:lnTo>
                  <a:pt x="78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6474960" y="2201400"/>
            <a:ext cx="335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7793280" y="2457720"/>
            <a:ext cx="208080" cy="87840"/>
          </a:xfrm>
          <a:custGeom>
            <a:avLst/>
            <a:gdLst/>
            <a:ahLst/>
            <a:rect l="0" t="0" r="r" b="b"/>
            <a:pathLst>
              <a:path w="578" h="244">
                <a:moveTo>
                  <a:pt x="0" y="0"/>
                </a:moveTo>
                <a:lnTo>
                  <a:pt x="578" y="0"/>
                </a:lnTo>
                <a:lnTo>
                  <a:pt x="57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7793280" y="2457720"/>
            <a:ext cx="208080" cy="87840"/>
          </a:xfrm>
          <a:custGeom>
            <a:avLst/>
            <a:gdLst/>
            <a:ahLst/>
            <a:rect l="0" t="0" r="r" b="b"/>
            <a:pathLst>
              <a:path w="578" h="244">
                <a:moveTo>
                  <a:pt x="0" y="0"/>
                </a:moveTo>
                <a:lnTo>
                  <a:pt x="578" y="0"/>
                </a:lnTo>
                <a:lnTo>
                  <a:pt x="57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6508800" y="2545920"/>
            <a:ext cx="284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802480" y="2857680"/>
            <a:ext cx="357120" cy="87840"/>
          </a:xfrm>
          <a:custGeom>
            <a:avLst/>
            <a:gdLst/>
            <a:ahLst/>
            <a:rect l="0" t="0" r="r" b="b"/>
            <a:pathLst>
              <a:path w="992" h="244">
                <a:moveTo>
                  <a:pt x="0" y="0"/>
                </a:moveTo>
                <a:lnTo>
                  <a:pt x="992" y="0"/>
                </a:lnTo>
                <a:lnTo>
                  <a:pt x="992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5802480" y="2857680"/>
            <a:ext cx="357120" cy="87840"/>
          </a:xfrm>
          <a:custGeom>
            <a:avLst/>
            <a:gdLst/>
            <a:ahLst/>
            <a:rect l="0" t="0" r="r" b="b"/>
            <a:pathLst>
              <a:path w="992" h="244">
                <a:moveTo>
                  <a:pt x="0" y="0"/>
                </a:moveTo>
                <a:lnTo>
                  <a:pt x="992" y="0"/>
                </a:lnTo>
                <a:lnTo>
                  <a:pt x="992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7793640" y="2465640"/>
            <a:ext cx="208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486720" y="1888200"/>
            <a:ext cx="341280" cy="341280"/>
          </a:xfrm>
          <a:custGeom>
            <a:avLst/>
            <a:gdLst/>
            <a:ahLst/>
            <a:rect l="0" t="0" r="r" b="b"/>
            <a:pathLst>
              <a:path w="948" h="948">
                <a:moveTo>
                  <a:pt x="948" y="473"/>
                </a:moveTo>
                <a:cubicBezTo>
                  <a:pt x="948" y="504"/>
                  <a:pt x="945" y="535"/>
                  <a:pt x="939" y="566"/>
                </a:cubicBezTo>
                <a:cubicBezTo>
                  <a:pt x="933" y="596"/>
                  <a:pt x="924" y="626"/>
                  <a:pt x="912" y="654"/>
                </a:cubicBezTo>
                <a:cubicBezTo>
                  <a:pt x="900" y="683"/>
                  <a:pt x="885" y="711"/>
                  <a:pt x="868" y="736"/>
                </a:cubicBezTo>
                <a:cubicBezTo>
                  <a:pt x="851" y="762"/>
                  <a:pt x="831" y="786"/>
                  <a:pt x="809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2" y="884"/>
                  <a:pt x="684" y="899"/>
                  <a:pt x="656" y="912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5"/>
                  <a:pt x="505" y="948"/>
                  <a:pt x="474" y="948"/>
                </a:cubicBezTo>
                <a:cubicBezTo>
                  <a:pt x="443" y="948"/>
                  <a:pt x="412" y="945"/>
                  <a:pt x="382" y="939"/>
                </a:cubicBezTo>
                <a:cubicBezTo>
                  <a:pt x="351" y="933"/>
                  <a:pt x="322" y="924"/>
                  <a:pt x="293" y="912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1" y="830"/>
                  <a:pt x="139" y="808"/>
                </a:cubicBezTo>
                <a:cubicBezTo>
                  <a:pt x="117" y="786"/>
                  <a:pt x="98" y="762"/>
                  <a:pt x="80" y="736"/>
                </a:cubicBezTo>
                <a:cubicBezTo>
                  <a:pt x="62" y="711"/>
                  <a:pt x="48" y="683"/>
                  <a:pt x="36" y="654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2" y="236"/>
                  <a:pt x="80" y="210"/>
                </a:cubicBezTo>
                <a:cubicBezTo>
                  <a:pt x="98" y="184"/>
                  <a:pt x="117" y="160"/>
                  <a:pt x="139" y="138"/>
                </a:cubicBezTo>
                <a:cubicBezTo>
                  <a:pt x="161" y="116"/>
                  <a:pt x="185" y="97"/>
                  <a:pt x="211" y="79"/>
                </a:cubicBezTo>
                <a:cubicBezTo>
                  <a:pt x="237" y="62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2"/>
                  <a:pt x="737" y="79"/>
                </a:cubicBezTo>
                <a:cubicBezTo>
                  <a:pt x="763" y="97"/>
                  <a:pt x="787" y="116"/>
                  <a:pt x="809" y="138"/>
                </a:cubicBezTo>
                <a:cubicBezTo>
                  <a:pt x="831" y="160"/>
                  <a:pt x="851" y="184"/>
                  <a:pt x="868" y="210"/>
                </a:cubicBezTo>
                <a:cubicBezTo>
                  <a:pt x="885" y="236"/>
                  <a:pt x="900" y="263"/>
                  <a:pt x="912" y="292"/>
                </a:cubicBezTo>
                <a:cubicBezTo>
                  <a:pt x="924" y="321"/>
                  <a:pt x="933" y="350"/>
                  <a:pt x="939" y="381"/>
                </a:cubicBezTo>
                <a:cubicBezTo>
                  <a:pt x="945" y="411"/>
                  <a:pt x="948" y="442"/>
                  <a:pt x="948" y="473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86720" y="1888200"/>
            <a:ext cx="341280" cy="341280"/>
          </a:xfrm>
          <a:custGeom>
            <a:avLst/>
            <a:gdLst/>
            <a:ahLst/>
            <a:rect l="0" t="0" r="r" b="b"/>
            <a:pathLst>
              <a:path w="948" h="948">
                <a:moveTo>
                  <a:pt x="948" y="473"/>
                </a:moveTo>
                <a:cubicBezTo>
                  <a:pt x="948" y="504"/>
                  <a:pt x="945" y="535"/>
                  <a:pt x="939" y="566"/>
                </a:cubicBezTo>
                <a:cubicBezTo>
                  <a:pt x="933" y="596"/>
                  <a:pt x="924" y="626"/>
                  <a:pt x="912" y="654"/>
                </a:cubicBezTo>
                <a:cubicBezTo>
                  <a:pt x="900" y="683"/>
                  <a:pt x="885" y="711"/>
                  <a:pt x="868" y="736"/>
                </a:cubicBezTo>
                <a:cubicBezTo>
                  <a:pt x="851" y="762"/>
                  <a:pt x="831" y="786"/>
                  <a:pt x="809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2" y="884"/>
                  <a:pt x="684" y="899"/>
                  <a:pt x="656" y="912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5"/>
                  <a:pt x="505" y="948"/>
                  <a:pt x="474" y="948"/>
                </a:cubicBezTo>
                <a:cubicBezTo>
                  <a:pt x="443" y="948"/>
                  <a:pt x="412" y="945"/>
                  <a:pt x="382" y="939"/>
                </a:cubicBezTo>
                <a:cubicBezTo>
                  <a:pt x="351" y="933"/>
                  <a:pt x="322" y="924"/>
                  <a:pt x="293" y="912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1" y="830"/>
                  <a:pt x="139" y="808"/>
                </a:cubicBezTo>
                <a:cubicBezTo>
                  <a:pt x="117" y="786"/>
                  <a:pt x="98" y="762"/>
                  <a:pt x="80" y="736"/>
                </a:cubicBezTo>
                <a:cubicBezTo>
                  <a:pt x="62" y="711"/>
                  <a:pt x="48" y="683"/>
                  <a:pt x="36" y="654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2" y="236"/>
                  <a:pt x="80" y="210"/>
                </a:cubicBezTo>
                <a:cubicBezTo>
                  <a:pt x="98" y="184"/>
                  <a:pt x="117" y="160"/>
                  <a:pt x="139" y="138"/>
                </a:cubicBezTo>
                <a:cubicBezTo>
                  <a:pt x="161" y="116"/>
                  <a:pt x="185" y="97"/>
                  <a:pt x="211" y="79"/>
                </a:cubicBezTo>
                <a:cubicBezTo>
                  <a:pt x="237" y="62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2"/>
                  <a:pt x="737" y="79"/>
                </a:cubicBezTo>
                <a:cubicBezTo>
                  <a:pt x="763" y="97"/>
                  <a:pt x="787" y="116"/>
                  <a:pt x="809" y="138"/>
                </a:cubicBezTo>
                <a:cubicBezTo>
                  <a:pt x="831" y="160"/>
                  <a:pt x="851" y="184"/>
                  <a:pt x="868" y="210"/>
                </a:cubicBezTo>
                <a:cubicBezTo>
                  <a:pt x="885" y="236"/>
                  <a:pt x="900" y="263"/>
                  <a:pt x="912" y="292"/>
                </a:cubicBezTo>
                <a:cubicBezTo>
                  <a:pt x="924" y="321"/>
                  <a:pt x="933" y="350"/>
                  <a:pt x="939" y="381"/>
                </a:cubicBezTo>
                <a:cubicBezTo>
                  <a:pt x="945" y="411"/>
                  <a:pt x="948" y="442"/>
                  <a:pt x="948" y="473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5802840" y="2865960"/>
            <a:ext cx="354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1469160" y="1916640"/>
            <a:ext cx="667080" cy="284400"/>
          </a:xfrm>
          <a:custGeom>
            <a:avLst/>
            <a:gdLst/>
            <a:ahLst/>
            <a:rect l="0" t="0" r="r" b="b"/>
            <a:pathLst>
              <a:path w="1853" h="790">
                <a:moveTo>
                  <a:pt x="0" y="0"/>
                </a:moveTo>
                <a:lnTo>
                  <a:pt x="1853" y="0"/>
                </a:lnTo>
                <a:lnTo>
                  <a:pt x="1853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1469160" y="1916640"/>
            <a:ext cx="667080" cy="284400"/>
          </a:xfrm>
          <a:custGeom>
            <a:avLst/>
            <a:gdLst/>
            <a:ahLst/>
            <a:rect l="0" t="0" r="r" b="b"/>
            <a:pathLst>
              <a:path w="1853" h="790">
                <a:moveTo>
                  <a:pt x="0" y="0"/>
                </a:moveTo>
                <a:lnTo>
                  <a:pt x="1853" y="0"/>
                </a:lnTo>
                <a:lnTo>
                  <a:pt x="1853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514080" y="2022840"/>
            <a:ext cx="287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1578600" y="197928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2592360" y="1873080"/>
            <a:ext cx="946800" cy="371520"/>
          </a:xfrm>
          <a:custGeom>
            <a:avLst/>
            <a:gdLst/>
            <a:ahLst/>
            <a:rect l="0" t="0" r="r" b="b"/>
            <a:pathLst>
              <a:path w="2630" h="1032">
                <a:moveTo>
                  <a:pt x="0" y="0"/>
                </a:moveTo>
                <a:lnTo>
                  <a:pt x="2630" y="0"/>
                </a:lnTo>
                <a:lnTo>
                  <a:pt x="263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2592360" y="1873080"/>
            <a:ext cx="946800" cy="371520"/>
          </a:xfrm>
          <a:custGeom>
            <a:avLst/>
            <a:gdLst/>
            <a:ahLst/>
            <a:rect l="0" t="0" r="r" b="b"/>
            <a:pathLst>
              <a:path w="2630" h="1032">
                <a:moveTo>
                  <a:pt x="0" y="0"/>
                </a:moveTo>
                <a:lnTo>
                  <a:pt x="2630" y="0"/>
                </a:lnTo>
                <a:lnTo>
                  <a:pt x="263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1607400" y="2066400"/>
            <a:ext cx="38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2902320" y="1935360"/>
            <a:ext cx="3297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2782800" y="2022840"/>
            <a:ext cx="563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4369680" y="1789920"/>
            <a:ext cx="538200" cy="377640"/>
          </a:xfrm>
          <a:custGeom>
            <a:avLst/>
            <a:gdLst/>
            <a:ahLst/>
            <a:rect l="0" t="0" r="r" b="b"/>
            <a:pathLst>
              <a:path w="1495" h="1049">
                <a:moveTo>
                  <a:pt x="0" y="137"/>
                </a:moveTo>
                <a:cubicBezTo>
                  <a:pt x="0" y="146"/>
                  <a:pt x="5" y="155"/>
                  <a:pt x="14" y="164"/>
                </a:cubicBezTo>
                <a:cubicBezTo>
                  <a:pt x="24" y="172"/>
                  <a:pt x="38" y="181"/>
                  <a:pt x="57" y="189"/>
                </a:cubicBezTo>
                <a:cubicBezTo>
                  <a:pt x="76" y="198"/>
                  <a:pt x="99" y="205"/>
                  <a:pt x="126" y="213"/>
                </a:cubicBezTo>
                <a:cubicBezTo>
                  <a:pt x="153" y="220"/>
                  <a:pt x="184" y="227"/>
                  <a:pt x="219" y="234"/>
                </a:cubicBezTo>
                <a:cubicBezTo>
                  <a:pt x="253" y="240"/>
                  <a:pt x="291" y="246"/>
                  <a:pt x="332" y="251"/>
                </a:cubicBezTo>
                <a:cubicBezTo>
                  <a:pt x="373" y="256"/>
                  <a:pt x="416" y="260"/>
                  <a:pt x="461" y="263"/>
                </a:cubicBezTo>
                <a:cubicBezTo>
                  <a:pt x="506" y="267"/>
                  <a:pt x="554" y="269"/>
                  <a:pt x="602" y="271"/>
                </a:cubicBezTo>
                <a:cubicBezTo>
                  <a:pt x="650" y="273"/>
                  <a:pt x="699" y="274"/>
                  <a:pt x="748" y="274"/>
                </a:cubicBezTo>
                <a:cubicBezTo>
                  <a:pt x="797" y="274"/>
                  <a:pt x="845" y="273"/>
                  <a:pt x="893" y="271"/>
                </a:cubicBezTo>
                <a:cubicBezTo>
                  <a:pt x="942" y="269"/>
                  <a:pt x="988" y="267"/>
                  <a:pt x="1034" y="263"/>
                </a:cubicBezTo>
                <a:cubicBezTo>
                  <a:pt x="1079" y="260"/>
                  <a:pt x="1122" y="256"/>
                  <a:pt x="1163" y="251"/>
                </a:cubicBezTo>
                <a:cubicBezTo>
                  <a:pt x="1203" y="246"/>
                  <a:pt x="1241" y="240"/>
                  <a:pt x="1276" y="234"/>
                </a:cubicBezTo>
                <a:cubicBezTo>
                  <a:pt x="1311" y="227"/>
                  <a:pt x="1341" y="220"/>
                  <a:pt x="1369" y="213"/>
                </a:cubicBezTo>
                <a:cubicBezTo>
                  <a:pt x="1396" y="205"/>
                  <a:pt x="1419" y="198"/>
                  <a:pt x="1438" y="189"/>
                </a:cubicBezTo>
                <a:cubicBezTo>
                  <a:pt x="1457" y="181"/>
                  <a:pt x="1471" y="172"/>
                  <a:pt x="1480" y="164"/>
                </a:cubicBezTo>
                <a:cubicBezTo>
                  <a:pt x="1490" y="155"/>
                  <a:pt x="1495" y="146"/>
                  <a:pt x="1495" y="137"/>
                </a:cubicBezTo>
                <a:cubicBezTo>
                  <a:pt x="1495" y="128"/>
                  <a:pt x="1490" y="119"/>
                  <a:pt x="1480" y="110"/>
                </a:cubicBezTo>
                <a:cubicBezTo>
                  <a:pt x="1471" y="101"/>
                  <a:pt x="1457" y="93"/>
                  <a:pt x="1438" y="84"/>
                </a:cubicBezTo>
                <a:cubicBezTo>
                  <a:pt x="1419" y="76"/>
                  <a:pt x="1396" y="68"/>
                  <a:pt x="1369" y="61"/>
                </a:cubicBezTo>
                <a:cubicBezTo>
                  <a:pt x="1341" y="53"/>
                  <a:pt x="1311" y="46"/>
                  <a:pt x="1276" y="40"/>
                </a:cubicBezTo>
                <a:cubicBezTo>
                  <a:pt x="1241" y="34"/>
                  <a:pt x="1203" y="28"/>
                  <a:pt x="1163" y="23"/>
                </a:cubicBezTo>
                <a:cubicBezTo>
                  <a:pt x="1122" y="18"/>
                  <a:pt x="1079" y="14"/>
                  <a:pt x="1034" y="10"/>
                </a:cubicBezTo>
                <a:cubicBezTo>
                  <a:pt x="988" y="7"/>
                  <a:pt x="942" y="4"/>
                  <a:pt x="893" y="3"/>
                </a:cubicBezTo>
                <a:cubicBezTo>
                  <a:pt x="845" y="1"/>
                  <a:pt x="797" y="0"/>
                  <a:pt x="748" y="0"/>
                </a:cubicBezTo>
                <a:cubicBezTo>
                  <a:pt x="699" y="0"/>
                  <a:pt x="650" y="1"/>
                  <a:pt x="602" y="3"/>
                </a:cubicBezTo>
                <a:cubicBezTo>
                  <a:pt x="554" y="4"/>
                  <a:pt x="506" y="7"/>
                  <a:pt x="461" y="10"/>
                </a:cubicBezTo>
                <a:cubicBezTo>
                  <a:pt x="416" y="14"/>
                  <a:pt x="373" y="18"/>
                  <a:pt x="332" y="23"/>
                </a:cubicBezTo>
                <a:cubicBezTo>
                  <a:pt x="291" y="28"/>
                  <a:pt x="253" y="34"/>
                  <a:pt x="219" y="40"/>
                </a:cubicBezTo>
                <a:cubicBezTo>
                  <a:pt x="184" y="46"/>
                  <a:pt x="153" y="53"/>
                  <a:pt x="126" y="61"/>
                </a:cubicBezTo>
                <a:cubicBezTo>
                  <a:pt x="99" y="68"/>
                  <a:pt x="76" y="76"/>
                  <a:pt x="57" y="84"/>
                </a:cubicBezTo>
                <a:cubicBezTo>
                  <a:pt x="38" y="93"/>
                  <a:pt x="24" y="101"/>
                  <a:pt x="14" y="110"/>
                </a:cubicBezTo>
                <a:cubicBezTo>
                  <a:pt x="5" y="119"/>
                  <a:pt x="0" y="128"/>
                  <a:pt x="0" y="137"/>
                </a:cubicBezTo>
                <a:lnTo>
                  <a:pt x="0" y="912"/>
                </a:lnTo>
                <a:cubicBezTo>
                  <a:pt x="0" y="921"/>
                  <a:pt x="5" y="930"/>
                  <a:pt x="14" y="938"/>
                </a:cubicBezTo>
                <a:cubicBezTo>
                  <a:pt x="24" y="947"/>
                  <a:pt x="38" y="956"/>
                  <a:pt x="57" y="964"/>
                </a:cubicBezTo>
                <a:cubicBezTo>
                  <a:pt x="76" y="972"/>
                  <a:pt x="99" y="980"/>
                  <a:pt x="126" y="988"/>
                </a:cubicBezTo>
                <a:cubicBezTo>
                  <a:pt x="153" y="995"/>
                  <a:pt x="184" y="1002"/>
                  <a:pt x="219" y="1009"/>
                </a:cubicBezTo>
                <a:cubicBezTo>
                  <a:pt x="253" y="1015"/>
                  <a:pt x="291" y="1021"/>
                  <a:pt x="332" y="1026"/>
                </a:cubicBezTo>
                <a:cubicBezTo>
                  <a:pt x="373" y="1031"/>
                  <a:pt x="416" y="1035"/>
                  <a:pt x="461" y="1038"/>
                </a:cubicBezTo>
                <a:cubicBezTo>
                  <a:pt x="506" y="1042"/>
                  <a:pt x="554" y="1044"/>
                  <a:pt x="602" y="1046"/>
                </a:cubicBezTo>
                <a:cubicBezTo>
                  <a:pt x="650" y="1048"/>
                  <a:pt x="699" y="1049"/>
                  <a:pt x="748" y="1049"/>
                </a:cubicBezTo>
                <a:cubicBezTo>
                  <a:pt x="797" y="1049"/>
                  <a:pt x="845" y="1048"/>
                  <a:pt x="893" y="1046"/>
                </a:cubicBezTo>
                <a:cubicBezTo>
                  <a:pt x="942" y="1044"/>
                  <a:pt x="988" y="1042"/>
                  <a:pt x="1034" y="1038"/>
                </a:cubicBezTo>
                <a:cubicBezTo>
                  <a:pt x="1079" y="1035"/>
                  <a:pt x="1122" y="1031"/>
                  <a:pt x="1163" y="1026"/>
                </a:cubicBezTo>
                <a:cubicBezTo>
                  <a:pt x="1203" y="1021"/>
                  <a:pt x="1241" y="1015"/>
                  <a:pt x="1276" y="1009"/>
                </a:cubicBezTo>
                <a:cubicBezTo>
                  <a:pt x="1311" y="1002"/>
                  <a:pt x="1341" y="995"/>
                  <a:pt x="1369" y="988"/>
                </a:cubicBezTo>
                <a:cubicBezTo>
                  <a:pt x="1396" y="980"/>
                  <a:pt x="1419" y="972"/>
                  <a:pt x="1438" y="964"/>
                </a:cubicBezTo>
                <a:cubicBezTo>
                  <a:pt x="1457" y="956"/>
                  <a:pt x="1471" y="947"/>
                  <a:pt x="1480" y="938"/>
                </a:cubicBezTo>
                <a:cubicBezTo>
                  <a:pt x="1490" y="930"/>
                  <a:pt x="1495" y="921"/>
                  <a:pt x="1495" y="912"/>
                </a:cubicBezTo>
                <a:lnTo>
                  <a:pt x="1495" y="137"/>
                </a:lnTo>
                <a:lnTo>
                  <a:pt x="0" y="13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4369680" y="1789920"/>
            <a:ext cx="538200" cy="377640"/>
          </a:xfrm>
          <a:custGeom>
            <a:avLst/>
            <a:gdLst/>
            <a:ahLst/>
            <a:rect l="0" t="0" r="r" b="b"/>
            <a:pathLst>
              <a:path fill="none" w="1495" h="1049">
                <a:moveTo>
                  <a:pt x="0" y="137"/>
                </a:moveTo>
                <a:cubicBezTo>
                  <a:pt x="0" y="146"/>
                  <a:pt x="5" y="155"/>
                  <a:pt x="14" y="164"/>
                </a:cubicBezTo>
                <a:cubicBezTo>
                  <a:pt x="24" y="172"/>
                  <a:pt x="38" y="181"/>
                  <a:pt x="57" y="189"/>
                </a:cubicBezTo>
                <a:cubicBezTo>
                  <a:pt x="76" y="198"/>
                  <a:pt x="99" y="205"/>
                  <a:pt x="126" y="213"/>
                </a:cubicBezTo>
                <a:cubicBezTo>
                  <a:pt x="153" y="220"/>
                  <a:pt x="184" y="227"/>
                  <a:pt x="219" y="234"/>
                </a:cubicBezTo>
                <a:cubicBezTo>
                  <a:pt x="253" y="240"/>
                  <a:pt x="291" y="246"/>
                  <a:pt x="332" y="251"/>
                </a:cubicBezTo>
                <a:cubicBezTo>
                  <a:pt x="373" y="256"/>
                  <a:pt x="416" y="260"/>
                  <a:pt x="461" y="263"/>
                </a:cubicBezTo>
                <a:cubicBezTo>
                  <a:pt x="506" y="267"/>
                  <a:pt x="554" y="269"/>
                  <a:pt x="602" y="271"/>
                </a:cubicBezTo>
                <a:cubicBezTo>
                  <a:pt x="650" y="273"/>
                  <a:pt x="699" y="274"/>
                  <a:pt x="748" y="274"/>
                </a:cubicBezTo>
                <a:cubicBezTo>
                  <a:pt x="797" y="274"/>
                  <a:pt x="845" y="273"/>
                  <a:pt x="893" y="271"/>
                </a:cubicBezTo>
                <a:cubicBezTo>
                  <a:pt x="942" y="269"/>
                  <a:pt x="988" y="267"/>
                  <a:pt x="1034" y="263"/>
                </a:cubicBezTo>
                <a:cubicBezTo>
                  <a:pt x="1079" y="260"/>
                  <a:pt x="1122" y="256"/>
                  <a:pt x="1163" y="251"/>
                </a:cubicBezTo>
                <a:cubicBezTo>
                  <a:pt x="1203" y="246"/>
                  <a:pt x="1241" y="240"/>
                  <a:pt x="1276" y="234"/>
                </a:cubicBezTo>
                <a:cubicBezTo>
                  <a:pt x="1311" y="227"/>
                  <a:pt x="1341" y="220"/>
                  <a:pt x="1369" y="213"/>
                </a:cubicBezTo>
                <a:cubicBezTo>
                  <a:pt x="1396" y="205"/>
                  <a:pt x="1419" y="198"/>
                  <a:pt x="1438" y="189"/>
                </a:cubicBezTo>
                <a:cubicBezTo>
                  <a:pt x="1457" y="181"/>
                  <a:pt x="1471" y="172"/>
                  <a:pt x="1480" y="164"/>
                </a:cubicBezTo>
                <a:cubicBezTo>
                  <a:pt x="1490" y="155"/>
                  <a:pt x="1495" y="146"/>
                  <a:pt x="1495" y="137"/>
                </a:cubicBezTo>
                <a:cubicBezTo>
                  <a:pt x="1495" y="128"/>
                  <a:pt x="1490" y="119"/>
                  <a:pt x="1480" y="110"/>
                </a:cubicBezTo>
                <a:cubicBezTo>
                  <a:pt x="1471" y="101"/>
                  <a:pt x="1457" y="93"/>
                  <a:pt x="1438" y="84"/>
                </a:cubicBezTo>
                <a:cubicBezTo>
                  <a:pt x="1419" y="76"/>
                  <a:pt x="1396" y="68"/>
                  <a:pt x="1369" y="61"/>
                </a:cubicBezTo>
                <a:cubicBezTo>
                  <a:pt x="1341" y="53"/>
                  <a:pt x="1311" y="46"/>
                  <a:pt x="1276" y="40"/>
                </a:cubicBezTo>
                <a:cubicBezTo>
                  <a:pt x="1241" y="34"/>
                  <a:pt x="1203" y="28"/>
                  <a:pt x="1163" y="23"/>
                </a:cubicBezTo>
                <a:cubicBezTo>
                  <a:pt x="1122" y="18"/>
                  <a:pt x="1079" y="14"/>
                  <a:pt x="1034" y="10"/>
                </a:cubicBezTo>
                <a:cubicBezTo>
                  <a:pt x="988" y="7"/>
                  <a:pt x="942" y="4"/>
                  <a:pt x="893" y="3"/>
                </a:cubicBezTo>
                <a:cubicBezTo>
                  <a:pt x="845" y="1"/>
                  <a:pt x="797" y="0"/>
                  <a:pt x="748" y="0"/>
                </a:cubicBezTo>
                <a:cubicBezTo>
                  <a:pt x="699" y="0"/>
                  <a:pt x="650" y="1"/>
                  <a:pt x="602" y="3"/>
                </a:cubicBezTo>
                <a:cubicBezTo>
                  <a:pt x="554" y="4"/>
                  <a:pt x="506" y="7"/>
                  <a:pt x="461" y="10"/>
                </a:cubicBezTo>
                <a:cubicBezTo>
                  <a:pt x="416" y="14"/>
                  <a:pt x="373" y="18"/>
                  <a:pt x="332" y="23"/>
                </a:cubicBezTo>
                <a:cubicBezTo>
                  <a:pt x="291" y="28"/>
                  <a:pt x="253" y="34"/>
                  <a:pt x="219" y="40"/>
                </a:cubicBezTo>
                <a:cubicBezTo>
                  <a:pt x="184" y="46"/>
                  <a:pt x="153" y="53"/>
                  <a:pt x="126" y="61"/>
                </a:cubicBezTo>
                <a:cubicBezTo>
                  <a:pt x="99" y="68"/>
                  <a:pt x="76" y="76"/>
                  <a:pt x="57" y="84"/>
                </a:cubicBezTo>
                <a:cubicBezTo>
                  <a:pt x="38" y="93"/>
                  <a:pt x="24" y="101"/>
                  <a:pt x="14" y="110"/>
                </a:cubicBezTo>
                <a:cubicBezTo>
                  <a:pt x="5" y="119"/>
                  <a:pt x="0" y="128"/>
                  <a:pt x="0" y="137"/>
                </a:cubicBezTo>
                <a:lnTo>
                  <a:pt x="0" y="912"/>
                </a:lnTo>
                <a:cubicBezTo>
                  <a:pt x="0" y="921"/>
                  <a:pt x="5" y="930"/>
                  <a:pt x="14" y="938"/>
                </a:cubicBezTo>
                <a:cubicBezTo>
                  <a:pt x="24" y="947"/>
                  <a:pt x="38" y="956"/>
                  <a:pt x="57" y="964"/>
                </a:cubicBezTo>
                <a:cubicBezTo>
                  <a:pt x="76" y="972"/>
                  <a:pt x="99" y="980"/>
                  <a:pt x="126" y="988"/>
                </a:cubicBezTo>
                <a:cubicBezTo>
                  <a:pt x="153" y="995"/>
                  <a:pt x="184" y="1002"/>
                  <a:pt x="219" y="1009"/>
                </a:cubicBezTo>
                <a:cubicBezTo>
                  <a:pt x="253" y="1015"/>
                  <a:pt x="291" y="1021"/>
                  <a:pt x="332" y="1026"/>
                </a:cubicBezTo>
                <a:cubicBezTo>
                  <a:pt x="373" y="1031"/>
                  <a:pt x="416" y="1035"/>
                  <a:pt x="461" y="1038"/>
                </a:cubicBezTo>
                <a:cubicBezTo>
                  <a:pt x="506" y="1042"/>
                  <a:pt x="554" y="1044"/>
                  <a:pt x="602" y="1046"/>
                </a:cubicBezTo>
                <a:cubicBezTo>
                  <a:pt x="650" y="1048"/>
                  <a:pt x="699" y="1049"/>
                  <a:pt x="748" y="1049"/>
                </a:cubicBezTo>
                <a:cubicBezTo>
                  <a:pt x="797" y="1049"/>
                  <a:pt x="845" y="1048"/>
                  <a:pt x="893" y="1046"/>
                </a:cubicBezTo>
                <a:cubicBezTo>
                  <a:pt x="942" y="1044"/>
                  <a:pt x="988" y="1042"/>
                  <a:pt x="1034" y="1038"/>
                </a:cubicBezTo>
                <a:cubicBezTo>
                  <a:pt x="1079" y="1035"/>
                  <a:pt x="1122" y="1031"/>
                  <a:pt x="1163" y="1026"/>
                </a:cubicBezTo>
                <a:cubicBezTo>
                  <a:pt x="1203" y="1021"/>
                  <a:pt x="1241" y="1015"/>
                  <a:pt x="1276" y="1009"/>
                </a:cubicBezTo>
                <a:cubicBezTo>
                  <a:pt x="1311" y="1002"/>
                  <a:pt x="1341" y="995"/>
                  <a:pt x="1369" y="988"/>
                </a:cubicBezTo>
                <a:cubicBezTo>
                  <a:pt x="1396" y="980"/>
                  <a:pt x="1419" y="972"/>
                  <a:pt x="1438" y="964"/>
                </a:cubicBezTo>
                <a:cubicBezTo>
                  <a:pt x="1457" y="956"/>
                  <a:pt x="1471" y="947"/>
                  <a:pt x="1480" y="938"/>
                </a:cubicBezTo>
                <a:cubicBezTo>
                  <a:pt x="1490" y="930"/>
                  <a:pt x="1495" y="921"/>
                  <a:pt x="1495" y="912"/>
                </a:cubicBezTo>
                <a:lnTo>
                  <a:pt x="1495" y="137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2904120" y="2110320"/>
            <a:ext cx="322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4397040" y="1935360"/>
            <a:ext cx="47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5618160" y="1779840"/>
            <a:ext cx="724680" cy="397440"/>
          </a:xfrm>
          <a:custGeom>
            <a:avLst/>
            <a:gdLst/>
            <a:ahLst/>
            <a:rect l="0" t="0" r="r" b="b"/>
            <a:pathLst>
              <a:path w="2013" h="1104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7"/>
                  <a:pt x="13" y="182"/>
                  <a:pt x="19" y="187"/>
                </a:cubicBezTo>
                <a:cubicBezTo>
                  <a:pt x="26" y="192"/>
                  <a:pt x="34" y="197"/>
                  <a:pt x="43" y="202"/>
                </a:cubicBezTo>
                <a:cubicBezTo>
                  <a:pt x="53" y="207"/>
                  <a:pt x="64" y="211"/>
                  <a:pt x="76" y="216"/>
                </a:cubicBezTo>
                <a:cubicBezTo>
                  <a:pt x="89" y="221"/>
                  <a:pt x="103" y="225"/>
                  <a:pt x="119" y="230"/>
                </a:cubicBezTo>
                <a:cubicBezTo>
                  <a:pt x="134" y="234"/>
                  <a:pt x="151" y="239"/>
                  <a:pt x="169" y="243"/>
                </a:cubicBezTo>
                <a:cubicBezTo>
                  <a:pt x="188" y="247"/>
                  <a:pt x="207" y="251"/>
                  <a:pt x="228" y="255"/>
                </a:cubicBezTo>
                <a:cubicBezTo>
                  <a:pt x="249" y="259"/>
                  <a:pt x="271" y="263"/>
                  <a:pt x="295" y="266"/>
                </a:cubicBezTo>
                <a:cubicBezTo>
                  <a:pt x="318" y="270"/>
                  <a:pt x="342" y="273"/>
                  <a:pt x="368" y="277"/>
                </a:cubicBezTo>
                <a:cubicBezTo>
                  <a:pt x="393" y="280"/>
                  <a:pt x="420" y="283"/>
                  <a:pt x="447" y="286"/>
                </a:cubicBezTo>
                <a:cubicBezTo>
                  <a:pt x="474" y="289"/>
                  <a:pt x="503" y="291"/>
                  <a:pt x="532" y="294"/>
                </a:cubicBezTo>
                <a:cubicBezTo>
                  <a:pt x="561" y="296"/>
                  <a:pt x="590" y="298"/>
                  <a:pt x="621" y="300"/>
                </a:cubicBezTo>
                <a:cubicBezTo>
                  <a:pt x="651" y="302"/>
                  <a:pt x="682" y="304"/>
                  <a:pt x="714" y="305"/>
                </a:cubicBezTo>
                <a:cubicBezTo>
                  <a:pt x="745" y="307"/>
                  <a:pt x="777" y="308"/>
                  <a:pt x="810" y="309"/>
                </a:cubicBezTo>
                <a:cubicBezTo>
                  <a:pt x="842" y="310"/>
                  <a:pt x="874" y="311"/>
                  <a:pt x="907" y="311"/>
                </a:cubicBezTo>
                <a:cubicBezTo>
                  <a:pt x="940" y="312"/>
                  <a:pt x="973" y="312"/>
                  <a:pt x="1006" y="312"/>
                </a:cubicBezTo>
                <a:cubicBezTo>
                  <a:pt x="1039" y="312"/>
                  <a:pt x="1072" y="312"/>
                  <a:pt x="1104" y="311"/>
                </a:cubicBezTo>
                <a:cubicBezTo>
                  <a:pt x="1137" y="311"/>
                  <a:pt x="1170" y="310"/>
                  <a:pt x="1202" y="309"/>
                </a:cubicBezTo>
                <a:cubicBezTo>
                  <a:pt x="1234" y="308"/>
                  <a:pt x="1266" y="307"/>
                  <a:pt x="1298" y="305"/>
                </a:cubicBezTo>
                <a:cubicBezTo>
                  <a:pt x="1329" y="304"/>
                  <a:pt x="1360" y="302"/>
                  <a:pt x="1391" y="300"/>
                </a:cubicBezTo>
                <a:cubicBezTo>
                  <a:pt x="1421" y="298"/>
                  <a:pt x="1451" y="296"/>
                  <a:pt x="1480" y="294"/>
                </a:cubicBezTo>
                <a:cubicBezTo>
                  <a:pt x="1510" y="291"/>
                  <a:pt x="1538" y="289"/>
                  <a:pt x="1566" y="286"/>
                </a:cubicBezTo>
                <a:cubicBezTo>
                  <a:pt x="1593" y="283"/>
                  <a:pt x="1620" y="280"/>
                  <a:pt x="1645" y="277"/>
                </a:cubicBezTo>
                <a:cubicBezTo>
                  <a:pt x="1670" y="273"/>
                  <a:pt x="1695" y="270"/>
                  <a:pt x="1718" y="266"/>
                </a:cubicBezTo>
                <a:cubicBezTo>
                  <a:pt x="1741" y="263"/>
                  <a:pt x="1764" y="259"/>
                  <a:pt x="1784" y="255"/>
                </a:cubicBezTo>
                <a:cubicBezTo>
                  <a:pt x="1805" y="251"/>
                  <a:pt x="1825" y="247"/>
                  <a:pt x="1843" y="243"/>
                </a:cubicBezTo>
                <a:cubicBezTo>
                  <a:pt x="1862" y="239"/>
                  <a:pt x="1878" y="234"/>
                  <a:pt x="1894" y="230"/>
                </a:cubicBezTo>
                <a:cubicBezTo>
                  <a:pt x="1910" y="225"/>
                  <a:pt x="1924" y="221"/>
                  <a:pt x="1936" y="216"/>
                </a:cubicBezTo>
                <a:cubicBezTo>
                  <a:pt x="1949" y="211"/>
                  <a:pt x="1960" y="207"/>
                  <a:pt x="1969" y="202"/>
                </a:cubicBezTo>
                <a:cubicBezTo>
                  <a:pt x="1979" y="197"/>
                  <a:pt x="1987" y="192"/>
                  <a:pt x="1993" y="187"/>
                </a:cubicBezTo>
                <a:cubicBezTo>
                  <a:pt x="2000" y="182"/>
                  <a:pt x="2005" y="177"/>
                  <a:pt x="2008" y="172"/>
                </a:cubicBezTo>
                <a:cubicBezTo>
                  <a:pt x="2011" y="167"/>
                  <a:pt x="2013" y="162"/>
                  <a:pt x="2013" y="157"/>
                </a:cubicBezTo>
                <a:cubicBezTo>
                  <a:pt x="2013" y="152"/>
                  <a:pt x="2011" y="146"/>
                  <a:pt x="2008" y="141"/>
                </a:cubicBezTo>
                <a:cubicBezTo>
                  <a:pt x="2005" y="136"/>
                  <a:pt x="2000" y="131"/>
                  <a:pt x="1993" y="126"/>
                </a:cubicBezTo>
                <a:cubicBezTo>
                  <a:pt x="1987" y="121"/>
                  <a:pt x="1979" y="116"/>
                  <a:pt x="1969" y="112"/>
                </a:cubicBezTo>
                <a:cubicBezTo>
                  <a:pt x="1960" y="107"/>
                  <a:pt x="1949" y="102"/>
                  <a:pt x="1936" y="97"/>
                </a:cubicBezTo>
                <a:cubicBezTo>
                  <a:pt x="1924" y="93"/>
                  <a:pt x="1910" y="88"/>
                  <a:pt x="1894" y="83"/>
                </a:cubicBezTo>
                <a:cubicBezTo>
                  <a:pt x="1878" y="79"/>
                  <a:pt x="1862" y="75"/>
                  <a:pt x="1843" y="70"/>
                </a:cubicBezTo>
                <a:cubicBezTo>
                  <a:pt x="1825" y="66"/>
                  <a:pt x="1805" y="62"/>
                  <a:pt x="1784" y="58"/>
                </a:cubicBezTo>
                <a:cubicBezTo>
                  <a:pt x="1764" y="54"/>
                  <a:pt x="1741" y="50"/>
                  <a:pt x="1718" y="47"/>
                </a:cubicBezTo>
                <a:cubicBezTo>
                  <a:pt x="1695" y="43"/>
                  <a:pt x="1670" y="40"/>
                  <a:pt x="1645" y="37"/>
                </a:cubicBezTo>
                <a:cubicBezTo>
                  <a:pt x="1620" y="33"/>
                  <a:pt x="1593" y="30"/>
                  <a:pt x="1566" y="28"/>
                </a:cubicBezTo>
                <a:cubicBezTo>
                  <a:pt x="1538" y="25"/>
                  <a:pt x="1510" y="22"/>
                  <a:pt x="1480" y="20"/>
                </a:cubicBezTo>
                <a:cubicBezTo>
                  <a:pt x="1451" y="17"/>
                  <a:pt x="1421" y="14"/>
                  <a:pt x="1391" y="12"/>
                </a:cubicBezTo>
                <a:cubicBezTo>
                  <a:pt x="1360" y="10"/>
                  <a:pt x="1329" y="9"/>
                  <a:pt x="1298" y="7"/>
                </a:cubicBezTo>
                <a:cubicBezTo>
                  <a:pt x="1266" y="6"/>
                  <a:pt x="1234" y="4"/>
                  <a:pt x="1202" y="3"/>
                </a:cubicBezTo>
                <a:cubicBezTo>
                  <a:pt x="1170" y="2"/>
                  <a:pt x="1137" y="2"/>
                  <a:pt x="1104" y="1"/>
                </a:cubicBezTo>
                <a:cubicBezTo>
                  <a:pt x="1072" y="1"/>
                  <a:pt x="1039" y="0"/>
                  <a:pt x="1006" y="0"/>
                </a:cubicBezTo>
                <a:cubicBezTo>
                  <a:pt x="973" y="0"/>
                  <a:pt x="940" y="1"/>
                  <a:pt x="907" y="1"/>
                </a:cubicBezTo>
                <a:cubicBezTo>
                  <a:pt x="874" y="2"/>
                  <a:pt x="842" y="2"/>
                  <a:pt x="810" y="3"/>
                </a:cubicBezTo>
                <a:cubicBezTo>
                  <a:pt x="777" y="4"/>
                  <a:pt x="745" y="6"/>
                  <a:pt x="714" y="7"/>
                </a:cubicBezTo>
                <a:cubicBezTo>
                  <a:pt x="682" y="9"/>
                  <a:pt x="651" y="10"/>
                  <a:pt x="621" y="12"/>
                </a:cubicBezTo>
                <a:cubicBezTo>
                  <a:pt x="590" y="14"/>
                  <a:pt x="561" y="17"/>
                  <a:pt x="532" y="20"/>
                </a:cubicBezTo>
                <a:cubicBezTo>
                  <a:pt x="503" y="22"/>
                  <a:pt x="474" y="25"/>
                  <a:pt x="447" y="28"/>
                </a:cubicBezTo>
                <a:cubicBezTo>
                  <a:pt x="420" y="30"/>
                  <a:pt x="393" y="33"/>
                  <a:pt x="368" y="37"/>
                </a:cubicBezTo>
                <a:cubicBezTo>
                  <a:pt x="342" y="40"/>
                  <a:pt x="318" y="43"/>
                  <a:pt x="295" y="47"/>
                </a:cubicBezTo>
                <a:cubicBezTo>
                  <a:pt x="271" y="50"/>
                  <a:pt x="249" y="54"/>
                  <a:pt x="228" y="58"/>
                </a:cubicBezTo>
                <a:cubicBezTo>
                  <a:pt x="207" y="62"/>
                  <a:pt x="188" y="66"/>
                  <a:pt x="169" y="70"/>
                </a:cubicBezTo>
                <a:cubicBezTo>
                  <a:pt x="151" y="75"/>
                  <a:pt x="134" y="79"/>
                  <a:pt x="119" y="83"/>
                </a:cubicBezTo>
                <a:cubicBezTo>
                  <a:pt x="103" y="88"/>
                  <a:pt x="89" y="93"/>
                  <a:pt x="76" y="97"/>
                </a:cubicBezTo>
                <a:cubicBezTo>
                  <a:pt x="64" y="102"/>
                  <a:pt x="53" y="107"/>
                  <a:pt x="43" y="112"/>
                </a:cubicBezTo>
                <a:cubicBezTo>
                  <a:pt x="34" y="116"/>
                  <a:pt x="26" y="121"/>
                  <a:pt x="19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6"/>
                  <a:pt x="0" y="152"/>
                  <a:pt x="0" y="157"/>
                </a:cubicBezTo>
                <a:lnTo>
                  <a:pt x="0" y="949"/>
                </a:lnTo>
                <a:cubicBezTo>
                  <a:pt x="0" y="954"/>
                  <a:pt x="2" y="959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4"/>
                </a:cubicBezTo>
                <a:cubicBezTo>
                  <a:pt x="53" y="999"/>
                  <a:pt x="64" y="1004"/>
                  <a:pt x="76" y="1008"/>
                </a:cubicBezTo>
                <a:cubicBezTo>
                  <a:pt x="89" y="1013"/>
                  <a:pt x="103" y="1018"/>
                  <a:pt x="119" y="1022"/>
                </a:cubicBezTo>
                <a:cubicBezTo>
                  <a:pt x="134" y="1027"/>
                  <a:pt x="151" y="1031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9"/>
                </a:cubicBezTo>
                <a:cubicBezTo>
                  <a:pt x="318" y="1062"/>
                  <a:pt x="342" y="1066"/>
                  <a:pt x="368" y="1069"/>
                </a:cubicBezTo>
                <a:cubicBezTo>
                  <a:pt x="393" y="1072"/>
                  <a:pt x="420" y="1075"/>
                  <a:pt x="447" y="1078"/>
                </a:cubicBezTo>
                <a:cubicBezTo>
                  <a:pt x="474" y="1081"/>
                  <a:pt x="503" y="1083"/>
                  <a:pt x="532" y="1086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6"/>
                  <a:pt x="714" y="1097"/>
                </a:cubicBezTo>
                <a:cubicBezTo>
                  <a:pt x="745" y="1099"/>
                  <a:pt x="777" y="1100"/>
                  <a:pt x="810" y="1101"/>
                </a:cubicBezTo>
                <a:cubicBezTo>
                  <a:pt x="842" y="1102"/>
                  <a:pt x="874" y="1103"/>
                  <a:pt x="907" y="1103"/>
                </a:cubicBezTo>
                <a:cubicBezTo>
                  <a:pt x="940" y="1104"/>
                  <a:pt x="973" y="1104"/>
                  <a:pt x="1006" y="1104"/>
                </a:cubicBezTo>
                <a:cubicBezTo>
                  <a:pt x="1039" y="1104"/>
                  <a:pt x="1072" y="1104"/>
                  <a:pt x="1104" y="1103"/>
                </a:cubicBezTo>
                <a:cubicBezTo>
                  <a:pt x="1137" y="1103"/>
                  <a:pt x="1170" y="1102"/>
                  <a:pt x="1202" y="1101"/>
                </a:cubicBezTo>
                <a:cubicBezTo>
                  <a:pt x="1234" y="1100"/>
                  <a:pt x="1266" y="1099"/>
                  <a:pt x="1298" y="1097"/>
                </a:cubicBezTo>
                <a:cubicBezTo>
                  <a:pt x="1329" y="1096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6"/>
                </a:cubicBezTo>
                <a:cubicBezTo>
                  <a:pt x="1510" y="1083"/>
                  <a:pt x="1538" y="1081"/>
                  <a:pt x="1566" y="1078"/>
                </a:cubicBezTo>
                <a:cubicBezTo>
                  <a:pt x="1593" y="1075"/>
                  <a:pt x="1620" y="1072"/>
                  <a:pt x="1645" y="1069"/>
                </a:cubicBezTo>
                <a:cubicBezTo>
                  <a:pt x="1670" y="1066"/>
                  <a:pt x="1695" y="1062"/>
                  <a:pt x="1718" y="1059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1"/>
                  <a:pt x="1878" y="1027"/>
                  <a:pt x="1894" y="1022"/>
                </a:cubicBezTo>
                <a:cubicBezTo>
                  <a:pt x="1910" y="1018"/>
                  <a:pt x="1924" y="1013"/>
                  <a:pt x="1936" y="1008"/>
                </a:cubicBezTo>
                <a:cubicBezTo>
                  <a:pt x="1949" y="1004"/>
                  <a:pt x="1960" y="999"/>
                  <a:pt x="1969" y="994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9"/>
                  <a:pt x="2013" y="954"/>
                  <a:pt x="2013" y="949"/>
                </a:cubicBezTo>
                <a:lnTo>
                  <a:pt x="2013" y="157"/>
                </a:lnTo>
                <a:lnTo>
                  <a:pt x="0" y="15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5618160" y="1779840"/>
            <a:ext cx="724680" cy="397440"/>
          </a:xfrm>
          <a:custGeom>
            <a:avLst/>
            <a:gdLst/>
            <a:ahLst/>
            <a:rect l="0" t="0" r="r" b="b"/>
            <a:pathLst>
              <a:path fill="none" w="2013" h="1104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7"/>
                  <a:pt x="13" y="182"/>
                  <a:pt x="19" y="187"/>
                </a:cubicBezTo>
                <a:cubicBezTo>
                  <a:pt x="26" y="192"/>
                  <a:pt x="34" y="197"/>
                  <a:pt x="43" y="202"/>
                </a:cubicBezTo>
                <a:cubicBezTo>
                  <a:pt x="53" y="207"/>
                  <a:pt x="64" y="211"/>
                  <a:pt x="76" y="216"/>
                </a:cubicBezTo>
                <a:cubicBezTo>
                  <a:pt x="89" y="221"/>
                  <a:pt x="103" y="225"/>
                  <a:pt x="119" y="230"/>
                </a:cubicBezTo>
                <a:cubicBezTo>
                  <a:pt x="134" y="234"/>
                  <a:pt x="151" y="239"/>
                  <a:pt x="169" y="243"/>
                </a:cubicBezTo>
                <a:cubicBezTo>
                  <a:pt x="188" y="247"/>
                  <a:pt x="207" y="251"/>
                  <a:pt x="228" y="255"/>
                </a:cubicBezTo>
                <a:cubicBezTo>
                  <a:pt x="249" y="259"/>
                  <a:pt x="271" y="263"/>
                  <a:pt x="295" y="266"/>
                </a:cubicBezTo>
                <a:cubicBezTo>
                  <a:pt x="318" y="270"/>
                  <a:pt x="342" y="273"/>
                  <a:pt x="368" y="277"/>
                </a:cubicBezTo>
                <a:cubicBezTo>
                  <a:pt x="393" y="280"/>
                  <a:pt x="420" y="283"/>
                  <a:pt x="447" y="286"/>
                </a:cubicBezTo>
                <a:cubicBezTo>
                  <a:pt x="474" y="289"/>
                  <a:pt x="503" y="291"/>
                  <a:pt x="532" y="294"/>
                </a:cubicBezTo>
                <a:cubicBezTo>
                  <a:pt x="561" y="296"/>
                  <a:pt x="590" y="298"/>
                  <a:pt x="621" y="300"/>
                </a:cubicBezTo>
                <a:cubicBezTo>
                  <a:pt x="651" y="302"/>
                  <a:pt x="682" y="304"/>
                  <a:pt x="714" y="305"/>
                </a:cubicBezTo>
                <a:cubicBezTo>
                  <a:pt x="745" y="307"/>
                  <a:pt x="777" y="308"/>
                  <a:pt x="810" y="309"/>
                </a:cubicBezTo>
                <a:cubicBezTo>
                  <a:pt x="842" y="310"/>
                  <a:pt x="874" y="311"/>
                  <a:pt x="907" y="311"/>
                </a:cubicBezTo>
                <a:cubicBezTo>
                  <a:pt x="940" y="312"/>
                  <a:pt x="973" y="312"/>
                  <a:pt x="1006" y="312"/>
                </a:cubicBezTo>
                <a:cubicBezTo>
                  <a:pt x="1039" y="312"/>
                  <a:pt x="1072" y="312"/>
                  <a:pt x="1104" y="311"/>
                </a:cubicBezTo>
                <a:cubicBezTo>
                  <a:pt x="1137" y="311"/>
                  <a:pt x="1170" y="310"/>
                  <a:pt x="1202" y="309"/>
                </a:cubicBezTo>
                <a:cubicBezTo>
                  <a:pt x="1234" y="308"/>
                  <a:pt x="1266" y="307"/>
                  <a:pt x="1298" y="305"/>
                </a:cubicBezTo>
                <a:cubicBezTo>
                  <a:pt x="1329" y="304"/>
                  <a:pt x="1360" y="302"/>
                  <a:pt x="1391" y="300"/>
                </a:cubicBezTo>
                <a:cubicBezTo>
                  <a:pt x="1421" y="298"/>
                  <a:pt x="1451" y="296"/>
                  <a:pt x="1480" y="294"/>
                </a:cubicBezTo>
                <a:cubicBezTo>
                  <a:pt x="1510" y="291"/>
                  <a:pt x="1538" y="289"/>
                  <a:pt x="1566" y="286"/>
                </a:cubicBezTo>
                <a:cubicBezTo>
                  <a:pt x="1593" y="283"/>
                  <a:pt x="1620" y="280"/>
                  <a:pt x="1645" y="277"/>
                </a:cubicBezTo>
                <a:cubicBezTo>
                  <a:pt x="1670" y="273"/>
                  <a:pt x="1695" y="270"/>
                  <a:pt x="1718" y="266"/>
                </a:cubicBezTo>
                <a:cubicBezTo>
                  <a:pt x="1741" y="263"/>
                  <a:pt x="1764" y="259"/>
                  <a:pt x="1784" y="255"/>
                </a:cubicBezTo>
                <a:cubicBezTo>
                  <a:pt x="1805" y="251"/>
                  <a:pt x="1825" y="247"/>
                  <a:pt x="1843" y="243"/>
                </a:cubicBezTo>
                <a:cubicBezTo>
                  <a:pt x="1862" y="239"/>
                  <a:pt x="1878" y="234"/>
                  <a:pt x="1894" y="230"/>
                </a:cubicBezTo>
                <a:cubicBezTo>
                  <a:pt x="1910" y="225"/>
                  <a:pt x="1924" y="221"/>
                  <a:pt x="1936" y="216"/>
                </a:cubicBezTo>
                <a:cubicBezTo>
                  <a:pt x="1949" y="211"/>
                  <a:pt x="1960" y="207"/>
                  <a:pt x="1969" y="202"/>
                </a:cubicBezTo>
                <a:cubicBezTo>
                  <a:pt x="1979" y="197"/>
                  <a:pt x="1987" y="192"/>
                  <a:pt x="1993" y="187"/>
                </a:cubicBezTo>
                <a:cubicBezTo>
                  <a:pt x="2000" y="182"/>
                  <a:pt x="2005" y="177"/>
                  <a:pt x="2008" y="172"/>
                </a:cubicBezTo>
                <a:cubicBezTo>
                  <a:pt x="2011" y="167"/>
                  <a:pt x="2013" y="162"/>
                  <a:pt x="2013" y="157"/>
                </a:cubicBezTo>
                <a:cubicBezTo>
                  <a:pt x="2013" y="152"/>
                  <a:pt x="2011" y="146"/>
                  <a:pt x="2008" y="141"/>
                </a:cubicBezTo>
                <a:cubicBezTo>
                  <a:pt x="2005" y="136"/>
                  <a:pt x="2000" y="131"/>
                  <a:pt x="1993" y="126"/>
                </a:cubicBezTo>
                <a:cubicBezTo>
                  <a:pt x="1987" y="121"/>
                  <a:pt x="1979" y="116"/>
                  <a:pt x="1969" y="112"/>
                </a:cubicBezTo>
                <a:cubicBezTo>
                  <a:pt x="1960" y="107"/>
                  <a:pt x="1949" y="102"/>
                  <a:pt x="1936" y="97"/>
                </a:cubicBezTo>
                <a:cubicBezTo>
                  <a:pt x="1924" y="93"/>
                  <a:pt x="1910" y="88"/>
                  <a:pt x="1894" y="83"/>
                </a:cubicBezTo>
                <a:cubicBezTo>
                  <a:pt x="1878" y="79"/>
                  <a:pt x="1862" y="75"/>
                  <a:pt x="1843" y="70"/>
                </a:cubicBezTo>
                <a:cubicBezTo>
                  <a:pt x="1825" y="66"/>
                  <a:pt x="1805" y="62"/>
                  <a:pt x="1784" y="58"/>
                </a:cubicBezTo>
                <a:cubicBezTo>
                  <a:pt x="1764" y="54"/>
                  <a:pt x="1741" y="50"/>
                  <a:pt x="1718" y="47"/>
                </a:cubicBezTo>
                <a:cubicBezTo>
                  <a:pt x="1695" y="43"/>
                  <a:pt x="1670" y="40"/>
                  <a:pt x="1645" y="37"/>
                </a:cubicBezTo>
                <a:cubicBezTo>
                  <a:pt x="1620" y="33"/>
                  <a:pt x="1593" y="30"/>
                  <a:pt x="1566" y="28"/>
                </a:cubicBezTo>
                <a:cubicBezTo>
                  <a:pt x="1538" y="25"/>
                  <a:pt x="1510" y="22"/>
                  <a:pt x="1480" y="20"/>
                </a:cubicBezTo>
                <a:cubicBezTo>
                  <a:pt x="1451" y="17"/>
                  <a:pt x="1421" y="14"/>
                  <a:pt x="1391" y="12"/>
                </a:cubicBezTo>
                <a:cubicBezTo>
                  <a:pt x="1360" y="10"/>
                  <a:pt x="1329" y="9"/>
                  <a:pt x="1298" y="7"/>
                </a:cubicBezTo>
                <a:cubicBezTo>
                  <a:pt x="1266" y="6"/>
                  <a:pt x="1234" y="4"/>
                  <a:pt x="1202" y="3"/>
                </a:cubicBezTo>
                <a:cubicBezTo>
                  <a:pt x="1170" y="2"/>
                  <a:pt x="1137" y="2"/>
                  <a:pt x="1104" y="1"/>
                </a:cubicBezTo>
                <a:cubicBezTo>
                  <a:pt x="1072" y="1"/>
                  <a:pt x="1039" y="0"/>
                  <a:pt x="1006" y="0"/>
                </a:cubicBezTo>
                <a:cubicBezTo>
                  <a:pt x="973" y="0"/>
                  <a:pt x="940" y="1"/>
                  <a:pt x="907" y="1"/>
                </a:cubicBezTo>
                <a:cubicBezTo>
                  <a:pt x="874" y="2"/>
                  <a:pt x="842" y="2"/>
                  <a:pt x="810" y="3"/>
                </a:cubicBezTo>
                <a:cubicBezTo>
                  <a:pt x="777" y="4"/>
                  <a:pt x="745" y="6"/>
                  <a:pt x="714" y="7"/>
                </a:cubicBezTo>
                <a:cubicBezTo>
                  <a:pt x="682" y="9"/>
                  <a:pt x="651" y="10"/>
                  <a:pt x="621" y="12"/>
                </a:cubicBezTo>
                <a:cubicBezTo>
                  <a:pt x="590" y="14"/>
                  <a:pt x="561" y="17"/>
                  <a:pt x="532" y="20"/>
                </a:cubicBezTo>
                <a:cubicBezTo>
                  <a:pt x="503" y="22"/>
                  <a:pt x="474" y="25"/>
                  <a:pt x="447" y="28"/>
                </a:cubicBezTo>
                <a:cubicBezTo>
                  <a:pt x="420" y="30"/>
                  <a:pt x="393" y="33"/>
                  <a:pt x="368" y="37"/>
                </a:cubicBezTo>
                <a:cubicBezTo>
                  <a:pt x="342" y="40"/>
                  <a:pt x="318" y="43"/>
                  <a:pt x="295" y="47"/>
                </a:cubicBezTo>
                <a:cubicBezTo>
                  <a:pt x="271" y="50"/>
                  <a:pt x="249" y="54"/>
                  <a:pt x="228" y="58"/>
                </a:cubicBezTo>
                <a:cubicBezTo>
                  <a:pt x="207" y="62"/>
                  <a:pt x="188" y="66"/>
                  <a:pt x="169" y="70"/>
                </a:cubicBezTo>
                <a:cubicBezTo>
                  <a:pt x="151" y="75"/>
                  <a:pt x="134" y="79"/>
                  <a:pt x="119" y="83"/>
                </a:cubicBezTo>
                <a:cubicBezTo>
                  <a:pt x="103" y="88"/>
                  <a:pt x="89" y="93"/>
                  <a:pt x="76" y="97"/>
                </a:cubicBezTo>
                <a:cubicBezTo>
                  <a:pt x="64" y="102"/>
                  <a:pt x="53" y="107"/>
                  <a:pt x="43" y="112"/>
                </a:cubicBezTo>
                <a:cubicBezTo>
                  <a:pt x="34" y="116"/>
                  <a:pt x="26" y="121"/>
                  <a:pt x="19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6"/>
                  <a:pt x="0" y="152"/>
                  <a:pt x="0" y="157"/>
                </a:cubicBezTo>
                <a:lnTo>
                  <a:pt x="0" y="949"/>
                </a:lnTo>
                <a:cubicBezTo>
                  <a:pt x="0" y="954"/>
                  <a:pt x="2" y="959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4"/>
                </a:cubicBezTo>
                <a:cubicBezTo>
                  <a:pt x="53" y="999"/>
                  <a:pt x="64" y="1004"/>
                  <a:pt x="76" y="1008"/>
                </a:cubicBezTo>
                <a:cubicBezTo>
                  <a:pt x="89" y="1013"/>
                  <a:pt x="103" y="1018"/>
                  <a:pt x="119" y="1022"/>
                </a:cubicBezTo>
                <a:cubicBezTo>
                  <a:pt x="134" y="1027"/>
                  <a:pt x="151" y="1031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9"/>
                </a:cubicBezTo>
                <a:cubicBezTo>
                  <a:pt x="318" y="1062"/>
                  <a:pt x="342" y="1066"/>
                  <a:pt x="368" y="1069"/>
                </a:cubicBezTo>
                <a:cubicBezTo>
                  <a:pt x="393" y="1072"/>
                  <a:pt x="420" y="1075"/>
                  <a:pt x="447" y="1078"/>
                </a:cubicBezTo>
                <a:cubicBezTo>
                  <a:pt x="474" y="1081"/>
                  <a:pt x="503" y="1083"/>
                  <a:pt x="532" y="1086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6"/>
                  <a:pt x="714" y="1097"/>
                </a:cubicBezTo>
                <a:cubicBezTo>
                  <a:pt x="745" y="1099"/>
                  <a:pt x="777" y="1100"/>
                  <a:pt x="810" y="1101"/>
                </a:cubicBezTo>
                <a:cubicBezTo>
                  <a:pt x="842" y="1102"/>
                  <a:pt x="874" y="1103"/>
                  <a:pt x="907" y="1103"/>
                </a:cubicBezTo>
                <a:cubicBezTo>
                  <a:pt x="940" y="1104"/>
                  <a:pt x="973" y="1104"/>
                  <a:pt x="1006" y="1104"/>
                </a:cubicBezTo>
                <a:cubicBezTo>
                  <a:pt x="1039" y="1104"/>
                  <a:pt x="1072" y="1104"/>
                  <a:pt x="1104" y="1103"/>
                </a:cubicBezTo>
                <a:cubicBezTo>
                  <a:pt x="1137" y="1103"/>
                  <a:pt x="1170" y="1102"/>
                  <a:pt x="1202" y="1101"/>
                </a:cubicBezTo>
                <a:cubicBezTo>
                  <a:pt x="1234" y="1100"/>
                  <a:pt x="1266" y="1099"/>
                  <a:pt x="1298" y="1097"/>
                </a:cubicBezTo>
                <a:cubicBezTo>
                  <a:pt x="1329" y="1096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6"/>
                </a:cubicBezTo>
                <a:cubicBezTo>
                  <a:pt x="1510" y="1083"/>
                  <a:pt x="1538" y="1081"/>
                  <a:pt x="1566" y="1078"/>
                </a:cubicBezTo>
                <a:cubicBezTo>
                  <a:pt x="1593" y="1075"/>
                  <a:pt x="1620" y="1072"/>
                  <a:pt x="1645" y="1069"/>
                </a:cubicBezTo>
                <a:cubicBezTo>
                  <a:pt x="1670" y="1066"/>
                  <a:pt x="1695" y="1062"/>
                  <a:pt x="1718" y="1059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1"/>
                  <a:pt x="1878" y="1027"/>
                  <a:pt x="1894" y="1022"/>
                </a:cubicBezTo>
                <a:cubicBezTo>
                  <a:pt x="1910" y="1018"/>
                  <a:pt x="1924" y="1013"/>
                  <a:pt x="1936" y="1008"/>
                </a:cubicBezTo>
                <a:cubicBezTo>
                  <a:pt x="1949" y="1004"/>
                  <a:pt x="1960" y="999"/>
                  <a:pt x="1969" y="994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9"/>
                  <a:pt x="2013" y="954"/>
                  <a:pt x="2013" y="949"/>
                </a:cubicBezTo>
                <a:lnTo>
                  <a:pt x="2013" y="157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4503600" y="202284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5752080" y="1935360"/>
            <a:ext cx="45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6909480" y="1756440"/>
            <a:ext cx="763200" cy="284400"/>
          </a:xfrm>
          <a:custGeom>
            <a:avLst/>
            <a:gdLst/>
            <a:ahLst/>
            <a:rect l="0" t="0" r="r" b="b"/>
            <a:pathLst>
              <a:path w="2120" h="790">
                <a:moveTo>
                  <a:pt x="0" y="0"/>
                </a:moveTo>
                <a:lnTo>
                  <a:pt x="2120" y="0"/>
                </a:lnTo>
                <a:lnTo>
                  <a:pt x="2120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6909480" y="1756440"/>
            <a:ext cx="763200" cy="284400"/>
          </a:xfrm>
          <a:custGeom>
            <a:avLst/>
            <a:gdLst/>
            <a:ahLst/>
            <a:rect l="0" t="0" r="r" b="b"/>
            <a:pathLst>
              <a:path w="2120" h="790">
                <a:moveTo>
                  <a:pt x="0" y="0"/>
                </a:moveTo>
                <a:lnTo>
                  <a:pt x="2120" y="0"/>
                </a:lnTo>
                <a:lnTo>
                  <a:pt x="2120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645520" y="2022840"/>
            <a:ext cx="665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7121160" y="1819080"/>
            <a:ext cx="337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8330040" y="1743480"/>
            <a:ext cx="310320" cy="310320"/>
          </a:xfrm>
          <a:custGeom>
            <a:avLst/>
            <a:gdLst/>
            <a:ahLst/>
            <a:rect l="0" t="0" r="r" b="b"/>
            <a:pathLst>
              <a:path w="862" h="862">
                <a:moveTo>
                  <a:pt x="862" y="430"/>
                </a:moveTo>
                <a:cubicBezTo>
                  <a:pt x="862" y="459"/>
                  <a:pt x="860" y="487"/>
                  <a:pt x="854" y="514"/>
                </a:cubicBezTo>
                <a:cubicBezTo>
                  <a:pt x="848" y="542"/>
                  <a:pt x="840" y="569"/>
                  <a:pt x="829" y="595"/>
                </a:cubicBezTo>
                <a:cubicBezTo>
                  <a:pt x="819" y="621"/>
                  <a:pt x="805" y="646"/>
                  <a:pt x="790" y="669"/>
                </a:cubicBezTo>
                <a:cubicBezTo>
                  <a:pt x="774" y="693"/>
                  <a:pt x="756" y="715"/>
                  <a:pt x="736" y="735"/>
                </a:cubicBezTo>
                <a:cubicBezTo>
                  <a:pt x="716" y="756"/>
                  <a:pt x="694" y="774"/>
                  <a:pt x="671" y="789"/>
                </a:cubicBezTo>
                <a:cubicBezTo>
                  <a:pt x="647" y="805"/>
                  <a:pt x="623" y="818"/>
                  <a:pt x="597" y="829"/>
                </a:cubicBezTo>
                <a:cubicBezTo>
                  <a:pt x="570" y="840"/>
                  <a:pt x="544" y="848"/>
                  <a:pt x="516" y="854"/>
                </a:cubicBezTo>
                <a:cubicBezTo>
                  <a:pt x="487" y="859"/>
                  <a:pt x="459" y="862"/>
                  <a:pt x="431" y="862"/>
                </a:cubicBezTo>
                <a:cubicBezTo>
                  <a:pt x="403" y="862"/>
                  <a:pt x="375" y="859"/>
                  <a:pt x="347" y="854"/>
                </a:cubicBezTo>
                <a:cubicBezTo>
                  <a:pt x="319" y="848"/>
                  <a:pt x="292" y="840"/>
                  <a:pt x="266" y="829"/>
                </a:cubicBezTo>
                <a:cubicBezTo>
                  <a:pt x="240" y="818"/>
                  <a:pt x="215" y="805"/>
                  <a:pt x="192" y="789"/>
                </a:cubicBezTo>
                <a:cubicBezTo>
                  <a:pt x="168" y="774"/>
                  <a:pt x="146" y="756"/>
                  <a:pt x="126" y="735"/>
                </a:cubicBezTo>
                <a:cubicBezTo>
                  <a:pt x="106" y="715"/>
                  <a:pt x="89" y="693"/>
                  <a:pt x="73" y="669"/>
                </a:cubicBezTo>
                <a:cubicBezTo>
                  <a:pt x="57" y="646"/>
                  <a:pt x="44" y="621"/>
                  <a:pt x="33" y="595"/>
                </a:cubicBezTo>
                <a:cubicBezTo>
                  <a:pt x="22" y="569"/>
                  <a:pt x="14" y="542"/>
                  <a:pt x="9" y="514"/>
                </a:cubicBezTo>
                <a:cubicBezTo>
                  <a:pt x="3" y="487"/>
                  <a:pt x="0" y="459"/>
                  <a:pt x="0" y="430"/>
                </a:cubicBezTo>
                <a:cubicBezTo>
                  <a:pt x="0" y="402"/>
                  <a:pt x="3" y="374"/>
                  <a:pt x="9" y="346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39"/>
                  <a:pt x="57" y="215"/>
                  <a:pt x="73" y="191"/>
                </a:cubicBezTo>
                <a:cubicBezTo>
                  <a:pt x="89" y="168"/>
                  <a:pt x="106" y="146"/>
                  <a:pt x="126" y="126"/>
                </a:cubicBezTo>
                <a:cubicBezTo>
                  <a:pt x="146" y="106"/>
                  <a:pt x="168" y="88"/>
                  <a:pt x="192" y="72"/>
                </a:cubicBezTo>
                <a:cubicBezTo>
                  <a:pt x="215" y="57"/>
                  <a:pt x="240" y="43"/>
                  <a:pt x="266" y="33"/>
                </a:cubicBezTo>
                <a:cubicBezTo>
                  <a:pt x="292" y="22"/>
                  <a:pt x="319" y="14"/>
                  <a:pt x="347" y="8"/>
                </a:cubicBezTo>
                <a:cubicBezTo>
                  <a:pt x="375" y="3"/>
                  <a:pt x="403" y="0"/>
                  <a:pt x="431" y="0"/>
                </a:cubicBezTo>
                <a:cubicBezTo>
                  <a:pt x="459" y="0"/>
                  <a:pt x="487" y="3"/>
                  <a:pt x="516" y="8"/>
                </a:cubicBezTo>
                <a:cubicBezTo>
                  <a:pt x="544" y="14"/>
                  <a:pt x="570" y="22"/>
                  <a:pt x="597" y="33"/>
                </a:cubicBezTo>
                <a:cubicBezTo>
                  <a:pt x="623" y="43"/>
                  <a:pt x="647" y="57"/>
                  <a:pt x="671" y="72"/>
                </a:cubicBezTo>
                <a:cubicBezTo>
                  <a:pt x="694" y="88"/>
                  <a:pt x="716" y="106"/>
                  <a:pt x="736" y="126"/>
                </a:cubicBezTo>
                <a:cubicBezTo>
                  <a:pt x="756" y="146"/>
                  <a:pt x="774" y="168"/>
                  <a:pt x="790" y="191"/>
                </a:cubicBezTo>
                <a:cubicBezTo>
                  <a:pt x="805" y="215"/>
                  <a:pt x="819" y="239"/>
                  <a:pt x="829" y="266"/>
                </a:cubicBezTo>
                <a:cubicBezTo>
                  <a:pt x="840" y="292"/>
                  <a:pt x="848" y="319"/>
                  <a:pt x="854" y="346"/>
                </a:cubicBezTo>
                <a:cubicBezTo>
                  <a:pt x="860" y="374"/>
                  <a:pt x="862" y="402"/>
                  <a:pt x="862" y="430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8330040" y="1743480"/>
            <a:ext cx="310320" cy="310320"/>
          </a:xfrm>
          <a:custGeom>
            <a:avLst/>
            <a:gdLst/>
            <a:ahLst/>
            <a:rect l="0" t="0" r="r" b="b"/>
            <a:pathLst>
              <a:path w="862" h="862">
                <a:moveTo>
                  <a:pt x="862" y="430"/>
                </a:moveTo>
                <a:cubicBezTo>
                  <a:pt x="862" y="459"/>
                  <a:pt x="860" y="487"/>
                  <a:pt x="854" y="514"/>
                </a:cubicBezTo>
                <a:cubicBezTo>
                  <a:pt x="848" y="542"/>
                  <a:pt x="840" y="569"/>
                  <a:pt x="829" y="595"/>
                </a:cubicBezTo>
                <a:cubicBezTo>
                  <a:pt x="819" y="621"/>
                  <a:pt x="805" y="646"/>
                  <a:pt x="790" y="669"/>
                </a:cubicBezTo>
                <a:cubicBezTo>
                  <a:pt x="774" y="693"/>
                  <a:pt x="756" y="715"/>
                  <a:pt x="736" y="735"/>
                </a:cubicBezTo>
                <a:cubicBezTo>
                  <a:pt x="716" y="756"/>
                  <a:pt x="694" y="774"/>
                  <a:pt x="671" y="789"/>
                </a:cubicBezTo>
                <a:cubicBezTo>
                  <a:pt x="647" y="805"/>
                  <a:pt x="623" y="818"/>
                  <a:pt x="597" y="829"/>
                </a:cubicBezTo>
                <a:cubicBezTo>
                  <a:pt x="570" y="840"/>
                  <a:pt x="544" y="848"/>
                  <a:pt x="516" y="854"/>
                </a:cubicBezTo>
                <a:cubicBezTo>
                  <a:pt x="487" y="859"/>
                  <a:pt x="459" y="862"/>
                  <a:pt x="431" y="862"/>
                </a:cubicBezTo>
                <a:cubicBezTo>
                  <a:pt x="403" y="862"/>
                  <a:pt x="375" y="859"/>
                  <a:pt x="347" y="854"/>
                </a:cubicBezTo>
                <a:cubicBezTo>
                  <a:pt x="319" y="848"/>
                  <a:pt x="292" y="840"/>
                  <a:pt x="266" y="829"/>
                </a:cubicBezTo>
                <a:cubicBezTo>
                  <a:pt x="240" y="818"/>
                  <a:pt x="215" y="805"/>
                  <a:pt x="192" y="789"/>
                </a:cubicBezTo>
                <a:cubicBezTo>
                  <a:pt x="168" y="774"/>
                  <a:pt x="146" y="756"/>
                  <a:pt x="126" y="735"/>
                </a:cubicBezTo>
                <a:cubicBezTo>
                  <a:pt x="106" y="715"/>
                  <a:pt x="89" y="693"/>
                  <a:pt x="73" y="669"/>
                </a:cubicBezTo>
                <a:cubicBezTo>
                  <a:pt x="57" y="646"/>
                  <a:pt x="44" y="621"/>
                  <a:pt x="33" y="595"/>
                </a:cubicBezTo>
                <a:cubicBezTo>
                  <a:pt x="22" y="569"/>
                  <a:pt x="14" y="542"/>
                  <a:pt x="9" y="514"/>
                </a:cubicBezTo>
                <a:cubicBezTo>
                  <a:pt x="3" y="487"/>
                  <a:pt x="0" y="459"/>
                  <a:pt x="0" y="430"/>
                </a:cubicBezTo>
                <a:cubicBezTo>
                  <a:pt x="0" y="402"/>
                  <a:pt x="3" y="374"/>
                  <a:pt x="9" y="346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39"/>
                  <a:pt x="57" y="215"/>
                  <a:pt x="73" y="191"/>
                </a:cubicBezTo>
                <a:cubicBezTo>
                  <a:pt x="89" y="168"/>
                  <a:pt x="106" y="146"/>
                  <a:pt x="126" y="126"/>
                </a:cubicBezTo>
                <a:cubicBezTo>
                  <a:pt x="146" y="106"/>
                  <a:pt x="168" y="88"/>
                  <a:pt x="192" y="72"/>
                </a:cubicBezTo>
                <a:cubicBezTo>
                  <a:pt x="215" y="57"/>
                  <a:pt x="240" y="43"/>
                  <a:pt x="266" y="33"/>
                </a:cubicBezTo>
                <a:cubicBezTo>
                  <a:pt x="292" y="22"/>
                  <a:pt x="319" y="14"/>
                  <a:pt x="347" y="8"/>
                </a:cubicBezTo>
                <a:cubicBezTo>
                  <a:pt x="375" y="3"/>
                  <a:pt x="403" y="0"/>
                  <a:pt x="431" y="0"/>
                </a:cubicBezTo>
                <a:cubicBezTo>
                  <a:pt x="459" y="0"/>
                  <a:pt x="487" y="3"/>
                  <a:pt x="516" y="8"/>
                </a:cubicBezTo>
                <a:cubicBezTo>
                  <a:pt x="544" y="14"/>
                  <a:pt x="570" y="22"/>
                  <a:pt x="597" y="33"/>
                </a:cubicBezTo>
                <a:cubicBezTo>
                  <a:pt x="623" y="43"/>
                  <a:pt x="647" y="57"/>
                  <a:pt x="671" y="72"/>
                </a:cubicBezTo>
                <a:cubicBezTo>
                  <a:pt x="694" y="88"/>
                  <a:pt x="716" y="106"/>
                  <a:pt x="736" y="126"/>
                </a:cubicBezTo>
                <a:cubicBezTo>
                  <a:pt x="756" y="146"/>
                  <a:pt x="774" y="168"/>
                  <a:pt x="790" y="191"/>
                </a:cubicBezTo>
                <a:cubicBezTo>
                  <a:pt x="805" y="215"/>
                  <a:pt x="819" y="239"/>
                  <a:pt x="829" y="266"/>
                </a:cubicBezTo>
                <a:cubicBezTo>
                  <a:pt x="840" y="292"/>
                  <a:pt x="848" y="319"/>
                  <a:pt x="854" y="346"/>
                </a:cubicBezTo>
                <a:cubicBezTo>
                  <a:pt x="860" y="374"/>
                  <a:pt x="862" y="402"/>
                  <a:pt x="862" y="430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7018920" y="1906560"/>
            <a:ext cx="54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6917400" y="2301840"/>
            <a:ext cx="747360" cy="399600"/>
          </a:xfrm>
          <a:custGeom>
            <a:avLst/>
            <a:gdLst/>
            <a:ahLst/>
            <a:rect l="0" t="0" r="r" b="b"/>
            <a:pathLst>
              <a:path w="2076" h="1110">
                <a:moveTo>
                  <a:pt x="0" y="157"/>
                </a:moveTo>
                <a:cubicBezTo>
                  <a:pt x="0" y="163"/>
                  <a:pt x="2" y="168"/>
                  <a:pt x="5" y="173"/>
                </a:cubicBezTo>
                <a:cubicBezTo>
                  <a:pt x="8" y="178"/>
                  <a:pt x="13" y="183"/>
                  <a:pt x="20" y="188"/>
                </a:cubicBezTo>
                <a:cubicBezTo>
                  <a:pt x="27" y="193"/>
                  <a:pt x="35" y="198"/>
                  <a:pt x="45" y="203"/>
                </a:cubicBezTo>
                <a:cubicBezTo>
                  <a:pt x="55" y="208"/>
                  <a:pt x="66" y="213"/>
                  <a:pt x="79" y="218"/>
                </a:cubicBezTo>
                <a:cubicBezTo>
                  <a:pt x="92" y="222"/>
                  <a:pt x="107" y="227"/>
                  <a:pt x="123" y="231"/>
                </a:cubicBezTo>
                <a:cubicBezTo>
                  <a:pt x="139" y="236"/>
                  <a:pt x="156" y="240"/>
                  <a:pt x="175" y="245"/>
                </a:cubicBezTo>
                <a:cubicBezTo>
                  <a:pt x="194" y="249"/>
                  <a:pt x="214" y="253"/>
                  <a:pt x="236" y="257"/>
                </a:cubicBezTo>
                <a:cubicBezTo>
                  <a:pt x="257" y="261"/>
                  <a:pt x="280" y="265"/>
                  <a:pt x="304" y="268"/>
                </a:cubicBezTo>
                <a:cubicBezTo>
                  <a:pt x="328" y="272"/>
                  <a:pt x="353" y="276"/>
                  <a:pt x="379" y="279"/>
                </a:cubicBezTo>
                <a:cubicBezTo>
                  <a:pt x="406" y="282"/>
                  <a:pt x="433" y="285"/>
                  <a:pt x="461" y="288"/>
                </a:cubicBezTo>
                <a:cubicBezTo>
                  <a:pt x="490" y="291"/>
                  <a:pt x="519" y="294"/>
                  <a:pt x="549" y="296"/>
                </a:cubicBezTo>
                <a:cubicBezTo>
                  <a:pt x="579" y="298"/>
                  <a:pt x="610" y="301"/>
                  <a:pt x="641" y="303"/>
                </a:cubicBezTo>
                <a:cubicBezTo>
                  <a:pt x="673" y="305"/>
                  <a:pt x="705" y="306"/>
                  <a:pt x="737" y="308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4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4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8"/>
                </a:cubicBezTo>
                <a:cubicBezTo>
                  <a:pt x="1372" y="306"/>
                  <a:pt x="1404" y="305"/>
                  <a:pt x="1435" y="303"/>
                </a:cubicBezTo>
                <a:cubicBezTo>
                  <a:pt x="1467" y="301"/>
                  <a:pt x="1497" y="298"/>
                  <a:pt x="1527" y="296"/>
                </a:cubicBezTo>
                <a:cubicBezTo>
                  <a:pt x="1557" y="294"/>
                  <a:pt x="1586" y="291"/>
                  <a:pt x="1615" y="288"/>
                </a:cubicBezTo>
                <a:cubicBezTo>
                  <a:pt x="1643" y="285"/>
                  <a:pt x="1670" y="282"/>
                  <a:pt x="1696" y="279"/>
                </a:cubicBezTo>
                <a:cubicBezTo>
                  <a:pt x="1723" y="276"/>
                  <a:pt x="1748" y="272"/>
                  <a:pt x="1772" y="268"/>
                </a:cubicBezTo>
                <a:cubicBezTo>
                  <a:pt x="1796" y="265"/>
                  <a:pt x="1819" y="261"/>
                  <a:pt x="1840" y="257"/>
                </a:cubicBezTo>
                <a:cubicBezTo>
                  <a:pt x="1862" y="253"/>
                  <a:pt x="1882" y="249"/>
                  <a:pt x="1901" y="245"/>
                </a:cubicBezTo>
                <a:cubicBezTo>
                  <a:pt x="1920" y="240"/>
                  <a:pt x="1937" y="236"/>
                  <a:pt x="1953" y="231"/>
                </a:cubicBezTo>
                <a:cubicBezTo>
                  <a:pt x="1969" y="227"/>
                  <a:pt x="1984" y="222"/>
                  <a:pt x="1997" y="218"/>
                </a:cubicBezTo>
                <a:cubicBezTo>
                  <a:pt x="2010" y="213"/>
                  <a:pt x="2021" y="208"/>
                  <a:pt x="2031" y="203"/>
                </a:cubicBezTo>
                <a:cubicBezTo>
                  <a:pt x="2041" y="198"/>
                  <a:pt x="2049" y="193"/>
                  <a:pt x="2056" y="188"/>
                </a:cubicBezTo>
                <a:cubicBezTo>
                  <a:pt x="2062" y="183"/>
                  <a:pt x="2067" y="178"/>
                  <a:pt x="2071" y="173"/>
                </a:cubicBezTo>
                <a:cubicBezTo>
                  <a:pt x="2074" y="168"/>
                  <a:pt x="2076" y="163"/>
                  <a:pt x="2076" y="157"/>
                </a:cubicBezTo>
                <a:cubicBezTo>
                  <a:pt x="2076" y="152"/>
                  <a:pt x="2074" y="147"/>
                  <a:pt x="2071" y="142"/>
                </a:cubicBezTo>
                <a:cubicBezTo>
                  <a:pt x="2067" y="137"/>
                  <a:pt x="2062" y="132"/>
                  <a:pt x="2056" y="127"/>
                </a:cubicBezTo>
                <a:cubicBezTo>
                  <a:pt x="2049" y="122"/>
                  <a:pt x="2041" y="117"/>
                  <a:pt x="2031" y="112"/>
                </a:cubicBezTo>
                <a:cubicBezTo>
                  <a:pt x="2021" y="107"/>
                  <a:pt x="2010" y="102"/>
                  <a:pt x="1997" y="97"/>
                </a:cubicBezTo>
                <a:cubicBezTo>
                  <a:pt x="1984" y="93"/>
                  <a:pt x="1969" y="88"/>
                  <a:pt x="1953" y="83"/>
                </a:cubicBezTo>
                <a:cubicBezTo>
                  <a:pt x="1937" y="79"/>
                  <a:pt x="1920" y="74"/>
                  <a:pt x="1901" y="70"/>
                </a:cubicBezTo>
                <a:cubicBezTo>
                  <a:pt x="1882" y="66"/>
                  <a:pt x="1862" y="62"/>
                  <a:pt x="1840" y="58"/>
                </a:cubicBezTo>
                <a:cubicBezTo>
                  <a:pt x="1819" y="54"/>
                  <a:pt x="1796" y="50"/>
                  <a:pt x="1772" y="46"/>
                </a:cubicBezTo>
                <a:cubicBezTo>
                  <a:pt x="1748" y="43"/>
                  <a:pt x="1723" y="39"/>
                  <a:pt x="1696" y="36"/>
                </a:cubicBezTo>
                <a:cubicBezTo>
                  <a:pt x="1670" y="33"/>
                  <a:pt x="1643" y="30"/>
                  <a:pt x="1615" y="27"/>
                </a:cubicBezTo>
                <a:cubicBezTo>
                  <a:pt x="1586" y="24"/>
                  <a:pt x="1557" y="21"/>
                  <a:pt x="1527" y="19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9"/>
                  <a:pt x="1339" y="7"/>
                </a:cubicBezTo>
                <a:cubicBezTo>
                  <a:pt x="1307" y="6"/>
                  <a:pt x="1274" y="4"/>
                  <a:pt x="1241" y="3"/>
                </a:cubicBezTo>
                <a:cubicBezTo>
                  <a:pt x="1207" y="2"/>
                  <a:pt x="1174" y="2"/>
                  <a:pt x="1140" y="1"/>
                </a:cubicBezTo>
                <a:cubicBezTo>
                  <a:pt x="1106" y="1"/>
                  <a:pt x="1072" y="0"/>
                  <a:pt x="1038" y="0"/>
                </a:cubicBezTo>
                <a:cubicBezTo>
                  <a:pt x="1004" y="0"/>
                  <a:pt x="970" y="1"/>
                  <a:pt x="937" y="1"/>
                </a:cubicBezTo>
                <a:cubicBezTo>
                  <a:pt x="903" y="2"/>
                  <a:pt x="869" y="2"/>
                  <a:pt x="836" y="3"/>
                </a:cubicBezTo>
                <a:cubicBezTo>
                  <a:pt x="803" y="4"/>
                  <a:pt x="770" y="6"/>
                  <a:pt x="737" y="7"/>
                </a:cubicBezTo>
                <a:cubicBezTo>
                  <a:pt x="705" y="9"/>
                  <a:pt x="673" y="10"/>
                  <a:pt x="641" y="12"/>
                </a:cubicBezTo>
                <a:cubicBezTo>
                  <a:pt x="610" y="14"/>
                  <a:pt x="579" y="16"/>
                  <a:pt x="549" y="19"/>
                </a:cubicBezTo>
                <a:cubicBezTo>
                  <a:pt x="519" y="21"/>
                  <a:pt x="490" y="24"/>
                  <a:pt x="461" y="27"/>
                </a:cubicBezTo>
                <a:cubicBezTo>
                  <a:pt x="433" y="30"/>
                  <a:pt x="406" y="33"/>
                  <a:pt x="379" y="36"/>
                </a:cubicBezTo>
                <a:cubicBezTo>
                  <a:pt x="353" y="39"/>
                  <a:pt x="328" y="43"/>
                  <a:pt x="304" y="46"/>
                </a:cubicBezTo>
                <a:cubicBezTo>
                  <a:pt x="280" y="50"/>
                  <a:pt x="257" y="54"/>
                  <a:pt x="236" y="58"/>
                </a:cubicBezTo>
                <a:cubicBezTo>
                  <a:pt x="214" y="62"/>
                  <a:pt x="194" y="66"/>
                  <a:pt x="175" y="70"/>
                </a:cubicBezTo>
                <a:cubicBezTo>
                  <a:pt x="156" y="74"/>
                  <a:pt x="139" y="79"/>
                  <a:pt x="123" y="83"/>
                </a:cubicBezTo>
                <a:cubicBezTo>
                  <a:pt x="107" y="88"/>
                  <a:pt x="92" y="93"/>
                  <a:pt x="79" y="97"/>
                </a:cubicBezTo>
                <a:cubicBezTo>
                  <a:pt x="66" y="102"/>
                  <a:pt x="55" y="107"/>
                  <a:pt x="45" y="112"/>
                </a:cubicBezTo>
                <a:cubicBezTo>
                  <a:pt x="35" y="117"/>
                  <a:pt x="27" y="122"/>
                  <a:pt x="20" y="127"/>
                </a:cubicBezTo>
                <a:cubicBezTo>
                  <a:pt x="13" y="132"/>
                  <a:pt x="8" y="137"/>
                  <a:pt x="5" y="142"/>
                </a:cubicBezTo>
                <a:cubicBezTo>
                  <a:pt x="2" y="147"/>
                  <a:pt x="0" y="152"/>
                  <a:pt x="0" y="157"/>
                </a:cubicBezTo>
                <a:lnTo>
                  <a:pt x="0" y="953"/>
                </a:lnTo>
                <a:cubicBezTo>
                  <a:pt x="0" y="958"/>
                  <a:pt x="2" y="963"/>
                  <a:pt x="5" y="968"/>
                </a:cubicBezTo>
                <a:cubicBezTo>
                  <a:pt x="8" y="973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3"/>
                  <a:pt x="66" y="1008"/>
                  <a:pt x="79" y="1013"/>
                </a:cubicBezTo>
                <a:cubicBezTo>
                  <a:pt x="92" y="1017"/>
                  <a:pt x="107" y="1022"/>
                  <a:pt x="123" y="1027"/>
                </a:cubicBezTo>
                <a:cubicBezTo>
                  <a:pt x="139" y="1031"/>
                  <a:pt x="156" y="1036"/>
                  <a:pt x="175" y="1040"/>
                </a:cubicBezTo>
                <a:cubicBezTo>
                  <a:pt x="194" y="1044"/>
                  <a:pt x="214" y="1048"/>
                  <a:pt x="236" y="1052"/>
                </a:cubicBezTo>
                <a:cubicBezTo>
                  <a:pt x="257" y="1056"/>
                  <a:pt x="280" y="1060"/>
                  <a:pt x="304" y="1064"/>
                </a:cubicBezTo>
                <a:cubicBezTo>
                  <a:pt x="328" y="1067"/>
                  <a:pt x="353" y="1071"/>
                  <a:pt x="379" y="1074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6"/>
                  <a:pt x="519" y="1089"/>
                  <a:pt x="549" y="1091"/>
                </a:cubicBezTo>
                <a:cubicBezTo>
                  <a:pt x="579" y="1093"/>
                  <a:pt x="610" y="1096"/>
                  <a:pt x="641" y="1098"/>
                </a:cubicBezTo>
                <a:cubicBezTo>
                  <a:pt x="673" y="1100"/>
                  <a:pt x="705" y="1101"/>
                  <a:pt x="737" y="1103"/>
                </a:cubicBezTo>
                <a:cubicBezTo>
                  <a:pt x="770" y="1104"/>
                  <a:pt x="803" y="1106"/>
                  <a:pt x="836" y="1107"/>
                </a:cubicBezTo>
                <a:cubicBezTo>
                  <a:pt x="869" y="1108"/>
                  <a:pt x="903" y="1108"/>
                  <a:pt x="937" y="1109"/>
                </a:cubicBezTo>
                <a:cubicBezTo>
                  <a:pt x="970" y="1109"/>
                  <a:pt x="1004" y="1110"/>
                  <a:pt x="1038" y="1110"/>
                </a:cubicBezTo>
                <a:cubicBezTo>
                  <a:pt x="1072" y="1110"/>
                  <a:pt x="1106" y="1109"/>
                  <a:pt x="1140" y="1109"/>
                </a:cubicBezTo>
                <a:cubicBezTo>
                  <a:pt x="1174" y="1108"/>
                  <a:pt x="1207" y="1108"/>
                  <a:pt x="1241" y="1107"/>
                </a:cubicBezTo>
                <a:cubicBezTo>
                  <a:pt x="1274" y="1106"/>
                  <a:pt x="1307" y="1104"/>
                  <a:pt x="1339" y="1103"/>
                </a:cubicBezTo>
                <a:cubicBezTo>
                  <a:pt x="1372" y="1101"/>
                  <a:pt x="1404" y="1100"/>
                  <a:pt x="1435" y="1098"/>
                </a:cubicBezTo>
                <a:cubicBezTo>
                  <a:pt x="1467" y="1096"/>
                  <a:pt x="1497" y="1093"/>
                  <a:pt x="1527" y="1091"/>
                </a:cubicBezTo>
                <a:cubicBezTo>
                  <a:pt x="1557" y="1089"/>
                  <a:pt x="1586" y="1086"/>
                  <a:pt x="1615" y="1083"/>
                </a:cubicBezTo>
                <a:cubicBezTo>
                  <a:pt x="1643" y="1080"/>
                  <a:pt x="1670" y="1077"/>
                  <a:pt x="1696" y="1074"/>
                </a:cubicBezTo>
                <a:cubicBezTo>
                  <a:pt x="1723" y="1071"/>
                  <a:pt x="1748" y="1067"/>
                  <a:pt x="1772" y="1064"/>
                </a:cubicBezTo>
                <a:cubicBezTo>
                  <a:pt x="1796" y="1060"/>
                  <a:pt x="1819" y="1056"/>
                  <a:pt x="1840" y="1052"/>
                </a:cubicBezTo>
                <a:cubicBezTo>
                  <a:pt x="1862" y="1048"/>
                  <a:pt x="1882" y="1044"/>
                  <a:pt x="1901" y="1040"/>
                </a:cubicBezTo>
                <a:cubicBezTo>
                  <a:pt x="1920" y="1036"/>
                  <a:pt x="1937" y="1031"/>
                  <a:pt x="1953" y="1027"/>
                </a:cubicBezTo>
                <a:cubicBezTo>
                  <a:pt x="1969" y="1022"/>
                  <a:pt x="1984" y="1017"/>
                  <a:pt x="1997" y="1013"/>
                </a:cubicBezTo>
                <a:cubicBezTo>
                  <a:pt x="2010" y="1008"/>
                  <a:pt x="2021" y="1003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3"/>
                  <a:pt x="2071" y="968"/>
                </a:cubicBezTo>
                <a:cubicBezTo>
                  <a:pt x="2074" y="963"/>
                  <a:pt x="2076" y="958"/>
                  <a:pt x="2076" y="953"/>
                </a:cubicBezTo>
                <a:lnTo>
                  <a:pt x="2076" y="157"/>
                </a:lnTo>
                <a:lnTo>
                  <a:pt x="0" y="157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6917400" y="2301840"/>
            <a:ext cx="747360" cy="399600"/>
          </a:xfrm>
          <a:custGeom>
            <a:avLst/>
            <a:gdLst/>
            <a:ahLst/>
            <a:rect l="0" t="0" r="r" b="b"/>
            <a:pathLst>
              <a:path fill="none" w="2076" h="1110">
                <a:moveTo>
                  <a:pt x="0" y="157"/>
                </a:moveTo>
                <a:cubicBezTo>
                  <a:pt x="0" y="163"/>
                  <a:pt x="2" y="168"/>
                  <a:pt x="5" y="173"/>
                </a:cubicBezTo>
                <a:cubicBezTo>
                  <a:pt x="8" y="178"/>
                  <a:pt x="13" y="183"/>
                  <a:pt x="20" y="188"/>
                </a:cubicBezTo>
                <a:cubicBezTo>
                  <a:pt x="27" y="193"/>
                  <a:pt x="35" y="198"/>
                  <a:pt x="45" y="203"/>
                </a:cubicBezTo>
                <a:cubicBezTo>
                  <a:pt x="55" y="208"/>
                  <a:pt x="66" y="213"/>
                  <a:pt x="79" y="218"/>
                </a:cubicBezTo>
                <a:cubicBezTo>
                  <a:pt x="92" y="222"/>
                  <a:pt x="107" y="227"/>
                  <a:pt x="123" y="231"/>
                </a:cubicBezTo>
                <a:cubicBezTo>
                  <a:pt x="139" y="236"/>
                  <a:pt x="156" y="240"/>
                  <a:pt x="175" y="245"/>
                </a:cubicBezTo>
                <a:cubicBezTo>
                  <a:pt x="194" y="249"/>
                  <a:pt x="214" y="253"/>
                  <a:pt x="236" y="257"/>
                </a:cubicBezTo>
                <a:cubicBezTo>
                  <a:pt x="257" y="261"/>
                  <a:pt x="280" y="265"/>
                  <a:pt x="304" y="268"/>
                </a:cubicBezTo>
                <a:cubicBezTo>
                  <a:pt x="328" y="272"/>
                  <a:pt x="353" y="276"/>
                  <a:pt x="379" y="279"/>
                </a:cubicBezTo>
                <a:cubicBezTo>
                  <a:pt x="406" y="282"/>
                  <a:pt x="433" y="285"/>
                  <a:pt x="461" y="288"/>
                </a:cubicBezTo>
                <a:cubicBezTo>
                  <a:pt x="490" y="291"/>
                  <a:pt x="519" y="294"/>
                  <a:pt x="549" y="296"/>
                </a:cubicBezTo>
                <a:cubicBezTo>
                  <a:pt x="579" y="298"/>
                  <a:pt x="610" y="301"/>
                  <a:pt x="641" y="303"/>
                </a:cubicBezTo>
                <a:cubicBezTo>
                  <a:pt x="673" y="305"/>
                  <a:pt x="705" y="306"/>
                  <a:pt x="737" y="308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4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4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8"/>
                </a:cubicBezTo>
                <a:cubicBezTo>
                  <a:pt x="1372" y="306"/>
                  <a:pt x="1404" y="305"/>
                  <a:pt x="1435" y="303"/>
                </a:cubicBezTo>
                <a:cubicBezTo>
                  <a:pt x="1467" y="301"/>
                  <a:pt x="1497" y="298"/>
                  <a:pt x="1527" y="296"/>
                </a:cubicBezTo>
                <a:cubicBezTo>
                  <a:pt x="1557" y="294"/>
                  <a:pt x="1586" y="291"/>
                  <a:pt x="1615" y="288"/>
                </a:cubicBezTo>
                <a:cubicBezTo>
                  <a:pt x="1643" y="285"/>
                  <a:pt x="1670" y="282"/>
                  <a:pt x="1696" y="279"/>
                </a:cubicBezTo>
                <a:cubicBezTo>
                  <a:pt x="1723" y="276"/>
                  <a:pt x="1748" y="272"/>
                  <a:pt x="1772" y="268"/>
                </a:cubicBezTo>
                <a:cubicBezTo>
                  <a:pt x="1796" y="265"/>
                  <a:pt x="1819" y="261"/>
                  <a:pt x="1840" y="257"/>
                </a:cubicBezTo>
                <a:cubicBezTo>
                  <a:pt x="1862" y="253"/>
                  <a:pt x="1882" y="249"/>
                  <a:pt x="1901" y="245"/>
                </a:cubicBezTo>
                <a:cubicBezTo>
                  <a:pt x="1920" y="240"/>
                  <a:pt x="1937" y="236"/>
                  <a:pt x="1953" y="231"/>
                </a:cubicBezTo>
                <a:cubicBezTo>
                  <a:pt x="1969" y="227"/>
                  <a:pt x="1984" y="222"/>
                  <a:pt x="1997" y="218"/>
                </a:cubicBezTo>
                <a:cubicBezTo>
                  <a:pt x="2010" y="213"/>
                  <a:pt x="2021" y="208"/>
                  <a:pt x="2031" y="203"/>
                </a:cubicBezTo>
                <a:cubicBezTo>
                  <a:pt x="2041" y="198"/>
                  <a:pt x="2049" y="193"/>
                  <a:pt x="2056" y="188"/>
                </a:cubicBezTo>
                <a:cubicBezTo>
                  <a:pt x="2062" y="183"/>
                  <a:pt x="2067" y="178"/>
                  <a:pt x="2071" y="173"/>
                </a:cubicBezTo>
                <a:cubicBezTo>
                  <a:pt x="2074" y="168"/>
                  <a:pt x="2076" y="163"/>
                  <a:pt x="2076" y="157"/>
                </a:cubicBezTo>
                <a:cubicBezTo>
                  <a:pt x="2076" y="152"/>
                  <a:pt x="2074" y="147"/>
                  <a:pt x="2071" y="142"/>
                </a:cubicBezTo>
                <a:cubicBezTo>
                  <a:pt x="2067" y="137"/>
                  <a:pt x="2062" y="132"/>
                  <a:pt x="2056" y="127"/>
                </a:cubicBezTo>
                <a:cubicBezTo>
                  <a:pt x="2049" y="122"/>
                  <a:pt x="2041" y="117"/>
                  <a:pt x="2031" y="112"/>
                </a:cubicBezTo>
                <a:cubicBezTo>
                  <a:pt x="2021" y="107"/>
                  <a:pt x="2010" y="102"/>
                  <a:pt x="1997" y="97"/>
                </a:cubicBezTo>
                <a:cubicBezTo>
                  <a:pt x="1984" y="93"/>
                  <a:pt x="1969" y="88"/>
                  <a:pt x="1953" y="83"/>
                </a:cubicBezTo>
                <a:cubicBezTo>
                  <a:pt x="1937" y="79"/>
                  <a:pt x="1920" y="74"/>
                  <a:pt x="1901" y="70"/>
                </a:cubicBezTo>
                <a:cubicBezTo>
                  <a:pt x="1882" y="66"/>
                  <a:pt x="1862" y="62"/>
                  <a:pt x="1840" y="58"/>
                </a:cubicBezTo>
                <a:cubicBezTo>
                  <a:pt x="1819" y="54"/>
                  <a:pt x="1796" y="50"/>
                  <a:pt x="1772" y="46"/>
                </a:cubicBezTo>
                <a:cubicBezTo>
                  <a:pt x="1748" y="43"/>
                  <a:pt x="1723" y="39"/>
                  <a:pt x="1696" y="36"/>
                </a:cubicBezTo>
                <a:cubicBezTo>
                  <a:pt x="1670" y="33"/>
                  <a:pt x="1643" y="30"/>
                  <a:pt x="1615" y="27"/>
                </a:cubicBezTo>
                <a:cubicBezTo>
                  <a:pt x="1586" y="24"/>
                  <a:pt x="1557" y="21"/>
                  <a:pt x="1527" y="19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9"/>
                  <a:pt x="1339" y="7"/>
                </a:cubicBezTo>
                <a:cubicBezTo>
                  <a:pt x="1307" y="6"/>
                  <a:pt x="1274" y="4"/>
                  <a:pt x="1241" y="3"/>
                </a:cubicBezTo>
                <a:cubicBezTo>
                  <a:pt x="1207" y="2"/>
                  <a:pt x="1174" y="2"/>
                  <a:pt x="1140" y="1"/>
                </a:cubicBezTo>
                <a:cubicBezTo>
                  <a:pt x="1106" y="1"/>
                  <a:pt x="1072" y="0"/>
                  <a:pt x="1038" y="0"/>
                </a:cubicBezTo>
                <a:cubicBezTo>
                  <a:pt x="1004" y="0"/>
                  <a:pt x="970" y="1"/>
                  <a:pt x="937" y="1"/>
                </a:cubicBezTo>
                <a:cubicBezTo>
                  <a:pt x="903" y="2"/>
                  <a:pt x="869" y="2"/>
                  <a:pt x="836" y="3"/>
                </a:cubicBezTo>
                <a:cubicBezTo>
                  <a:pt x="803" y="4"/>
                  <a:pt x="770" y="6"/>
                  <a:pt x="737" y="7"/>
                </a:cubicBezTo>
                <a:cubicBezTo>
                  <a:pt x="705" y="9"/>
                  <a:pt x="673" y="10"/>
                  <a:pt x="641" y="12"/>
                </a:cubicBezTo>
                <a:cubicBezTo>
                  <a:pt x="610" y="14"/>
                  <a:pt x="579" y="16"/>
                  <a:pt x="549" y="19"/>
                </a:cubicBezTo>
                <a:cubicBezTo>
                  <a:pt x="519" y="21"/>
                  <a:pt x="490" y="24"/>
                  <a:pt x="461" y="27"/>
                </a:cubicBezTo>
                <a:cubicBezTo>
                  <a:pt x="433" y="30"/>
                  <a:pt x="406" y="33"/>
                  <a:pt x="379" y="36"/>
                </a:cubicBezTo>
                <a:cubicBezTo>
                  <a:pt x="353" y="39"/>
                  <a:pt x="328" y="43"/>
                  <a:pt x="304" y="46"/>
                </a:cubicBezTo>
                <a:cubicBezTo>
                  <a:pt x="280" y="50"/>
                  <a:pt x="257" y="54"/>
                  <a:pt x="236" y="58"/>
                </a:cubicBezTo>
                <a:cubicBezTo>
                  <a:pt x="214" y="62"/>
                  <a:pt x="194" y="66"/>
                  <a:pt x="175" y="70"/>
                </a:cubicBezTo>
                <a:cubicBezTo>
                  <a:pt x="156" y="74"/>
                  <a:pt x="139" y="79"/>
                  <a:pt x="123" y="83"/>
                </a:cubicBezTo>
                <a:cubicBezTo>
                  <a:pt x="107" y="88"/>
                  <a:pt x="92" y="93"/>
                  <a:pt x="79" y="97"/>
                </a:cubicBezTo>
                <a:cubicBezTo>
                  <a:pt x="66" y="102"/>
                  <a:pt x="55" y="107"/>
                  <a:pt x="45" y="112"/>
                </a:cubicBezTo>
                <a:cubicBezTo>
                  <a:pt x="35" y="117"/>
                  <a:pt x="27" y="122"/>
                  <a:pt x="20" y="127"/>
                </a:cubicBezTo>
                <a:cubicBezTo>
                  <a:pt x="13" y="132"/>
                  <a:pt x="8" y="137"/>
                  <a:pt x="5" y="142"/>
                </a:cubicBezTo>
                <a:cubicBezTo>
                  <a:pt x="2" y="147"/>
                  <a:pt x="0" y="152"/>
                  <a:pt x="0" y="157"/>
                </a:cubicBezTo>
                <a:lnTo>
                  <a:pt x="0" y="953"/>
                </a:lnTo>
                <a:cubicBezTo>
                  <a:pt x="0" y="958"/>
                  <a:pt x="2" y="963"/>
                  <a:pt x="5" y="968"/>
                </a:cubicBezTo>
                <a:cubicBezTo>
                  <a:pt x="8" y="973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3"/>
                  <a:pt x="66" y="1008"/>
                  <a:pt x="79" y="1013"/>
                </a:cubicBezTo>
                <a:cubicBezTo>
                  <a:pt x="92" y="1017"/>
                  <a:pt x="107" y="1022"/>
                  <a:pt x="123" y="1027"/>
                </a:cubicBezTo>
                <a:cubicBezTo>
                  <a:pt x="139" y="1031"/>
                  <a:pt x="156" y="1036"/>
                  <a:pt x="175" y="1040"/>
                </a:cubicBezTo>
                <a:cubicBezTo>
                  <a:pt x="194" y="1044"/>
                  <a:pt x="214" y="1048"/>
                  <a:pt x="236" y="1052"/>
                </a:cubicBezTo>
                <a:cubicBezTo>
                  <a:pt x="257" y="1056"/>
                  <a:pt x="280" y="1060"/>
                  <a:pt x="304" y="1064"/>
                </a:cubicBezTo>
                <a:cubicBezTo>
                  <a:pt x="328" y="1067"/>
                  <a:pt x="353" y="1071"/>
                  <a:pt x="379" y="1074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6"/>
                  <a:pt x="519" y="1089"/>
                  <a:pt x="549" y="1091"/>
                </a:cubicBezTo>
                <a:cubicBezTo>
                  <a:pt x="579" y="1093"/>
                  <a:pt x="610" y="1096"/>
                  <a:pt x="641" y="1098"/>
                </a:cubicBezTo>
                <a:cubicBezTo>
                  <a:pt x="673" y="1100"/>
                  <a:pt x="705" y="1101"/>
                  <a:pt x="737" y="1103"/>
                </a:cubicBezTo>
                <a:cubicBezTo>
                  <a:pt x="770" y="1104"/>
                  <a:pt x="803" y="1106"/>
                  <a:pt x="836" y="1107"/>
                </a:cubicBezTo>
                <a:cubicBezTo>
                  <a:pt x="869" y="1108"/>
                  <a:pt x="903" y="1108"/>
                  <a:pt x="937" y="1109"/>
                </a:cubicBezTo>
                <a:cubicBezTo>
                  <a:pt x="970" y="1109"/>
                  <a:pt x="1004" y="1110"/>
                  <a:pt x="1038" y="1110"/>
                </a:cubicBezTo>
                <a:cubicBezTo>
                  <a:pt x="1072" y="1110"/>
                  <a:pt x="1106" y="1109"/>
                  <a:pt x="1140" y="1109"/>
                </a:cubicBezTo>
                <a:cubicBezTo>
                  <a:pt x="1174" y="1108"/>
                  <a:pt x="1207" y="1108"/>
                  <a:pt x="1241" y="1107"/>
                </a:cubicBezTo>
                <a:cubicBezTo>
                  <a:pt x="1274" y="1106"/>
                  <a:pt x="1307" y="1104"/>
                  <a:pt x="1339" y="1103"/>
                </a:cubicBezTo>
                <a:cubicBezTo>
                  <a:pt x="1372" y="1101"/>
                  <a:pt x="1404" y="1100"/>
                  <a:pt x="1435" y="1098"/>
                </a:cubicBezTo>
                <a:cubicBezTo>
                  <a:pt x="1467" y="1096"/>
                  <a:pt x="1497" y="1093"/>
                  <a:pt x="1527" y="1091"/>
                </a:cubicBezTo>
                <a:cubicBezTo>
                  <a:pt x="1557" y="1089"/>
                  <a:pt x="1586" y="1086"/>
                  <a:pt x="1615" y="1083"/>
                </a:cubicBezTo>
                <a:cubicBezTo>
                  <a:pt x="1643" y="1080"/>
                  <a:pt x="1670" y="1077"/>
                  <a:pt x="1696" y="1074"/>
                </a:cubicBezTo>
                <a:cubicBezTo>
                  <a:pt x="1723" y="1071"/>
                  <a:pt x="1748" y="1067"/>
                  <a:pt x="1772" y="1064"/>
                </a:cubicBezTo>
                <a:cubicBezTo>
                  <a:pt x="1796" y="1060"/>
                  <a:pt x="1819" y="1056"/>
                  <a:pt x="1840" y="1052"/>
                </a:cubicBezTo>
                <a:cubicBezTo>
                  <a:pt x="1862" y="1048"/>
                  <a:pt x="1882" y="1044"/>
                  <a:pt x="1901" y="1040"/>
                </a:cubicBezTo>
                <a:cubicBezTo>
                  <a:pt x="1920" y="1036"/>
                  <a:pt x="1937" y="1031"/>
                  <a:pt x="1953" y="1027"/>
                </a:cubicBezTo>
                <a:cubicBezTo>
                  <a:pt x="1969" y="1022"/>
                  <a:pt x="1984" y="1017"/>
                  <a:pt x="1997" y="1013"/>
                </a:cubicBezTo>
                <a:cubicBezTo>
                  <a:pt x="2010" y="1008"/>
                  <a:pt x="2021" y="1003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3"/>
                  <a:pt x="2071" y="968"/>
                </a:cubicBezTo>
                <a:cubicBezTo>
                  <a:pt x="2074" y="963"/>
                  <a:pt x="2076" y="958"/>
                  <a:pt x="2076" y="953"/>
                </a:cubicBezTo>
                <a:lnTo>
                  <a:pt x="2076" y="157"/>
                </a:lnTo>
              </a:path>
            </a:pathLst>
          </a:custGeom>
          <a:ln w="3600">
            <a:solidFill>
              <a:srgbClr val="1d4ed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8357760" y="1862640"/>
            <a:ext cx="253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7064640" y="245844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ffffff"/>
                </a:solidFill>
                <a:latin typeface="DejaVuSans"/>
                <a:ea typeface="DejaVuSans"/>
              </a:rPr>
              <a:t>Data lakehouse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8122680" y="2522880"/>
            <a:ext cx="725400" cy="284400"/>
          </a:xfrm>
          <a:custGeom>
            <a:avLst/>
            <a:gdLst/>
            <a:ahLst/>
            <a:rect l="0" t="0" r="r" b="b"/>
            <a:pathLst>
              <a:path w="2015" h="790">
                <a:moveTo>
                  <a:pt x="0" y="0"/>
                </a:moveTo>
                <a:lnTo>
                  <a:pt x="2015" y="0"/>
                </a:lnTo>
                <a:lnTo>
                  <a:pt x="201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600">
            <a:solidFill>
              <a:srgbClr val="1d4ed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6944760" y="2545920"/>
            <a:ext cx="69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ffffff"/>
                </a:solidFill>
                <a:latin typeface="DejaVuSans"/>
                <a:ea typeface="DejaVuSans"/>
              </a:rPr>
              <a:t>opslag met rekenkracht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8353440" y="2585520"/>
            <a:ext cx="262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ffffff"/>
                </a:solidFill>
                <a:latin typeface="DejaVuSans"/>
                <a:ea typeface="DejaVuSans"/>
              </a:rPr>
              <a:t>Modellen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5569200" y="2439720"/>
            <a:ext cx="822600" cy="284040"/>
          </a:xfrm>
          <a:custGeom>
            <a:avLst/>
            <a:gdLst/>
            <a:ahLst/>
            <a:rect l="0" t="0" r="r" b="b"/>
            <a:pathLst>
              <a:path w="2285" h="789">
                <a:moveTo>
                  <a:pt x="0" y="0"/>
                </a:moveTo>
                <a:lnTo>
                  <a:pt x="2285" y="0"/>
                </a:lnTo>
                <a:lnTo>
                  <a:pt x="228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600">
            <a:solidFill>
              <a:srgbClr val="1d4ed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8232120" y="2673000"/>
            <a:ext cx="505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ffffff"/>
                </a:solidFill>
                <a:latin typeface="DejaVuSans"/>
                <a:ea typeface="DejaVuSans"/>
              </a:rPr>
              <a:t>machine learning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5737320" y="2502000"/>
            <a:ext cx="4838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ffffff"/>
                </a:solidFill>
                <a:latin typeface="DejaVuSans"/>
                <a:ea typeface="DejaVuSans"/>
              </a:rPr>
              <a:t>Externe bronnen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678640" y="2589480"/>
            <a:ext cx="60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ffffff"/>
                </a:solidFill>
                <a:latin typeface="DejaVuSans"/>
                <a:ea typeface="DejaVuSans"/>
              </a:rPr>
              <a:t>platformen, partners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457200" y="3276000"/>
            <a:ext cx="8920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Opslag en rekenkracht komen samen in het lakehouse, gevoed door het datawarehouse en door bronnen van buiten de organisatie.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457200" y="3504600"/>
            <a:ext cx="89190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Daarop worden modellen getraind, en die sturen een voorspelling terug de verwerking in. De kringloop loopt nu ook buiten de eigen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457200" y="3733200"/>
            <a:ext cx="4824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muren.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73" name=""/>
          <p:cNvSpPr/>
          <p:nvPr/>
        </p:nvSpPr>
        <p:spPr>
          <a:xfrm>
            <a:off x="778320" y="2465640"/>
            <a:ext cx="549720" cy="33480"/>
          </a:xfrm>
          <a:custGeom>
            <a:avLst/>
            <a:gdLst/>
            <a:ahLst/>
            <a:rect l="0" t="0" r="r" b="b"/>
            <a:pathLst>
              <a:path fill="none" w="1527" h="93">
                <a:moveTo>
                  <a:pt x="0" y="93"/>
                </a:moveTo>
                <a:lnTo>
                  <a:pt x="132" y="72"/>
                </a:lnTo>
                <a:cubicBezTo>
                  <a:pt x="262" y="50"/>
                  <a:pt x="523" y="7"/>
                  <a:pt x="778" y="1"/>
                </a:cubicBezTo>
                <a:cubicBezTo>
                  <a:pt x="1032" y="-6"/>
                  <a:pt x="1280" y="26"/>
                  <a:pt x="1404" y="41"/>
                </a:cubicBezTo>
                <a:lnTo>
                  <a:pt x="1527" y="56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1313640" y="247104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9" y="0"/>
                </a:moveTo>
                <a:lnTo>
                  <a:pt x="75" y="44"/>
                </a:lnTo>
                <a:lnTo>
                  <a:pt x="0" y="71"/>
                </a:lnTo>
                <a:lnTo>
                  <a:pt x="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1312200" y="246888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1" y="7"/>
                </a:moveTo>
                <a:lnTo>
                  <a:pt x="27" y="11"/>
                </a:lnTo>
                <a:lnTo>
                  <a:pt x="23" y="16"/>
                </a:lnTo>
                <a:lnTo>
                  <a:pt x="18" y="13"/>
                </a:lnTo>
                <a:lnTo>
                  <a:pt x="21" y="7"/>
                </a:lnTo>
                <a:moveTo>
                  <a:pt x="27" y="11"/>
                </a:moveTo>
                <a:lnTo>
                  <a:pt x="33" y="14"/>
                </a:lnTo>
                <a:lnTo>
                  <a:pt x="29" y="20"/>
                </a:lnTo>
                <a:lnTo>
                  <a:pt x="23" y="16"/>
                </a:lnTo>
                <a:lnTo>
                  <a:pt x="27" y="11"/>
                </a:lnTo>
                <a:moveTo>
                  <a:pt x="33" y="14"/>
                </a:moveTo>
                <a:lnTo>
                  <a:pt x="39" y="18"/>
                </a:lnTo>
                <a:lnTo>
                  <a:pt x="35" y="24"/>
                </a:lnTo>
                <a:lnTo>
                  <a:pt x="29" y="20"/>
                </a:lnTo>
                <a:lnTo>
                  <a:pt x="33" y="14"/>
                </a:lnTo>
                <a:moveTo>
                  <a:pt x="39" y="18"/>
                </a:moveTo>
                <a:lnTo>
                  <a:pt x="45" y="22"/>
                </a:lnTo>
                <a:lnTo>
                  <a:pt x="41" y="28"/>
                </a:lnTo>
                <a:lnTo>
                  <a:pt x="35" y="24"/>
                </a:lnTo>
                <a:lnTo>
                  <a:pt x="39" y="18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7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7" y="30"/>
                </a:moveTo>
                <a:lnTo>
                  <a:pt x="63" y="34"/>
                </a:lnTo>
                <a:lnTo>
                  <a:pt x="59" y="40"/>
                </a:lnTo>
                <a:lnTo>
                  <a:pt x="53" y="36"/>
                </a:lnTo>
                <a:lnTo>
                  <a:pt x="57" y="30"/>
                </a:lnTo>
                <a:moveTo>
                  <a:pt x="63" y="34"/>
                </a:moveTo>
                <a:lnTo>
                  <a:pt x="69" y="38"/>
                </a:lnTo>
                <a:lnTo>
                  <a:pt x="65" y="44"/>
                </a:lnTo>
                <a:lnTo>
                  <a:pt x="59" y="40"/>
                </a:lnTo>
                <a:lnTo>
                  <a:pt x="63" y="34"/>
                </a:lnTo>
                <a:moveTo>
                  <a:pt x="69" y="38"/>
                </a:moveTo>
                <a:lnTo>
                  <a:pt x="74" y="42"/>
                </a:lnTo>
                <a:lnTo>
                  <a:pt x="71" y="48"/>
                </a:lnTo>
                <a:lnTo>
                  <a:pt x="65" y="44"/>
                </a:lnTo>
                <a:lnTo>
                  <a:pt x="69" y="38"/>
                </a:lnTo>
                <a:moveTo>
                  <a:pt x="74" y="42"/>
                </a:moveTo>
                <a:lnTo>
                  <a:pt x="80" y="46"/>
                </a:lnTo>
                <a:lnTo>
                  <a:pt x="76" y="52"/>
                </a:lnTo>
                <a:lnTo>
                  <a:pt x="71" y="48"/>
                </a:lnTo>
                <a:lnTo>
                  <a:pt x="74" y="42"/>
                </a:lnTo>
                <a:moveTo>
                  <a:pt x="80" y="46"/>
                </a:moveTo>
                <a:lnTo>
                  <a:pt x="87" y="50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49"/>
                </a:lnTo>
                <a:lnTo>
                  <a:pt x="78" y="52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9" y="57"/>
                </a:lnTo>
                <a:lnTo>
                  <a:pt x="66" y="50"/>
                </a:lnTo>
                <a:lnTo>
                  <a:pt x="73" y="48"/>
                </a:lnTo>
                <a:lnTo>
                  <a:pt x="75" y="55"/>
                </a:lnTo>
                <a:moveTo>
                  <a:pt x="69" y="57"/>
                </a:moveTo>
                <a:lnTo>
                  <a:pt x="62" y="59"/>
                </a:lnTo>
                <a:lnTo>
                  <a:pt x="60" y="53"/>
                </a:lnTo>
                <a:lnTo>
                  <a:pt x="66" y="50"/>
                </a:lnTo>
                <a:lnTo>
                  <a:pt x="69" y="57"/>
                </a:lnTo>
                <a:moveTo>
                  <a:pt x="62" y="59"/>
                </a:moveTo>
                <a:lnTo>
                  <a:pt x="55" y="62"/>
                </a:lnTo>
                <a:lnTo>
                  <a:pt x="53" y="55"/>
                </a:lnTo>
                <a:lnTo>
                  <a:pt x="60" y="53"/>
                </a:lnTo>
                <a:lnTo>
                  <a:pt x="62" y="59"/>
                </a:lnTo>
                <a:moveTo>
                  <a:pt x="55" y="62"/>
                </a:moveTo>
                <a:lnTo>
                  <a:pt x="49" y="64"/>
                </a:lnTo>
                <a:lnTo>
                  <a:pt x="46" y="57"/>
                </a:lnTo>
                <a:lnTo>
                  <a:pt x="53" y="55"/>
                </a:lnTo>
                <a:lnTo>
                  <a:pt x="55" y="62"/>
                </a:lnTo>
                <a:moveTo>
                  <a:pt x="49" y="64"/>
                </a:moveTo>
                <a:lnTo>
                  <a:pt x="42" y="66"/>
                </a:lnTo>
                <a:lnTo>
                  <a:pt x="40" y="60"/>
                </a:lnTo>
                <a:lnTo>
                  <a:pt x="46" y="57"/>
                </a:lnTo>
                <a:lnTo>
                  <a:pt x="49" y="64"/>
                </a:lnTo>
                <a:moveTo>
                  <a:pt x="42" y="66"/>
                </a:moveTo>
                <a:lnTo>
                  <a:pt x="35" y="70"/>
                </a:lnTo>
                <a:lnTo>
                  <a:pt x="33" y="62"/>
                </a:lnTo>
                <a:lnTo>
                  <a:pt x="40" y="60"/>
                </a:lnTo>
                <a:lnTo>
                  <a:pt x="42" y="66"/>
                </a:lnTo>
                <a:moveTo>
                  <a:pt x="35" y="70"/>
                </a:moveTo>
                <a:lnTo>
                  <a:pt x="29" y="72"/>
                </a:lnTo>
                <a:lnTo>
                  <a:pt x="26" y="65"/>
                </a:lnTo>
                <a:lnTo>
                  <a:pt x="33" y="62"/>
                </a:lnTo>
                <a:lnTo>
                  <a:pt x="35" y="70"/>
                </a:lnTo>
                <a:moveTo>
                  <a:pt x="29" y="72"/>
                </a:moveTo>
                <a:lnTo>
                  <a:pt x="22" y="75"/>
                </a:lnTo>
                <a:lnTo>
                  <a:pt x="20" y="67"/>
                </a:lnTo>
                <a:lnTo>
                  <a:pt x="26" y="65"/>
                </a:lnTo>
                <a:lnTo>
                  <a:pt x="29" y="72"/>
                </a:lnTo>
                <a:moveTo>
                  <a:pt x="22" y="75"/>
                </a:moveTo>
                <a:lnTo>
                  <a:pt x="15" y="77"/>
                </a:lnTo>
                <a:lnTo>
                  <a:pt x="13" y="70"/>
                </a:lnTo>
                <a:lnTo>
                  <a:pt x="20" y="67"/>
                </a:lnTo>
                <a:lnTo>
                  <a:pt x="22" y="75"/>
                </a:lnTo>
                <a:moveTo>
                  <a:pt x="15" y="77"/>
                </a:moveTo>
                <a:lnTo>
                  <a:pt x="8" y="79"/>
                </a:lnTo>
                <a:lnTo>
                  <a:pt x="5" y="73"/>
                </a:lnTo>
                <a:lnTo>
                  <a:pt x="13" y="70"/>
                </a:lnTo>
                <a:lnTo>
                  <a:pt x="15" y="77"/>
                </a:lnTo>
                <a:moveTo>
                  <a:pt x="8" y="79"/>
                </a:moveTo>
                <a:lnTo>
                  <a:pt x="0" y="82"/>
                </a:lnTo>
                <a:lnTo>
                  <a:pt x="1" y="72"/>
                </a:lnTo>
                <a:lnTo>
                  <a:pt x="8" y="73"/>
                </a:lnTo>
                <a:lnTo>
                  <a:pt x="8" y="77"/>
                </a:lnTo>
                <a:lnTo>
                  <a:pt x="4" y="77"/>
                </a:lnTo>
                <a:lnTo>
                  <a:pt x="3" y="73"/>
                </a:lnTo>
                <a:lnTo>
                  <a:pt x="5" y="73"/>
                </a:lnTo>
                <a:lnTo>
                  <a:pt x="8" y="79"/>
                </a:lnTo>
                <a:moveTo>
                  <a:pt x="1" y="72"/>
                </a:moveTo>
                <a:lnTo>
                  <a:pt x="2" y="64"/>
                </a:lnTo>
                <a:lnTo>
                  <a:pt x="9" y="65"/>
                </a:lnTo>
                <a:lnTo>
                  <a:pt x="8" y="73"/>
                </a:lnTo>
                <a:lnTo>
                  <a:pt x="1" y="72"/>
                </a:lnTo>
                <a:moveTo>
                  <a:pt x="2" y="64"/>
                </a:moveTo>
                <a:lnTo>
                  <a:pt x="3" y="57"/>
                </a:lnTo>
                <a:lnTo>
                  <a:pt x="11" y="58"/>
                </a:lnTo>
                <a:lnTo>
                  <a:pt x="9" y="65"/>
                </a:lnTo>
                <a:lnTo>
                  <a:pt x="2" y="64"/>
                </a:lnTo>
                <a:moveTo>
                  <a:pt x="3" y="57"/>
                </a:moveTo>
                <a:lnTo>
                  <a:pt x="4" y="50"/>
                </a:lnTo>
                <a:lnTo>
                  <a:pt x="12" y="51"/>
                </a:lnTo>
                <a:lnTo>
                  <a:pt x="11" y="58"/>
                </a:lnTo>
                <a:lnTo>
                  <a:pt x="3" y="57"/>
                </a:lnTo>
                <a:moveTo>
                  <a:pt x="4" y="50"/>
                </a:moveTo>
                <a:lnTo>
                  <a:pt x="5" y="43"/>
                </a:lnTo>
                <a:lnTo>
                  <a:pt x="13" y="44"/>
                </a:lnTo>
                <a:lnTo>
                  <a:pt x="12" y="51"/>
                </a:lnTo>
                <a:lnTo>
                  <a:pt x="4" y="50"/>
                </a:lnTo>
                <a:moveTo>
                  <a:pt x="5" y="43"/>
                </a:moveTo>
                <a:lnTo>
                  <a:pt x="5" y="36"/>
                </a:lnTo>
                <a:lnTo>
                  <a:pt x="13" y="37"/>
                </a:lnTo>
                <a:lnTo>
                  <a:pt x="13" y="44"/>
                </a:lnTo>
                <a:lnTo>
                  <a:pt x="5" y="43"/>
                </a:lnTo>
                <a:moveTo>
                  <a:pt x="5" y="36"/>
                </a:moveTo>
                <a:lnTo>
                  <a:pt x="6" y="29"/>
                </a:lnTo>
                <a:lnTo>
                  <a:pt x="14" y="30"/>
                </a:lnTo>
                <a:lnTo>
                  <a:pt x="13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5" y="23"/>
                </a:lnTo>
                <a:lnTo>
                  <a:pt x="14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6" y="16"/>
                </a:lnTo>
                <a:lnTo>
                  <a:pt x="15" y="23"/>
                </a:lnTo>
                <a:lnTo>
                  <a:pt x="7" y="22"/>
                </a:lnTo>
                <a:moveTo>
                  <a:pt x="8" y="15"/>
                </a:moveTo>
                <a:lnTo>
                  <a:pt x="9" y="8"/>
                </a:lnTo>
                <a:lnTo>
                  <a:pt x="17" y="9"/>
                </a:lnTo>
                <a:lnTo>
                  <a:pt x="16" y="16"/>
                </a:lnTo>
                <a:lnTo>
                  <a:pt x="8" y="15"/>
                </a:lnTo>
                <a:moveTo>
                  <a:pt x="9" y="8"/>
                </a:moveTo>
                <a:lnTo>
                  <a:pt x="11" y="0"/>
                </a:lnTo>
                <a:lnTo>
                  <a:pt x="21" y="7"/>
                </a:lnTo>
                <a:lnTo>
                  <a:pt x="18" y="13"/>
                </a:lnTo>
                <a:lnTo>
                  <a:pt x="12" y="9"/>
                </a:lnTo>
                <a:lnTo>
                  <a:pt x="14" y="6"/>
                </a:lnTo>
                <a:lnTo>
                  <a:pt x="17" y="6"/>
                </a:lnTo>
                <a:lnTo>
                  <a:pt x="17" y="9"/>
                </a:lnTo>
                <a:lnTo>
                  <a:pt x="9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1922760" y="2393280"/>
            <a:ext cx="385920" cy="46440"/>
          </a:xfrm>
          <a:custGeom>
            <a:avLst/>
            <a:gdLst/>
            <a:ahLst/>
            <a:rect l="0" t="0" r="r" b="b"/>
            <a:pathLst>
              <a:path fill="none" w="1072" h="129">
                <a:moveTo>
                  <a:pt x="0" y="129"/>
                </a:moveTo>
                <a:lnTo>
                  <a:pt x="92" y="102"/>
                </a:lnTo>
                <a:cubicBezTo>
                  <a:pt x="184" y="76"/>
                  <a:pt x="369" y="23"/>
                  <a:pt x="547" y="6"/>
                </a:cubicBezTo>
                <a:cubicBezTo>
                  <a:pt x="727" y="-10"/>
                  <a:pt x="899" y="9"/>
                  <a:pt x="986" y="19"/>
                </a:cubicBezTo>
                <a:lnTo>
                  <a:pt x="1072" y="3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2294280" y="238968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3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2292840" y="238752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0" y="7"/>
                </a:moveTo>
                <a:lnTo>
                  <a:pt x="26" y="11"/>
                </a:lnTo>
                <a:lnTo>
                  <a:pt x="22" y="17"/>
                </a:lnTo>
                <a:lnTo>
                  <a:pt x="16" y="13"/>
                </a:lnTo>
                <a:lnTo>
                  <a:pt x="20" y="7"/>
                </a:lnTo>
                <a:moveTo>
                  <a:pt x="26" y="11"/>
                </a:moveTo>
                <a:lnTo>
                  <a:pt x="32" y="15"/>
                </a:lnTo>
                <a:lnTo>
                  <a:pt x="28" y="20"/>
                </a:lnTo>
                <a:lnTo>
                  <a:pt x="22" y="17"/>
                </a:lnTo>
                <a:lnTo>
                  <a:pt x="26" y="11"/>
                </a:lnTo>
                <a:moveTo>
                  <a:pt x="32" y="15"/>
                </a:moveTo>
                <a:lnTo>
                  <a:pt x="39" y="18"/>
                </a:lnTo>
                <a:lnTo>
                  <a:pt x="34" y="24"/>
                </a:lnTo>
                <a:lnTo>
                  <a:pt x="28" y="20"/>
                </a:lnTo>
                <a:lnTo>
                  <a:pt x="32" y="15"/>
                </a:lnTo>
                <a:moveTo>
                  <a:pt x="39" y="18"/>
                </a:moveTo>
                <a:lnTo>
                  <a:pt x="45" y="22"/>
                </a:lnTo>
                <a:lnTo>
                  <a:pt x="41" y="28"/>
                </a:lnTo>
                <a:lnTo>
                  <a:pt x="34" y="24"/>
                </a:lnTo>
                <a:lnTo>
                  <a:pt x="39" y="18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7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7" y="30"/>
                </a:moveTo>
                <a:lnTo>
                  <a:pt x="62" y="34"/>
                </a:lnTo>
                <a:lnTo>
                  <a:pt x="59" y="40"/>
                </a:lnTo>
                <a:lnTo>
                  <a:pt x="53" y="36"/>
                </a:lnTo>
                <a:lnTo>
                  <a:pt x="57" y="30"/>
                </a:lnTo>
                <a:moveTo>
                  <a:pt x="62" y="34"/>
                </a:moveTo>
                <a:lnTo>
                  <a:pt x="68" y="38"/>
                </a:lnTo>
                <a:lnTo>
                  <a:pt x="64" y="44"/>
                </a:lnTo>
                <a:lnTo>
                  <a:pt x="59" y="40"/>
                </a:lnTo>
                <a:lnTo>
                  <a:pt x="62" y="34"/>
                </a:lnTo>
                <a:moveTo>
                  <a:pt x="68" y="38"/>
                </a:moveTo>
                <a:lnTo>
                  <a:pt x="74" y="42"/>
                </a:lnTo>
                <a:lnTo>
                  <a:pt x="70" y="47"/>
                </a:lnTo>
                <a:lnTo>
                  <a:pt x="64" y="44"/>
                </a:lnTo>
                <a:lnTo>
                  <a:pt x="68" y="38"/>
                </a:lnTo>
                <a:moveTo>
                  <a:pt x="74" y="42"/>
                </a:moveTo>
                <a:lnTo>
                  <a:pt x="80" y="45"/>
                </a:lnTo>
                <a:lnTo>
                  <a:pt x="76" y="52"/>
                </a:lnTo>
                <a:lnTo>
                  <a:pt x="70" y="47"/>
                </a:lnTo>
                <a:lnTo>
                  <a:pt x="74" y="42"/>
                </a:lnTo>
                <a:moveTo>
                  <a:pt x="80" y="45"/>
                </a:moveTo>
                <a:lnTo>
                  <a:pt x="87" y="50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49"/>
                </a:lnTo>
                <a:lnTo>
                  <a:pt x="77" y="53"/>
                </a:lnTo>
                <a:lnTo>
                  <a:pt x="76" y="52"/>
                </a:lnTo>
                <a:lnTo>
                  <a:pt x="80" y="45"/>
                </a:lnTo>
                <a:moveTo>
                  <a:pt x="75" y="55"/>
                </a:moveTo>
                <a:lnTo>
                  <a:pt x="68" y="58"/>
                </a:lnTo>
                <a:lnTo>
                  <a:pt x="66" y="50"/>
                </a:lnTo>
                <a:lnTo>
                  <a:pt x="73" y="48"/>
                </a:lnTo>
                <a:lnTo>
                  <a:pt x="75" y="55"/>
                </a:lnTo>
                <a:moveTo>
                  <a:pt x="68" y="58"/>
                </a:moveTo>
                <a:lnTo>
                  <a:pt x="62" y="60"/>
                </a:lnTo>
                <a:lnTo>
                  <a:pt x="59" y="54"/>
                </a:lnTo>
                <a:lnTo>
                  <a:pt x="66" y="50"/>
                </a:lnTo>
                <a:lnTo>
                  <a:pt x="68" y="58"/>
                </a:lnTo>
                <a:moveTo>
                  <a:pt x="62" y="60"/>
                </a:moveTo>
                <a:lnTo>
                  <a:pt x="55" y="63"/>
                </a:lnTo>
                <a:lnTo>
                  <a:pt x="53" y="56"/>
                </a:lnTo>
                <a:lnTo>
                  <a:pt x="59" y="54"/>
                </a:lnTo>
                <a:lnTo>
                  <a:pt x="62" y="60"/>
                </a:lnTo>
                <a:moveTo>
                  <a:pt x="55" y="63"/>
                </a:moveTo>
                <a:lnTo>
                  <a:pt x="49" y="65"/>
                </a:lnTo>
                <a:lnTo>
                  <a:pt x="46" y="58"/>
                </a:lnTo>
                <a:lnTo>
                  <a:pt x="53" y="56"/>
                </a:lnTo>
                <a:lnTo>
                  <a:pt x="55" y="63"/>
                </a:lnTo>
                <a:moveTo>
                  <a:pt x="49" y="65"/>
                </a:moveTo>
                <a:lnTo>
                  <a:pt x="42" y="67"/>
                </a:lnTo>
                <a:lnTo>
                  <a:pt x="39" y="61"/>
                </a:lnTo>
                <a:lnTo>
                  <a:pt x="46" y="58"/>
                </a:lnTo>
                <a:lnTo>
                  <a:pt x="49" y="65"/>
                </a:lnTo>
                <a:moveTo>
                  <a:pt x="42" y="67"/>
                </a:moveTo>
                <a:lnTo>
                  <a:pt x="34" y="70"/>
                </a:lnTo>
                <a:lnTo>
                  <a:pt x="32" y="63"/>
                </a:lnTo>
                <a:lnTo>
                  <a:pt x="39" y="61"/>
                </a:lnTo>
                <a:lnTo>
                  <a:pt x="42" y="67"/>
                </a:lnTo>
                <a:moveTo>
                  <a:pt x="34" y="70"/>
                </a:moveTo>
                <a:lnTo>
                  <a:pt x="28" y="72"/>
                </a:lnTo>
                <a:lnTo>
                  <a:pt x="25" y="66"/>
                </a:lnTo>
                <a:lnTo>
                  <a:pt x="32" y="63"/>
                </a:lnTo>
                <a:lnTo>
                  <a:pt x="34" y="70"/>
                </a:lnTo>
                <a:moveTo>
                  <a:pt x="28" y="72"/>
                </a:moveTo>
                <a:lnTo>
                  <a:pt x="21" y="75"/>
                </a:lnTo>
                <a:lnTo>
                  <a:pt x="19" y="68"/>
                </a:lnTo>
                <a:lnTo>
                  <a:pt x="25" y="66"/>
                </a:lnTo>
                <a:lnTo>
                  <a:pt x="28" y="72"/>
                </a:lnTo>
                <a:moveTo>
                  <a:pt x="21" y="75"/>
                </a:moveTo>
                <a:lnTo>
                  <a:pt x="14" y="77"/>
                </a:lnTo>
                <a:lnTo>
                  <a:pt x="12" y="71"/>
                </a:lnTo>
                <a:lnTo>
                  <a:pt x="19" y="68"/>
                </a:lnTo>
                <a:lnTo>
                  <a:pt x="21" y="75"/>
                </a:lnTo>
                <a:moveTo>
                  <a:pt x="14" y="77"/>
                </a:moveTo>
                <a:lnTo>
                  <a:pt x="8" y="80"/>
                </a:lnTo>
                <a:lnTo>
                  <a:pt x="5" y="73"/>
                </a:lnTo>
                <a:lnTo>
                  <a:pt x="12" y="71"/>
                </a:lnTo>
                <a:lnTo>
                  <a:pt x="14" y="77"/>
                </a:lnTo>
                <a:moveTo>
                  <a:pt x="8" y="80"/>
                </a:moveTo>
                <a:lnTo>
                  <a:pt x="0" y="82"/>
                </a:lnTo>
                <a:lnTo>
                  <a:pt x="1" y="72"/>
                </a:lnTo>
                <a:lnTo>
                  <a:pt x="8" y="73"/>
                </a:lnTo>
                <a:lnTo>
                  <a:pt x="8" y="78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80"/>
                </a:lnTo>
                <a:moveTo>
                  <a:pt x="1" y="72"/>
                </a:moveTo>
                <a:lnTo>
                  <a:pt x="2" y="65"/>
                </a:lnTo>
                <a:lnTo>
                  <a:pt x="9" y="66"/>
                </a:lnTo>
                <a:lnTo>
                  <a:pt x="8" y="73"/>
                </a:lnTo>
                <a:lnTo>
                  <a:pt x="1" y="72"/>
                </a:lnTo>
                <a:moveTo>
                  <a:pt x="2" y="65"/>
                </a:moveTo>
                <a:lnTo>
                  <a:pt x="3" y="58"/>
                </a:lnTo>
                <a:lnTo>
                  <a:pt x="10" y="59"/>
                </a:lnTo>
                <a:lnTo>
                  <a:pt x="9" y="66"/>
                </a:lnTo>
                <a:lnTo>
                  <a:pt x="2" y="65"/>
                </a:lnTo>
                <a:moveTo>
                  <a:pt x="3" y="58"/>
                </a:moveTo>
                <a:lnTo>
                  <a:pt x="4" y="50"/>
                </a:lnTo>
                <a:lnTo>
                  <a:pt x="11" y="52"/>
                </a:lnTo>
                <a:lnTo>
                  <a:pt x="10" y="59"/>
                </a:lnTo>
                <a:lnTo>
                  <a:pt x="3" y="58"/>
                </a:lnTo>
                <a:moveTo>
                  <a:pt x="4" y="50"/>
                </a:moveTo>
                <a:lnTo>
                  <a:pt x="4" y="43"/>
                </a:lnTo>
                <a:lnTo>
                  <a:pt x="11" y="44"/>
                </a:lnTo>
                <a:lnTo>
                  <a:pt x="11" y="52"/>
                </a:lnTo>
                <a:lnTo>
                  <a:pt x="4" y="50"/>
                </a:lnTo>
                <a:moveTo>
                  <a:pt x="4" y="43"/>
                </a:moveTo>
                <a:lnTo>
                  <a:pt x="5" y="36"/>
                </a:lnTo>
                <a:lnTo>
                  <a:pt x="12" y="37"/>
                </a:lnTo>
                <a:lnTo>
                  <a:pt x="11" y="44"/>
                </a:lnTo>
                <a:lnTo>
                  <a:pt x="4" y="43"/>
                </a:lnTo>
                <a:moveTo>
                  <a:pt x="5" y="36"/>
                </a:moveTo>
                <a:lnTo>
                  <a:pt x="6" y="29"/>
                </a:lnTo>
                <a:lnTo>
                  <a:pt x="13" y="30"/>
                </a:lnTo>
                <a:lnTo>
                  <a:pt x="12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4" y="23"/>
                </a:lnTo>
                <a:lnTo>
                  <a:pt x="13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5" y="16"/>
                </a:lnTo>
                <a:lnTo>
                  <a:pt x="14" y="23"/>
                </a:lnTo>
                <a:lnTo>
                  <a:pt x="7" y="22"/>
                </a:lnTo>
                <a:moveTo>
                  <a:pt x="8" y="15"/>
                </a:moveTo>
                <a:lnTo>
                  <a:pt x="8" y="8"/>
                </a:lnTo>
                <a:lnTo>
                  <a:pt x="15" y="9"/>
                </a:lnTo>
                <a:lnTo>
                  <a:pt x="15" y="16"/>
                </a:lnTo>
                <a:lnTo>
                  <a:pt x="8" y="15"/>
                </a:lnTo>
                <a:moveTo>
                  <a:pt x="8" y="8"/>
                </a:moveTo>
                <a:lnTo>
                  <a:pt x="9" y="0"/>
                </a:lnTo>
                <a:lnTo>
                  <a:pt x="20" y="7"/>
                </a:lnTo>
                <a:lnTo>
                  <a:pt x="16" y="13"/>
                </a:lnTo>
                <a:lnTo>
                  <a:pt x="10" y="9"/>
                </a:lnTo>
                <a:lnTo>
                  <a:pt x="12" y="6"/>
                </a:lnTo>
                <a:lnTo>
                  <a:pt x="16" y="6"/>
                </a:lnTo>
                <a:lnTo>
                  <a:pt x="15" y="9"/>
                </a:lnTo>
                <a:lnTo>
                  <a:pt x="8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2980440" y="1969200"/>
            <a:ext cx="880200" cy="321480"/>
          </a:xfrm>
          <a:custGeom>
            <a:avLst/>
            <a:gdLst/>
            <a:ahLst/>
            <a:rect l="0" t="0" r="r" b="b"/>
            <a:pathLst>
              <a:path fill="none" w="2445" h="893">
                <a:moveTo>
                  <a:pt x="0" y="893"/>
                </a:moveTo>
                <a:lnTo>
                  <a:pt x="245" y="731"/>
                </a:lnTo>
                <a:cubicBezTo>
                  <a:pt x="492" y="570"/>
                  <a:pt x="982" y="246"/>
                  <a:pt x="1389" y="104"/>
                </a:cubicBezTo>
                <a:cubicBezTo>
                  <a:pt x="1797" y="-38"/>
                  <a:pt x="2121" y="0"/>
                  <a:pt x="2283" y="19"/>
                </a:cubicBezTo>
                <a:lnTo>
                  <a:pt x="2445" y="37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3846240" y="196848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5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3844800" y="1966320"/>
            <a:ext cx="31320" cy="29880"/>
          </a:xfrm>
          <a:custGeom>
            <a:avLst/>
            <a:gdLst/>
            <a:ahLst/>
            <a:rect l="0" t="0" r="r" b="b"/>
            <a:pathLst>
              <a:path w="87" h="83">
                <a:moveTo>
                  <a:pt x="20" y="8"/>
                </a:moveTo>
                <a:lnTo>
                  <a:pt x="26" y="12"/>
                </a:lnTo>
                <a:lnTo>
                  <a:pt x="22" y="18"/>
                </a:lnTo>
                <a:lnTo>
                  <a:pt x="16" y="14"/>
                </a:lnTo>
                <a:lnTo>
                  <a:pt x="20" y="8"/>
                </a:lnTo>
                <a:moveTo>
                  <a:pt x="26" y="12"/>
                </a:moveTo>
                <a:lnTo>
                  <a:pt x="33" y="16"/>
                </a:lnTo>
                <a:lnTo>
                  <a:pt x="29" y="22"/>
                </a:lnTo>
                <a:lnTo>
                  <a:pt x="22" y="18"/>
                </a:lnTo>
                <a:lnTo>
                  <a:pt x="26" y="12"/>
                </a:lnTo>
                <a:moveTo>
                  <a:pt x="33" y="16"/>
                </a:moveTo>
                <a:lnTo>
                  <a:pt x="39" y="20"/>
                </a:lnTo>
                <a:lnTo>
                  <a:pt x="35" y="26"/>
                </a:lnTo>
                <a:lnTo>
                  <a:pt x="29" y="22"/>
                </a:lnTo>
                <a:lnTo>
                  <a:pt x="33" y="16"/>
                </a:lnTo>
                <a:moveTo>
                  <a:pt x="39" y="20"/>
                </a:moveTo>
                <a:lnTo>
                  <a:pt x="45" y="24"/>
                </a:lnTo>
                <a:lnTo>
                  <a:pt x="41" y="30"/>
                </a:lnTo>
                <a:lnTo>
                  <a:pt x="35" y="26"/>
                </a:lnTo>
                <a:lnTo>
                  <a:pt x="39" y="20"/>
                </a:lnTo>
                <a:moveTo>
                  <a:pt x="45" y="24"/>
                </a:moveTo>
                <a:lnTo>
                  <a:pt x="51" y="28"/>
                </a:lnTo>
                <a:lnTo>
                  <a:pt x="47" y="33"/>
                </a:lnTo>
                <a:lnTo>
                  <a:pt x="41" y="30"/>
                </a:lnTo>
                <a:lnTo>
                  <a:pt x="45" y="24"/>
                </a:lnTo>
                <a:moveTo>
                  <a:pt x="51" y="28"/>
                </a:moveTo>
                <a:lnTo>
                  <a:pt x="56" y="31"/>
                </a:lnTo>
                <a:lnTo>
                  <a:pt x="53" y="37"/>
                </a:lnTo>
                <a:lnTo>
                  <a:pt x="47" y="33"/>
                </a:lnTo>
                <a:lnTo>
                  <a:pt x="51" y="28"/>
                </a:lnTo>
                <a:moveTo>
                  <a:pt x="56" y="31"/>
                </a:moveTo>
                <a:lnTo>
                  <a:pt x="62" y="35"/>
                </a:lnTo>
                <a:lnTo>
                  <a:pt x="58" y="41"/>
                </a:lnTo>
                <a:lnTo>
                  <a:pt x="53" y="37"/>
                </a:lnTo>
                <a:lnTo>
                  <a:pt x="56" y="31"/>
                </a:lnTo>
                <a:moveTo>
                  <a:pt x="62" y="35"/>
                </a:moveTo>
                <a:lnTo>
                  <a:pt x="68" y="39"/>
                </a:lnTo>
                <a:lnTo>
                  <a:pt x="64" y="45"/>
                </a:lnTo>
                <a:lnTo>
                  <a:pt x="58" y="41"/>
                </a:lnTo>
                <a:lnTo>
                  <a:pt x="62" y="35"/>
                </a:lnTo>
                <a:moveTo>
                  <a:pt x="68" y="39"/>
                </a:moveTo>
                <a:lnTo>
                  <a:pt x="74" y="43"/>
                </a:lnTo>
                <a:lnTo>
                  <a:pt x="70" y="49"/>
                </a:lnTo>
                <a:lnTo>
                  <a:pt x="64" y="45"/>
                </a:lnTo>
                <a:lnTo>
                  <a:pt x="68" y="39"/>
                </a:lnTo>
                <a:moveTo>
                  <a:pt x="74" y="43"/>
                </a:moveTo>
                <a:lnTo>
                  <a:pt x="80" y="47"/>
                </a:lnTo>
                <a:lnTo>
                  <a:pt x="76" y="53"/>
                </a:lnTo>
                <a:lnTo>
                  <a:pt x="70" y="49"/>
                </a:lnTo>
                <a:lnTo>
                  <a:pt x="74" y="43"/>
                </a:lnTo>
                <a:moveTo>
                  <a:pt x="80" y="47"/>
                </a:moveTo>
                <a:lnTo>
                  <a:pt x="87" y="52"/>
                </a:lnTo>
                <a:lnTo>
                  <a:pt x="75" y="56"/>
                </a:lnTo>
                <a:lnTo>
                  <a:pt x="73" y="49"/>
                </a:lnTo>
                <a:lnTo>
                  <a:pt x="78" y="47"/>
                </a:lnTo>
                <a:lnTo>
                  <a:pt x="79" y="51"/>
                </a:lnTo>
                <a:lnTo>
                  <a:pt x="77" y="54"/>
                </a:lnTo>
                <a:lnTo>
                  <a:pt x="76" y="53"/>
                </a:lnTo>
                <a:lnTo>
                  <a:pt x="80" y="47"/>
                </a:lnTo>
                <a:moveTo>
                  <a:pt x="75" y="56"/>
                </a:moveTo>
                <a:lnTo>
                  <a:pt x="68" y="58"/>
                </a:lnTo>
                <a:lnTo>
                  <a:pt x="66" y="52"/>
                </a:lnTo>
                <a:lnTo>
                  <a:pt x="73" y="49"/>
                </a:lnTo>
                <a:lnTo>
                  <a:pt x="75" y="56"/>
                </a:lnTo>
                <a:moveTo>
                  <a:pt x="68" y="58"/>
                </a:moveTo>
                <a:lnTo>
                  <a:pt x="62" y="61"/>
                </a:lnTo>
                <a:lnTo>
                  <a:pt x="59" y="54"/>
                </a:lnTo>
                <a:lnTo>
                  <a:pt x="66" y="52"/>
                </a:lnTo>
                <a:lnTo>
                  <a:pt x="68" y="58"/>
                </a:lnTo>
                <a:moveTo>
                  <a:pt x="62" y="61"/>
                </a:moveTo>
                <a:lnTo>
                  <a:pt x="55" y="63"/>
                </a:lnTo>
                <a:lnTo>
                  <a:pt x="53" y="56"/>
                </a:lnTo>
                <a:lnTo>
                  <a:pt x="59" y="54"/>
                </a:lnTo>
                <a:lnTo>
                  <a:pt x="62" y="61"/>
                </a:lnTo>
                <a:moveTo>
                  <a:pt x="55" y="63"/>
                </a:moveTo>
                <a:lnTo>
                  <a:pt x="48" y="65"/>
                </a:lnTo>
                <a:lnTo>
                  <a:pt x="46" y="59"/>
                </a:lnTo>
                <a:lnTo>
                  <a:pt x="53" y="56"/>
                </a:lnTo>
                <a:lnTo>
                  <a:pt x="55" y="63"/>
                </a:lnTo>
                <a:moveTo>
                  <a:pt x="48" y="65"/>
                </a:moveTo>
                <a:lnTo>
                  <a:pt x="42" y="68"/>
                </a:lnTo>
                <a:lnTo>
                  <a:pt x="39" y="61"/>
                </a:lnTo>
                <a:lnTo>
                  <a:pt x="46" y="59"/>
                </a:lnTo>
                <a:lnTo>
                  <a:pt x="48" y="65"/>
                </a:lnTo>
                <a:moveTo>
                  <a:pt x="42" y="68"/>
                </a:moveTo>
                <a:lnTo>
                  <a:pt x="35" y="70"/>
                </a:lnTo>
                <a:lnTo>
                  <a:pt x="33" y="64"/>
                </a:lnTo>
                <a:lnTo>
                  <a:pt x="39" y="61"/>
                </a:lnTo>
                <a:lnTo>
                  <a:pt x="42" y="68"/>
                </a:lnTo>
                <a:moveTo>
                  <a:pt x="35" y="70"/>
                </a:moveTo>
                <a:lnTo>
                  <a:pt x="28" y="73"/>
                </a:lnTo>
                <a:lnTo>
                  <a:pt x="25" y="66"/>
                </a:lnTo>
                <a:lnTo>
                  <a:pt x="33" y="64"/>
                </a:lnTo>
                <a:lnTo>
                  <a:pt x="35" y="70"/>
                </a:lnTo>
                <a:moveTo>
                  <a:pt x="28" y="73"/>
                </a:moveTo>
                <a:lnTo>
                  <a:pt x="21" y="75"/>
                </a:lnTo>
                <a:lnTo>
                  <a:pt x="18" y="68"/>
                </a:lnTo>
                <a:lnTo>
                  <a:pt x="25" y="66"/>
                </a:lnTo>
                <a:lnTo>
                  <a:pt x="28" y="73"/>
                </a:lnTo>
                <a:moveTo>
                  <a:pt x="21" y="75"/>
                </a:moveTo>
                <a:lnTo>
                  <a:pt x="14" y="78"/>
                </a:lnTo>
                <a:lnTo>
                  <a:pt x="12" y="71"/>
                </a:lnTo>
                <a:lnTo>
                  <a:pt x="18" y="68"/>
                </a:lnTo>
                <a:lnTo>
                  <a:pt x="21" y="75"/>
                </a:lnTo>
                <a:moveTo>
                  <a:pt x="14" y="78"/>
                </a:moveTo>
                <a:lnTo>
                  <a:pt x="8" y="80"/>
                </a:lnTo>
                <a:lnTo>
                  <a:pt x="5" y="73"/>
                </a:lnTo>
                <a:lnTo>
                  <a:pt x="12" y="71"/>
                </a:lnTo>
                <a:lnTo>
                  <a:pt x="14" y="78"/>
                </a:lnTo>
                <a:moveTo>
                  <a:pt x="8" y="80"/>
                </a:moveTo>
                <a:lnTo>
                  <a:pt x="0" y="83"/>
                </a:lnTo>
                <a:lnTo>
                  <a:pt x="1" y="73"/>
                </a:lnTo>
                <a:lnTo>
                  <a:pt x="8" y="73"/>
                </a:lnTo>
                <a:lnTo>
                  <a:pt x="7" y="78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80"/>
                </a:lnTo>
                <a:moveTo>
                  <a:pt x="1" y="73"/>
                </a:moveTo>
                <a:lnTo>
                  <a:pt x="2" y="66"/>
                </a:lnTo>
                <a:lnTo>
                  <a:pt x="9" y="66"/>
                </a:lnTo>
                <a:lnTo>
                  <a:pt x="8" y="73"/>
                </a:lnTo>
                <a:lnTo>
                  <a:pt x="1" y="73"/>
                </a:lnTo>
                <a:moveTo>
                  <a:pt x="2" y="66"/>
                </a:moveTo>
                <a:lnTo>
                  <a:pt x="3" y="59"/>
                </a:lnTo>
                <a:lnTo>
                  <a:pt x="10" y="59"/>
                </a:lnTo>
                <a:lnTo>
                  <a:pt x="9" y="66"/>
                </a:lnTo>
                <a:lnTo>
                  <a:pt x="2" y="66"/>
                </a:lnTo>
                <a:moveTo>
                  <a:pt x="3" y="59"/>
                </a:moveTo>
                <a:lnTo>
                  <a:pt x="3" y="52"/>
                </a:lnTo>
                <a:lnTo>
                  <a:pt x="10" y="52"/>
                </a:lnTo>
                <a:lnTo>
                  <a:pt x="10" y="59"/>
                </a:lnTo>
                <a:lnTo>
                  <a:pt x="3" y="59"/>
                </a:lnTo>
                <a:moveTo>
                  <a:pt x="3" y="52"/>
                </a:moveTo>
                <a:lnTo>
                  <a:pt x="4" y="45"/>
                </a:lnTo>
                <a:lnTo>
                  <a:pt x="11" y="45"/>
                </a:lnTo>
                <a:lnTo>
                  <a:pt x="10" y="52"/>
                </a:lnTo>
                <a:lnTo>
                  <a:pt x="3" y="52"/>
                </a:lnTo>
                <a:moveTo>
                  <a:pt x="4" y="45"/>
                </a:moveTo>
                <a:lnTo>
                  <a:pt x="5" y="37"/>
                </a:lnTo>
                <a:lnTo>
                  <a:pt x="12" y="38"/>
                </a:lnTo>
                <a:lnTo>
                  <a:pt x="11" y="45"/>
                </a:lnTo>
                <a:lnTo>
                  <a:pt x="4" y="45"/>
                </a:lnTo>
                <a:moveTo>
                  <a:pt x="5" y="37"/>
                </a:moveTo>
                <a:lnTo>
                  <a:pt x="6" y="30"/>
                </a:lnTo>
                <a:lnTo>
                  <a:pt x="13" y="31"/>
                </a:lnTo>
                <a:lnTo>
                  <a:pt x="12" y="38"/>
                </a:lnTo>
                <a:lnTo>
                  <a:pt x="5" y="37"/>
                </a:lnTo>
                <a:moveTo>
                  <a:pt x="6" y="30"/>
                </a:moveTo>
                <a:lnTo>
                  <a:pt x="7" y="23"/>
                </a:lnTo>
                <a:lnTo>
                  <a:pt x="14" y="24"/>
                </a:lnTo>
                <a:lnTo>
                  <a:pt x="13" y="31"/>
                </a:lnTo>
                <a:lnTo>
                  <a:pt x="6" y="30"/>
                </a:lnTo>
                <a:moveTo>
                  <a:pt x="7" y="23"/>
                </a:moveTo>
                <a:lnTo>
                  <a:pt x="8" y="16"/>
                </a:lnTo>
                <a:lnTo>
                  <a:pt x="15" y="17"/>
                </a:lnTo>
                <a:lnTo>
                  <a:pt x="14" y="24"/>
                </a:lnTo>
                <a:lnTo>
                  <a:pt x="7" y="23"/>
                </a:lnTo>
                <a:moveTo>
                  <a:pt x="8" y="16"/>
                </a:moveTo>
                <a:lnTo>
                  <a:pt x="8" y="9"/>
                </a:lnTo>
                <a:lnTo>
                  <a:pt x="15" y="10"/>
                </a:lnTo>
                <a:lnTo>
                  <a:pt x="15" y="17"/>
                </a:lnTo>
                <a:lnTo>
                  <a:pt x="8" y="16"/>
                </a:lnTo>
                <a:moveTo>
                  <a:pt x="8" y="9"/>
                </a:moveTo>
                <a:lnTo>
                  <a:pt x="9" y="0"/>
                </a:lnTo>
                <a:lnTo>
                  <a:pt x="20" y="8"/>
                </a:lnTo>
                <a:lnTo>
                  <a:pt x="16" y="14"/>
                </a:lnTo>
                <a:lnTo>
                  <a:pt x="10" y="10"/>
                </a:lnTo>
                <a:lnTo>
                  <a:pt x="12" y="7"/>
                </a:lnTo>
                <a:lnTo>
                  <a:pt x="16" y="8"/>
                </a:lnTo>
                <a:lnTo>
                  <a:pt x="15" y="10"/>
                </a:lnTo>
                <a:lnTo>
                  <a:pt x="8" y="9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3084840" y="2039040"/>
            <a:ext cx="788400" cy="246240"/>
          </a:xfrm>
          <a:custGeom>
            <a:avLst/>
            <a:gdLst/>
            <a:ahLst/>
            <a:rect l="0" t="0" r="r" b="b"/>
            <a:pathLst>
              <a:path fill="none" w="2190" h="684">
                <a:moveTo>
                  <a:pt x="2190" y="0"/>
                </a:moveTo>
                <a:lnTo>
                  <a:pt x="2022" y="20"/>
                </a:lnTo>
                <a:cubicBezTo>
                  <a:pt x="1854" y="39"/>
                  <a:pt x="1518" y="79"/>
                  <a:pt x="1153" y="194"/>
                </a:cubicBezTo>
                <a:cubicBezTo>
                  <a:pt x="788" y="307"/>
                  <a:pt x="394" y="495"/>
                  <a:pt x="197" y="590"/>
                </a:cubicBezTo>
                <a:lnTo>
                  <a:pt x="0" y="684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3073320" y="2268000"/>
            <a:ext cx="28800" cy="23040"/>
          </a:xfrm>
          <a:custGeom>
            <a:avLst/>
            <a:gdLst/>
            <a:ahLst/>
            <a:rect l="0" t="0" r="r" b="b"/>
            <a:pathLst>
              <a:path w="80" h="64">
                <a:moveTo>
                  <a:pt x="80" y="64"/>
                </a:moveTo>
                <a:lnTo>
                  <a:pt x="0" y="63"/>
                </a:lnTo>
                <a:lnTo>
                  <a:pt x="50" y="0"/>
                </a:lnTo>
                <a:lnTo>
                  <a:pt x="80" y="6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3070800" y="2265480"/>
            <a:ext cx="33480" cy="27000"/>
          </a:xfrm>
          <a:custGeom>
            <a:avLst/>
            <a:gdLst/>
            <a:ahLst/>
            <a:rect l="0" t="0" r="r" b="b"/>
            <a:pathLst>
              <a:path w="93" h="75">
                <a:moveTo>
                  <a:pt x="80" y="75"/>
                </a:moveTo>
                <a:lnTo>
                  <a:pt x="73" y="75"/>
                </a:lnTo>
                <a:lnTo>
                  <a:pt x="73" y="67"/>
                </a:lnTo>
                <a:lnTo>
                  <a:pt x="80" y="68"/>
                </a:lnTo>
                <a:lnTo>
                  <a:pt x="80" y="75"/>
                </a:lnTo>
                <a:moveTo>
                  <a:pt x="73" y="75"/>
                </a:moveTo>
                <a:lnTo>
                  <a:pt x="65" y="74"/>
                </a:lnTo>
                <a:lnTo>
                  <a:pt x="65" y="67"/>
                </a:lnTo>
                <a:lnTo>
                  <a:pt x="73" y="67"/>
                </a:lnTo>
                <a:lnTo>
                  <a:pt x="73" y="75"/>
                </a:lnTo>
                <a:moveTo>
                  <a:pt x="65" y="74"/>
                </a:moveTo>
                <a:lnTo>
                  <a:pt x="58" y="74"/>
                </a:lnTo>
                <a:lnTo>
                  <a:pt x="58" y="67"/>
                </a:lnTo>
                <a:lnTo>
                  <a:pt x="65" y="67"/>
                </a:lnTo>
                <a:lnTo>
                  <a:pt x="65" y="74"/>
                </a:lnTo>
                <a:moveTo>
                  <a:pt x="58" y="74"/>
                </a:moveTo>
                <a:lnTo>
                  <a:pt x="51" y="74"/>
                </a:lnTo>
                <a:lnTo>
                  <a:pt x="51" y="67"/>
                </a:lnTo>
                <a:lnTo>
                  <a:pt x="58" y="67"/>
                </a:lnTo>
                <a:lnTo>
                  <a:pt x="58" y="74"/>
                </a:lnTo>
                <a:moveTo>
                  <a:pt x="51" y="74"/>
                </a:moveTo>
                <a:lnTo>
                  <a:pt x="44" y="74"/>
                </a:lnTo>
                <a:lnTo>
                  <a:pt x="44" y="67"/>
                </a:lnTo>
                <a:lnTo>
                  <a:pt x="51" y="67"/>
                </a:lnTo>
                <a:lnTo>
                  <a:pt x="51" y="74"/>
                </a:lnTo>
                <a:moveTo>
                  <a:pt x="44" y="74"/>
                </a:moveTo>
                <a:lnTo>
                  <a:pt x="37" y="74"/>
                </a:lnTo>
                <a:lnTo>
                  <a:pt x="37" y="67"/>
                </a:lnTo>
                <a:lnTo>
                  <a:pt x="44" y="67"/>
                </a:lnTo>
                <a:lnTo>
                  <a:pt x="44" y="74"/>
                </a:lnTo>
                <a:moveTo>
                  <a:pt x="37" y="74"/>
                </a:moveTo>
                <a:lnTo>
                  <a:pt x="30" y="74"/>
                </a:lnTo>
                <a:lnTo>
                  <a:pt x="30" y="67"/>
                </a:lnTo>
                <a:lnTo>
                  <a:pt x="37" y="67"/>
                </a:lnTo>
                <a:lnTo>
                  <a:pt x="37" y="74"/>
                </a:lnTo>
                <a:moveTo>
                  <a:pt x="30" y="74"/>
                </a:moveTo>
                <a:lnTo>
                  <a:pt x="23" y="74"/>
                </a:lnTo>
                <a:lnTo>
                  <a:pt x="23" y="67"/>
                </a:lnTo>
                <a:lnTo>
                  <a:pt x="30" y="67"/>
                </a:lnTo>
                <a:lnTo>
                  <a:pt x="30" y="74"/>
                </a:lnTo>
                <a:moveTo>
                  <a:pt x="23" y="74"/>
                </a:moveTo>
                <a:lnTo>
                  <a:pt x="16" y="74"/>
                </a:lnTo>
                <a:lnTo>
                  <a:pt x="16" y="66"/>
                </a:lnTo>
                <a:lnTo>
                  <a:pt x="23" y="67"/>
                </a:lnTo>
                <a:lnTo>
                  <a:pt x="23" y="74"/>
                </a:lnTo>
                <a:moveTo>
                  <a:pt x="16" y="74"/>
                </a:moveTo>
                <a:lnTo>
                  <a:pt x="8" y="73"/>
                </a:lnTo>
                <a:lnTo>
                  <a:pt x="9" y="66"/>
                </a:lnTo>
                <a:lnTo>
                  <a:pt x="16" y="66"/>
                </a:lnTo>
                <a:lnTo>
                  <a:pt x="16" y="74"/>
                </a:lnTo>
                <a:moveTo>
                  <a:pt x="8" y="73"/>
                </a:moveTo>
                <a:lnTo>
                  <a:pt x="0" y="73"/>
                </a:lnTo>
                <a:lnTo>
                  <a:pt x="8" y="63"/>
                </a:lnTo>
                <a:lnTo>
                  <a:pt x="14" y="67"/>
                </a:lnTo>
                <a:lnTo>
                  <a:pt x="10" y="72"/>
                </a:lnTo>
                <a:lnTo>
                  <a:pt x="7" y="70"/>
                </a:lnTo>
                <a:lnTo>
                  <a:pt x="7" y="66"/>
                </a:lnTo>
                <a:lnTo>
                  <a:pt x="9" y="66"/>
                </a:lnTo>
                <a:lnTo>
                  <a:pt x="8" y="73"/>
                </a:lnTo>
                <a:moveTo>
                  <a:pt x="8" y="63"/>
                </a:moveTo>
                <a:lnTo>
                  <a:pt x="12" y="58"/>
                </a:lnTo>
                <a:lnTo>
                  <a:pt x="18" y="62"/>
                </a:lnTo>
                <a:lnTo>
                  <a:pt x="14" y="67"/>
                </a:lnTo>
                <a:lnTo>
                  <a:pt x="8" y="63"/>
                </a:lnTo>
                <a:moveTo>
                  <a:pt x="12" y="58"/>
                </a:moveTo>
                <a:lnTo>
                  <a:pt x="17" y="52"/>
                </a:lnTo>
                <a:lnTo>
                  <a:pt x="22" y="56"/>
                </a:lnTo>
                <a:lnTo>
                  <a:pt x="18" y="62"/>
                </a:lnTo>
                <a:lnTo>
                  <a:pt x="12" y="58"/>
                </a:lnTo>
                <a:moveTo>
                  <a:pt x="17" y="52"/>
                </a:moveTo>
                <a:lnTo>
                  <a:pt x="21" y="46"/>
                </a:lnTo>
                <a:lnTo>
                  <a:pt x="27" y="51"/>
                </a:lnTo>
                <a:lnTo>
                  <a:pt x="22" y="56"/>
                </a:lnTo>
                <a:lnTo>
                  <a:pt x="17" y="52"/>
                </a:lnTo>
                <a:moveTo>
                  <a:pt x="21" y="46"/>
                </a:moveTo>
                <a:lnTo>
                  <a:pt x="25" y="41"/>
                </a:lnTo>
                <a:lnTo>
                  <a:pt x="31" y="45"/>
                </a:lnTo>
                <a:lnTo>
                  <a:pt x="27" y="51"/>
                </a:lnTo>
                <a:lnTo>
                  <a:pt x="21" y="46"/>
                </a:lnTo>
                <a:moveTo>
                  <a:pt x="25" y="41"/>
                </a:moveTo>
                <a:lnTo>
                  <a:pt x="30" y="35"/>
                </a:lnTo>
                <a:lnTo>
                  <a:pt x="35" y="40"/>
                </a:lnTo>
                <a:lnTo>
                  <a:pt x="31" y="45"/>
                </a:lnTo>
                <a:lnTo>
                  <a:pt x="25" y="41"/>
                </a:lnTo>
                <a:moveTo>
                  <a:pt x="30" y="35"/>
                </a:moveTo>
                <a:lnTo>
                  <a:pt x="34" y="29"/>
                </a:lnTo>
                <a:lnTo>
                  <a:pt x="40" y="33"/>
                </a:lnTo>
                <a:lnTo>
                  <a:pt x="35" y="40"/>
                </a:lnTo>
                <a:lnTo>
                  <a:pt x="30" y="35"/>
                </a:lnTo>
                <a:moveTo>
                  <a:pt x="34" y="29"/>
                </a:moveTo>
                <a:lnTo>
                  <a:pt x="38" y="23"/>
                </a:lnTo>
                <a:lnTo>
                  <a:pt x="44" y="27"/>
                </a:lnTo>
                <a:lnTo>
                  <a:pt x="40" y="33"/>
                </a:lnTo>
                <a:lnTo>
                  <a:pt x="34" y="29"/>
                </a:lnTo>
                <a:moveTo>
                  <a:pt x="38" y="23"/>
                </a:moveTo>
                <a:lnTo>
                  <a:pt x="43" y="18"/>
                </a:lnTo>
                <a:lnTo>
                  <a:pt x="48" y="22"/>
                </a:lnTo>
                <a:lnTo>
                  <a:pt x="44" y="27"/>
                </a:lnTo>
                <a:lnTo>
                  <a:pt x="38" y="23"/>
                </a:lnTo>
                <a:moveTo>
                  <a:pt x="43" y="18"/>
                </a:moveTo>
                <a:lnTo>
                  <a:pt x="47" y="12"/>
                </a:lnTo>
                <a:lnTo>
                  <a:pt x="53" y="16"/>
                </a:lnTo>
                <a:lnTo>
                  <a:pt x="48" y="22"/>
                </a:lnTo>
                <a:lnTo>
                  <a:pt x="43" y="18"/>
                </a:lnTo>
                <a:moveTo>
                  <a:pt x="47" y="12"/>
                </a:moveTo>
                <a:lnTo>
                  <a:pt x="51" y="6"/>
                </a:lnTo>
                <a:lnTo>
                  <a:pt x="57" y="11"/>
                </a:lnTo>
                <a:lnTo>
                  <a:pt x="53" y="16"/>
                </a:lnTo>
                <a:lnTo>
                  <a:pt x="47" y="12"/>
                </a:lnTo>
                <a:moveTo>
                  <a:pt x="51" y="6"/>
                </a:moveTo>
                <a:lnTo>
                  <a:pt x="56" y="0"/>
                </a:lnTo>
                <a:lnTo>
                  <a:pt x="61" y="9"/>
                </a:lnTo>
                <a:lnTo>
                  <a:pt x="55" y="12"/>
                </a:lnTo>
                <a:lnTo>
                  <a:pt x="53" y="8"/>
                </a:lnTo>
                <a:lnTo>
                  <a:pt x="56" y="7"/>
                </a:lnTo>
                <a:lnTo>
                  <a:pt x="59" y="9"/>
                </a:lnTo>
                <a:lnTo>
                  <a:pt x="57" y="11"/>
                </a:lnTo>
                <a:lnTo>
                  <a:pt x="51" y="6"/>
                </a:lnTo>
                <a:moveTo>
                  <a:pt x="61" y="9"/>
                </a:moveTo>
                <a:lnTo>
                  <a:pt x="64" y="15"/>
                </a:lnTo>
                <a:lnTo>
                  <a:pt x="58" y="19"/>
                </a:lnTo>
                <a:lnTo>
                  <a:pt x="55" y="12"/>
                </a:lnTo>
                <a:lnTo>
                  <a:pt x="61" y="9"/>
                </a:lnTo>
                <a:moveTo>
                  <a:pt x="64" y="15"/>
                </a:moveTo>
                <a:lnTo>
                  <a:pt x="67" y="22"/>
                </a:lnTo>
                <a:lnTo>
                  <a:pt x="61" y="25"/>
                </a:lnTo>
                <a:lnTo>
                  <a:pt x="58" y="19"/>
                </a:lnTo>
                <a:lnTo>
                  <a:pt x="64" y="15"/>
                </a:lnTo>
                <a:moveTo>
                  <a:pt x="67" y="22"/>
                </a:moveTo>
                <a:lnTo>
                  <a:pt x="71" y="28"/>
                </a:lnTo>
                <a:lnTo>
                  <a:pt x="64" y="31"/>
                </a:lnTo>
                <a:lnTo>
                  <a:pt x="61" y="25"/>
                </a:lnTo>
                <a:lnTo>
                  <a:pt x="67" y="22"/>
                </a:lnTo>
                <a:moveTo>
                  <a:pt x="71" y="28"/>
                </a:moveTo>
                <a:lnTo>
                  <a:pt x="74" y="36"/>
                </a:lnTo>
                <a:lnTo>
                  <a:pt x="67" y="39"/>
                </a:lnTo>
                <a:lnTo>
                  <a:pt x="64" y="31"/>
                </a:lnTo>
                <a:lnTo>
                  <a:pt x="71" y="28"/>
                </a:lnTo>
                <a:moveTo>
                  <a:pt x="74" y="36"/>
                </a:moveTo>
                <a:lnTo>
                  <a:pt x="77" y="42"/>
                </a:lnTo>
                <a:lnTo>
                  <a:pt x="71" y="45"/>
                </a:lnTo>
                <a:lnTo>
                  <a:pt x="67" y="39"/>
                </a:lnTo>
                <a:lnTo>
                  <a:pt x="74" y="36"/>
                </a:lnTo>
                <a:moveTo>
                  <a:pt x="77" y="42"/>
                </a:moveTo>
                <a:lnTo>
                  <a:pt x="80" y="48"/>
                </a:lnTo>
                <a:lnTo>
                  <a:pt x="74" y="51"/>
                </a:lnTo>
                <a:lnTo>
                  <a:pt x="71" y="45"/>
                </a:lnTo>
                <a:lnTo>
                  <a:pt x="77" y="42"/>
                </a:lnTo>
                <a:moveTo>
                  <a:pt x="80" y="48"/>
                </a:moveTo>
                <a:lnTo>
                  <a:pt x="83" y="55"/>
                </a:lnTo>
                <a:lnTo>
                  <a:pt x="77" y="58"/>
                </a:lnTo>
                <a:lnTo>
                  <a:pt x="74" y="51"/>
                </a:lnTo>
                <a:lnTo>
                  <a:pt x="80" y="48"/>
                </a:lnTo>
                <a:moveTo>
                  <a:pt x="83" y="55"/>
                </a:moveTo>
                <a:lnTo>
                  <a:pt x="86" y="61"/>
                </a:lnTo>
                <a:lnTo>
                  <a:pt x="80" y="64"/>
                </a:lnTo>
                <a:lnTo>
                  <a:pt x="77" y="58"/>
                </a:lnTo>
                <a:lnTo>
                  <a:pt x="83" y="55"/>
                </a:lnTo>
                <a:moveTo>
                  <a:pt x="86" y="61"/>
                </a:moveTo>
                <a:lnTo>
                  <a:pt x="89" y="67"/>
                </a:lnTo>
                <a:lnTo>
                  <a:pt x="83" y="70"/>
                </a:lnTo>
                <a:lnTo>
                  <a:pt x="80" y="64"/>
                </a:lnTo>
                <a:lnTo>
                  <a:pt x="86" y="61"/>
                </a:lnTo>
                <a:moveTo>
                  <a:pt x="89" y="67"/>
                </a:moveTo>
                <a:lnTo>
                  <a:pt x="93" y="75"/>
                </a:lnTo>
                <a:lnTo>
                  <a:pt x="80" y="75"/>
                </a:lnTo>
                <a:lnTo>
                  <a:pt x="80" y="68"/>
                </a:lnTo>
                <a:lnTo>
                  <a:pt x="87" y="68"/>
                </a:lnTo>
                <a:lnTo>
                  <a:pt x="87" y="71"/>
                </a:lnTo>
                <a:lnTo>
                  <a:pt x="84" y="73"/>
                </a:lnTo>
                <a:lnTo>
                  <a:pt x="83" y="70"/>
                </a:lnTo>
                <a:lnTo>
                  <a:pt x="89" y="6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1876320" y="2614320"/>
            <a:ext cx="557640" cy="119520"/>
          </a:xfrm>
          <a:custGeom>
            <a:avLst/>
            <a:gdLst/>
            <a:ahLst/>
            <a:rect l="0" t="0" r="r" b="b"/>
            <a:pathLst>
              <a:path fill="none" w="1549" h="332">
                <a:moveTo>
                  <a:pt x="1549" y="0"/>
                </a:moveTo>
                <a:lnTo>
                  <a:pt x="1405" y="78"/>
                </a:lnTo>
                <a:cubicBezTo>
                  <a:pt x="1260" y="156"/>
                  <a:pt x="972" y="313"/>
                  <a:pt x="714" y="330"/>
                </a:cubicBezTo>
                <a:cubicBezTo>
                  <a:pt x="456" y="348"/>
                  <a:pt x="228" y="227"/>
                  <a:pt x="114" y="167"/>
                </a:cubicBezTo>
                <a:lnTo>
                  <a:pt x="0" y="10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1865160" y="264636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46" y="65"/>
                </a:moveTo>
                <a:lnTo>
                  <a:pt x="0" y="0"/>
                </a:lnTo>
                <a:lnTo>
                  <a:pt x="80" y="2"/>
                </a:lnTo>
                <a:lnTo>
                  <a:pt x="46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1862640" y="2644920"/>
            <a:ext cx="33120" cy="27360"/>
          </a:xfrm>
          <a:custGeom>
            <a:avLst/>
            <a:gdLst/>
            <a:ahLst/>
            <a:rect l="0" t="0" r="r" b="b"/>
            <a:pathLst>
              <a:path w="92" h="76">
                <a:moveTo>
                  <a:pt x="45" y="65"/>
                </a:moveTo>
                <a:lnTo>
                  <a:pt x="41" y="59"/>
                </a:lnTo>
                <a:lnTo>
                  <a:pt x="47" y="55"/>
                </a:lnTo>
                <a:lnTo>
                  <a:pt x="51" y="61"/>
                </a:lnTo>
                <a:lnTo>
                  <a:pt x="45" y="65"/>
                </a:lnTo>
                <a:moveTo>
                  <a:pt x="41" y="59"/>
                </a:moveTo>
                <a:lnTo>
                  <a:pt x="37" y="54"/>
                </a:lnTo>
                <a:lnTo>
                  <a:pt x="43" y="50"/>
                </a:lnTo>
                <a:lnTo>
                  <a:pt x="47" y="55"/>
                </a:lnTo>
                <a:lnTo>
                  <a:pt x="41" y="59"/>
                </a:lnTo>
                <a:moveTo>
                  <a:pt x="37" y="54"/>
                </a:moveTo>
                <a:lnTo>
                  <a:pt x="33" y="48"/>
                </a:lnTo>
                <a:lnTo>
                  <a:pt x="39" y="44"/>
                </a:lnTo>
                <a:lnTo>
                  <a:pt x="43" y="50"/>
                </a:lnTo>
                <a:lnTo>
                  <a:pt x="37" y="54"/>
                </a:lnTo>
                <a:moveTo>
                  <a:pt x="33" y="48"/>
                </a:moveTo>
                <a:lnTo>
                  <a:pt x="29" y="42"/>
                </a:lnTo>
                <a:lnTo>
                  <a:pt x="35" y="38"/>
                </a:lnTo>
                <a:lnTo>
                  <a:pt x="39" y="44"/>
                </a:lnTo>
                <a:lnTo>
                  <a:pt x="33" y="48"/>
                </a:lnTo>
                <a:moveTo>
                  <a:pt x="29" y="42"/>
                </a:moveTo>
                <a:lnTo>
                  <a:pt x="25" y="36"/>
                </a:lnTo>
                <a:lnTo>
                  <a:pt x="31" y="32"/>
                </a:lnTo>
                <a:lnTo>
                  <a:pt x="35" y="38"/>
                </a:lnTo>
                <a:lnTo>
                  <a:pt x="29" y="42"/>
                </a:lnTo>
                <a:moveTo>
                  <a:pt x="25" y="36"/>
                </a:moveTo>
                <a:lnTo>
                  <a:pt x="21" y="31"/>
                </a:lnTo>
                <a:lnTo>
                  <a:pt x="27" y="27"/>
                </a:lnTo>
                <a:lnTo>
                  <a:pt x="31" y="32"/>
                </a:lnTo>
                <a:lnTo>
                  <a:pt x="25" y="36"/>
                </a:lnTo>
                <a:moveTo>
                  <a:pt x="21" y="31"/>
                </a:moveTo>
                <a:lnTo>
                  <a:pt x="17" y="25"/>
                </a:lnTo>
                <a:lnTo>
                  <a:pt x="23" y="21"/>
                </a:lnTo>
                <a:lnTo>
                  <a:pt x="27" y="27"/>
                </a:lnTo>
                <a:lnTo>
                  <a:pt x="21" y="31"/>
                </a:lnTo>
                <a:moveTo>
                  <a:pt x="17" y="25"/>
                </a:moveTo>
                <a:lnTo>
                  <a:pt x="13" y="19"/>
                </a:lnTo>
                <a:lnTo>
                  <a:pt x="18" y="14"/>
                </a:lnTo>
                <a:lnTo>
                  <a:pt x="23" y="21"/>
                </a:lnTo>
                <a:lnTo>
                  <a:pt x="17" y="25"/>
                </a:lnTo>
                <a:moveTo>
                  <a:pt x="13" y="19"/>
                </a:moveTo>
                <a:lnTo>
                  <a:pt x="9" y="12"/>
                </a:lnTo>
                <a:lnTo>
                  <a:pt x="14" y="8"/>
                </a:lnTo>
                <a:lnTo>
                  <a:pt x="18" y="14"/>
                </a:lnTo>
                <a:lnTo>
                  <a:pt x="13" y="19"/>
                </a:lnTo>
                <a:moveTo>
                  <a:pt x="9" y="12"/>
                </a:moveTo>
                <a:lnTo>
                  <a:pt x="4" y="7"/>
                </a:lnTo>
                <a:lnTo>
                  <a:pt x="10" y="3"/>
                </a:lnTo>
                <a:lnTo>
                  <a:pt x="14" y="8"/>
                </a:lnTo>
                <a:lnTo>
                  <a:pt x="9" y="12"/>
                </a:lnTo>
                <a:moveTo>
                  <a:pt x="4" y="7"/>
                </a:moveTo>
                <a:lnTo>
                  <a:pt x="0" y="0"/>
                </a:lnTo>
                <a:lnTo>
                  <a:pt x="12" y="0"/>
                </a:lnTo>
                <a:lnTo>
                  <a:pt x="12" y="7"/>
                </a:lnTo>
                <a:lnTo>
                  <a:pt x="7" y="7"/>
                </a:lnTo>
                <a:lnTo>
                  <a:pt x="7" y="4"/>
                </a:lnTo>
                <a:lnTo>
                  <a:pt x="10" y="2"/>
                </a:lnTo>
                <a:lnTo>
                  <a:pt x="10" y="3"/>
                </a:lnTo>
                <a:lnTo>
                  <a:pt x="4" y="7"/>
                </a:lnTo>
                <a:moveTo>
                  <a:pt x="12" y="0"/>
                </a:moveTo>
                <a:lnTo>
                  <a:pt x="20" y="0"/>
                </a:lnTo>
                <a:lnTo>
                  <a:pt x="19" y="7"/>
                </a:lnTo>
                <a:lnTo>
                  <a:pt x="12" y="7"/>
                </a:lnTo>
                <a:lnTo>
                  <a:pt x="12" y="0"/>
                </a:lnTo>
                <a:moveTo>
                  <a:pt x="20" y="0"/>
                </a:moveTo>
                <a:lnTo>
                  <a:pt x="27" y="1"/>
                </a:lnTo>
                <a:lnTo>
                  <a:pt x="26" y="8"/>
                </a:lnTo>
                <a:lnTo>
                  <a:pt x="19" y="7"/>
                </a:lnTo>
                <a:lnTo>
                  <a:pt x="20" y="0"/>
                </a:lnTo>
                <a:moveTo>
                  <a:pt x="27" y="1"/>
                </a:moveTo>
                <a:lnTo>
                  <a:pt x="34" y="1"/>
                </a:lnTo>
                <a:lnTo>
                  <a:pt x="34" y="8"/>
                </a:lnTo>
                <a:lnTo>
                  <a:pt x="26" y="8"/>
                </a:lnTo>
                <a:lnTo>
                  <a:pt x="27" y="1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5" y="1"/>
                </a:lnTo>
                <a:lnTo>
                  <a:pt x="55" y="8"/>
                </a:lnTo>
                <a:lnTo>
                  <a:pt x="48" y="8"/>
                </a:lnTo>
                <a:lnTo>
                  <a:pt x="48" y="1"/>
                </a:lnTo>
                <a:moveTo>
                  <a:pt x="55" y="1"/>
                </a:moveTo>
                <a:lnTo>
                  <a:pt x="63" y="1"/>
                </a:lnTo>
                <a:lnTo>
                  <a:pt x="63" y="9"/>
                </a:lnTo>
                <a:lnTo>
                  <a:pt x="55" y="8"/>
                </a:lnTo>
                <a:lnTo>
                  <a:pt x="55" y="1"/>
                </a:lnTo>
                <a:moveTo>
                  <a:pt x="63" y="1"/>
                </a:moveTo>
                <a:lnTo>
                  <a:pt x="70" y="2"/>
                </a:lnTo>
                <a:lnTo>
                  <a:pt x="70" y="9"/>
                </a:lnTo>
                <a:lnTo>
                  <a:pt x="63" y="9"/>
                </a:lnTo>
                <a:lnTo>
                  <a:pt x="63" y="1"/>
                </a:lnTo>
                <a:moveTo>
                  <a:pt x="70" y="2"/>
                </a:moveTo>
                <a:lnTo>
                  <a:pt x="77" y="2"/>
                </a:lnTo>
                <a:lnTo>
                  <a:pt x="77" y="9"/>
                </a:lnTo>
                <a:lnTo>
                  <a:pt x="70" y="9"/>
                </a:lnTo>
                <a:lnTo>
                  <a:pt x="70" y="2"/>
                </a:lnTo>
                <a:moveTo>
                  <a:pt x="77" y="2"/>
                </a:moveTo>
                <a:lnTo>
                  <a:pt x="84" y="2"/>
                </a:lnTo>
                <a:lnTo>
                  <a:pt x="84" y="9"/>
                </a:lnTo>
                <a:lnTo>
                  <a:pt x="77" y="9"/>
                </a:lnTo>
                <a:lnTo>
                  <a:pt x="77" y="2"/>
                </a:lnTo>
                <a:moveTo>
                  <a:pt x="84" y="2"/>
                </a:moveTo>
                <a:lnTo>
                  <a:pt x="92" y="2"/>
                </a:lnTo>
                <a:lnTo>
                  <a:pt x="88" y="11"/>
                </a:lnTo>
                <a:lnTo>
                  <a:pt x="81" y="8"/>
                </a:lnTo>
                <a:lnTo>
                  <a:pt x="83" y="4"/>
                </a:lnTo>
                <a:lnTo>
                  <a:pt x="87" y="6"/>
                </a:lnTo>
                <a:lnTo>
                  <a:pt x="86" y="9"/>
                </a:lnTo>
                <a:lnTo>
                  <a:pt x="84" y="9"/>
                </a:lnTo>
                <a:lnTo>
                  <a:pt x="84" y="2"/>
                </a:lnTo>
                <a:moveTo>
                  <a:pt x="88" y="11"/>
                </a:moveTo>
                <a:lnTo>
                  <a:pt x="84" y="18"/>
                </a:lnTo>
                <a:lnTo>
                  <a:pt x="78" y="14"/>
                </a:lnTo>
                <a:lnTo>
                  <a:pt x="81" y="8"/>
                </a:lnTo>
                <a:lnTo>
                  <a:pt x="88" y="11"/>
                </a:lnTo>
                <a:moveTo>
                  <a:pt x="84" y="18"/>
                </a:moveTo>
                <a:lnTo>
                  <a:pt x="81" y="25"/>
                </a:lnTo>
                <a:lnTo>
                  <a:pt x="75" y="21"/>
                </a:lnTo>
                <a:lnTo>
                  <a:pt x="78" y="14"/>
                </a:lnTo>
                <a:lnTo>
                  <a:pt x="84" y="18"/>
                </a:lnTo>
                <a:moveTo>
                  <a:pt x="81" y="25"/>
                </a:moveTo>
                <a:lnTo>
                  <a:pt x="78" y="31"/>
                </a:lnTo>
                <a:lnTo>
                  <a:pt x="71" y="28"/>
                </a:lnTo>
                <a:lnTo>
                  <a:pt x="75" y="21"/>
                </a:lnTo>
                <a:lnTo>
                  <a:pt x="81" y="25"/>
                </a:lnTo>
                <a:moveTo>
                  <a:pt x="78" y="31"/>
                </a:moveTo>
                <a:lnTo>
                  <a:pt x="74" y="37"/>
                </a:lnTo>
                <a:lnTo>
                  <a:pt x="68" y="34"/>
                </a:lnTo>
                <a:lnTo>
                  <a:pt x="71" y="28"/>
                </a:lnTo>
                <a:lnTo>
                  <a:pt x="78" y="31"/>
                </a:lnTo>
                <a:moveTo>
                  <a:pt x="74" y="37"/>
                </a:moveTo>
                <a:lnTo>
                  <a:pt x="71" y="43"/>
                </a:lnTo>
                <a:lnTo>
                  <a:pt x="65" y="40"/>
                </a:lnTo>
                <a:lnTo>
                  <a:pt x="68" y="34"/>
                </a:lnTo>
                <a:lnTo>
                  <a:pt x="74" y="37"/>
                </a:lnTo>
                <a:moveTo>
                  <a:pt x="71" y="43"/>
                </a:moveTo>
                <a:lnTo>
                  <a:pt x="68" y="50"/>
                </a:lnTo>
                <a:lnTo>
                  <a:pt x="61" y="46"/>
                </a:lnTo>
                <a:lnTo>
                  <a:pt x="65" y="40"/>
                </a:lnTo>
                <a:lnTo>
                  <a:pt x="71" y="43"/>
                </a:lnTo>
                <a:moveTo>
                  <a:pt x="68" y="50"/>
                </a:moveTo>
                <a:lnTo>
                  <a:pt x="64" y="56"/>
                </a:lnTo>
                <a:lnTo>
                  <a:pt x="57" y="53"/>
                </a:lnTo>
                <a:lnTo>
                  <a:pt x="61" y="46"/>
                </a:lnTo>
                <a:lnTo>
                  <a:pt x="68" y="50"/>
                </a:lnTo>
                <a:moveTo>
                  <a:pt x="64" y="56"/>
                </a:moveTo>
                <a:lnTo>
                  <a:pt x="61" y="62"/>
                </a:lnTo>
                <a:lnTo>
                  <a:pt x="54" y="59"/>
                </a:lnTo>
                <a:lnTo>
                  <a:pt x="57" y="53"/>
                </a:lnTo>
                <a:lnTo>
                  <a:pt x="64" y="56"/>
                </a:lnTo>
                <a:moveTo>
                  <a:pt x="61" y="62"/>
                </a:moveTo>
                <a:lnTo>
                  <a:pt x="57" y="68"/>
                </a:lnTo>
                <a:lnTo>
                  <a:pt x="51" y="65"/>
                </a:lnTo>
                <a:lnTo>
                  <a:pt x="54" y="59"/>
                </a:lnTo>
                <a:lnTo>
                  <a:pt x="61" y="62"/>
                </a:lnTo>
                <a:moveTo>
                  <a:pt x="57" y="68"/>
                </a:moveTo>
                <a:lnTo>
                  <a:pt x="53" y="76"/>
                </a:lnTo>
                <a:lnTo>
                  <a:pt x="45" y="65"/>
                </a:lnTo>
                <a:lnTo>
                  <a:pt x="51" y="61"/>
                </a:lnTo>
                <a:lnTo>
                  <a:pt x="55" y="67"/>
                </a:lnTo>
                <a:lnTo>
                  <a:pt x="52" y="69"/>
                </a:lnTo>
                <a:lnTo>
                  <a:pt x="49" y="67"/>
                </a:lnTo>
                <a:lnTo>
                  <a:pt x="51" y="65"/>
                </a:lnTo>
                <a:lnTo>
                  <a:pt x="57" y="6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790920" y="2548440"/>
            <a:ext cx="549720" cy="31320"/>
          </a:xfrm>
          <a:custGeom>
            <a:avLst/>
            <a:gdLst/>
            <a:ahLst/>
            <a:rect l="0" t="0" r="r" b="b"/>
            <a:pathLst>
              <a:path fill="none" w="1527" h="87">
                <a:moveTo>
                  <a:pt x="1527" y="27"/>
                </a:moveTo>
                <a:lnTo>
                  <a:pt x="1398" y="43"/>
                </a:lnTo>
                <a:cubicBezTo>
                  <a:pt x="1268" y="59"/>
                  <a:pt x="1009" y="91"/>
                  <a:pt x="754" y="86"/>
                </a:cubicBezTo>
                <a:cubicBezTo>
                  <a:pt x="500" y="82"/>
                  <a:pt x="251" y="41"/>
                  <a:pt x="126" y="21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78320" y="2537640"/>
            <a:ext cx="27720" cy="25560"/>
          </a:xfrm>
          <a:custGeom>
            <a:avLst/>
            <a:gdLst/>
            <a:ahLst/>
            <a:rect l="0" t="0" r="r" b="b"/>
            <a:pathLst>
              <a:path w="77" h="71">
                <a:moveTo>
                  <a:pt x="65" y="71"/>
                </a:moveTo>
                <a:lnTo>
                  <a:pt x="0" y="25"/>
                </a:lnTo>
                <a:lnTo>
                  <a:pt x="77" y="0"/>
                </a:lnTo>
                <a:lnTo>
                  <a:pt x="65" y="71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75440" y="2535840"/>
            <a:ext cx="32040" cy="29520"/>
          </a:xfrm>
          <a:custGeom>
            <a:avLst/>
            <a:gdLst/>
            <a:ahLst/>
            <a:rect l="0" t="0" r="r" b="b"/>
            <a:pathLst>
              <a:path w="89" h="82">
                <a:moveTo>
                  <a:pt x="64" y="75"/>
                </a:moveTo>
                <a:lnTo>
                  <a:pt x="59" y="71"/>
                </a:lnTo>
                <a:lnTo>
                  <a:pt x="63" y="65"/>
                </a:lnTo>
                <a:lnTo>
                  <a:pt x="70" y="69"/>
                </a:lnTo>
                <a:lnTo>
                  <a:pt x="64" y="75"/>
                </a:lnTo>
                <a:moveTo>
                  <a:pt x="59" y="71"/>
                </a:moveTo>
                <a:lnTo>
                  <a:pt x="53" y="67"/>
                </a:lnTo>
                <a:lnTo>
                  <a:pt x="57" y="61"/>
                </a:lnTo>
                <a:lnTo>
                  <a:pt x="63" y="65"/>
                </a:lnTo>
                <a:lnTo>
                  <a:pt x="59" y="71"/>
                </a:lnTo>
                <a:moveTo>
                  <a:pt x="53" y="67"/>
                </a:moveTo>
                <a:lnTo>
                  <a:pt x="47" y="62"/>
                </a:lnTo>
                <a:lnTo>
                  <a:pt x="51" y="57"/>
                </a:lnTo>
                <a:lnTo>
                  <a:pt x="57" y="61"/>
                </a:lnTo>
                <a:lnTo>
                  <a:pt x="53" y="67"/>
                </a:lnTo>
                <a:moveTo>
                  <a:pt x="47" y="62"/>
                </a:moveTo>
                <a:lnTo>
                  <a:pt x="42" y="58"/>
                </a:lnTo>
                <a:lnTo>
                  <a:pt x="46" y="53"/>
                </a:lnTo>
                <a:lnTo>
                  <a:pt x="51" y="57"/>
                </a:lnTo>
                <a:lnTo>
                  <a:pt x="47" y="62"/>
                </a:lnTo>
                <a:moveTo>
                  <a:pt x="42" y="58"/>
                </a:moveTo>
                <a:lnTo>
                  <a:pt x="36" y="54"/>
                </a:lnTo>
                <a:lnTo>
                  <a:pt x="40" y="48"/>
                </a:lnTo>
                <a:lnTo>
                  <a:pt x="46" y="53"/>
                </a:lnTo>
                <a:lnTo>
                  <a:pt x="42" y="58"/>
                </a:lnTo>
                <a:moveTo>
                  <a:pt x="36" y="54"/>
                </a:moveTo>
                <a:lnTo>
                  <a:pt x="30" y="50"/>
                </a:lnTo>
                <a:lnTo>
                  <a:pt x="34" y="44"/>
                </a:lnTo>
                <a:lnTo>
                  <a:pt x="40" y="48"/>
                </a:lnTo>
                <a:lnTo>
                  <a:pt x="36" y="54"/>
                </a:lnTo>
                <a:moveTo>
                  <a:pt x="30" y="50"/>
                </a:moveTo>
                <a:lnTo>
                  <a:pt x="24" y="46"/>
                </a:lnTo>
                <a:lnTo>
                  <a:pt x="28" y="40"/>
                </a:lnTo>
                <a:lnTo>
                  <a:pt x="34" y="44"/>
                </a:lnTo>
                <a:lnTo>
                  <a:pt x="30" y="50"/>
                </a:lnTo>
                <a:moveTo>
                  <a:pt x="24" y="46"/>
                </a:moveTo>
                <a:lnTo>
                  <a:pt x="19" y="42"/>
                </a:lnTo>
                <a:lnTo>
                  <a:pt x="23" y="35"/>
                </a:lnTo>
                <a:lnTo>
                  <a:pt x="28" y="40"/>
                </a:lnTo>
                <a:lnTo>
                  <a:pt x="24" y="46"/>
                </a:lnTo>
                <a:moveTo>
                  <a:pt x="19" y="42"/>
                </a:moveTo>
                <a:lnTo>
                  <a:pt x="13" y="38"/>
                </a:lnTo>
                <a:lnTo>
                  <a:pt x="17" y="31"/>
                </a:lnTo>
                <a:lnTo>
                  <a:pt x="23" y="35"/>
                </a:lnTo>
                <a:lnTo>
                  <a:pt x="19" y="42"/>
                </a:lnTo>
                <a:moveTo>
                  <a:pt x="13" y="38"/>
                </a:moveTo>
                <a:lnTo>
                  <a:pt x="7" y="32"/>
                </a:lnTo>
                <a:lnTo>
                  <a:pt x="11" y="27"/>
                </a:lnTo>
                <a:lnTo>
                  <a:pt x="17" y="31"/>
                </a:lnTo>
                <a:lnTo>
                  <a:pt x="13" y="38"/>
                </a:lnTo>
                <a:moveTo>
                  <a:pt x="7" y="32"/>
                </a:moveTo>
                <a:lnTo>
                  <a:pt x="0" y="28"/>
                </a:lnTo>
                <a:lnTo>
                  <a:pt x="13" y="24"/>
                </a:lnTo>
                <a:lnTo>
                  <a:pt x="15" y="31"/>
                </a:lnTo>
                <a:lnTo>
                  <a:pt x="9" y="32"/>
                </a:lnTo>
                <a:lnTo>
                  <a:pt x="8" y="29"/>
                </a:lnTo>
                <a:lnTo>
                  <a:pt x="10" y="26"/>
                </a:lnTo>
                <a:lnTo>
                  <a:pt x="11" y="27"/>
                </a:lnTo>
                <a:lnTo>
                  <a:pt x="7" y="32"/>
                </a:lnTo>
                <a:moveTo>
                  <a:pt x="13" y="24"/>
                </a:moveTo>
                <a:lnTo>
                  <a:pt x="19" y="22"/>
                </a:lnTo>
                <a:lnTo>
                  <a:pt x="22" y="28"/>
                </a:lnTo>
                <a:lnTo>
                  <a:pt x="15" y="31"/>
                </a:lnTo>
                <a:lnTo>
                  <a:pt x="13" y="24"/>
                </a:lnTo>
                <a:moveTo>
                  <a:pt x="19" y="22"/>
                </a:moveTo>
                <a:lnTo>
                  <a:pt x="26" y="20"/>
                </a:lnTo>
                <a:lnTo>
                  <a:pt x="28" y="26"/>
                </a:lnTo>
                <a:lnTo>
                  <a:pt x="22" y="28"/>
                </a:lnTo>
                <a:lnTo>
                  <a:pt x="19" y="22"/>
                </a:lnTo>
                <a:moveTo>
                  <a:pt x="26" y="20"/>
                </a:moveTo>
                <a:lnTo>
                  <a:pt x="33" y="17"/>
                </a:lnTo>
                <a:lnTo>
                  <a:pt x="35" y="24"/>
                </a:lnTo>
                <a:lnTo>
                  <a:pt x="28" y="26"/>
                </a:lnTo>
                <a:lnTo>
                  <a:pt x="26" y="20"/>
                </a:lnTo>
                <a:moveTo>
                  <a:pt x="33" y="17"/>
                </a:moveTo>
                <a:lnTo>
                  <a:pt x="40" y="15"/>
                </a:lnTo>
                <a:lnTo>
                  <a:pt x="42" y="22"/>
                </a:lnTo>
                <a:lnTo>
                  <a:pt x="35" y="24"/>
                </a:lnTo>
                <a:lnTo>
                  <a:pt x="33" y="17"/>
                </a:lnTo>
                <a:moveTo>
                  <a:pt x="40" y="15"/>
                </a:moveTo>
                <a:lnTo>
                  <a:pt x="46" y="13"/>
                </a:lnTo>
                <a:lnTo>
                  <a:pt x="49" y="20"/>
                </a:lnTo>
                <a:lnTo>
                  <a:pt x="42" y="22"/>
                </a:lnTo>
                <a:lnTo>
                  <a:pt x="40" y="15"/>
                </a:lnTo>
                <a:moveTo>
                  <a:pt x="46" y="13"/>
                </a:moveTo>
                <a:lnTo>
                  <a:pt x="53" y="11"/>
                </a:lnTo>
                <a:lnTo>
                  <a:pt x="55" y="18"/>
                </a:lnTo>
                <a:lnTo>
                  <a:pt x="49" y="20"/>
                </a:lnTo>
                <a:lnTo>
                  <a:pt x="46" y="13"/>
                </a:lnTo>
                <a:moveTo>
                  <a:pt x="53" y="11"/>
                </a:moveTo>
                <a:lnTo>
                  <a:pt x="60" y="9"/>
                </a:lnTo>
                <a:lnTo>
                  <a:pt x="62" y="16"/>
                </a:lnTo>
                <a:lnTo>
                  <a:pt x="55" y="18"/>
                </a:lnTo>
                <a:lnTo>
                  <a:pt x="53" y="11"/>
                </a:lnTo>
                <a:moveTo>
                  <a:pt x="60" y="9"/>
                </a:moveTo>
                <a:lnTo>
                  <a:pt x="68" y="7"/>
                </a:lnTo>
                <a:lnTo>
                  <a:pt x="70" y="14"/>
                </a:lnTo>
                <a:lnTo>
                  <a:pt x="62" y="16"/>
                </a:lnTo>
                <a:lnTo>
                  <a:pt x="60" y="9"/>
                </a:lnTo>
                <a:moveTo>
                  <a:pt x="68" y="7"/>
                </a:moveTo>
                <a:lnTo>
                  <a:pt x="74" y="5"/>
                </a:lnTo>
                <a:lnTo>
                  <a:pt x="76" y="12"/>
                </a:lnTo>
                <a:lnTo>
                  <a:pt x="70" y="14"/>
                </a:lnTo>
                <a:lnTo>
                  <a:pt x="68" y="7"/>
                </a:lnTo>
                <a:moveTo>
                  <a:pt x="74" y="5"/>
                </a:moveTo>
                <a:lnTo>
                  <a:pt x="81" y="3"/>
                </a:lnTo>
                <a:lnTo>
                  <a:pt x="83" y="10"/>
                </a:lnTo>
                <a:lnTo>
                  <a:pt x="76" y="12"/>
                </a:lnTo>
                <a:lnTo>
                  <a:pt x="74" y="5"/>
                </a:lnTo>
                <a:moveTo>
                  <a:pt x="81" y="3"/>
                </a:moveTo>
                <a:lnTo>
                  <a:pt x="89" y="0"/>
                </a:lnTo>
                <a:lnTo>
                  <a:pt x="87" y="10"/>
                </a:lnTo>
                <a:lnTo>
                  <a:pt x="80" y="9"/>
                </a:lnTo>
                <a:lnTo>
                  <a:pt x="81" y="5"/>
                </a:lnTo>
                <a:lnTo>
                  <a:pt x="85" y="5"/>
                </a:lnTo>
                <a:lnTo>
                  <a:pt x="86" y="9"/>
                </a:lnTo>
                <a:lnTo>
                  <a:pt x="83" y="10"/>
                </a:lnTo>
                <a:lnTo>
                  <a:pt x="81" y="3"/>
                </a:lnTo>
                <a:moveTo>
                  <a:pt x="87" y="10"/>
                </a:moveTo>
                <a:lnTo>
                  <a:pt x="86" y="17"/>
                </a:lnTo>
                <a:lnTo>
                  <a:pt x="79" y="16"/>
                </a:lnTo>
                <a:lnTo>
                  <a:pt x="80" y="9"/>
                </a:lnTo>
                <a:lnTo>
                  <a:pt x="87" y="10"/>
                </a:lnTo>
                <a:moveTo>
                  <a:pt x="86" y="17"/>
                </a:moveTo>
                <a:lnTo>
                  <a:pt x="85" y="24"/>
                </a:lnTo>
                <a:lnTo>
                  <a:pt x="78" y="23"/>
                </a:lnTo>
                <a:lnTo>
                  <a:pt x="79" y="16"/>
                </a:lnTo>
                <a:lnTo>
                  <a:pt x="86" y="17"/>
                </a:lnTo>
                <a:moveTo>
                  <a:pt x="85" y="24"/>
                </a:moveTo>
                <a:lnTo>
                  <a:pt x="84" y="31"/>
                </a:lnTo>
                <a:lnTo>
                  <a:pt x="77" y="30"/>
                </a:lnTo>
                <a:lnTo>
                  <a:pt x="78" y="23"/>
                </a:lnTo>
                <a:lnTo>
                  <a:pt x="85" y="24"/>
                </a:lnTo>
                <a:moveTo>
                  <a:pt x="84" y="31"/>
                </a:moveTo>
                <a:lnTo>
                  <a:pt x="83" y="39"/>
                </a:lnTo>
                <a:lnTo>
                  <a:pt x="76" y="38"/>
                </a:lnTo>
                <a:lnTo>
                  <a:pt x="77" y="30"/>
                </a:lnTo>
                <a:lnTo>
                  <a:pt x="84" y="31"/>
                </a:lnTo>
                <a:moveTo>
                  <a:pt x="83" y="39"/>
                </a:moveTo>
                <a:lnTo>
                  <a:pt x="82" y="46"/>
                </a:lnTo>
                <a:lnTo>
                  <a:pt x="75" y="45"/>
                </a:lnTo>
                <a:lnTo>
                  <a:pt x="76" y="38"/>
                </a:lnTo>
                <a:lnTo>
                  <a:pt x="83" y="39"/>
                </a:lnTo>
                <a:moveTo>
                  <a:pt x="82" y="46"/>
                </a:moveTo>
                <a:lnTo>
                  <a:pt x="81" y="53"/>
                </a:lnTo>
                <a:lnTo>
                  <a:pt x="74" y="52"/>
                </a:lnTo>
                <a:lnTo>
                  <a:pt x="75" y="45"/>
                </a:lnTo>
                <a:lnTo>
                  <a:pt x="82" y="46"/>
                </a:lnTo>
                <a:moveTo>
                  <a:pt x="81" y="53"/>
                </a:moveTo>
                <a:lnTo>
                  <a:pt x="79" y="60"/>
                </a:lnTo>
                <a:lnTo>
                  <a:pt x="72" y="59"/>
                </a:lnTo>
                <a:lnTo>
                  <a:pt x="74" y="52"/>
                </a:lnTo>
                <a:lnTo>
                  <a:pt x="81" y="53"/>
                </a:lnTo>
                <a:moveTo>
                  <a:pt x="79" y="60"/>
                </a:moveTo>
                <a:lnTo>
                  <a:pt x="78" y="67"/>
                </a:lnTo>
                <a:lnTo>
                  <a:pt x="71" y="66"/>
                </a:lnTo>
                <a:lnTo>
                  <a:pt x="72" y="59"/>
                </a:lnTo>
                <a:lnTo>
                  <a:pt x="79" y="60"/>
                </a:lnTo>
                <a:moveTo>
                  <a:pt x="78" y="67"/>
                </a:moveTo>
                <a:lnTo>
                  <a:pt x="77" y="74"/>
                </a:lnTo>
                <a:lnTo>
                  <a:pt x="70" y="73"/>
                </a:lnTo>
                <a:lnTo>
                  <a:pt x="71" y="66"/>
                </a:lnTo>
                <a:lnTo>
                  <a:pt x="78" y="67"/>
                </a:lnTo>
                <a:moveTo>
                  <a:pt x="77" y="74"/>
                </a:moveTo>
                <a:lnTo>
                  <a:pt x="76" y="82"/>
                </a:lnTo>
                <a:lnTo>
                  <a:pt x="64" y="75"/>
                </a:lnTo>
                <a:lnTo>
                  <a:pt x="70" y="69"/>
                </a:lnTo>
                <a:lnTo>
                  <a:pt x="75" y="73"/>
                </a:lnTo>
                <a:lnTo>
                  <a:pt x="73" y="76"/>
                </a:lnTo>
                <a:lnTo>
                  <a:pt x="70" y="76"/>
                </a:lnTo>
                <a:lnTo>
                  <a:pt x="70" y="73"/>
                </a:lnTo>
                <a:lnTo>
                  <a:pt x="77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4342320" y="2011680"/>
            <a:ext cx="608040" cy="0"/>
          </a:xfrm>
          <a:custGeom>
            <a:avLst/>
            <a:gdLst/>
            <a:ahLst/>
            <a:rect l="0" t="0" r="r" b="b"/>
            <a:pathLst>
              <a:path fill="none" w="1689" h="0">
                <a:moveTo>
                  <a:pt x="0" y="0"/>
                </a:moveTo>
                <a:lnTo>
                  <a:pt x="134" y="0"/>
                </a:lnTo>
                <a:cubicBezTo>
                  <a:pt x="268" y="0"/>
                  <a:pt x="535" y="0"/>
                  <a:pt x="817" y="0"/>
                </a:cubicBezTo>
                <a:cubicBezTo>
                  <a:pt x="1098" y="0"/>
                  <a:pt x="1394" y="0"/>
                  <a:pt x="1541" y="0"/>
                </a:cubicBezTo>
                <a:lnTo>
                  <a:pt x="1689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4937760" y="19990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0"/>
                </a:moveTo>
                <a:lnTo>
                  <a:pt x="71" y="36"/>
                </a:lnTo>
                <a:lnTo>
                  <a:pt x="0" y="71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4936320" y="199692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1" y="6"/>
                </a:moveTo>
                <a:lnTo>
                  <a:pt x="18" y="9"/>
                </a:lnTo>
                <a:lnTo>
                  <a:pt x="15" y="15"/>
                </a:lnTo>
                <a:lnTo>
                  <a:pt x="8" y="12"/>
                </a:lnTo>
                <a:lnTo>
                  <a:pt x="11" y="6"/>
                </a:lnTo>
                <a:moveTo>
                  <a:pt x="18" y="9"/>
                </a:moveTo>
                <a:lnTo>
                  <a:pt x="25" y="12"/>
                </a:lnTo>
                <a:lnTo>
                  <a:pt x="21" y="18"/>
                </a:lnTo>
                <a:lnTo>
                  <a:pt x="15" y="15"/>
                </a:lnTo>
                <a:lnTo>
                  <a:pt x="18" y="9"/>
                </a:lnTo>
                <a:moveTo>
                  <a:pt x="25" y="12"/>
                </a:moveTo>
                <a:lnTo>
                  <a:pt x="31" y="15"/>
                </a:lnTo>
                <a:lnTo>
                  <a:pt x="28" y="21"/>
                </a:lnTo>
                <a:lnTo>
                  <a:pt x="21" y="18"/>
                </a:lnTo>
                <a:lnTo>
                  <a:pt x="25" y="12"/>
                </a:lnTo>
                <a:moveTo>
                  <a:pt x="31" y="15"/>
                </a:moveTo>
                <a:lnTo>
                  <a:pt x="38" y="18"/>
                </a:lnTo>
                <a:lnTo>
                  <a:pt x="35" y="25"/>
                </a:lnTo>
                <a:lnTo>
                  <a:pt x="28" y="21"/>
                </a:lnTo>
                <a:lnTo>
                  <a:pt x="31" y="15"/>
                </a:lnTo>
                <a:moveTo>
                  <a:pt x="38" y="18"/>
                </a:moveTo>
                <a:lnTo>
                  <a:pt x="44" y="21"/>
                </a:lnTo>
                <a:lnTo>
                  <a:pt x="41" y="28"/>
                </a:lnTo>
                <a:lnTo>
                  <a:pt x="35" y="25"/>
                </a:lnTo>
                <a:lnTo>
                  <a:pt x="38" y="18"/>
                </a:lnTo>
                <a:moveTo>
                  <a:pt x="44" y="21"/>
                </a:moveTo>
                <a:lnTo>
                  <a:pt x="50" y="25"/>
                </a:lnTo>
                <a:lnTo>
                  <a:pt x="47" y="31"/>
                </a:lnTo>
                <a:lnTo>
                  <a:pt x="41" y="28"/>
                </a:lnTo>
                <a:lnTo>
                  <a:pt x="44" y="21"/>
                </a:lnTo>
                <a:moveTo>
                  <a:pt x="50" y="25"/>
                </a:moveTo>
                <a:lnTo>
                  <a:pt x="57" y="28"/>
                </a:lnTo>
                <a:lnTo>
                  <a:pt x="53" y="34"/>
                </a:lnTo>
                <a:lnTo>
                  <a:pt x="47" y="31"/>
                </a:lnTo>
                <a:lnTo>
                  <a:pt x="50" y="25"/>
                </a:lnTo>
                <a:moveTo>
                  <a:pt x="57" y="28"/>
                </a:moveTo>
                <a:lnTo>
                  <a:pt x="63" y="31"/>
                </a:lnTo>
                <a:lnTo>
                  <a:pt x="60" y="37"/>
                </a:lnTo>
                <a:lnTo>
                  <a:pt x="53" y="34"/>
                </a:lnTo>
                <a:lnTo>
                  <a:pt x="57" y="28"/>
                </a:lnTo>
                <a:moveTo>
                  <a:pt x="63" y="31"/>
                </a:moveTo>
                <a:lnTo>
                  <a:pt x="69" y="34"/>
                </a:lnTo>
                <a:lnTo>
                  <a:pt x="66" y="40"/>
                </a:lnTo>
                <a:lnTo>
                  <a:pt x="60" y="37"/>
                </a:lnTo>
                <a:lnTo>
                  <a:pt x="63" y="31"/>
                </a:lnTo>
                <a:moveTo>
                  <a:pt x="69" y="34"/>
                </a:moveTo>
                <a:lnTo>
                  <a:pt x="76" y="37"/>
                </a:lnTo>
                <a:lnTo>
                  <a:pt x="72" y="43"/>
                </a:lnTo>
                <a:lnTo>
                  <a:pt x="66" y="40"/>
                </a:lnTo>
                <a:lnTo>
                  <a:pt x="69" y="34"/>
                </a:lnTo>
                <a:moveTo>
                  <a:pt x="76" y="37"/>
                </a:moveTo>
                <a:lnTo>
                  <a:pt x="83" y="41"/>
                </a:lnTo>
                <a:lnTo>
                  <a:pt x="72" y="47"/>
                </a:lnTo>
                <a:lnTo>
                  <a:pt x="68" y="40"/>
                </a:lnTo>
                <a:lnTo>
                  <a:pt x="74" y="38"/>
                </a:lnTo>
                <a:lnTo>
                  <a:pt x="75" y="41"/>
                </a:lnTo>
                <a:lnTo>
                  <a:pt x="74" y="44"/>
                </a:lnTo>
                <a:lnTo>
                  <a:pt x="72" y="43"/>
                </a:lnTo>
                <a:lnTo>
                  <a:pt x="76" y="37"/>
                </a:lnTo>
                <a:moveTo>
                  <a:pt x="72" y="47"/>
                </a:moveTo>
                <a:lnTo>
                  <a:pt x="65" y="50"/>
                </a:lnTo>
                <a:lnTo>
                  <a:pt x="62" y="43"/>
                </a:lnTo>
                <a:lnTo>
                  <a:pt x="68" y="40"/>
                </a:lnTo>
                <a:lnTo>
                  <a:pt x="72" y="47"/>
                </a:lnTo>
                <a:moveTo>
                  <a:pt x="65" y="50"/>
                </a:moveTo>
                <a:lnTo>
                  <a:pt x="59" y="53"/>
                </a:lnTo>
                <a:lnTo>
                  <a:pt x="56" y="47"/>
                </a:lnTo>
                <a:lnTo>
                  <a:pt x="62" y="43"/>
                </a:lnTo>
                <a:lnTo>
                  <a:pt x="65" y="50"/>
                </a:lnTo>
                <a:moveTo>
                  <a:pt x="59" y="53"/>
                </a:moveTo>
                <a:lnTo>
                  <a:pt x="53" y="56"/>
                </a:lnTo>
                <a:lnTo>
                  <a:pt x="49" y="50"/>
                </a:lnTo>
                <a:lnTo>
                  <a:pt x="56" y="47"/>
                </a:lnTo>
                <a:lnTo>
                  <a:pt x="59" y="53"/>
                </a:lnTo>
                <a:moveTo>
                  <a:pt x="53" y="56"/>
                </a:moveTo>
                <a:lnTo>
                  <a:pt x="46" y="59"/>
                </a:lnTo>
                <a:lnTo>
                  <a:pt x="43" y="53"/>
                </a:lnTo>
                <a:lnTo>
                  <a:pt x="49" y="50"/>
                </a:lnTo>
                <a:lnTo>
                  <a:pt x="53" y="56"/>
                </a:lnTo>
                <a:moveTo>
                  <a:pt x="46" y="59"/>
                </a:moveTo>
                <a:lnTo>
                  <a:pt x="40" y="62"/>
                </a:lnTo>
                <a:lnTo>
                  <a:pt x="37" y="56"/>
                </a:lnTo>
                <a:lnTo>
                  <a:pt x="43" y="53"/>
                </a:lnTo>
                <a:lnTo>
                  <a:pt x="46" y="59"/>
                </a:lnTo>
                <a:moveTo>
                  <a:pt x="40" y="62"/>
                </a:moveTo>
                <a:lnTo>
                  <a:pt x="34" y="66"/>
                </a:lnTo>
                <a:lnTo>
                  <a:pt x="31" y="59"/>
                </a:lnTo>
                <a:lnTo>
                  <a:pt x="37" y="56"/>
                </a:lnTo>
                <a:lnTo>
                  <a:pt x="40" y="62"/>
                </a:lnTo>
                <a:moveTo>
                  <a:pt x="34" y="66"/>
                </a:moveTo>
                <a:lnTo>
                  <a:pt x="27" y="69"/>
                </a:lnTo>
                <a:lnTo>
                  <a:pt x="24" y="62"/>
                </a:lnTo>
                <a:lnTo>
                  <a:pt x="31" y="59"/>
                </a:lnTo>
                <a:lnTo>
                  <a:pt x="34" y="66"/>
                </a:lnTo>
                <a:moveTo>
                  <a:pt x="27" y="69"/>
                </a:moveTo>
                <a:lnTo>
                  <a:pt x="20" y="73"/>
                </a:lnTo>
                <a:lnTo>
                  <a:pt x="17" y="66"/>
                </a:lnTo>
                <a:lnTo>
                  <a:pt x="24" y="62"/>
                </a:lnTo>
                <a:lnTo>
                  <a:pt x="27" y="69"/>
                </a:lnTo>
                <a:moveTo>
                  <a:pt x="20" y="73"/>
                </a:moveTo>
                <a:lnTo>
                  <a:pt x="14" y="76"/>
                </a:lnTo>
                <a:lnTo>
                  <a:pt x="11" y="69"/>
                </a:lnTo>
                <a:lnTo>
                  <a:pt x="17" y="66"/>
                </a:lnTo>
                <a:lnTo>
                  <a:pt x="20" y="73"/>
                </a:lnTo>
                <a:moveTo>
                  <a:pt x="14" y="76"/>
                </a:moveTo>
                <a:lnTo>
                  <a:pt x="7" y="79"/>
                </a:lnTo>
                <a:lnTo>
                  <a:pt x="4" y="73"/>
                </a:lnTo>
                <a:lnTo>
                  <a:pt x="11" y="69"/>
                </a:lnTo>
                <a:lnTo>
                  <a:pt x="14" y="76"/>
                </a:lnTo>
                <a:moveTo>
                  <a:pt x="7" y="79"/>
                </a:moveTo>
                <a:lnTo>
                  <a:pt x="0" y="83"/>
                </a:lnTo>
                <a:lnTo>
                  <a:pt x="0" y="73"/>
                </a:lnTo>
                <a:lnTo>
                  <a:pt x="7" y="73"/>
                </a:lnTo>
                <a:lnTo>
                  <a:pt x="7" y="77"/>
                </a:lnTo>
                <a:lnTo>
                  <a:pt x="4" y="77"/>
                </a:lnTo>
                <a:lnTo>
                  <a:pt x="2" y="74"/>
                </a:lnTo>
                <a:lnTo>
                  <a:pt x="4" y="73"/>
                </a:lnTo>
                <a:lnTo>
                  <a:pt x="7" y="79"/>
                </a:lnTo>
                <a:moveTo>
                  <a:pt x="0" y="73"/>
                </a:moveTo>
                <a:lnTo>
                  <a:pt x="0" y="65"/>
                </a:lnTo>
                <a:lnTo>
                  <a:pt x="7" y="65"/>
                </a:lnTo>
                <a:lnTo>
                  <a:pt x="7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8"/>
                </a:lnTo>
                <a:lnTo>
                  <a:pt x="7" y="58"/>
                </a:lnTo>
                <a:lnTo>
                  <a:pt x="7" y="65"/>
                </a:lnTo>
                <a:lnTo>
                  <a:pt x="0" y="65"/>
                </a:lnTo>
                <a:moveTo>
                  <a:pt x="0" y="58"/>
                </a:moveTo>
                <a:lnTo>
                  <a:pt x="0" y="50"/>
                </a:lnTo>
                <a:lnTo>
                  <a:pt x="7" y="50"/>
                </a:lnTo>
                <a:lnTo>
                  <a:pt x="7" y="58"/>
                </a:lnTo>
                <a:lnTo>
                  <a:pt x="0" y="58"/>
                </a:lnTo>
                <a:moveTo>
                  <a:pt x="0" y="50"/>
                </a:moveTo>
                <a:lnTo>
                  <a:pt x="0" y="43"/>
                </a:lnTo>
                <a:lnTo>
                  <a:pt x="7" y="43"/>
                </a:lnTo>
                <a:lnTo>
                  <a:pt x="7" y="50"/>
                </a:lnTo>
                <a:lnTo>
                  <a:pt x="0" y="50"/>
                </a:lnTo>
                <a:moveTo>
                  <a:pt x="0" y="43"/>
                </a:moveTo>
                <a:lnTo>
                  <a:pt x="0" y="36"/>
                </a:lnTo>
                <a:lnTo>
                  <a:pt x="7" y="36"/>
                </a:lnTo>
                <a:lnTo>
                  <a:pt x="7" y="43"/>
                </a:lnTo>
                <a:lnTo>
                  <a:pt x="0" y="43"/>
                </a:lnTo>
                <a:moveTo>
                  <a:pt x="0" y="36"/>
                </a:moveTo>
                <a:lnTo>
                  <a:pt x="0" y="29"/>
                </a:lnTo>
                <a:lnTo>
                  <a:pt x="7" y="29"/>
                </a:lnTo>
                <a:lnTo>
                  <a:pt x="7" y="36"/>
                </a:lnTo>
                <a:lnTo>
                  <a:pt x="0" y="36"/>
                </a:lnTo>
                <a:moveTo>
                  <a:pt x="0" y="29"/>
                </a:moveTo>
                <a:lnTo>
                  <a:pt x="0" y="22"/>
                </a:lnTo>
                <a:lnTo>
                  <a:pt x="7" y="22"/>
                </a:lnTo>
                <a:lnTo>
                  <a:pt x="7" y="29"/>
                </a:lnTo>
                <a:lnTo>
                  <a:pt x="0" y="29"/>
                </a:lnTo>
                <a:moveTo>
                  <a:pt x="0" y="22"/>
                </a:moveTo>
                <a:lnTo>
                  <a:pt x="0" y="15"/>
                </a:lnTo>
                <a:lnTo>
                  <a:pt x="7" y="15"/>
                </a:lnTo>
                <a:lnTo>
                  <a:pt x="7" y="22"/>
                </a:lnTo>
                <a:lnTo>
                  <a:pt x="0" y="22"/>
                </a:lnTo>
                <a:moveTo>
                  <a:pt x="0" y="15"/>
                </a:moveTo>
                <a:lnTo>
                  <a:pt x="0" y="8"/>
                </a:lnTo>
                <a:lnTo>
                  <a:pt x="7" y="8"/>
                </a:lnTo>
                <a:lnTo>
                  <a:pt x="7" y="15"/>
                </a:lnTo>
                <a:lnTo>
                  <a:pt x="0" y="15"/>
                </a:lnTo>
                <a:moveTo>
                  <a:pt x="0" y="8"/>
                </a:moveTo>
                <a:lnTo>
                  <a:pt x="0" y="0"/>
                </a:lnTo>
                <a:lnTo>
                  <a:pt x="11" y="6"/>
                </a:lnTo>
                <a:lnTo>
                  <a:pt x="8" y="12"/>
                </a:lnTo>
                <a:lnTo>
                  <a:pt x="2" y="9"/>
                </a:lnTo>
                <a:lnTo>
                  <a:pt x="4" y="6"/>
                </a:lnTo>
                <a:lnTo>
                  <a:pt x="7" y="6"/>
                </a:lnTo>
                <a:lnTo>
                  <a:pt x="7" y="8"/>
                </a:lnTo>
                <a:lnTo>
                  <a:pt x="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5595480" y="1941840"/>
            <a:ext cx="482760" cy="32400"/>
          </a:xfrm>
          <a:custGeom>
            <a:avLst/>
            <a:gdLst/>
            <a:ahLst/>
            <a:rect l="0" t="0" r="r" b="b"/>
            <a:pathLst>
              <a:path fill="none" w="1341" h="90">
                <a:moveTo>
                  <a:pt x="0" y="90"/>
                </a:moveTo>
                <a:lnTo>
                  <a:pt x="124" y="74"/>
                </a:lnTo>
                <a:cubicBezTo>
                  <a:pt x="249" y="59"/>
                  <a:pt x="498" y="29"/>
                  <a:pt x="721" y="15"/>
                </a:cubicBezTo>
                <a:cubicBezTo>
                  <a:pt x="944" y="0"/>
                  <a:pt x="1142" y="0"/>
                  <a:pt x="1242" y="0"/>
                </a:cubicBezTo>
                <a:lnTo>
                  <a:pt x="1341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6064920" y="192888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6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6063840" y="192708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5"/>
                </a:moveTo>
                <a:lnTo>
                  <a:pt x="18" y="9"/>
                </a:lnTo>
                <a:lnTo>
                  <a:pt x="15" y="15"/>
                </a:lnTo>
                <a:lnTo>
                  <a:pt x="9" y="12"/>
                </a:lnTo>
                <a:lnTo>
                  <a:pt x="12" y="5"/>
                </a:lnTo>
                <a:moveTo>
                  <a:pt x="18" y="9"/>
                </a:moveTo>
                <a:lnTo>
                  <a:pt x="25" y="12"/>
                </a:lnTo>
                <a:lnTo>
                  <a:pt x="22" y="19"/>
                </a:lnTo>
                <a:lnTo>
                  <a:pt x="15" y="15"/>
                </a:lnTo>
                <a:lnTo>
                  <a:pt x="18" y="9"/>
                </a:lnTo>
                <a:moveTo>
                  <a:pt x="25" y="12"/>
                </a:moveTo>
                <a:lnTo>
                  <a:pt x="31" y="15"/>
                </a:lnTo>
                <a:lnTo>
                  <a:pt x="28" y="22"/>
                </a:lnTo>
                <a:lnTo>
                  <a:pt x="22" y="19"/>
                </a:lnTo>
                <a:lnTo>
                  <a:pt x="25" y="12"/>
                </a:lnTo>
                <a:moveTo>
                  <a:pt x="31" y="15"/>
                </a:moveTo>
                <a:lnTo>
                  <a:pt x="37" y="19"/>
                </a:lnTo>
                <a:lnTo>
                  <a:pt x="34" y="25"/>
                </a:lnTo>
                <a:lnTo>
                  <a:pt x="28" y="22"/>
                </a:lnTo>
                <a:lnTo>
                  <a:pt x="31" y="15"/>
                </a:lnTo>
                <a:moveTo>
                  <a:pt x="37" y="19"/>
                </a:moveTo>
                <a:lnTo>
                  <a:pt x="44" y="22"/>
                </a:lnTo>
                <a:lnTo>
                  <a:pt x="41" y="28"/>
                </a:lnTo>
                <a:lnTo>
                  <a:pt x="34" y="25"/>
                </a:lnTo>
                <a:lnTo>
                  <a:pt x="37" y="19"/>
                </a:lnTo>
                <a:moveTo>
                  <a:pt x="44" y="22"/>
                </a:moveTo>
                <a:lnTo>
                  <a:pt x="50" y="25"/>
                </a:lnTo>
                <a:lnTo>
                  <a:pt x="47" y="32"/>
                </a:lnTo>
                <a:lnTo>
                  <a:pt x="41" y="28"/>
                </a:lnTo>
                <a:lnTo>
                  <a:pt x="44" y="22"/>
                </a:lnTo>
                <a:moveTo>
                  <a:pt x="50" y="25"/>
                </a:moveTo>
                <a:lnTo>
                  <a:pt x="56" y="28"/>
                </a:lnTo>
                <a:lnTo>
                  <a:pt x="53" y="35"/>
                </a:lnTo>
                <a:lnTo>
                  <a:pt x="47" y="32"/>
                </a:lnTo>
                <a:lnTo>
                  <a:pt x="50" y="25"/>
                </a:lnTo>
                <a:moveTo>
                  <a:pt x="56" y="28"/>
                </a:moveTo>
                <a:lnTo>
                  <a:pt x="63" y="32"/>
                </a:lnTo>
                <a:lnTo>
                  <a:pt x="59" y="38"/>
                </a:lnTo>
                <a:lnTo>
                  <a:pt x="53" y="35"/>
                </a:lnTo>
                <a:lnTo>
                  <a:pt x="56" y="28"/>
                </a:lnTo>
                <a:moveTo>
                  <a:pt x="63" y="32"/>
                </a:moveTo>
                <a:lnTo>
                  <a:pt x="69" y="35"/>
                </a:lnTo>
                <a:lnTo>
                  <a:pt x="66" y="41"/>
                </a:lnTo>
                <a:lnTo>
                  <a:pt x="59" y="38"/>
                </a:lnTo>
                <a:lnTo>
                  <a:pt x="63" y="32"/>
                </a:lnTo>
                <a:moveTo>
                  <a:pt x="69" y="35"/>
                </a:moveTo>
                <a:lnTo>
                  <a:pt x="75" y="38"/>
                </a:lnTo>
                <a:lnTo>
                  <a:pt x="72" y="44"/>
                </a:lnTo>
                <a:lnTo>
                  <a:pt x="66" y="41"/>
                </a:lnTo>
                <a:lnTo>
                  <a:pt x="69" y="35"/>
                </a:lnTo>
                <a:moveTo>
                  <a:pt x="75" y="38"/>
                </a:moveTo>
                <a:lnTo>
                  <a:pt x="83" y="42"/>
                </a:lnTo>
                <a:lnTo>
                  <a:pt x="71" y="47"/>
                </a:lnTo>
                <a:lnTo>
                  <a:pt x="68" y="41"/>
                </a:lnTo>
                <a:lnTo>
                  <a:pt x="73" y="39"/>
                </a:lnTo>
                <a:lnTo>
                  <a:pt x="75" y="42"/>
                </a:lnTo>
                <a:lnTo>
                  <a:pt x="73" y="45"/>
                </a:lnTo>
                <a:lnTo>
                  <a:pt x="72" y="44"/>
                </a:lnTo>
                <a:lnTo>
                  <a:pt x="75" y="38"/>
                </a:lnTo>
                <a:moveTo>
                  <a:pt x="71" y="47"/>
                </a:moveTo>
                <a:lnTo>
                  <a:pt x="65" y="51"/>
                </a:lnTo>
                <a:lnTo>
                  <a:pt x="62" y="44"/>
                </a:lnTo>
                <a:lnTo>
                  <a:pt x="68" y="41"/>
                </a:lnTo>
                <a:lnTo>
                  <a:pt x="71" y="47"/>
                </a:lnTo>
                <a:moveTo>
                  <a:pt x="65" y="51"/>
                </a:moveTo>
                <a:lnTo>
                  <a:pt x="59" y="54"/>
                </a:lnTo>
                <a:lnTo>
                  <a:pt x="55" y="47"/>
                </a:lnTo>
                <a:lnTo>
                  <a:pt x="62" y="44"/>
                </a:lnTo>
                <a:lnTo>
                  <a:pt x="65" y="51"/>
                </a:lnTo>
                <a:moveTo>
                  <a:pt x="59" y="54"/>
                </a:moveTo>
                <a:lnTo>
                  <a:pt x="52" y="57"/>
                </a:lnTo>
                <a:lnTo>
                  <a:pt x="49" y="51"/>
                </a:lnTo>
                <a:lnTo>
                  <a:pt x="55" y="47"/>
                </a:lnTo>
                <a:lnTo>
                  <a:pt x="59" y="54"/>
                </a:lnTo>
                <a:moveTo>
                  <a:pt x="52" y="57"/>
                </a:moveTo>
                <a:lnTo>
                  <a:pt x="46" y="60"/>
                </a:lnTo>
                <a:lnTo>
                  <a:pt x="43" y="54"/>
                </a:lnTo>
                <a:lnTo>
                  <a:pt x="49" y="51"/>
                </a:lnTo>
                <a:lnTo>
                  <a:pt x="52" y="57"/>
                </a:lnTo>
                <a:moveTo>
                  <a:pt x="46" y="60"/>
                </a:moveTo>
                <a:lnTo>
                  <a:pt x="40" y="63"/>
                </a:lnTo>
                <a:lnTo>
                  <a:pt x="36" y="57"/>
                </a:lnTo>
                <a:lnTo>
                  <a:pt x="43" y="54"/>
                </a:lnTo>
                <a:lnTo>
                  <a:pt x="46" y="60"/>
                </a:lnTo>
                <a:moveTo>
                  <a:pt x="40" y="63"/>
                </a:moveTo>
                <a:lnTo>
                  <a:pt x="33" y="66"/>
                </a:lnTo>
                <a:lnTo>
                  <a:pt x="30" y="60"/>
                </a:lnTo>
                <a:lnTo>
                  <a:pt x="36" y="57"/>
                </a:lnTo>
                <a:lnTo>
                  <a:pt x="40" y="63"/>
                </a:lnTo>
                <a:moveTo>
                  <a:pt x="33" y="66"/>
                </a:moveTo>
                <a:lnTo>
                  <a:pt x="27" y="70"/>
                </a:lnTo>
                <a:lnTo>
                  <a:pt x="24" y="63"/>
                </a:lnTo>
                <a:lnTo>
                  <a:pt x="30" y="60"/>
                </a:lnTo>
                <a:lnTo>
                  <a:pt x="33" y="66"/>
                </a:lnTo>
                <a:moveTo>
                  <a:pt x="27" y="70"/>
                </a:moveTo>
                <a:lnTo>
                  <a:pt x="21" y="73"/>
                </a:lnTo>
                <a:lnTo>
                  <a:pt x="18" y="66"/>
                </a:lnTo>
                <a:lnTo>
                  <a:pt x="24" y="63"/>
                </a:lnTo>
                <a:lnTo>
                  <a:pt x="27" y="70"/>
                </a:lnTo>
                <a:moveTo>
                  <a:pt x="21" y="73"/>
                </a:moveTo>
                <a:lnTo>
                  <a:pt x="14" y="76"/>
                </a:lnTo>
                <a:lnTo>
                  <a:pt x="11" y="70"/>
                </a:lnTo>
                <a:lnTo>
                  <a:pt x="18" y="66"/>
                </a:lnTo>
                <a:lnTo>
                  <a:pt x="21" y="73"/>
                </a:lnTo>
                <a:moveTo>
                  <a:pt x="14" y="76"/>
                </a:moveTo>
                <a:lnTo>
                  <a:pt x="8" y="79"/>
                </a:lnTo>
                <a:lnTo>
                  <a:pt x="4" y="73"/>
                </a:lnTo>
                <a:lnTo>
                  <a:pt x="11" y="70"/>
                </a:lnTo>
                <a:lnTo>
                  <a:pt x="14" y="76"/>
                </a:lnTo>
                <a:moveTo>
                  <a:pt x="8" y="79"/>
                </a:moveTo>
                <a:lnTo>
                  <a:pt x="0" y="83"/>
                </a:lnTo>
                <a:lnTo>
                  <a:pt x="0" y="72"/>
                </a:lnTo>
                <a:lnTo>
                  <a:pt x="8" y="72"/>
                </a:lnTo>
                <a:lnTo>
                  <a:pt x="8" y="77"/>
                </a:lnTo>
                <a:lnTo>
                  <a:pt x="3" y="77"/>
                </a:lnTo>
                <a:lnTo>
                  <a:pt x="2" y="74"/>
                </a:lnTo>
                <a:lnTo>
                  <a:pt x="4" y="73"/>
                </a:lnTo>
                <a:lnTo>
                  <a:pt x="8" y="79"/>
                </a:lnTo>
                <a:moveTo>
                  <a:pt x="0" y="72"/>
                </a:moveTo>
                <a:lnTo>
                  <a:pt x="0" y="65"/>
                </a:lnTo>
                <a:lnTo>
                  <a:pt x="8" y="65"/>
                </a:lnTo>
                <a:lnTo>
                  <a:pt x="8" y="72"/>
                </a:lnTo>
                <a:lnTo>
                  <a:pt x="0" y="72"/>
                </a:lnTo>
                <a:moveTo>
                  <a:pt x="0" y="65"/>
                </a:moveTo>
                <a:lnTo>
                  <a:pt x="0" y="58"/>
                </a:lnTo>
                <a:lnTo>
                  <a:pt x="8" y="58"/>
                </a:lnTo>
                <a:lnTo>
                  <a:pt x="8" y="65"/>
                </a:lnTo>
                <a:lnTo>
                  <a:pt x="0" y="65"/>
                </a:lnTo>
                <a:moveTo>
                  <a:pt x="0" y="58"/>
                </a:moveTo>
                <a:lnTo>
                  <a:pt x="0" y="51"/>
                </a:lnTo>
                <a:lnTo>
                  <a:pt x="8" y="51"/>
                </a:lnTo>
                <a:lnTo>
                  <a:pt x="8" y="58"/>
                </a:lnTo>
                <a:lnTo>
                  <a:pt x="0" y="58"/>
                </a:lnTo>
                <a:moveTo>
                  <a:pt x="0" y="51"/>
                </a:moveTo>
                <a:lnTo>
                  <a:pt x="0" y="44"/>
                </a:lnTo>
                <a:lnTo>
                  <a:pt x="8" y="44"/>
                </a:lnTo>
                <a:lnTo>
                  <a:pt x="8" y="51"/>
                </a:lnTo>
                <a:lnTo>
                  <a:pt x="0" y="51"/>
                </a:lnTo>
                <a:moveTo>
                  <a:pt x="0" y="44"/>
                </a:moveTo>
                <a:lnTo>
                  <a:pt x="0" y="37"/>
                </a:lnTo>
                <a:lnTo>
                  <a:pt x="8" y="37"/>
                </a:lnTo>
                <a:lnTo>
                  <a:pt x="8" y="44"/>
                </a:lnTo>
                <a:lnTo>
                  <a:pt x="0" y="44"/>
                </a:lnTo>
                <a:moveTo>
                  <a:pt x="0" y="37"/>
                </a:moveTo>
                <a:lnTo>
                  <a:pt x="0" y="30"/>
                </a:lnTo>
                <a:lnTo>
                  <a:pt x="8" y="30"/>
                </a:lnTo>
                <a:lnTo>
                  <a:pt x="8" y="37"/>
                </a:lnTo>
                <a:lnTo>
                  <a:pt x="0" y="37"/>
                </a:lnTo>
                <a:moveTo>
                  <a:pt x="0" y="30"/>
                </a:moveTo>
                <a:lnTo>
                  <a:pt x="0" y="23"/>
                </a:lnTo>
                <a:lnTo>
                  <a:pt x="8" y="23"/>
                </a:lnTo>
                <a:lnTo>
                  <a:pt x="8" y="30"/>
                </a:lnTo>
                <a:lnTo>
                  <a:pt x="0" y="30"/>
                </a:lnTo>
                <a:moveTo>
                  <a:pt x="0" y="23"/>
                </a:moveTo>
                <a:lnTo>
                  <a:pt x="0" y="15"/>
                </a:lnTo>
                <a:lnTo>
                  <a:pt x="8" y="15"/>
                </a:lnTo>
                <a:lnTo>
                  <a:pt x="8" y="23"/>
                </a:lnTo>
                <a:lnTo>
                  <a:pt x="0" y="23"/>
                </a:lnTo>
                <a:moveTo>
                  <a:pt x="0" y="15"/>
                </a:moveTo>
                <a:lnTo>
                  <a:pt x="0" y="8"/>
                </a:lnTo>
                <a:lnTo>
                  <a:pt x="8" y="8"/>
                </a:lnTo>
                <a:lnTo>
                  <a:pt x="8" y="15"/>
                </a:lnTo>
                <a:lnTo>
                  <a:pt x="0" y="15"/>
                </a:lnTo>
                <a:moveTo>
                  <a:pt x="0" y="8"/>
                </a:moveTo>
                <a:lnTo>
                  <a:pt x="0" y="0"/>
                </a:lnTo>
                <a:lnTo>
                  <a:pt x="12" y="5"/>
                </a:lnTo>
                <a:lnTo>
                  <a:pt x="9" y="12"/>
                </a:lnTo>
                <a:lnTo>
                  <a:pt x="2" y="9"/>
                </a:lnTo>
                <a:lnTo>
                  <a:pt x="3" y="5"/>
                </a:lnTo>
                <a:lnTo>
                  <a:pt x="8" y="5"/>
                </a:lnTo>
                <a:lnTo>
                  <a:pt x="8" y="8"/>
                </a:lnTo>
                <a:lnTo>
                  <a:pt x="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6756480" y="1941840"/>
            <a:ext cx="561600" cy="0"/>
          </a:xfrm>
          <a:custGeom>
            <a:avLst/>
            <a:gdLst/>
            <a:ahLst/>
            <a:rect l="0" t="0" r="r" b="b"/>
            <a:pathLst>
              <a:path fill="none" w="1560" h="0">
                <a:moveTo>
                  <a:pt x="0" y="0"/>
                </a:moveTo>
                <a:lnTo>
                  <a:pt x="91" y="0"/>
                </a:lnTo>
                <a:cubicBezTo>
                  <a:pt x="182" y="0"/>
                  <a:pt x="364" y="0"/>
                  <a:pt x="624" y="0"/>
                </a:cubicBezTo>
                <a:cubicBezTo>
                  <a:pt x="884" y="0"/>
                  <a:pt x="1222" y="0"/>
                  <a:pt x="1391" y="0"/>
                </a:cubicBezTo>
                <a:lnTo>
                  <a:pt x="156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7305480" y="192888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6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7304400" y="192708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5"/>
                </a:moveTo>
                <a:lnTo>
                  <a:pt x="18" y="9"/>
                </a:lnTo>
                <a:lnTo>
                  <a:pt x="15" y="15"/>
                </a:lnTo>
                <a:lnTo>
                  <a:pt x="9" y="12"/>
                </a:lnTo>
                <a:lnTo>
                  <a:pt x="12" y="5"/>
                </a:lnTo>
                <a:moveTo>
                  <a:pt x="18" y="9"/>
                </a:moveTo>
                <a:lnTo>
                  <a:pt x="25" y="12"/>
                </a:lnTo>
                <a:lnTo>
                  <a:pt x="22" y="19"/>
                </a:lnTo>
                <a:lnTo>
                  <a:pt x="15" y="15"/>
                </a:lnTo>
                <a:lnTo>
                  <a:pt x="18" y="9"/>
                </a:lnTo>
                <a:moveTo>
                  <a:pt x="25" y="12"/>
                </a:moveTo>
                <a:lnTo>
                  <a:pt x="31" y="15"/>
                </a:lnTo>
                <a:lnTo>
                  <a:pt x="28" y="22"/>
                </a:lnTo>
                <a:lnTo>
                  <a:pt x="22" y="19"/>
                </a:lnTo>
                <a:lnTo>
                  <a:pt x="25" y="12"/>
                </a:lnTo>
                <a:moveTo>
                  <a:pt x="31" y="15"/>
                </a:moveTo>
                <a:lnTo>
                  <a:pt x="37" y="19"/>
                </a:lnTo>
                <a:lnTo>
                  <a:pt x="34" y="25"/>
                </a:lnTo>
                <a:lnTo>
                  <a:pt x="28" y="22"/>
                </a:lnTo>
                <a:lnTo>
                  <a:pt x="31" y="15"/>
                </a:lnTo>
                <a:moveTo>
                  <a:pt x="37" y="19"/>
                </a:moveTo>
                <a:lnTo>
                  <a:pt x="44" y="22"/>
                </a:lnTo>
                <a:lnTo>
                  <a:pt x="40" y="28"/>
                </a:lnTo>
                <a:lnTo>
                  <a:pt x="34" y="25"/>
                </a:lnTo>
                <a:lnTo>
                  <a:pt x="37" y="19"/>
                </a:lnTo>
                <a:moveTo>
                  <a:pt x="44" y="22"/>
                </a:moveTo>
                <a:lnTo>
                  <a:pt x="50" y="25"/>
                </a:lnTo>
                <a:lnTo>
                  <a:pt x="47" y="32"/>
                </a:lnTo>
                <a:lnTo>
                  <a:pt x="40" y="28"/>
                </a:lnTo>
                <a:lnTo>
                  <a:pt x="44" y="22"/>
                </a:lnTo>
                <a:moveTo>
                  <a:pt x="50" y="25"/>
                </a:moveTo>
                <a:lnTo>
                  <a:pt x="56" y="28"/>
                </a:lnTo>
                <a:lnTo>
                  <a:pt x="53" y="35"/>
                </a:lnTo>
                <a:lnTo>
                  <a:pt x="47" y="32"/>
                </a:lnTo>
                <a:lnTo>
                  <a:pt x="50" y="25"/>
                </a:lnTo>
                <a:moveTo>
                  <a:pt x="56" y="28"/>
                </a:moveTo>
                <a:lnTo>
                  <a:pt x="63" y="32"/>
                </a:lnTo>
                <a:lnTo>
                  <a:pt x="59" y="38"/>
                </a:lnTo>
                <a:lnTo>
                  <a:pt x="53" y="35"/>
                </a:lnTo>
                <a:lnTo>
                  <a:pt x="56" y="28"/>
                </a:lnTo>
                <a:moveTo>
                  <a:pt x="63" y="32"/>
                </a:moveTo>
                <a:lnTo>
                  <a:pt x="69" y="35"/>
                </a:lnTo>
                <a:lnTo>
                  <a:pt x="66" y="41"/>
                </a:lnTo>
                <a:lnTo>
                  <a:pt x="59" y="38"/>
                </a:lnTo>
                <a:lnTo>
                  <a:pt x="63" y="32"/>
                </a:lnTo>
                <a:moveTo>
                  <a:pt x="69" y="35"/>
                </a:moveTo>
                <a:lnTo>
                  <a:pt x="75" y="38"/>
                </a:lnTo>
                <a:lnTo>
                  <a:pt x="72" y="44"/>
                </a:lnTo>
                <a:lnTo>
                  <a:pt x="66" y="41"/>
                </a:lnTo>
                <a:lnTo>
                  <a:pt x="69" y="35"/>
                </a:lnTo>
                <a:moveTo>
                  <a:pt x="75" y="38"/>
                </a:moveTo>
                <a:lnTo>
                  <a:pt x="83" y="42"/>
                </a:lnTo>
                <a:lnTo>
                  <a:pt x="71" y="47"/>
                </a:lnTo>
                <a:lnTo>
                  <a:pt x="68" y="41"/>
                </a:lnTo>
                <a:lnTo>
                  <a:pt x="73" y="39"/>
                </a:lnTo>
                <a:lnTo>
                  <a:pt x="75" y="42"/>
                </a:lnTo>
                <a:lnTo>
                  <a:pt x="73" y="45"/>
                </a:lnTo>
                <a:lnTo>
                  <a:pt x="72" y="44"/>
                </a:lnTo>
                <a:lnTo>
                  <a:pt x="75" y="38"/>
                </a:lnTo>
                <a:moveTo>
                  <a:pt x="71" y="47"/>
                </a:moveTo>
                <a:lnTo>
                  <a:pt x="65" y="51"/>
                </a:lnTo>
                <a:lnTo>
                  <a:pt x="62" y="44"/>
                </a:lnTo>
                <a:lnTo>
                  <a:pt x="68" y="41"/>
                </a:lnTo>
                <a:lnTo>
                  <a:pt x="71" y="47"/>
                </a:lnTo>
                <a:moveTo>
                  <a:pt x="65" y="51"/>
                </a:moveTo>
                <a:lnTo>
                  <a:pt x="59" y="54"/>
                </a:lnTo>
                <a:lnTo>
                  <a:pt x="55" y="47"/>
                </a:lnTo>
                <a:lnTo>
                  <a:pt x="62" y="44"/>
                </a:lnTo>
                <a:lnTo>
                  <a:pt x="65" y="51"/>
                </a:lnTo>
                <a:moveTo>
                  <a:pt x="59" y="54"/>
                </a:moveTo>
                <a:lnTo>
                  <a:pt x="52" y="57"/>
                </a:lnTo>
                <a:lnTo>
                  <a:pt x="49" y="51"/>
                </a:lnTo>
                <a:lnTo>
                  <a:pt x="55" y="47"/>
                </a:lnTo>
                <a:lnTo>
                  <a:pt x="59" y="54"/>
                </a:lnTo>
                <a:moveTo>
                  <a:pt x="52" y="57"/>
                </a:moveTo>
                <a:lnTo>
                  <a:pt x="46" y="60"/>
                </a:lnTo>
                <a:lnTo>
                  <a:pt x="43" y="54"/>
                </a:lnTo>
                <a:lnTo>
                  <a:pt x="49" y="51"/>
                </a:lnTo>
                <a:lnTo>
                  <a:pt x="52" y="57"/>
                </a:lnTo>
                <a:moveTo>
                  <a:pt x="46" y="60"/>
                </a:moveTo>
                <a:lnTo>
                  <a:pt x="40" y="63"/>
                </a:lnTo>
                <a:lnTo>
                  <a:pt x="36" y="57"/>
                </a:lnTo>
                <a:lnTo>
                  <a:pt x="43" y="54"/>
                </a:lnTo>
                <a:lnTo>
                  <a:pt x="46" y="60"/>
                </a:lnTo>
                <a:moveTo>
                  <a:pt x="40" y="63"/>
                </a:moveTo>
                <a:lnTo>
                  <a:pt x="33" y="66"/>
                </a:lnTo>
                <a:lnTo>
                  <a:pt x="30" y="60"/>
                </a:lnTo>
                <a:lnTo>
                  <a:pt x="36" y="57"/>
                </a:lnTo>
                <a:lnTo>
                  <a:pt x="40" y="63"/>
                </a:lnTo>
                <a:moveTo>
                  <a:pt x="33" y="66"/>
                </a:moveTo>
                <a:lnTo>
                  <a:pt x="27" y="70"/>
                </a:lnTo>
                <a:lnTo>
                  <a:pt x="24" y="63"/>
                </a:lnTo>
                <a:lnTo>
                  <a:pt x="30" y="60"/>
                </a:lnTo>
                <a:lnTo>
                  <a:pt x="33" y="66"/>
                </a:lnTo>
                <a:moveTo>
                  <a:pt x="27" y="70"/>
                </a:moveTo>
                <a:lnTo>
                  <a:pt x="21" y="73"/>
                </a:lnTo>
                <a:lnTo>
                  <a:pt x="17" y="66"/>
                </a:lnTo>
                <a:lnTo>
                  <a:pt x="24" y="63"/>
                </a:lnTo>
                <a:lnTo>
                  <a:pt x="27" y="70"/>
                </a:lnTo>
                <a:moveTo>
                  <a:pt x="21" y="73"/>
                </a:moveTo>
                <a:lnTo>
                  <a:pt x="14" y="76"/>
                </a:lnTo>
                <a:lnTo>
                  <a:pt x="11" y="70"/>
                </a:lnTo>
                <a:lnTo>
                  <a:pt x="17" y="66"/>
                </a:lnTo>
                <a:lnTo>
                  <a:pt x="21" y="73"/>
                </a:lnTo>
                <a:moveTo>
                  <a:pt x="14" y="76"/>
                </a:moveTo>
                <a:lnTo>
                  <a:pt x="8" y="79"/>
                </a:lnTo>
                <a:lnTo>
                  <a:pt x="4" y="73"/>
                </a:lnTo>
                <a:lnTo>
                  <a:pt x="11" y="70"/>
                </a:lnTo>
                <a:lnTo>
                  <a:pt x="14" y="76"/>
                </a:lnTo>
                <a:moveTo>
                  <a:pt x="8" y="79"/>
                </a:moveTo>
                <a:lnTo>
                  <a:pt x="0" y="83"/>
                </a:lnTo>
                <a:lnTo>
                  <a:pt x="0" y="72"/>
                </a:lnTo>
                <a:lnTo>
                  <a:pt x="8" y="72"/>
                </a:lnTo>
                <a:lnTo>
                  <a:pt x="8" y="77"/>
                </a:lnTo>
                <a:lnTo>
                  <a:pt x="3" y="77"/>
                </a:lnTo>
                <a:lnTo>
                  <a:pt x="2" y="74"/>
                </a:lnTo>
                <a:lnTo>
                  <a:pt x="4" y="73"/>
                </a:lnTo>
                <a:lnTo>
                  <a:pt x="8" y="79"/>
                </a:lnTo>
                <a:moveTo>
                  <a:pt x="0" y="72"/>
                </a:moveTo>
                <a:lnTo>
                  <a:pt x="0" y="65"/>
                </a:lnTo>
                <a:lnTo>
                  <a:pt x="8" y="65"/>
                </a:lnTo>
                <a:lnTo>
                  <a:pt x="8" y="72"/>
                </a:lnTo>
                <a:lnTo>
                  <a:pt x="0" y="72"/>
                </a:lnTo>
                <a:moveTo>
                  <a:pt x="0" y="65"/>
                </a:moveTo>
                <a:lnTo>
                  <a:pt x="0" y="58"/>
                </a:lnTo>
                <a:lnTo>
                  <a:pt x="8" y="58"/>
                </a:lnTo>
                <a:lnTo>
                  <a:pt x="8" y="65"/>
                </a:lnTo>
                <a:lnTo>
                  <a:pt x="0" y="65"/>
                </a:lnTo>
                <a:moveTo>
                  <a:pt x="0" y="58"/>
                </a:moveTo>
                <a:lnTo>
                  <a:pt x="0" y="51"/>
                </a:lnTo>
                <a:lnTo>
                  <a:pt x="8" y="51"/>
                </a:lnTo>
                <a:lnTo>
                  <a:pt x="8" y="58"/>
                </a:lnTo>
                <a:lnTo>
                  <a:pt x="0" y="58"/>
                </a:lnTo>
                <a:moveTo>
                  <a:pt x="0" y="51"/>
                </a:moveTo>
                <a:lnTo>
                  <a:pt x="0" y="44"/>
                </a:lnTo>
                <a:lnTo>
                  <a:pt x="8" y="44"/>
                </a:lnTo>
                <a:lnTo>
                  <a:pt x="8" y="51"/>
                </a:lnTo>
                <a:lnTo>
                  <a:pt x="0" y="51"/>
                </a:lnTo>
                <a:moveTo>
                  <a:pt x="0" y="44"/>
                </a:moveTo>
                <a:lnTo>
                  <a:pt x="0" y="37"/>
                </a:lnTo>
                <a:lnTo>
                  <a:pt x="8" y="37"/>
                </a:lnTo>
                <a:lnTo>
                  <a:pt x="8" y="44"/>
                </a:lnTo>
                <a:lnTo>
                  <a:pt x="0" y="44"/>
                </a:lnTo>
                <a:moveTo>
                  <a:pt x="0" y="37"/>
                </a:moveTo>
                <a:lnTo>
                  <a:pt x="0" y="30"/>
                </a:lnTo>
                <a:lnTo>
                  <a:pt x="8" y="30"/>
                </a:lnTo>
                <a:lnTo>
                  <a:pt x="8" y="37"/>
                </a:lnTo>
                <a:lnTo>
                  <a:pt x="0" y="37"/>
                </a:lnTo>
                <a:moveTo>
                  <a:pt x="0" y="30"/>
                </a:moveTo>
                <a:lnTo>
                  <a:pt x="0" y="23"/>
                </a:lnTo>
                <a:lnTo>
                  <a:pt x="8" y="23"/>
                </a:lnTo>
                <a:lnTo>
                  <a:pt x="8" y="30"/>
                </a:lnTo>
                <a:lnTo>
                  <a:pt x="0" y="30"/>
                </a:lnTo>
                <a:moveTo>
                  <a:pt x="0" y="23"/>
                </a:moveTo>
                <a:lnTo>
                  <a:pt x="0" y="15"/>
                </a:lnTo>
                <a:lnTo>
                  <a:pt x="8" y="15"/>
                </a:lnTo>
                <a:lnTo>
                  <a:pt x="8" y="23"/>
                </a:lnTo>
                <a:lnTo>
                  <a:pt x="0" y="23"/>
                </a:lnTo>
                <a:moveTo>
                  <a:pt x="0" y="15"/>
                </a:moveTo>
                <a:lnTo>
                  <a:pt x="0" y="8"/>
                </a:lnTo>
                <a:lnTo>
                  <a:pt x="8" y="8"/>
                </a:lnTo>
                <a:lnTo>
                  <a:pt x="8" y="15"/>
                </a:lnTo>
                <a:lnTo>
                  <a:pt x="0" y="15"/>
                </a:lnTo>
                <a:moveTo>
                  <a:pt x="0" y="8"/>
                </a:moveTo>
                <a:lnTo>
                  <a:pt x="0" y="0"/>
                </a:lnTo>
                <a:lnTo>
                  <a:pt x="12" y="5"/>
                </a:lnTo>
                <a:lnTo>
                  <a:pt x="9" y="12"/>
                </a:lnTo>
                <a:lnTo>
                  <a:pt x="2" y="9"/>
                </a:lnTo>
                <a:lnTo>
                  <a:pt x="3" y="5"/>
                </a:lnTo>
                <a:lnTo>
                  <a:pt x="8" y="5"/>
                </a:lnTo>
                <a:lnTo>
                  <a:pt x="8" y="8"/>
                </a:lnTo>
                <a:lnTo>
                  <a:pt x="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5595480" y="2135160"/>
            <a:ext cx="491400" cy="243000"/>
          </a:xfrm>
          <a:custGeom>
            <a:avLst/>
            <a:gdLst/>
            <a:ahLst/>
            <a:rect l="0" t="0" r="r" b="b"/>
            <a:pathLst>
              <a:path fill="none" w="1365" h="675">
                <a:moveTo>
                  <a:pt x="0" y="0"/>
                </a:moveTo>
                <a:lnTo>
                  <a:pt x="124" y="49"/>
                </a:lnTo>
                <a:cubicBezTo>
                  <a:pt x="250" y="97"/>
                  <a:pt x="499" y="194"/>
                  <a:pt x="726" y="307"/>
                </a:cubicBezTo>
                <a:cubicBezTo>
                  <a:pt x="954" y="419"/>
                  <a:pt x="1159" y="548"/>
                  <a:pt x="1262" y="612"/>
                </a:cubicBezTo>
                <a:lnTo>
                  <a:pt x="1365" y="67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6069240" y="2360520"/>
            <a:ext cx="28440" cy="24480"/>
          </a:xfrm>
          <a:custGeom>
            <a:avLst/>
            <a:gdLst/>
            <a:ahLst/>
            <a:rect l="0" t="0" r="r" b="b"/>
            <a:pathLst>
              <a:path w="79" h="68">
                <a:moveTo>
                  <a:pt x="38" y="0"/>
                </a:moveTo>
                <a:lnTo>
                  <a:pt x="79" y="68"/>
                </a:lnTo>
                <a:lnTo>
                  <a:pt x="0" y="61"/>
                </a:lnTo>
                <a:lnTo>
                  <a:pt x="3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6067080" y="2358000"/>
            <a:ext cx="33120" cy="28440"/>
          </a:xfrm>
          <a:custGeom>
            <a:avLst/>
            <a:gdLst/>
            <a:ahLst/>
            <a:rect l="0" t="0" r="r" b="b"/>
            <a:pathLst>
              <a:path w="92" h="79">
                <a:moveTo>
                  <a:pt x="51" y="11"/>
                </a:moveTo>
                <a:lnTo>
                  <a:pt x="54" y="17"/>
                </a:lnTo>
                <a:lnTo>
                  <a:pt x="48" y="21"/>
                </a:lnTo>
                <a:lnTo>
                  <a:pt x="45" y="15"/>
                </a:lnTo>
                <a:lnTo>
                  <a:pt x="51" y="11"/>
                </a:lnTo>
                <a:moveTo>
                  <a:pt x="54" y="17"/>
                </a:moveTo>
                <a:lnTo>
                  <a:pt x="58" y="23"/>
                </a:lnTo>
                <a:lnTo>
                  <a:pt x="52" y="27"/>
                </a:lnTo>
                <a:lnTo>
                  <a:pt x="48" y="21"/>
                </a:lnTo>
                <a:lnTo>
                  <a:pt x="54" y="17"/>
                </a:lnTo>
                <a:moveTo>
                  <a:pt x="58" y="23"/>
                </a:moveTo>
                <a:lnTo>
                  <a:pt x="62" y="29"/>
                </a:lnTo>
                <a:lnTo>
                  <a:pt x="56" y="33"/>
                </a:lnTo>
                <a:lnTo>
                  <a:pt x="52" y="27"/>
                </a:lnTo>
                <a:lnTo>
                  <a:pt x="58" y="23"/>
                </a:lnTo>
                <a:moveTo>
                  <a:pt x="62" y="29"/>
                </a:moveTo>
                <a:lnTo>
                  <a:pt x="65" y="35"/>
                </a:lnTo>
                <a:lnTo>
                  <a:pt x="59" y="39"/>
                </a:lnTo>
                <a:lnTo>
                  <a:pt x="56" y="33"/>
                </a:lnTo>
                <a:lnTo>
                  <a:pt x="62" y="29"/>
                </a:lnTo>
                <a:moveTo>
                  <a:pt x="65" y="35"/>
                </a:moveTo>
                <a:lnTo>
                  <a:pt x="69" y="42"/>
                </a:lnTo>
                <a:lnTo>
                  <a:pt x="63" y="46"/>
                </a:lnTo>
                <a:lnTo>
                  <a:pt x="59" y="39"/>
                </a:lnTo>
                <a:lnTo>
                  <a:pt x="65" y="35"/>
                </a:lnTo>
                <a:moveTo>
                  <a:pt x="69" y="42"/>
                </a:moveTo>
                <a:lnTo>
                  <a:pt x="73" y="48"/>
                </a:lnTo>
                <a:lnTo>
                  <a:pt x="67" y="52"/>
                </a:lnTo>
                <a:lnTo>
                  <a:pt x="63" y="46"/>
                </a:lnTo>
                <a:lnTo>
                  <a:pt x="69" y="42"/>
                </a:lnTo>
                <a:moveTo>
                  <a:pt x="73" y="48"/>
                </a:moveTo>
                <a:lnTo>
                  <a:pt x="77" y="54"/>
                </a:lnTo>
                <a:lnTo>
                  <a:pt x="71" y="58"/>
                </a:lnTo>
                <a:lnTo>
                  <a:pt x="67" y="52"/>
                </a:lnTo>
                <a:lnTo>
                  <a:pt x="73" y="48"/>
                </a:lnTo>
                <a:moveTo>
                  <a:pt x="77" y="54"/>
                </a:moveTo>
                <a:lnTo>
                  <a:pt x="80" y="60"/>
                </a:lnTo>
                <a:lnTo>
                  <a:pt x="74" y="64"/>
                </a:lnTo>
                <a:lnTo>
                  <a:pt x="71" y="58"/>
                </a:lnTo>
                <a:lnTo>
                  <a:pt x="77" y="54"/>
                </a:lnTo>
                <a:moveTo>
                  <a:pt x="80" y="60"/>
                </a:moveTo>
                <a:lnTo>
                  <a:pt x="84" y="66"/>
                </a:lnTo>
                <a:lnTo>
                  <a:pt x="78" y="70"/>
                </a:lnTo>
                <a:lnTo>
                  <a:pt x="74" y="64"/>
                </a:lnTo>
                <a:lnTo>
                  <a:pt x="80" y="60"/>
                </a:lnTo>
                <a:moveTo>
                  <a:pt x="84" y="66"/>
                </a:moveTo>
                <a:lnTo>
                  <a:pt x="88" y="72"/>
                </a:lnTo>
                <a:lnTo>
                  <a:pt x="82" y="76"/>
                </a:lnTo>
                <a:lnTo>
                  <a:pt x="78" y="70"/>
                </a:lnTo>
                <a:lnTo>
                  <a:pt x="84" y="66"/>
                </a:lnTo>
                <a:moveTo>
                  <a:pt x="88" y="72"/>
                </a:moveTo>
                <a:lnTo>
                  <a:pt x="92" y="79"/>
                </a:lnTo>
                <a:lnTo>
                  <a:pt x="79" y="78"/>
                </a:lnTo>
                <a:lnTo>
                  <a:pt x="80" y="71"/>
                </a:lnTo>
                <a:lnTo>
                  <a:pt x="86" y="71"/>
                </a:lnTo>
                <a:lnTo>
                  <a:pt x="85" y="75"/>
                </a:lnTo>
                <a:lnTo>
                  <a:pt x="82" y="77"/>
                </a:lnTo>
                <a:lnTo>
                  <a:pt x="82" y="76"/>
                </a:lnTo>
                <a:lnTo>
                  <a:pt x="88" y="72"/>
                </a:lnTo>
                <a:moveTo>
                  <a:pt x="79" y="78"/>
                </a:moveTo>
                <a:lnTo>
                  <a:pt x="72" y="77"/>
                </a:lnTo>
                <a:lnTo>
                  <a:pt x="73" y="70"/>
                </a:lnTo>
                <a:lnTo>
                  <a:pt x="80" y="71"/>
                </a:lnTo>
                <a:lnTo>
                  <a:pt x="79" y="78"/>
                </a:lnTo>
                <a:moveTo>
                  <a:pt x="72" y="77"/>
                </a:moveTo>
                <a:lnTo>
                  <a:pt x="65" y="77"/>
                </a:lnTo>
                <a:lnTo>
                  <a:pt x="66" y="70"/>
                </a:lnTo>
                <a:lnTo>
                  <a:pt x="73" y="70"/>
                </a:lnTo>
                <a:lnTo>
                  <a:pt x="72" y="77"/>
                </a:lnTo>
                <a:moveTo>
                  <a:pt x="65" y="77"/>
                </a:moveTo>
                <a:lnTo>
                  <a:pt x="58" y="76"/>
                </a:lnTo>
                <a:lnTo>
                  <a:pt x="59" y="69"/>
                </a:lnTo>
                <a:lnTo>
                  <a:pt x="66" y="70"/>
                </a:lnTo>
                <a:lnTo>
                  <a:pt x="65" y="77"/>
                </a:lnTo>
                <a:moveTo>
                  <a:pt x="58" y="76"/>
                </a:moveTo>
                <a:lnTo>
                  <a:pt x="51" y="75"/>
                </a:lnTo>
                <a:lnTo>
                  <a:pt x="52" y="68"/>
                </a:lnTo>
                <a:lnTo>
                  <a:pt x="59" y="69"/>
                </a:lnTo>
                <a:lnTo>
                  <a:pt x="58" y="76"/>
                </a:lnTo>
                <a:moveTo>
                  <a:pt x="51" y="75"/>
                </a:moveTo>
                <a:lnTo>
                  <a:pt x="44" y="75"/>
                </a:lnTo>
                <a:lnTo>
                  <a:pt x="45" y="68"/>
                </a:lnTo>
                <a:lnTo>
                  <a:pt x="52" y="68"/>
                </a:lnTo>
                <a:lnTo>
                  <a:pt x="51" y="75"/>
                </a:lnTo>
                <a:moveTo>
                  <a:pt x="44" y="75"/>
                </a:moveTo>
                <a:lnTo>
                  <a:pt x="37" y="74"/>
                </a:lnTo>
                <a:lnTo>
                  <a:pt x="38" y="67"/>
                </a:lnTo>
                <a:lnTo>
                  <a:pt x="45" y="68"/>
                </a:lnTo>
                <a:lnTo>
                  <a:pt x="44" y="75"/>
                </a:lnTo>
                <a:moveTo>
                  <a:pt x="37" y="74"/>
                </a:moveTo>
                <a:lnTo>
                  <a:pt x="30" y="73"/>
                </a:lnTo>
                <a:lnTo>
                  <a:pt x="31" y="66"/>
                </a:lnTo>
                <a:lnTo>
                  <a:pt x="38" y="67"/>
                </a:lnTo>
                <a:lnTo>
                  <a:pt x="37" y="74"/>
                </a:lnTo>
                <a:moveTo>
                  <a:pt x="30" y="73"/>
                </a:moveTo>
                <a:lnTo>
                  <a:pt x="22" y="73"/>
                </a:lnTo>
                <a:lnTo>
                  <a:pt x="23" y="66"/>
                </a:lnTo>
                <a:lnTo>
                  <a:pt x="31" y="66"/>
                </a:lnTo>
                <a:lnTo>
                  <a:pt x="30" y="73"/>
                </a:lnTo>
                <a:moveTo>
                  <a:pt x="22" y="73"/>
                </a:moveTo>
                <a:lnTo>
                  <a:pt x="15" y="72"/>
                </a:lnTo>
                <a:lnTo>
                  <a:pt x="16" y="65"/>
                </a:lnTo>
                <a:lnTo>
                  <a:pt x="23" y="66"/>
                </a:lnTo>
                <a:lnTo>
                  <a:pt x="22" y="73"/>
                </a:lnTo>
                <a:moveTo>
                  <a:pt x="15" y="72"/>
                </a:moveTo>
                <a:lnTo>
                  <a:pt x="8" y="72"/>
                </a:lnTo>
                <a:lnTo>
                  <a:pt x="9" y="65"/>
                </a:lnTo>
                <a:lnTo>
                  <a:pt x="16" y="65"/>
                </a:lnTo>
                <a:lnTo>
                  <a:pt x="15" y="72"/>
                </a:lnTo>
                <a:moveTo>
                  <a:pt x="8" y="72"/>
                </a:moveTo>
                <a:lnTo>
                  <a:pt x="0" y="71"/>
                </a:lnTo>
                <a:lnTo>
                  <a:pt x="5" y="62"/>
                </a:lnTo>
                <a:lnTo>
                  <a:pt x="11" y="66"/>
                </a:lnTo>
                <a:lnTo>
                  <a:pt x="9" y="70"/>
                </a:lnTo>
                <a:lnTo>
                  <a:pt x="6" y="68"/>
                </a:lnTo>
                <a:lnTo>
                  <a:pt x="6" y="64"/>
                </a:lnTo>
                <a:lnTo>
                  <a:pt x="9" y="65"/>
                </a:lnTo>
                <a:lnTo>
                  <a:pt x="8" y="72"/>
                </a:lnTo>
                <a:moveTo>
                  <a:pt x="5" y="62"/>
                </a:moveTo>
                <a:lnTo>
                  <a:pt x="9" y="56"/>
                </a:lnTo>
                <a:lnTo>
                  <a:pt x="15" y="60"/>
                </a:lnTo>
                <a:lnTo>
                  <a:pt x="11" y="66"/>
                </a:lnTo>
                <a:lnTo>
                  <a:pt x="5" y="62"/>
                </a:lnTo>
                <a:moveTo>
                  <a:pt x="9" y="56"/>
                </a:moveTo>
                <a:lnTo>
                  <a:pt x="13" y="50"/>
                </a:lnTo>
                <a:lnTo>
                  <a:pt x="19" y="54"/>
                </a:lnTo>
                <a:lnTo>
                  <a:pt x="15" y="60"/>
                </a:lnTo>
                <a:lnTo>
                  <a:pt x="9" y="56"/>
                </a:lnTo>
                <a:moveTo>
                  <a:pt x="13" y="50"/>
                </a:moveTo>
                <a:lnTo>
                  <a:pt x="16" y="44"/>
                </a:lnTo>
                <a:lnTo>
                  <a:pt x="22" y="48"/>
                </a:lnTo>
                <a:lnTo>
                  <a:pt x="19" y="54"/>
                </a:lnTo>
                <a:lnTo>
                  <a:pt x="13" y="50"/>
                </a:lnTo>
                <a:moveTo>
                  <a:pt x="16" y="44"/>
                </a:moveTo>
                <a:lnTo>
                  <a:pt x="20" y="37"/>
                </a:lnTo>
                <a:lnTo>
                  <a:pt x="26" y="42"/>
                </a:lnTo>
                <a:lnTo>
                  <a:pt x="22" y="48"/>
                </a:lnTo>
                <a:lnTo>
                  <a:pt x="16" y="44"/>
                </a:lnTo>
                <a:moveTo>
                  <a:pt x="20" y="37"/>
                </a:moveTo>
                <a:lnTo>
                  <a:pt x="24" y="31"/>
                </a:lnTo>
                <a:lnTo>
                  <a:pt x="31" y="35"/>
                </a:lnTo>
                <a:lnTo>
                  <a:pt x="26" y="42"/>
                </a:lnTo>
                <a:lnTo>
                  <a:pt x="20" y="37"/>
                </a:lnTo>
                <a:moveTo>
                  <a:pt x="24" y="31"/>
                </a:moveTo>
                <a:lnTo>
                  <a:pt x="27" y="25"/>
                </a:lnTo>
                <a:lnTo>
                  <a:pt x="34" y="29"/>
                </a:lnTo>
                <a:lnTo>
                  <a:pt x="31" y="35"/>
                </a:lnTo>
                <a:lnTo>
                  <a:pt x="24" y="31"/>
                </a:lnTo>
                <a:moveTo>
                  <a:pt x="27" y="25"/>
                </a:moveTo>
                <a:lnTo>
                  <a:pt x="32" y="19"/>
                </a:lnTo>
                <a:lnTo>
                  <a:pt x="38" y="23"/>
                </a:lnTo>
                <a:lnTo>
                  <a:pt x="34" y="29"/>
                </a:lnTo>
                <a:lnTo>
                  <a:pt x="27" y="25"/>
                </a:lnTo>
                <a:moveTo>
                  <a:pt x="32" y="19"/>
                </a:moveTo>
                <a:lnTo>
                  <a:pt x="36" y="13"/>
                </a:lnTo>
                <a:lnTo>
                  <a:pt x="42" y="17"/>
                </a:lnTo>
                <a:lnTo>
                  <a:pt x="38" y="23"/>
                </a:lnTo>
                <a:lnTo>
                  <a:pt x="32" y="19"/>
                </a:lnTo>
                <a:moveTo>
                  <a:pt x="36" y="13"/>
                </a:moveTo>
                <a:lnTo>
                  <a:pt x="40" y="7"/>
                </a:lnTo>
                <a:lnTo>
                  <a:pt x="46" y="11"/>
                </a:lnTo>
                <a:lnTo>
                  <a:pt x="42" y="17"/>
                </a:lnTo>
                <a:lnTo>
                  <a:pt x="36" y="13"/>
                </a:lnTo>
                <a:moveTo>
                  <a:pt x="40" y="7"/>
                </a:moveTo>
                <a:lnTo>
                  <a:pt x="44" y="0"/>
                </a:lnTo>
                <a:lnTo>
                  <a:pt x="51" y="11"/>
                </a:lnTo>
                <a:lnTo>
                  <a:pt x="45" y="15"/>
                </a:lnTo>
                <a:lnTo>
                  <a:pt x="41" y="9"/>
                </a:lnTo>
                <a:lnTo>
                  <a:pt x="44" y="7"/>
                </a:lnTo>
                <a:lnTo>
                  <a:pt x="47" y="9"/>
                </a:lnTo>
                <a:lnTo>
                  <a:pt x="46" y="11"/>
                </a:lnTo>
                <a:lnTo>
                  <a:pt x="40" y="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5637960" y="2510640"/>
            <a:ext cx="447120" cy="27720"/>
          </a:xfrm>
          <a:custGeom>
            <a:avLst/>
            <a:gdLst/>
            <a:ahLst/>
            <a:rect l="0" t="0" r="r" b="b"/>
            <a:pathLst>
              <a:path fill="none" w="1242" h="77">
                <a:moveTo>
                  <a:pt x="0" y="77"/>
                </a:moveTo>
                <a:lnTo>
                  <a:pt x="105" y="77"/>
                </a:lnTo>
                <a:cubicBezTo>
                  <a:pt x="210" y="77"/>
                  <a:pt x="419" y="77"/>
                  <a:pt x="626" y="65"/>
                </a:cubicBezTo>
                <a:cubicBezTo>
                  <a:pt x="833" y="51"/>
                  <a:pt x="1037" y="25"/>
                  <a:pt x="1140" y="13"/>
                </a:cubicBezTo>
                <a:lnTo>
                  <a:pt x="1242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6070680" y="249948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0" y="0"/>
                </a:moveTo>
                <a:lnTo>
                  <a:pt x="75" y="27"/>
                </a:lnTo>
                <a:lnTo>
                  <a:pt x="9" y="71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6069240" y="249768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12" y="4"/>
                </a:moveTo>
                <a:lnTo>
                  <a:pt x="18" y="7"/>
                </a:lnTo>
                <a:lnTo>
                  <a:pt x="16" y="13"/>
                </a:lnTo>
                <a:lnTo>
                  <a:pt x="9" y="11"/>
                </a:lnTo>
                <a:lnTo>
                  <a:pt x="12" y="4"/>
                </a:lnTo>
                <a:moveTo>
                  <a:pt x="18" y="7"/>
                </a:moveTo>
                <a:lnTo>
                  <a:pt x="25" y="9"/>
                </a:lnTo>
                <a:lnTo>
                  <a:pt x="23" y="16"/>
                </a:lnTo>
                <a:lnTo>
                  <a:pt x="16" y="13"/>
                </a:lnTo>
                <a:lnTo>
                  <a:pt x="18" y="7"/>
                </a:lnTo>
                <a:moveTo>
                  <a:pt x="25" y="9"/>
                </a:moveTo>
                <a:lnTo>
                  <a:pt x="32" y="11"/>
                </a:lnTo>
                <a:lnTo>
                  <a:pt x="29" y="18"/>
                </a:lnTo>
                <a:lnTo>
                  <a:pt x="23" y="16"/>
                </a:lnTo>
                <a:lnTo>
                  <a:pt x="25" y="9"/>
                </a:lnTo>
                <a:moveTo>
                  <a:pt x="32" y="11"/>
                </a:moveTo>
                <a:lnTo>
                  <a:pt x="38" y="14"/>
                </a:lnTo>
                <a:lnTo>
                  <a:pt x="36" y="20"/>
                </a:lnTo>
                <a:lnTo>
                  <a:pt x="29" y="18"/>
                </a:lnTo>
                <a:lnTo>
                  <a:pt x="32" y="11"/>
                </a:lnTo>
                <a:moveTo>
                  <a:pt x="38" y="14"/>
                </a:moveTo>
                <a:lnTo>
                  <a:pt x="46" y="16"/>
                </a:lnTo>
                <a:lnTo>
                  <a:pt x="44" y="23"/>
                </a:lnTo>
                <a:lnTo>
                  <a:pt x="36" y="20"/>
                </a:lnTo>
                <a:lnTo>
                  <a:pt x="38" y="14"/>
                </a:lnTo>
                <a:moveTo>
                  <a:pt x="46" y="16"/>
                </a:moveTo>
                <a:lnTo>
                  <a:pt x="53" y="18"/>
                </a:lnTo>
                <a:lnTo>
                  <a:pt x="50" y="25"/>
                </a:lnTo>
                <a:lnTo>
                  <a:pt x="44" y="23"/>
                </a:lnTo>
                <a:lnTo>
                  <a:pt x="46" y="16"/>
                </a:lnTo>
                <a:moveTo>
                  <a:pt x="53" y="18"/>
                </a:moveTo>
                <a:lnTo>
                  <a:pt x="59" y="21"/>
                </a:lnTo>
                <a:lnTo>
                  <a:pt x="57" y="27"/>
                </a:lnTo>
                <a:lnTo>
                  <a:pt x="50" y="25"/>
                </a:lnTo>
                <a:lnTo>
                  <a:pt x="53" y="18"/>
                </a:lnTo>
                <a:moveTo>
                  <a:pt x="59" y="21"/>
                </a:moveTo>
                <a:lnTo>
                  <a:pt x="66" y="23"/>
                </a:lnTo>
                <a:lnTo>
                  <a:pt x="64" y="30"/>
                </a:lnTo>
                <a:lnTo>
                  <a:pt x="57" y="27"/>
                </a:lnTo>
                <a:lnTo>
                  <a:pt x="59" y="21"/>
                </a:lnTo>
                <a:moveTo>
                  <a:pt x="66" y="23"/>
                </a:moveTo>
                <a:lnTo>
                  <a:pt x="73" y="25"/>
                </a:lnTo>
                <a:lnTo>
                  <a:pt x="70" y="32"/>
                </a:lnTo>
                <a:lnTo>
                  <a:pt x="64" y="30"/>
                </a:lnTo>
                <a:lnTo>
                  <a:pt x="66" y="23"/>
                </a:lnTo>
                <a:moveTo>
                  <a:pt x="73" y="25"/>
                </a:moveTo>
                <a:lnTo>
                  <a:pt x="79" y="28"/>
                </a:lnTo>
                <a:lnTo>
                  <a:pt x="77" y="34"/>
                </a:lnTo>
                <a:lnTo>
                  <a:pt x="70" y="32"/>
                </a:lnTo>
                <a:lnTo>
                  <a:pt x="73" y="25"/>
                </a:lnTo>
                <a:moveTo>
                  <a:pt x="79" y="28"/>
                </a:moveTo>
                <a:lnTo>
                  <a:pt x="87" y="31"/>
                </a:lnTo>
                <a:lnTo>
                  <a:pt x="77" y="38"/>
                </a:lnTo>
                <a:lnTo>
                  <a:pt x="73" y="32"/>
                </a:lnTo>
                <a:lnTo>
                  <a:pt x="77" y="29"/>
                </a:lnTo>
                <a:lnTo>
                  <a:pt x="79" y="31"/>
                </a:lnTo>
                <a:lnTo>
                  <a:pt x="78" y="35"/>
                </a:lnTo>
                <a:lnTo>
                  <a:pt x="77" y="34"/>
                </a:lnTo>
                <a:lnTo>
                  <a:pt x="79" y="28"/>
                </a:lnTo>
                <a:moveTo>
                  <a:pt x="77" y="38"/>
                </a:moveTo>
                <a:lnTo>
                  <a:pt x="71" y="42"/>
                </a:lnTo>
                <a:lnTo>
                  <a:pt x="67" y="36"/>
                </a:lnTo>
                <a:lnTo>
                  <a:pt x="73" y="32"/>
                </a:lnTo>
                <a:lnTo>
                  <a:pt x="77" y="38"/>
                </a:lnTo>
                <a:moveTo>
                  <a:pt x="71" y="42"/>
                </a:moveTo>
                <a:lnTo>
                  <a:pt x="65" y="45"/>
                </a:lnTo>
                <a:lnTo>
                  <a:pt x="61" y="40"/>
                </a:lnTo>
                <a:lnTo>
                  <a:pt x="67" y="36"/>
                </a:lnTo>
                <a:lnTo>
                  <a:pt x="71" y="42"/>
                </a:lnTo>
                <a:moveTo>
                  <a:pt x="65" y="45"/>
                </a:moveTo>
                <a:lnTo>
                  <a:pt x="59" y="49"/>
                </a:lnTo>
                <a:lnTo>
                  <a:pt x="55" y="44"/>
                </a:lnTo>
                <a:lnTo>
                  <a:pt x="61" y="40"/>
                </a:lnTo>
                <a:lnTo>
                  <a:pt x="65" y="45"/>
                </a:lnTo>
                <a:moveTo>
                  <a:pt x="59" y="49"/>
                </a:moveTo>
                <a:lnTo>
                  <a:pt x="53" y="53"/>
                </a:lnTo>
                <a:lnTo>
                  <a:pt x="49" y="47"/>
                </a:lnTo>
                <a:lnTo>
                  <a:pt x="55" y="44"/>
                </a:lnTo>
                <a:lnTo>
                  <a:pt x="59" y="49"/>
                </a:lnTo>
                <a:moveTo>
                  <a:pt x="53" y="53"/>
                </a:moveTo>
                <a:lnTo>
                  <a:pt x="47" y="57"/>
                </a:lnTo>
                <a:lnTo>
                  <a:pt x="43" y="51"/>
                </a:lnTo>
                <a:lnTo>
                  <a:pt x="49" y="47"/>
                </a:lnTo>
                <a:lnTo>
                  <a:pt x="53" y="53"/>
                </a:lnTo>
                <a:moveTo>
                  <a:pt x="47" y="57"/>
                </a:moveTo>
                <a:lnTo>
                  <a:pt x="41" y="61"/>
                </a:lnTo>
                <a:lnTo>
                  <a:pt x="36" y="55"/>
                </a:lnTo>
                <a:lnTo>
                  <a:pt x="43" y="51"/>
                </a:lnTo>
                <a:lnTo>
                  <a:pt x="47" y="57"/>
                </a:lnTo>
                <a:moveTo>
                  <a:pt x="41" y="61"/>
                </a:moveTo>
                <a:lnTo>
                  <a:pt x="34" y="65"/>
                </a:lnTo>
                <a:lnTo>
                  <a:pt x="30" y="59"/>
                </a:lnTo>
                <a:lnTo>
                  <a:pt x="36" y="55"/>
                </a:lnTo>
                <a:lnTo>
                  <a:pt x="41" y="61"/>
                </a:lnTo>
                <a:moveTo>
                  <a:pt x="34" y="65"/>
                </a:moveTo>
                <a:lnTo>
                  <a:pt x="28" y="70"/>
                </a:lnTo>
                <a:lnTo>
                  <a:pt x="25" y="63"/>
                </a:lnTo>
                <a:lnTo>
                  <a:pt x="30" y="59"/>
                </a:lnTo>
                <a:lnTo>
                  <a:pt x="34" y="65"/>
                </a:lnTo>
                <a:moveTo>
                  <a:pt x="28" y="70"/>
                </a:moveTo>
                <a:lnTo>
                  <a:pt x="23" y="74"/>
                </a:lnTo>
                <a:lnTo>
                  <a:pt x="19" y="67"/>
                </a:lnTo>
                <a:lnTo>
                  <a:pt x="25" y="63"/>
                </a:lnTo>
                <a:lnTo>
                  <a:pt x="28" y="70"/>
                </a:lnTo>
                <a:moveTo>
                  <a:pt x="23" y="74"/>
                </a:moveTo>
                <a:lnTo>
                  <a:pt x="17" y="78"/>
                </a:lnTo>
                <a:lnTo>
                  <a:pt x="13" y="72"/>
                </a:lnTo>
                <a:lnTo>
                  <a:pt x="19" y="67"/>
                </a:lnTo>
                <a:lnTo>
                  <a:pt x="23" y="74"/>
                </a:lnTo>
                <a:moveTo>
                  <a:pt x="17" y="78"/>
                </a:moveTo>
                <a:lnTo>
                  <a:pt x="10" y="82"/>
                </a:lnTo>
                <a:lnTo>
                  <a:pt x="9" y="72"/>
                </a:lnTo>
                <a:lnTo>
                  <a:pt x="16" y="71"/>
                </a:lnTo>
                <a:lnTo>
                  <a:pt x="16" y="76"/>
                </a:lnTo>
                <a:lnTo>
                  <a:pt x="13" y="76"/>
                </a:lnTo>
                <a:lnTo>
                  <a:pt x="11" y="73"/>
                </a:lnTo>
                <a:lnTo>
                  <a:pt x="13" y="72"/>
                </a:lnTo>
                <a:lnTo>
                  <a:pt x="17" y="78"/>
                </a:lnTo>
                <a:moveTo>
                  <a:pt x="9" y="72"/>
                </a:moveTo>
                <a:lnTo>
                  <a:pt x="8" y="64"/>
                </a:lnTo>
                <a:lnTo>
                  <a:pt x="15" y="63"/>
                </a:lnTo>
                <a:lnTo>
                  <a:pt x="16" y="71"/>
                </a:lnTo>
                <a:lnTo>
                  <a:pt x="9" y="72"/>
                </a:lnTo>
                <a:moveTo>
                  <a:pt x="8" y="64"/>
                </a:moveTo>
                <a:lnTo>
                  <a:pt x="7" y="57"/>
                </a:lnTo>
                <a:lnTo>
                  <a:pt x="14" y="56"/>
                </a:lnTo>
                <a:lnTo>
                  <a:pt x="15" y="63"/>
                </a:lnTo>
                <a:lnTo>
                  <a:pt x="8" y="64"/>
                </a:lnTo>
                <a:moveTo>
                  <a:pt x="7" y="57"/>
                </a:moveTo>
                <a:lnTo>
                  <a:pt x="6" y="50"/>
                </a:lnTo>
                <a:lnTo>
                  <a:pt x="13" y="49"/>
                </a:lnTo>
                <a:lnTo>
                  <a:pt x="14" y="56"/>
                </a:lnTo>
                <a:lnTo>
                  <a:pt x="7" y="57"/>
                </a:lnTo>
                <a:moveTo>
                  <a:pt x="6" y="50"/>
                </a:moveTo>
                <a:lnTo>
                  <a:pt x="5" y="43"/>
                </a:lnTo>
                <a:lnTo>
                  <a:pt x="12" y="42"/>
                </a:lnTo>
                <a:lnTo>
                  <a:pt x="13" y="49"/>
                </a:lnTo>
                <a:lnTo>
                  <a:pt x="6" y="50"/>
                </a:lnTo>
                <a:moveTo>
                  <a:pt x="5" y="43"/>
                </a:moveTo>
                <a:lnTo>
                  <a:pt x="4" y="36"/>
                </a:lnTo>
                <a:lnTo>
                  <a:pt x="11" y="35"/>
                </a:lnTo>
                <a:lnTo>
                  <a:pt x="12" y="42"/>
                </a:lnTo>
                <a:lnTo>
                  <a:pt x="5" y="43"/>
                </a:lnTo>
                <a:moveTo>
                  <a:pt x="4" y="36"/>
                </a:moveTo>
                <a:lnTo>
                  <a:pt x="3" y="29"/>
                </a:lnTo>
                <a:lnTo>
                  <a:pt x="10" y="28"/>
                </a:lnTo>
                <a:lnTo>
                  <a:pt x="11" y="35"/>
                </a:lnTo>
                <a:lnTo>
                  <a:pt x="4" y="36"/>
                </a:lnTo>
                <a:moveTo>
                  <a:pt x="3" y="29"/>
                </a:moveTo>
                <a:lnTo>
                  <a:pt x="2" y="22"/>
                </a:lnTo>
                <a:lnTo>
                  <a:pt x="9" y="21"/>
                </a:lnTo>
                <a:lnTo>
                  <a:pt x="10" y="28"/>
                </a:lnTo>
                <a:lnTo>
                  <a:pt x="3" y="29"/>
                </a:lnTo>
                <a:moveTo>
                  <a:pt x="2" y="22"/>
                </a:moveTo>
                <a:lnTo>
                  <a:pt x="2" y="15"/>
                </a:lnTo>
                <a:lnTo>
                  <a:pt x="9" y="14"/>
                </a:lnTo>
                <a:lnTo>
                  <a:pt x="9" y="21"/>
                </a:lnTo>
                <a:lnTo>
                  <a:pt x="2" y="22"/>
                </a:lnTo>
                <a:moveTo>
                  <a:pt x="2" y="15"/>
                </a:moveTo>
                <a:lnTo>
                  <a:pt x="1" y="8"/>
                </a:lnTo>
                <a:lnTo>
                  <a:pt x="8" y="7"/>
                </a:lnTo>
                <a:lnTo>
                  <a:pt x="9" y="14"/>
                </a:lnTo>
                <a:lnTo>
                  <a:pt x="2" y="15"/>
                </a:lnTo>
                <a:moveTo>
                  <a:pt x="1" y="8"/>
                </a:moveTo>
                <a:lnTo>
                  <a:pt x="0" y="0"/>
                </a:lnTo>
                <a:lnTo>
                  <a:pt x="12" y="4"/>
                </a:lnTo>
                <a:lnTo>
                  <a:pt x="9" y="11"/>
                </a:lnTo>
                <a:lnTo>
                  <a:pt x="3" y="9"/>
                </a:lnTo>
                <a:lnTo>
                  <a:pt x="4" y="5"/>
                </a:lnTo>
                <a:lnTo>
                  <a:pt x="7" y="5"/>
                </a:lnTo>
                <a:lnTo>
                  <a:pt x="8" y="7"/>
                </a:lnTo>
                <a:lnTo>
                  <a:pt x="1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6749640" y="2554200"/>
            <a:ext cx="388440" cy="105480"/>
          </a:xfrm>
          <a:custGeom>
            <a:avLst/>
            <a:gdLst/>
            <a:ahLst/>
            <a:rect l="0" t="0" r="r" b="b"/>
            <a:pathLst>
              <a:path fill="none" w="1079" h="293">
                <a:moveTo>
                  <a:pt x="0" y="0"/>
                </a:moveTo>
                <a:lnTo>
                  <a:pt x="94" y="25"/>
                </a:lnTo>
                <a:cubicBezTo>
                  <a:pt x="189" y="51"/>
                  <a:pt x="378" y="101"/>
                  <a:pt x="557" y="150"/>
                </a:cubicBezTo>
                <a:cubicBezTo>
                  <a:pt x="737" y="198"/>
                  <a:pt x="908" y="246"/>
                  <a:pt x="993" y="269"/>
                </a:cubicBezTo>
                <a:lnTo>
                  <a:pt x="1079" y="293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7121880" y="2643840"/>
            <a:ext cx="28440" cy="24840"/>
          </a:xfrm>
          <a:custGeom>
            <a:avLst/>
            <a:gdLst/>
            <a:ahLst/>
            <a:rect l="0" t="0" r="r" b="b"/>
            <a:pathLst>
              <a:path w="79" h="69">
                <a:moveTo>
                  <a:pt x="19" y="0"/>
                </a:moveTo>
                <a:lnTo>
                  <a:pt x="79" y="54"/>
                </a:lnTo>
                <a:lnTo>
                  <a:pt x="0" y="69"/>
                </a:lnTo>
                <a:lnTo>
                  <a:pt x="1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7120080" y="2641320"/>
            <a:ext cx="32760" cy="28800"/>
          </a:xfrm>
          <a:custGeom>
            <a:avLst/>
            <a:gdLst/>
            <a:ahLst/>
            <a:rect l="0" t="0" r="r" b="b"/>
            <a:pathLst>
              <a:path w="91" h="80">
                <a:moveTo>
                  <a:pt x="32" y="9"/>
                </a:moveTo>
                <a:lnTo>
                  <a:pt x="37" y="14"/>
                </a:lnTo>
                <a:lnTo>
                  <a:pt x="32" y="19"/>
                </a:lnTo>
                <a:lnTo>
                  <a:pt x="27" y="14"/>
                </a:lnTo>
                <a:lnTo>
                  <a:pt x="32" y="9"/>
                </a:lnTo>
                <a:moveTo>
                  <a:pt x="37" y="14"/>
                </a:moveTo>
                <a:lnTo>
                  <a:pt x="42" y="18"/>
                </a:lnTo>
                <a:lnTo>
                  <a:pt x="37" y="23"/>
                </a:lnTo>
                <a:lnTo>
                  <a:pt x="32" y="19"/>
                </a:lnTo>
                <a:lnTo>
                  <a:pt x="37" y="14"/>
                </a:lnTo>
                <a:moveTo>
                  <a:pt x="42" y="18"/>
                </a:moveTo>
                <a:lnTo>
                  <a:pt x="47" y="23"/>
                </a:lnTo>
                <a:lnTo>
                  <a:pt x="43" y="28"/>
                </a:lnTo>
                <a:lnTo>
                  <a:pt x="37" y="23"/>
                </a:lnTo>
                <a:lnTo>
                  <a:pt x="42" y="18"/>
                </a:lnTo>
                <a:moveTo>
                  <a:pt x="47" y="23"/>
                </a:moveTo>
                <a:lnTo>
                  <a:pt x="53" y="28"/>
                </a:lnTo>
                <a:lnTo>
                  <a:pt x="48" y="33"/>
                </a:lnTo>
                <a:lnTo>
                  <a:pt x="43" y="28"/>
                </a:lnTo>
                <a:lnTo>
                  <a:pt x="47" y="23"/>
                </a:lnTo>
                <a:moveTo>
                  <a:pt x="53" y="28"/>
                </a:moveTo>
                <a:lnTo>
                  <a:pt x="58" y="32"/>
                </a:lnTo>
                <a:lnTo>
                  <a:pt x="53" y="38"/>
                </a:lnTo>
                <a:lnTo>
                  <a:pt x="48" y="33"/>
                </a:lnTo>
                <a:lnTo>
                  <a:pt x="53" y="28"/>
                </a:lnTo>
                <a:moveTo>
                  <a:pt x="58" y="32"/>
                </a:moveTo>
                <a:lnTo>
                  <a:pt x="63" y="37"/>
                </a:lnTo>
                <a:lnTo>
                  <a:pt x="58" y="42"/>
                </a:lnTo>
                <a:lnTo>
                  <a:pt x="53" y="38"/>
                </a:lnTo>
                <a:lnTo>
                  <a:pt x="58" y="32"/>
                </a:lnTo>
                <a:moveTo>
                  <a:pt x="63" y="37"/>
                </a:moveTo>
                <a:lnTo>
                  <a:pt x="69" y="42"/>
                </a:lnTo>
                <a:lnTo>
                  <a:pt x="64" y="47"/>
                </a:lnTo>
                <a:lnTo>
                  <a:pt x="58" y="42"/>
                </a:lnTo>
                <a:lnTo>
                  <a:pt x="63" y="37"/>
                </a:lnTo>
                <a:moveTo>
                  <a:pt x="69" y="42"/>
                </a:moveTo>
                <a:lnTo>
                  <a:pt x="75" y="47"/>
                </a:lnTo>
                <a:lnTo>
                  <a:pt x="70" y="53"/>
                </a:lnTo>
                <a:lnTo>
                  <a:pt x="64" y="47"/>
                </a:lnTo>
                <a:lnTo>
                  <a:pt x="69" y="42"/>
                </a:lnTo>
                <a:moveTo>
                  <a:pt x="75" y="47"/>
                </a:moveTo>
                <a:lnTo>
                  <a:pt x="80" y="52"/>
                </a:lnTo>
                <a:lnTo>
                  <a:pt x="75" y="58"/>
                </a:lnTo>
                <a:lnTo>
                  <a:pt x="70" y="53"/>
                </a:lnTo>
                <a:lnTo>
                  <a:pt x="75" y="47"/>
                </a:lnTo>
                <a:moveTo>
                  <a:pt x="80" y="52"/>
                </a:moveTo>
                <a:lnTo>
                  <a:pt x="85" y="57"/>
                </a:lnTo>
                <a:lnTo>
                  <a:pt x="80" y="62"/>
                </a:lnTo>
                <a:lnTo>
                  <a:pt x="75" y="58"/>
                </a:lnTo>
                <a:lnTo>
                  <a:pt x="80" y="52"/>
                </a:lnTo>
                <a:moveTo>
                  <a:pt x="85" y="57"/>
                </a:moveTo>
                <a:lnTo>
                  <a:pt x="91" y="63"/>
                </a:lnTo>
                <a:lnTo>
                  <a:pt x="79" y="65"/>
                </a:lnTo>
                <a:lnTo>
                  <a:pt x="77" y="58"/>
                </a:lnTo>
                <a:lnTo>
                  <a:pt x="83" y="57"/>
                </a:lnTo>
                <a:lnTo>
                  <a:pt x="84" y="61"/>
                </a:lnTo>
                <a:lnTo>
                  <a:pt x="81" y="63"/>
                </a:lnTo>
                <a:lnTo>
                  <a:pt x="80" y="62"/>
                </a:lnTo>
                <a:lnTo>
                  <a:pt x="85" y="57"/>
                </a:lnTo>
                <a:moveTo>
                  <a:pt x="79" y="65"/>
                </a:moveTo>
                <a:lnTo>
                  <a:pt x="72" y="67"/>
                </a:lnTo>
                <a:lnTo>
                  <a:pt x="70" y="60"/>
                </a:lnTo>
                <a:lnTo>
                  <a:pt x="77" y="58"/>
                </a:lnTo>
                <a:lnTo>
                  <a:pt x="79" y="65"/>
                </a:lnTo>
                <a:moveTo>
                  <a:pt x="72" y="67"/>
                </a:moveTo>
                <a:lnTo>
                  <a:pt x="64" y="68"/>
                </a:lnTo>
                <a:lnTo>
                  <a:pt x="62" y="61"/>
                </a:lnTo>
                <a:lnTo>
                  <a:pt x="70" y="60"/>
                </a:lnTo>
                <a:lnTo>
                  <a:pt x="72" y="67"/>
                </a:lnTo>
                <a:moveTo>
                  <a:pt x="64" y="68"/>
                </a:moveTo>
                <a:lnTo>
                  <a:pt x="57" y="69"/>
                </a:lnTo>
                <a:lnTo>
                  <a:pt x="55" y="62"/>
                </a:lnTo>
                <a:lnTo>
                  <a:pt x="62" y="61"/>
                </a:lnTo>
                <a:lnTo>
                  <a:pt x="64" y="68"/>
                </a:lnTo>
                <a:moveTo>
                  <a:pt x="57" y="69"/>
                </a:moveTo>
                <a:lnTo>
                  <a:pt x="50" y="71"/>
                </a:lnTo>
                <a:lnTo>
                  <a:pt x="49" y="64"/>
                </a:lnTo>
                <a:lnTo>
                  <a:pt x="55" y="62"/>
                </a:lnTo>
                <a:lnTo>
                  <a:pt x="57" y="69"/>
                </a:lnTo>
                <a:moveTo>
                  <a:pt x="50" y="71"/>
                </a:moveTo>
                <a:lnTo>
                  <a:pt x="43" y="72"/>
                </a:lnTo>
                <a:lnTo>
                  <a:pt x="42" y="65"/>
                </a:lnTo>
                <a:lnTo>
                  <a:pt x="49" y="64"/>
                </a:lnTo>
                <a:lnTo>
                  <a:pt x="50" y="71"/>
                </a:lnTo>
                <a:moveTo>
                  <a:pt x="43" y="72"/>
                </a:moveTo>
                <a:lnTo>
                  <a:pt x="36" y="73"/>
                </a:lnTo>
                <a:lnTo>
                  <a:pt x="35" y="66"/>
                </a:lnTo>
                <a:lnTo>
                  <a:pt x="42" y="65"/>
                </a:lnTo>
                <a:lnTo>
                  <a:pt x="43" y="72"/>
                </a:lnTo>
                <a:moveTo>
                  <a:pt x="36" y="73"/>
                </a:moveTo>
                <a:lnTo>
                  <a:pt x="29" y="75"/>
                </a:lnTo>
                <a:lnTo>
                  <a:pt x="28" y="68"/>
                </a:lnTo>
                <a:lnTo>
                  <a:pt x="35" y="66"/>
                </a:lnTo>
                <a:lnTo>
                  <a:pt x="36" y="73"/>
                </a:lnTo>
                <a:moveTo>
                  <a:pt x="29" y="75"/>
                </a:moveTo>
                <a:lnTo>
                  <a:pt x="22" y="76"/>
                </a:lnTo>
                <a:lnTo>
                  <a:pt x="21" y="69"/>
                </a:lnTo>
                <a:lnTo>
                  <a:pt x="28" y="68"/>
                </a:lnTo>
                <a:lnTo>
                  <a:pt x="29" y="75"/>
                </a:lnTo>
                <a:moveTo>
                  <a:pt x="22" y="76"/>
                </a:moveTo>
                <a:lnTo>
                  <a:pt x="15" y="77"/>
                </a:lnTo>
                <a:lnTo>
                  <a:pt x="14" y="70"/>
                </a:lnTo>
                <a:lnTo>
                  <a:pt x="21" y="69"/>
                </a:lnTo>
                <a:lnTo>
                  <a:pt x="22" y="76"/>
                </a:lnTo>
                <a:moveTo>
                  <a:pt x="15" y="77"/>
                </a:moveTo>
                <a:lnTo>
                  <a:pt x="8" y="79"/>
                </a:lnTo>
                <a:lnTo>
                  <a:pt x="7" y="72"/>
                </a:lnTo>
                <a:lnTo>
                  <a:pt x="14" y="70"/>
                </a:lnTo>
                <a:lnTo>
                  <a:pt x="15" y="77"/>
                </a:lnTo>
                <a:moveTo>
                  <a:pt x="8" y="79"/>
                </a:moveTo>
                <a:lnTo>
                  <a:pt x="0" y="80"/>
                </a:lnTo>
                <a:lnTo>
                  <a:pt x="3" y="70"/>
                </a:lnTo>
                <a:lnTo>
                  <a:pt x="10" y="72"/>
                </a:lnTo>
                <a:lnTo>
                  <a:pt x="9" y="77"/>
                </a:lnTo>
                <a:lnTo>
                  <a:pt x="5" y="76"/>
                </a:lnTo>
                <a:lnTo>
                  <a:pt x="4" y="72"/>
                </a:lnTo>
                <a:lnTo>
                  <a:pt x="7" y="72"/>
                </a:lnTo>
                <a:lnTo>
                  <a:pt x="8" y="79"/>
                </a:lnTo>
                <a:moveTo>
                  <a:pt x="3" y="70"/>
                </a:moveTo>
                <a:lnTo>
                  <a:pt x="5" y="64"/>
                </a:lnTo>
                <a:lnTo>
                  <a:pt x="12" y="66"/>
                </a:lnTo>
                <a:lnTo>
                  <a:pt x="10" y="72"/>
                </a:lnTo>
                <a:lnTo>
                  <a:pt x="3" y="70"/>
                </a:lnTo>
                <a:moveTo>
                  <a:pt x="5" y="64"/>
                </a:moveTo>
                <a:lnTo>
                  <a:pt x="7" y="57"/>
                </a:lnTo>
                <a:lnTo>
                  <a:pt x="13" y="59"/>
                </a:lnTo>
                <a:lnTo>
                  <a:pt x="12" y="66"/>
                </a:lnTo>
                <a:lnTo>
                  <a:pt x="5" y="64"/>
                </a:lnTo>
                <a:moveTo>
                  <a:pt x="7" y="57"/>
                </a:moveTo>
                <a:lnTo>
                  <a:pt x="9" y="49"/>
                </a:lnTo>
                <a:lnTo>
                  <a:pt x="15" y="52"/>
                </a:lnTo>
                <a:lnTo>
                  <a:pt x="13" y="59"/>
                </a:lnTo>
                <a:lnTo>
                  <a:pt x="7" y="57"/>
                </a:lnTo>
                <a:moveTo>
                  <a:pt x="9" y="49"/>
                </a:moveTo>
                <a:lnTo>
                  <a:pt x="10" y="42"/>
                </a:lnTo>
                <a:lnTo>
                  <a:pt x="17" y="44"/>
                </a:lnTo>
                <a:lnTo>
                  <a:pt x="15" y="52"/>
                </a:lnTo>
                <a:lnTo>
                  <a:pt x="9" y="49"/>
                </a:lnTo>
                <a:moveTo>
                  <a:pt x="10" y="42"/>
                </a:moveTo>
                <a:lnTo>
                  <a:pt x="12" y="35"/>
                </a:lnTo>
                <a:lnTo>
                  <a:pt x="19" y="37"/>
                </a:lnTo>
                <a:lnTo>
                  <a:pt x="17" y="44"/>
                </a:lnTo>
                <a:lnTo>
                  <a:pt x="10" y="42"/>
                </a:lnTo>
                <a:moveTo>
                  <a:pt x="12" y="35"/>
                </a:moveTo>
                <a:lnTo>
                  <a:pt x="14" y="29"/>
                </a:lnTo>
                <a:lnTo>
                  <a:pt x="21" y="30"/>
                </a:lnTo>
                <a:lnTo>
                  <a:pt x="19" y="37"/>
                </a:lnTo>
                <a:lnTo>
                  <a:pt x="12" y="35"/>
                </a:lnTo>
                <a:moveTo>
                  <a:pt x="14" y="29"/>
                </a:moveTo>
                <a:lnTo>
                  <a:pt x="16" y="22"/>
                </a:lnTo>
                <a:lnTo>
                  <a:pt x="23" y="24"/>
                </a:lnTo>
                <a:lnTo>
                  <a:pt x="21" y="30"/>
                </a:lnTo>
                <a:lnTo>
                  <a:pt x="14" y="29"/>
                </a:lnTo>
                <a:moveTo>
                  <a:pt x="16" y="22"/>
                </a:moveTo>
                <a:lnTo>
                  <a:pt x="18" y="15"/>
                </a:lnTo>
                <a:lnTo>
                  <a:pt x="25" y="17"/>
                </a:lnTo>
                <a:lnTo>
                  <a:pt x="23" y="24"/>
                </a:lnTo>
                <a:lnTo>
                  <a:pt x="16" y="22"/>
                </a:lnTo>
                <a:moveTo>
                  <a:pt x="18" y="15"/>
                </a:moveTo>
                <a:lnTo>
                  <a:pt x="20" y="8"/>
                </a:lnTo>
                <a:lnTo>
                  <a:pt x="27" y="10"/>
                </a:lnTo>
                <a:lnTo>
                  <a:pt x="25" y="17"/>
                </a:lnTo>
                <a:lnTo>
                  <a:pt x="18" y="15"/>
                </a:lnTo>
                <a:moveTo>
                  <a:pt x="20" y="8"/>
                </a:moveTo>
                <a:lnTo>
                  <a:pt x="22" y="0"/>
                </a:lnTo>
                <a:lnTo>
                  <a:pt x="32" y="9"/>
                </a:lnTo>
                <a:lnTo>
                  <a:pt x="27" y="14"/>
                </a:lnTo>
                <a:lnTo>
                  <a:pt x="22" y="9"/>
                </a:lnTo>
                <a:lnTo>
                  <a:pt x="24" y="7"/>
                </a:lnTo>
                <a:lnTo>
                  <a:pt x="27" y="8"/>
                </a:lnTo>
                <a:lnTo>
                  <a:pt x="27" y="10"/>
                </a:lnTo>
                <a:lnTo>
                  <a:pt x="2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090240" y="2619720"/>
            <a:ext cx="4060080" cy="198360"/>
          </a:xfrm>
          <a:custGeom>
            <a:avLst/>
            <a:gdLst/>
            <a:ahLst/>
            <a:rect l="0" t="0" r="r" b="b"/>
            <a:pathLst>
              <a:path fill="none" w="11278" h="551">
                <a:moveTo>
                  <a:pt x="11278" y="479"/>
                </a:moveTo>
                <a:lnTo>
                  <a:pt x="11187" y="491"/>
                </a:lnTo>
                <a:cubicBezTo>
                  <a:pt x="11096" y="503"/>
                  <a:pt x="10913" y="527"/>
                  <a:pt x="10577" y="539"/>
                </a:cubicBezTo>
                <a:cubicBezTo>
                  <a:pt x="10241" y="551"/>
                  <a:pt x="9750" y="551"/>
                  <a:pt x="9246" y="551"/>
                </a:cubicBezTo>
                <a:cubicBezTo>
                  <a:pt x="8742" y="551"/>
                  <a:pt x="8223" y="551"/>
                  <a:pt x="7694" y="551"/>
                </a:cubicBezTo>
                <a:cubicBezTo>
                  <a:pt x="7164" y="551"/>
                  <a:pt x="6622" y="551"/>
                  <a:pt x="6051" y="551"/>
                </a:cubicBezTo>
                <a:cubicBezTo>
                  <a:pt x="5481" y="551"/>
                  <a:pt x="4881" y="551"/>
                  <a:pt x="4338" y="551"/>
                </a:cubicBezTo>
                <a:cubicBezTo>
                  <a:pt x="3796" y="551"/>
                  <a:pt x="3311" y="551"/>
                  <a:pt x="2792" y="551"/>
                </a:cubicBezTo>
                <a:cubicBezTo>
                  <a:pt x="2273" y="551"/>
                  <a:pt x="1720" y="551"/>
                  <a:pt x="1249" y="459"/>
                </a:cubicBezTo>
                <a:cubicBezTo>
                  <a:pt x="778" y="367"/>
                  <a:pt x="389" y="184"/>
                  <a:pt x="194" y="92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3078720" y="261360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49" y="65"/>
                </a:moveTo>
                <a:lnTo>
                  <a:pt x="0" y="2"/>
                </a:lnTo>
                <a:lnTo>
                  <a:pt x="80" y="0"/>
                </a:lnTo>
                <a:lnTo>
                  <a:pt x="49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3076200" y="2612520"/>
            <a:ext cx="33120" cy="27000"/>
          </a:xfrm>
          <a:custGeom>
            <a:avLst/>
            <a:gdLst/>
            <a:ahLst/>
            <a:rect l="0" t="0" r="r" b="b"/>
            <a:pathLst>
              <a:path w="92" h="75">
                <a:moveTo>
                  <a:pt x="48" y="65"/>
                </a:moveTo>
                <a:lnTo>
                  <a:pt x="44" y="59"/>
                </a:lnTo>
                <a:lnTo>
                  <a:pt x="50" y="55"/>
                </a:lnTo>
                <a:lnTo>
                  <a:pt x="54" y="61"/>
                </a:lnTo>
                <a:lnTo>
                  <a:pt x="48" y="65"/>
                </a:lnTo>
                <a:moveTo>
                  <a:pt x="44" y="59"/>
                </a:moveTo>
                <a:lnTo>
                  <a:pt x="40" y="54"/>
                </a:lnTo>
                <a:lnTo>
                  <a:pt x="45" y="50"/>
                </a:lnTo>
                <a:lnTo>
                  <a:pt x="50" y="55"/>
                </a:lnTo>
                <a:lnTo>
                  <a:pt x="44" y="59"/>
                </a:lnTo>
                <a:moveTo>
                  <a:pt x="40" y="54"/>
                </a:moveTo>
                <a:lnTo>
                  <a:pt x="35" y="48"/>
                </a:lnTo>
                <a:lnTo>
                  <a:pt x="41" y="44"/>
                </a:lnTo>
                <a:lnTo>
                  <a:pt x="45" y="50"/>
                </a:lnTo>
                <a:lnTo>
                  <a:pt x="40" y="54"/>
                </a:lnTo>
                <a:moveTo>
                  <a:pt x="35" y="48"/>
                </a:moveTo>
                <a:lnTo>
                  <a:pt x="31" y="43"/>
                </a:lnTo>
                <a:lnTo>
                  <a:pt x="37" y="38"/>
                </a:lnTo>
                <a:lnTo>
                  <a:pt x="41" y="44"/>
                </a:lnTo>
                <a:lnTo>
                  <a:pt x="35" y="48"/>
                </a:lnTo>
                <a:moveTo>
                  <a:pt x="31" y="43"/>
                </a:moveTo>
                <a:lnTo>
                  <a:pt x="27" y="37"/>
                </a:lnTo>
                <a:lnTo>
                  <a:pt x="32" y="33"/>
                </a:lnTo>
                <a:lnTo>
                  <a:pt x="37" y="38"/>
                </a:lnTo>
                <a:lnTo>
                  <a:pt x="31" y="43"/>
                </a:lnTo>
                <a:moveTo>
                  <a:pt x="27" y="37"/>
                </a:moveTo>
                <a:lnTo>
                  <a:pt x="22" y="31"/>
                </a:lnTo>
                <a:lnTo>
                  <a:pt x="28" y="26"/>
                </a:lnTo>
                <a:lnTo>
                  <a:pt x="32" y="33"/>
                </a:lnTo>
                <a:lnTo>
                  <a:pt x="27" y="37"/>
                </a:lnTo>
                <a:moveTo>
                  <a:pt x="22" y="31"/>
                </a:moveTo>
                <a:lnTo>
                  <a:pt x="18" y="25"/>
                </a:lnTo>
                <a:lnTo>
                  <a:pt x="23" y="21"/>
                </a:lnTo>
                <a:lnTo>
                  <a:pt x="28" y="26"/>
                </a:lnTo>
                <a:lnTo>
                  <a:pt x="22" y="31"/>
                </a:lnTo>
                <a:moveTo>
                  <a:pt x="18" y="25"/>
                </a:moveTo>
                <a:lnTo>
                  <a:pt x="13" y="20"/>
                </a:lnTo>
                <a:lnTo>
                  <a:pt x="19" y="15"/>
                </a:lnTo>
                <a:lnTo>
                  <a:pt x="23" y="21"/>
                </a:lnTo>
                <a:lnTo>
                  <a:pt x="18" y="25"/>
                </a:lnTo>
                <a:moveTo>
                  <a:pt x="13" y="20"/>
                </a:moveTo>
                <a:lnTo>
                  <a:pt x="9" y="14"/>
                </a:lnTo>
                <a:lnTo>
                  <a:pt x="15" y="10"/>
                </a:lnTo>
                <a:lnTo>
                  <a:pt x="19" y="15"/>
                </a:lnTo>
                <a:lnTo>
                  <a:pt x="13" y="20"/>
                </a:lnTo>
                <a:moveTo>
                  <a:pt x="9" y="14"/>
                </a:moveTo>
                <a:lnTo>
                  <a:pt x="5" y="9"/>
                </a:lnTo>
                <a:lnTo>
                  <a:pt x="10" y="4"/>
                </a:lnTo>
                <a:lnTo>
                  <a:pt x="15" y="10"/>
                </a:lnTo>
                <a:lnTo>
                  <a:pt x="9" y="14"/>
                </a:lnTo>
                <a:moveTo>
                  <a:pt x="5" y="9"/>
                </a:moveTo>
                <a:lnTo>
                  <a:pt x="0" y="2"/>
                </a:lnTo>
                <a:lnTo>
                  <a:pt x="12" y="2"/>
                </a:lnTo>
                <a:lnTo>
                  <a:pt x="13" y="9"/>
                </a:lnTo>
                <a:lnTo>
                  <a:pt x="7" y="9"/>
                </a:lnTo>
                <a:lnTo>
                  <a:pt x="7" y="5"/>
                </a:lnTo>
                <a:lnTo>
                  <a:pt x="10" y="3"/>
                </a:lnTo>
                <a:lnTo>
                  <a:pt x="10" y="4"/>
                </a:lnTo>
                <a:lnTo>
                  <a:pt x="5" y="9"/>
                </a:lnTo>
                <a:moveTo>
                  <a:pt x="12" y="2"/>
                </a:moveTo>
                <a:lnTo>
                  <a:pt x="19" y="2"/>
                </a:lnTo>
                <a:lnTo>
                  <a:pt x="20" y="9"/>
                </a:lnTo>
                <a:lnTo>
                  <a:pt x="13" y="9"/>
                </a:lnTo>
                <a:lnTo>
                  <a:pt x="12" y="2"/>
                </a:lnTo>
                <a:moveTo>
                  <a:pt x="19" y="2"/>
                </a:moveTo>
                <a:lnTo>
                  <a:pt x="27" y="1"/>
                </a:lnTo>
                <a:lnTo>
                  <a:pt x="27" y="8"/>
                </a:lnTo>
                <a:lnTo>
                  <a:pt x="20" y="9"/>
                </a:lnTo>
                <a:lnTo>
                  <a:pt x="19" y="2"/>
                </a:lnTo>
                <a:moveTo>
                  <a:pt x="27" y="1"/>
                </a:moveTo>
                <a:lnTo>
                  <a:pt x="34" y="1"/>
                </a:lnTo>
                <a:lnTo>
                  <a:pt x="34" y="8"/>
                </a:lnTo>
                <a:lnTo>
                  <a:pt x="27" y="8"/>
                </a:lnTo>
                <a:lnTo>
                  <a:pt x="27" y="1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6" y="1"/>
                </a:lnTo>
                <a:lnTo>
                  <a:pt x="56" y="8"/>
                </a:lnTo>
                <a:lnTo>
                  <a:pt x="48" y="8"/>
                </a:lnTo>
                <a:lnTo>
                  <a:pt x="48" y="1"/>
                </a:lnTo>
                <a:moveTo>
                  <a:pt x="56" y="1"/>
                </a:moveTo>
                <a:lnTo>
                  <a:pt x="63" y="1"/>
                </a:lnTo>
                <a:lnTo>
                  <a:pt x="63" y="8"/>
                </a:lnTo>
                <a:lnTo>
                  <a:pt x="56" y="8"/>
                </a:lnTo>
                <a:lnTo>
                  <a:pt x="56" y="1"/>
                </a:lnTo>
                <a:moveTo>
                  <a:pt x="63" y="1"/>
                </a:moveTo>
                <a:lnTo>
                  <a:pt x="70" y="0"/>
                </a:lnTo>
                <a:lnTo>
                  <a:pt x="70" y="7"/>
                </a:lnTo>
                <a:lnTo>
                  <a:pt x="63" y="8"/>
                </a:lnTo>
                <a:lnTo>
                  <a:pt x="63" y="1"/>
                </a:lnTo>
                <a:moveTo>
                  <a:pt x="70" y="0"/>
                </a:moveTo>
                <a:lnTo>
                  <a:pt x="77" y="0"/>
                </a:lnTo>
                <a:lnTo>
                  <a:pt x="77" y="7"/>
                </a:lnTo>
                <a:lnTo>
                  <a:pt x="70" y="7"/>
                </a:lnTo>
                <a:lnTo>
                  <a:pt x="70" y="0"/>
                </a:lnTo>
                <a:moveTo>
                  <a:pt x="77" y="0"/>
                </a:moveTo>
                <a:lnTo>
                  <a:pt x="84" y="0"/>
                </a:lnTo>
                <a:lnTo>
                  <a:pt x="84" y="7"/>
                </a:lnTo>
                <a:lnTo>
                  <a:pt x="77" y="7"/>
                </a:lnTo>
                <a:lnTo>
                  <a:pt x="77" y="0"/>
                </a:lnTo>
                <a:moveTo>
                  <a:pt x="84" y="0"/>
                </a:moveTo>
                <a:lnTo>
                  <a:pt x="92" y="0"/>
                </a:lnTo>
                <a:lnTo>
                  <a:pt x="88" y="9"/>
                </a:lnTo>
                <a:lnTo>
                  <a:pt x="82" y="6"/>
                </a:lnTo>
                <a:lnTo>
                  <a:pt x="83" y="2"/>
                </a:lnTo>
                <a:lnTo>
                  <a:pt x="87" y="3"/>
                </a:lnTo>
                <a:lnTo>
                  <a:pt x="87" y="7"/>
                </a:lnTo>
                <a:lnTo>
                  <a:pt x="84" y="7"/>
                </a:lnTo>
                <a:lnTo>
                  <a:pt x="84" y="0"/>
                </a:lnTo>
                <a:moveTo>
                  <a:pt x="88" y="9"/>
                </a:moveTo>
                <a:lnTo>
                  <a:pt x="85" y="15"/>
                </a:lnTo>
                <a:lnTo>
                  <a:pt x="79" y="12"/>
                </a:lnTo>
                <a:lnTo>
                  <a:pt x="82" y="6"/>
                </a:lnTo>
                <a:lnTo>
                  <a:pt x="88" y="9"/>
                </a:lnTo>
                <a:moveTo>
                  <a:pt x="85" y="15"/>
                </a:moveTo>
                <a:lnTo>
                  <a:pt x="82" y="22"/>
                </a:lnTo>
                <a:lnTo>
                  <a:pt x="76" y="19"/>
                </a:lnTo>
                <a:lnTo>
                  <a:pt x="79" y="12"/>
                </a:lnTo>
                <a:lnTo>
                  <a:pt x="85" y="15"/>
                </a:lnTo>
                <a:moveTo>
                  <a:pt x="82" y="22"/>
                </a:moveTo>
                <a:lnTo>
                  <a:pt x="79" y="28"/>
                </a:lnTo>
                <a:lnTo>
                  <a:pt x="73" y="25"/>
                </a:lnTo>
                <a:lnTo>
                  <a:pt x="76" y="19"/>
                </a:lnTo>
                <a:lnTo>
                  <a:pt x="82" y="22"/>
                </a:lnTo>
                <a:moveTo>
                  <a:pt x="79" y="28"/>
                </a:moveTo>
                <a:lnTo>
                  <a:pt x="76" y="36"/>
                </a:lnTo>
                <a:lnTo>
                  <a:pt x="70" y="33"/>
                </a:lnTo>
                <a:lnTo>
                  <a:pt x="73" y="25"/>
                </a:lnTo>
                <a:lnTo>
                  <a:pt x="79" y="28"/>
                </a:lnTo>
                <a:moveTo>
                  <a:pt x="76" y="36"/>
                </a:moveTo>
                <a:lnTo>
                  <a:pt x="73" y="42"/>
                </a:lnTo>
                <a:lnTo>
                  <a:pt x="67" y="39"/>
                </a:lnTo>
                <a:lnTo>
                  <a:pt x="70" y="33"/>
                </a:lnTo>
                <a:lnTo>
                  <a:pt x="76" y="36"/>
                </a:lnTo>
                <a:moveTo>
                  <a:pt x="73" y="42"/>
                </a:moveTo>
                <a:lnTo>
                  <a:pt x="70" y="48"/>
                </a:lnTo>
                <a:lnTo>
                  <a:pt x="64" y="45"/>
                </a:lnTo>
                <a:lnTo>
                  <a:pt x="67" y="39"/>
                </a:lnTo>
                <a:lnTo>
                  <a:pt x="73" y="42"/>
                </a:lnTo>
                <a:moveTo>
                  <a:pt x="70" y="48"/>
                </a:moveTo>
                <a:lnTo>
                  <a:pt x="67" y="55"/>
                </a:lnTo>
                <a:lnTo>
                  <a:pt x="61" y="52"/>
                </a:lnTo>
                <a:lnTo>
                  <a:pt x="64" y="45"/>
                </a:lnTo>
                <a:lnTo>
                  <a:pt x="70" y="48"/>
                </a:lnTo>
                <a:moveTo>
                  <a:pt x="67" y="55"/>
                </a:moveTo>
                <a:lnTo>
                  <a:pt x="64" y="61"/>
                </a:lnTo>
                <a:lnTo>
                  <a:pt x="57" y="58"/>
                </a:lnTo>
                <a:lnTo>
                  <a:pt x="61" y="52"/>
                </a:lnTo>
                <a:lnTo>
                  <a:pt x="67" y="55"/>
                </a:lnTo>
                <a:moveTo>
                  <a:pt x="64" y="61"/>
                </a:moveTo>
                <a:lnTo>
                  <a:pt x="61" y="68"/>
                </a:lnTo>
                <a:lnTo>
                  <a:pt x="53" y="65"/>
                </a:lnTo>
                <a:lnTo>
                  <a:pt x="57" y="58"/>
                </a:lnTo>
                <a:lnTo>
                  <a:pt x="64" y="61"/>
                </a:lnTo>
                <a:moveTo>
                  <a:pt x="61" y="68"/>
                </a:moveTo>
                <a:lnTo>
                  <a:pt x="57" y="75"/>
                </a:lnTo>
                <a:lnTo>
                  <a:pt x="48" y="65"/>
                </a:lnTo>
                <a:lnTo>
                  <a:pt x="54" y="61"/>
                </a:lnTo>
                <a:lnTo>
                  <a:pt x="59" y="66"/>
                </a:lnTo>
                <a:lnTo>
                  <a:pt x="57" y="68"/>
                </a:lnTo>
                <a:lnTo>
                  <a:pt x="52" y="67"/>
                </a:lnTo>
                <a:lnTo>
                  <a:pt x="53" y="65"/>
                </a:lnTo>
                <a:lnTo>
                  <a:pt x="61" y="6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6749640" y="2312640"/>
            <a:ext cx="1576080" cy="338040"/>
          </a:xfrm>
          <a:custGeom>
            <a:avLst/>
            <a:gdLst/>
            <a:ahLst/>
            <a:rect l="0" t="0" r="r" b="b"/>
            <a:pathLst>
              <a:path fill="none" w="4378" h="939">
                <a:moveTo>
                  <a:pt x="0" y="166"/>
                </a:moveTo>
                <a:lnTo>
                  <a:pt x="94" y="138"/>
                </a:lnTo>
                <a:cubicBezTo>
                  <a:pt x="188" y="111"/>
                  <a:pt x="377" y="55"/>
                  <a:pt x="709" y="28"/>
                </a:cubicBezTo>
                <a:cubicBezTo>
                  <a:pt x="1041" y="0"/>
                  <a:pt x="1517" y="0"/>
                  <a:pt x="1974" y="0"/>
                </a:cubicBezTo>
                <a:cubicBezTo>
                  <a:pt x="2431" y="0"/>
                  <a:pt x="2871" y="0"/>
                  <a:pt x="3269" y="156"/>
                </a:cubicBezTo>
                <a:cubicBezTo>
                  <a:pt x="3667" y="312"/>
                  <a:pt x="4022" y="626"/>
                  <a:pt x="4200" y="782"/>
                </a:cubicBezTo>
                <a:lnTo>
                  <a:pt x="4378" y="939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8307360" y="2632320"/>
            <a:ext cx="27720" cy="26640"/>
          </a:xfrm>
          <a:custGeom>
            <a:avLst/>
            <a:gdLst/>
            <a:ahLst/>
            <a:rect l="0" t="0" r="r" b="b"/>
            <a:pathLst>
              <a:path w="77" h="74">
                <a:moveTo>
                  <a:pt x="47" y="0"/>
                </a:moveTo>
                <a:lnTo>
                  <a:pt x="77" y="74"/>
                </a:lnTo>
                <a:lnTo>
                  <a:pt x="0" y="54"/>
                </a:lnTo>
                <a:lnTo>
                  <a:pt x="47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8304840" y="2629800"/>
            <a:ext cx="32400" cy="30960"/>
          </a:xfrm>
          <a:custGeom>
            <a:avLst/>
            <a:gdLst/>
            <a:ahLst/>
            <a:rect l="0" t="0" r="r" b="b"/>
            <a:pathLst>
              <a:path w="90" h="86">
                <a:moveTo>
                  <a:pt x="60" y="12"/>
                </a:moveTo>
                <a:lnTo>
                  <a:pt x="63" y="19"/>
                </a:lnTo>
                <a:lnTo>
                  <a:pt x="57" y="21"/>
                </a:lnTo>
                <a:lnTo>
                  <a:pt x="54" y="15"/>
                </a:lnTo>
                <a:lnTo>
                  <a:pt x="60" y="12"/>
                </a:lnTo>
                <a:moveTo>
                  <a:pt x="63" y="19"/>
                </a:moveTo>
                <a:lnTo>
                  <a:pt x="66" y="25"/>
                </a:lnTo>
                <a:lnTo>
                  <a:pt x="59" y="28"/>
                </a:lnTo>
                <a:lnTo>
                  <a:pt x="57" y="21"/>
                </a:lnTo>
                <a:lnTo>
                  <a:pt x="63" y="19"/>
                </a:lnTo>
                <a:moveTo>
                  <a:pt x="66" y="25"/>
                </a:moveTo>
                <a:lnTo>
                  <a:pt x="68" y="32"/>
                </a:lnTo>
                <a:lnTo>
                  <a:pt x="62" y="34"/>
                </a:lnTo>
                <a:lnTo>
                  <a:pt x="59" y="28"/>
                </a:lnTo>
                <a:lnTo>
                  <a:pt x="66" y="25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4"/>
                </a:lnTo>
                <a:lnTo>
                  <a:pt x="68" y="32"/>
                </a:lnTo>
                <a:moveTo>
                  <a:pt x="71" y="38"/>
                </a:moveTo>
                <a:lnTo>
                  <a:pt x="74" y="46"/>
                </a:lnTo>
                <a:lnTo>
                  <a:pt x="67" y="49"/>
                </a:lnTo>
                <a:lnTo>
                  <a:pt x="65" y="41"/>
                </a:lnTo>
                <a:lnTo>
                  <a:pt x="71" y="38"/>
                </a:lnTo>
                <a:moveTo>
                  <a:pt x="74" y="46"/>
                </a:moveTo>
                <a:lnTo>
                  <a:pt x="76" y="52"/>
                </a:lnTo>
                <a:lnTo>
                  <a:pt x="70" y="55"/>
                </a:lnTo>
                <a:lnTo>
                  <a:pt x="67" y="49"/>
                </a:lnTo>
                <a:lnTo>
                  <a:pt x="74" y="46"/>
                </a:lnTo>
                <a:moveTo>
                  <a:pt x="76" y="52"/>
                </a:moveTo>
                <a:lnTo>
                  <a:pt x="79" y="59"/>
                </a:lnTo>
                <a:lnTo>
                  <a:pt x="73" y="62"/>
                </a:lnTo>
                <a:lnTo>
                  <a:pt x="70" y="55"/>
                </a:lnTo>
                <a:lnTo>
                  <a:pt x="76" y="52"/>
                </a:lnTo>
                <a:moveTo>
                  <a:pt x="79" y="59"/>
                </a:moveTo>
                <a:lnTo>
                  <a:pt x="82" y="65"/>
                </a:lnTo>
                <a:lnTo>
                  <a:pt x="75" y="68"/>
                </a:lnTo>
                <a:lnTo>
                  <a:pt x="73" y="62"/>
                </a:lnTo>
                <a:lnTo>
                  <a:pt x="79" y="59"/>
                </a:lnTo>
                <a:moveTo>
                  <a:pt x="82" y="65"/>
                </a:moveTo>
                <a:lnTo>
                  <a:pt x="84" y="72"/>
                </a:lnTo>
                <a:lnTo>
                  <a:pt x="78" y="75"/>
                </a:lnTo>
                <a:lnTo>
                  <a:pt x="75" y="68"/>
                </a:lnTo>
                <a:lnTo>
                  <a:pt x="82" y="65"/>
                </a:lnTo>
                <a:moveTo>
                  <a:pt x="84" y="72"/>
                </a:moveTo>
                <a:lnTo>
                  <a:pt x="87" y="79"/>
                </a:lnTo>
                <a:lnTo>
                  <a:pt x="81" y="81"/>
                </a:lnTo>
                <a:lnTo>
                  <a:pt x="78" y="75"/>
                </a:lnTo>
                <a:lnTo>
                  <a:pt x="84" y="72"/>
                </a:lnTo>
                <a:moveTo>
                  <a:pt x="87" y="79"/>
                </a:moveTo>
                <a:lnTo>
                  <a:pt x="90" y="86"/>
                </a:lnTo>
                <a:lnTo>
                  <a:pt x="78" y="83"/>
                </a:lnTo>
                <a:lnTo>
                  <a:pt x="80" y="76"/>
                </a:lnTo>
                <a:lnTo>
                  <a:pt x="85" y="78"/>
                </a:lnTo>
                <a:lnTo>
                  <a:pt x="84" y="81"/>
                </a:lnTo>
                <a:lnTo>
                  <a:pt x="81" y="82"/>
                </a:lnTo>
                <a:lnTo>
                  <a:pt x="81" y="81"/>
                </a:lnTo>
                <a:lnTo>
                  <a:pt x="87" y="79"/>
                </a:lnTo>
                <a:moveTo>
                  <a:pt x="78" y="83"/>
                </a:moveTo>
                <a:lnTo>
                  <a:pt x="71" y="81"/>
                </a:lnTo>
                <a:lnTo>
                  <a:pt x="73" y="74"/>
                </a:lnTo>
                <a:lnTo>
                  <a:pt x="80" y="76"/>
                </a:lnTo>
                <a:lnTo>
                  <a:pt x="78" y="83"/>
                </a:lnTo>
                <a:moveTo>
                  <a:pt x="71" y="81"/>
                </a:moveTo>
                <a:lnTo>
                  <a:pt x="64" y="79"/>
                </a:lnTo>
                <a:lnTo>
                  <a:pt x="66" y="73"/>
                </a:lnTo>
                <a:lnTo>
                  <a:pt x="73" y="74"/>
                </a:lnTo>
                <a:lnTo>
                  <a:pt x="71" y="81"/>
                </a:lnTo>
                <a:moveTo>
                  <a:pt x="64" y="79"/>
                </a:moveTo>
                <a:lnTo>
                  <a:pt x="57" y="78"/>
                </a:lnTo>
                <a:lnTo>
                  <a:pt x="59" y="71"/>
                </a:lnTo>
                <a:lnTo>
                  <a:pt x="66" y="73"/>
                </a:lnTo>
                <a:lnTo>
                  <a:pt x="64" y="79"/>
                </a:lnTo>
                <a:moveTo>
                  <a:pt x="57" y="78"/>
                </a:moveTo>
                <a:lnTo>
                  <a:pt x="50" y="76"/>
                </a:lnTo>
                <a:lnTo>
                  <a:pt x="52" y="69"/>
                </a:lnTo>
                <a:lnTo>
                  <a:pt x="59" y="71"/>
                </a:lnTo>
                <a:lnTo>
                  <a:pt x="57" y="78"/>
                </a:lnTo>
                <a:moveTo>
                  <a:pt x="50" y="76"/>
                </a:moveTo>
                <a:lnTo>
                  <a:pt x="44" y="74"/>
                </a:lnTo>
                <a:lnTo>
                  <a:pt x="45" y="67"/>
                </a:lnTo>
                <a:lnTo>
                  <a:pt x="52" y="69"/>
                </a:lnTo>
                <a:lnTo>
                  <a:pt x="50" y="76"/>
                </a:lnTo>
                <a:moveTo>
                  <a:pt x="44" y="74"/>
                </a:moveTo>
                <a:lnTo>
                  <a:pt x="37" y="72"/>
                </a:lnTo>
                <a:lnTo>
                  <a:pt x="39" y="65"/>
                </a:lnTo>
                <a:lnTo>
                  <a:pt x="45" y="67"/>
                </a:lnTo>
                <a:lnTo>
                  <a:pt x="44" y="74"/>
                </a:lnTo>
                <a:moveTo>
                  <a:pt x="37" y="72"/>
                </a:moveTo>
                <a:lnTo>
                  <a:pt x="29" y="70"/>
                </a:lnTo>
                <a:lnTo>
                  <a:pt x="32" y="64"/>
                </a:lnTo>
                <a:lnTo>
                  <a:pt x="39" y="65"/>
                </a:lnTo>
                <a:lnTo>
                  <a:pt x="37" y="72"/>
                </a:lnTo>
                <a:moveTo>
                  <a:pt x="29" y="70"/>
                </a:moveTo>
                <a:lnTo>
                  <a:pt x="22" y="69"/>
                </a:lnTo>
                <a:lnTo>
                  <a:pt x="24" y="62"/>
                </a:lnTo>
                <a:lnTo>
                  <a:pt x="32" y="64"/>
                </a:lnTo>
                <a:lnTo>
                  <a:pt x="29" y="70"/>
                </a:lnTo>
                <a:moveTo>
                  <a:pt x="22" y="69"/>
                </a:moveTo>
                <a:lnTo>
                  <a:pt x="15" y="67"/>
                </a:lnTo>
                <a:lnTo>
                  <a:pt x="17" y="60"/>
                </a:lnTo>
                <a:lnTo>
                  <a:pt x="24" y="62"/>
                </a:lnTo>
                <a:lnTo>
                  <a:pt x="22" y="69"/>
                </a:lnTo>
                <a:moveTo>
                  <a:pt x="15" y="67"/>
                </a:moveTo>
                <a:lnTo>
                  <a:pt x="8" y="65"/>
                </a:lnTo>
                <a:lnTo>
                  <a:pt x="10" y="58"/>
                </a:lnTo>
                <a:lnTo>
                  <a:pt x="17" y="60"/>
                </a:lnTo>
                <a:lnTo>
                  <a:pt x="15" y="67"/>
                </a:lnTo>
                <a:moveTo>
                  <a:pt x="8" y="65"/>
                </a:moveTo>
                <a:lnTo>
                  <a:pt x="0" y="63"/>
                </a:lnTo>
                <a:lnTo>
                  <a:pt x="7" y="55"/>
                </a:lnTo>
                <a:lnTo>
                  <a:pt x="13" y="60"/>
                </a:lnTo>
                <a:lnTo>
                  <a:pt x="10" y="63"/>
                </a:lnTo>
                <a:lnTo>
                  <a:pt x="7" y="61"/>
                </a:lnTo>
                <a:lnTo>
                  <a:pt x="8" y="58"/>
                </a:lnTo>
                <a:lnTo>
                  <a:pt x="10" y="58"/>
                </a:lnTo>
                <a:lnTo>
                  <a:pt x="8" y="65"/>
                </a:lnTo>
                <a:moveTo>
                  <a:pt x="7" y="55"/>
                </a:moveTo>
                <a:lnTo>
                  <a:pt x="12" y="50"/>
                </a:lnTo>
                <a:lnTo>
                  <a:pt x="17" y="55"/>
                </a:lnTo>
                <a:lnTo>
                  <a:pt x="13" y="60"/>
                </a:lnTo>
                <a:lnTo>
                  <a:pt x="7" y="55"/>
                </a:lnTo>
                <a:moveTo>
                  <a:pt x="12" y="50"/>
                </a:moveTo>
                <a:lnTo>
                  <a:pt x="17" y="44"/>
                </a:lnTo>
                <a:lnTo>
                  <a:pt x="22" y="49"/>
                </a:lnTo>
                <a:lnTo>
                  <a:pt x="17" y="55"/>
                </a:lnTo>
                <a:lnTo>
                  <a:pt x="12" y="50"/>
                </a:lnTo>
                <a:moveTo>
                  <a:pt x="17" y="44"/>
                </a:moveTo>
                <a:lnTo>
                  <a:pt x="21" y="38"/>
                </a:lnTo>
                <a:lnTo>
                  <a:pt x="27" y="43"/>
                </a:lnTo>
                <a:lnTo>
                  <a:pt x="22" y="49"/>
                </a:lnTo>
                <a:lnTo>
                  <a:pt x="17" y="44"/>
                </a:lnTo>
                <a:moveTo>
                  <a:pt x="21" y="38"/>
                </a:moveTo>
                <a:lnTo>
                  <a:pt x="26" y="33"/>
                </a:lnTo>
                <a:lnTo>
                  <a:pt x="32" y="38"/>
                </a:lnTo>
                <a:lnTo>
                  <a:pt x="27" y="43"/>
                </a:lnTo>
                <a:lnTo>
                  <a:pt x="21" y="38"/>
                </a:lnTo>
                <a:moveTo>
                  <a:pt x="26" y="33"/>
                </a:moveTo>
                <a:lnTo>
                  <a:pt x="32" y="28"/>
                </a:lnTo>
                <a:lnTo>
                  <a:pt x="37" y="32"/>
                </a:lnTo>
                <a:lnTo>
                  <a:pt x="32" y="38"/>
                </a:lnTo>
                <a:lnTo>
                  <a:pt x="26" y="33"/>
                </a:lnTo>
                <a:moveTo>
                  <a:pt x="32" y="28"/>
                </a:moveTo>
                <a:lnTo>
                  <a:pt x="36" y="22"/>
                </a:lnTo>
                <a:lnTo>
                  <a:pt x="42" y="27"/>
                </a:lnTo>
                <a:lnTo>
                  <a:pt x="37" y="32"/>
                </a:lnTo>
                <a:lnTo>
                  <a:pt x="32" y="28"/>
                </a:lnTo>
                <a:moveTo>
                  <a:pt x="36" y="22"/>
                </a:moveTo>
                <a:lnTo>
                  <a:pt x="41" y="17"/>
                </a:lnTo>
                <a:lnTo>
                  <a:pt x="46" y="22"/>
                </a:lnTo>
                <a:lnTo>
                  <a:pt x="42" y="27"/>
                </a:lnTo>
                <a:lnTo>
                  <a:pt x="36" y="22"/>
                </a:lnTo>
                <a:moveTo>
                  <a:pt x="41" y="17"/>
                </a:moveTo>
                <a:lnTo>
                  <a:pt x="46" y="12"/>
                </a:lnTo>
                <a:lnTo>
                  <a:pt x="51" y="16"/>
                </a:lnTo>
                <a:lnTo>
                  <a:pt x="46" y="22"/>
                </a:lnTo>
                <a:lnTo>
                  <a:pt x="41" y="17"/>
                </a:lnTo>
                <a:moveTo>
                  <a:pt x="46" y="12"/>
                </a:moveTo>
                <a:lnTo>
                  <a:pt x="50" y="7"/>
                </a:lnTo>
                <a:lnTo>
                  <a:pt x="56" y="11"/>
                </a:lnTo>
                <a:lnTo>
                  <a:pt x="51" y="16"/>
                </a:lnTo>
                <a:lnTo>
                  <a:pt x="46" y="12"/>
                </a:lnTo>
                <a:moveTo>
                  <a:pt x="50" y="7"/>
                </a:moveTo>
                <a:lnTo>
                  <a:pt x="56" y="0"/>
                </a:lnTo>
                <a:lnTo>
                  <a:pt x="60" y="12"/>
                </a:lnTo>
                <a:lnTo>
                  <a:pt x="54" y="15"/>
                </a:lnTo>
                <a:lnTo>
                  <a:pt x="51" y="8"/>
                </a:lnTo>
                <a:lnTo>
                  <a:pt x="55" y="7"/>
                </a:lnTo>
                <a:lnTo>
                  <a:pt x="57" y="9"/>
                </a:lnTo>
                <a:lnTo>
                  <a:pt x="56" y="11"/>
                </a:lnTo>
                <a:lnTo>
                  <a:pt x="50" y="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782840" y="2750760"/>
            <a:ext cx="304920" cy="9000"/>
          </a:xfrm>
          <a:custGeom>
            <a:avLst/>
            <a:gdLst/>
            <a:ahLst/>
            <a:rect l="0" t="0" r="r" b="b"/>
            <a:pathLst>
              <a:path fill="none" w="847" h="25">
                <a:moveTo>
                  <a:pt x="0" y="0"/>
                </a:moveTo>
                <a:lnTo>
                  <a:pt x="73" y="0"/>
                </a:lnTo>
                <a:cubicBezTo>
                  <a:pt x="146" y="0"/>
                  <a:pt x="293" y="0"/>
                  <a:pt x="434" y="5"/>
                </a:cubicBezTo>
                <a:cubicBezTo>
                  <a:pt x="575" y="9"/>
                  <a:pt x="711" y="17"/>
                  <a:pt x="778" y="21"/>
                </a:cubicBezTo>
                <a:lnTo>
                  <a:pt x="847" y="2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8073720" y="274608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5" y="0"/>
                </a:moveTo>
                <a:lnTo>
                  <a:pt x="75" y="40"/>
                </a:lnTo>
                <a:lnTo>
                  <a:pt x="0" y="71"/>
                </a:lnTo>
                <a:lnTo>
                  <a:pt x="5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8072280" y="274392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16" y="6"/>
                </a:moveTo>
                <a:lnTo>
                  <a:pt x="22" y="10"/>
                </a:lnTo>
                <a:lnTo>
                  <a:pt x="19" y="16"/>
                </a:lnTo>
                <a:lnTo>
                  <a:pt x="13" y="12"/>
                </a:lnTo>
                <a:lnTo>
                  <a:pt x="16" y="6"/>
                </a:lnTo>
                <a:moveTo>
                  <a:pt x="22" y="10"/>
                </a:moveTo>
                <a:lnTo>
                  <a:pt x="29" y="13"/>
                </a:lnTo>
                <a:lnTo>
                  <a:pt x="25" y="20"/>
                </a:lnTo>
                <a:lnTo>
                  <a:pt x="19" y="16"/>
                </a:lnTo>
                <a:lnTo>
                  <a:pt x="22" y="10"/>
                </a:lnTo>
                <a:moveTo>
                  <a:pt x="29" y="13"/>
                </a:moveTo>
                <a:lnTo>
                  <a:pt x="35" y="17"/>
                </a:lnTo>
                <a:lnTo>
                  <a:pt x="31" y="23"/>
                </a:lnTo>
                <a:lnTo>
                  <a:pt x="25" y="20"/>
                </a:lnTo>
                <a:lnTo>
                  <a:pt x="29" y="13"/>
                </a:lnTo>
                <a:moveTo>
                  <a:pt x="35" y="17"/>
                </a:moveTo>
                <a:lnTo>
                  <a:pt x="41" y="20"/>
                </a:lnTo>
                <a:lnTo>
                  <a:pt x="37" y="27"/>
                </a:lnTo>
                <a:lnTo>
                  <a:pt x="31" y="23"/>
                </a:lnTo>
                <a:lnTo>
                  <a:pt x="35" y="17"/>
                </a:lnTo>
                <a:moveTo>
                  <a:pt x="41" y="20"/>
                </a:moveTo>
                <a:lnTo>
                  <a:pt x="48" y="24"/>
                </a:lnTo>
                <a:lnTo>
                  <a:pt x="43" y="30"/>
                </a:lnTo>
                <a:lnTo>
                  <a:pt x="37" y="27"/>
                </a:lnTo>
                <a:lnTo>
                  <a:pt x="41" y="20"/>
                </a:lnTo>
                <a:moveTo>
                  <a:pt x="48" y="24"/>
                </a:moveTo>
                <a:lnTo>
                  <a:pt x="54" y="28"/>
                </a:lnTo>
                <a:lnTo>
                  <a:pt x="51" y="35"/>
                </a:lnTo>
                <a:lnTo>
                  <a:pt x="43" y="30"/>
                </a:lnTo>
                <a:lnTo>
                  <a:pt x="48" y="24"/>
                </a:lnTo>
                <a:moveTo>
                  <a:pt x="54" y="28"/>
                </a:moveTo>
                <a:lnTo>
                  <a:pt x="60" y="31"/>
                </a:lnTo>
                <a:lnTo>
                  <a:pt x="57" y="38"/>
                </a:lnTo>
                <a:lnTo>
                  <a:pt x="51" y="35"/>
                </a:lnTo>
                <a:lnTo>
                  <a:pt x="54" y="28"/>
                </a:lnTo>
                <a:moveTo>
                  <a:pt x="60" y="31"/>
                </a:moveTo>
                <a:lnTo>
                  <a:pt x="66" y="36"/>
                </a:lnTo>
                <a:lnTo>
                  <a:pt x="63" y="42"/>
                </a:lnTo>
                <a:lnTo>
                  <a:pt x="57" y="38"/>
                </a:lnTo>
                <a:lnTo>
                  <a:pt x="60" y="31"/>
                </a:lnTo>
                <a:moveTo>
                  <a:pt x="66" y="36"/>
                </a:moveTo>
                <a:lnTo>
                  <a:pt x="72" y="39"/>
                </a:lnTo>
                <a:lnTo>
                  <a:pt x="69" y="45"/>
                </a:lnTo>
                <a:lnTo>
                  <a:pt x="63" y="42"/>
                </a:lnTo>
                <a:lnTo>
                  <a:pt x="66" y="36"/>
                </a:lnTo>
                <a:moveTo>
                  <a:pt x="72" y="39"/>
                </a:moveTo>
                <a:lnTo>
                  <a:pt x="79" y="43"/>
                </a:lnTo>
                <a:lnTo>
                  <a:pt x="75" y="49"/>
                </a:lnTo>
                <a:lnTo>
                  <a:pt x="69" y="45"/>
                </a:lnTo>
                <a:lnTo>
                  <a:pt x="72" y="39"/>
                </a:lnTo>
                <a:moveTo>
                  <a:pt x="79" y="43"/>
                </a:moveTo>
                <a:lnTo>
                  <a:pt x="86" y="47"/>
                </a:lnTo>
                <a:lnTo>
                  <a:pt x="74" y="52"/>
                </a:lnTo>
                <a:lnTo>
                  <a:pt x="71" y="45"/>
                </a:lnTo>
                <a:lnTo>
                  <a:pt x="77" y="43"/>
                </a:lnTo>
                <a:lnTo>
                  <a:pt x="78" y="46"/>
                </a:lnTo>
                <a:lnTo>
                  <a:pt x="76" y="49"/>
                </a:lnTo>
                <a:lnTo>
                  <a:pt x="75" y="49"/>
                </a:lnTo>
                <a:lnTo>
                  <a:pt x="79" y="43"/>
                </a:lnTo>
                <a:moveTo>
                  <a:pt x="74" y="52"/>
                </a:moveTo>
                <a:lnTo>
                  <a:pt x="67" y="55"/>
                </a:lnTo>
                <a:lnTo>
                  <a:pt x="65" y="48"/>
                </a:lnTo>
                <a:lnTo>
                  <a:pt x="71" y="45"/>
                </a:lnTo>
                <a:lnTo>
                  <a:pt x="74" y="52"/>
                </a:lnTo>
                <a:moveTo>
                  <a:pt x="67" y="55"/>
                </a:moveTo>
                <a:lnTo>
                  <a:pt x="61" y="57"/>
                </a:lnTo>
                <a:lnTo>
                  <a:pt x="58" y="51"/>
                </a:lnTo>
                <a:lnTo>
                  <a:pt x="65" y="48"/>
                </a:lnTo>
                <a:lnTo>
                  <a:pt x="67" y="55"/>
                </a:lnTo>
                <a:moveTo>
                  <a:pt x="61" y="57"/>
                </a:moveTo>
                <a:lnTo>
                  <a:pt x="54" y="60"/>
                </a:lnTo>
                <a:lnTo>
                  <a:pt x="52" y="54"/>
                </a:lnTo>
                <a:lnTo>
                  <a:pt x="58" y="51"/>
                </a:lnTo>
                <a:lnTo>
                  <a:pt x="61" y="57"/>
                </a:lnTo>
                <a:moveTo>
                  <a:pt x="54" y="60"/>
                </a:moveTo>
                <a:lnTo>
                  <a:pt x="48" y="63"/>
                </a:lnTo>
                <a:lnTo>
                  <a:pt x="44" y="56"/>
                </a:lnTo>
                <a:lnTo>
                  <a:pt x="52" y="54"/>
                </a:lnTo>
                <a:lnTo>
                  <a:pt x="54" y="60"/>
                </a:lnTo>
                <a:moveTo>
                  <a:pt x="48" y="63"/>
                </a:moveTo>
                <a:lnTo>
                  <a:pt x="40" y="66"/>
                </a:lnTo>
                <a:lnTo>
                  <a:pt x="38" y="59"/>
                </a:lnTo>
                <a:lnTo>
                  <a:pt x="44" y="56"/>
                </a:lnTo>
                <a:lnTo>
                  <a:pt x="48" y="63"/>
                </a:lnTo>
                <a:moveTo>
                  <a:pt x="40" y="66"/>
                </a:moveTo>
                <a:lnTo>
                  <a:pt x="34" y="69"/>
                </a:lnTo>
                <a:lnTo>
                  <a:pt x="31" y="62"/>
                </a:lnTo>
                <a:lnTo>
                  <a:pt x="38" y="59"/>
                </a:lnTo>
                <a:lnTo>
                  <a:pt x="40" y="66"/>
                </a:lnTo>
                <a:moveTo>
                  <a:pt x="34" y="69"/>
                </a:moveTo>
                <a:lnTo>
                  <a:pt x="27" y="71"/>
                </a:lnTo>
                <a:lnTo>
                  <a:pt x="25" y="65"/>
                </a:lnTo>
                <a:lnTo>
                  <a:pt x="31" y="62"/>
                </a:lnTo>
                <a:lnTo>
                  <a:pt x="34" y="69"/>
                </a:lnTo>
                <a:moveTo>
                  <a:pt x="27" y="71"/>
                </a:moveTo>
                <a:lnTo>
                  <a:pt x="21" y="74"/>
                </a:lnTo>
                <a:lnTo>
                  <a:pt x="18" y="68"/>
                </a:lnTo>
                <a:lnTo>
                  <a:pt x="25" y="65"/>
                </a:lnTo>
                <a:lnTo>
                  <a:pt x="27" y="71"/>
                </a:lnTo>
                <a:moveTo>
                  <a:pt x="21" y="74"/>
                </a:moveTo>
                <a:lnTo>
                  <a:pt x="15" y="77"/>
                </a:lnTo>
                <a:lnTo>
                  <a:pt x="12" y="70"/>
                </a:lnTo>
                <a:lnTo>
                  <a:pt x="18" y="68"/>
                </a:lnTo>
                <a:lnTo>
                  <a:pt x="21" y="74"/>
                </a:lnTo>
                <a:moveTo>
                  <a:pt x="15" y="77"/>
                </a:moveTo>
                <a:lnTo>
                  <a:pt x="8" y="80"/>
                </a:lnTo>
                <a:lnTo>
                  <a:pt x="5" y="73"/>
                </a:lnTo>
                <a:lnTo>
                  <a:pt x="12" y="70"/>
                </a:lnTo>
                <a:lnTo>
                  <a:pt x="15" y="77"/>
                </a:lnTo>
                <a:moveTo>
                  <a:pt x="8" y="80"/>
                </a:moveTo>
                <a:lnTo>
                  <a:pt x="0" y="83"/>
                </a:lnTo>
                <a:lnTo>
                  <a:pt x="1" y="73"/>
                </a:lnTo>
                <a:lnTo>
                  <a:pt x="8" y="73"/>
                </a:lnTo>
                <a:lnTo>
                  <a:pt x="8" y="78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80"/>
                </a:lnTo>
                <a:moveTo>
                  <a:pt x="1" y="73"/>
                </a:moveTo>
                <a:lnTo>
                  <a:pt x="1" y="66"/>
                </a:lnTo>
                <a:lnTo>
                  <a:pt x="9" y="66"/>
                </a:lnTo>
                <a:lnTo>
                  <a:pt x="8" y="73"/>
                </a:lnTo>
                <a:lnTo>
                  <a:pt x="1" y="73"/>
                </a:lnTo>
                <a:moveTo>
                  <a:pt x="1" y="66"/>
                </a:moveTo>
                <a:lnTo>
                  <a:pt x="2" y="59"/>
                </a:lnTo>
                <a:lnTo>
                  <a:pt x="9" y="59"/>
                </a:lnTo>
                <a:lnTo>
                  <a:pt x="9" y="66"/>
                </a:lnTo>
                <a:lnTo>
                  <a:pt x="1" y="66"/>
                </a:lnTo>
                <a:moveTo>
                  <a:pt x="2" y="59"/>
                </a:moveTo>
                <a:lnTo>
                  <a:pt x="2" y="52"/>
                </a:lnTo>
                <a:lnTo>
                  <a:pt x="9" y="52"/>
                </a:lnTo>
                <a:lnTo>
                  <a:pt x="9" y="59"/>
                </a:lnTo>
                <a:lnTo>
                  <a:pt x="2" y="59"/>
                </a:lnTo>
                <a:moveTo>
                  <a:pt x="2" y="52"/>
                </a:moveTo>
                <a:lnTo>
                  <a:pt x="3" y="44"/>
                </a:lnTo>
                <a:lnTo>
                  <a:pt x="10" y="45"/>
                </a:lnTo>
                <a:lnTo>
                  <a:pt x="9" y="52"/>
                </a:lnTo>
                <a:lnTo>
                  <a:pt x="2" y="52"/>
                </a:lnTo>
                <a:moveTo>
                  <a:pt x="3" y="44"/>
                </a:moveTo>
                <a:lnTo>
                  <a:pt x="3" y="37"/>
                </a:lnTo>
                <a:lnTo>
                  <a:pt x="10" y="38"/>
                </a:lnTo>
                <a:lnTo>
                  <a:pt x="10" y="45"/>
                </a:lnTo>
                <a:lnTo>
                  <a:pt x="3" y="44"/>
                </a:lnTo>
                <a:moveTo>
                  <a:pt x="3" y="37"/>
                </a:moveTo>
                <a:lnTo>
                  <a:pt x="4" y="29"/>
                </a:lnTo>
                <a:lnTo>
                  <a:pt x="11" y="30"/>
                </a:lnTo>
                <a:lnTo>
                  <a:pt x="10" y="38"/>
                </a:lnTo>
                <a:lnTo>
                  <a:pt x="3" y="37"/>
                </a:lnTo>
                <a:moveTo>
                  <a:pt x="4" y="29"/>
                </a:moveTo>
                <a:lnTo>
                  <a:pt x="4" y="22"/>
                </a:lnTo>
                <a:lnTo>
                  <a:pt x="11" y="23"/>
                </a:lnTo>
                <a:lnTo>
                  <a:pt x="11" y="30"/>
                </a:lnTo>
                <a:lnTo>
                  <a:pt x="4" y="29"/>
                </a:lnTo>
                <a:moveTo>
                  <a:pt x="4" y="22"/>
                </a:moveTo>
                <a:lnTo>
                  <a:pt x="4" y="15"/>
                </a:lnTo>
                <a:lnTo>
                  <a:pt x="11" y="16"/>
                </a:lnTo>
                <a:lnTo>
                  <a:pt x="11" y="23"/>
                </a:lnTo>
                <a:lnTo>
                  <a:pt x="4" y="22"/>
                </a:lnTo>
                <a:moveTo>
                  <a:pt x="4" y="15"/>
                </a:moveTo>
                <a:lnTo>
                  <a:pt x="5" y="8"/>
                </a:lnTo>
                <a:lnTo>
                  <a:pt x="12" y="9"/>
                </a:lnTo>
                <a:lnTo>
                  <a:pt x="11" y="16"/>
                </a:lnTo>
                <a:lnTo>
                  <a:pt x="4" y="15"/>
                </a:lnTo>
                <a:moveTo>
                  <a:pt x="5" y="8"/>
                </a:moveTo>
                <a:lnTo>
                  <a:pt x="5" y="0"/>
                </a:lnTo>
                <a:lnTo>
                  <a:pt x="16" y="6"/>
                </a:lnTo>
                <a:lnTo>
                  <a:pt x="13" y="12"/>
                </a:lnTo>
                <a:lnTo>
                  <a:pt x="7" y="9"/>
                </a:lnTo>
                <a:lnTo>
                  <a:pt x="8" y="6"/>
                </a:lnTo>
                <a:lnTo>
                  <a:pt x="12" y="6"/>
                </a:lnTo>
                <a:lnTo>
                  <a:pt x="12" y="9"/>
                </a:lnTo>
                <a:lnTo>
                  <a:pt x="5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2980440" y="2621520"/>
            <a:ext cx="5169960" cy="364680"/>
          </a:xfrm>
          <a:custGeom>
            <a:avLst/>
            <a:gdLst/>
            <a:ahLst/>
            <a:rect l="0" t="0" r="r" b="b"/>
            <a:pathLst>
              <a:path fill="none" w="14361" h="1013">
                <a:moveTo>
                  <a:pt x="14361" y="793"/>
                </a:moveTo>
                <a:lnTo>
                  <a:pt x="14264" y="829"/>
                </a:lnTo>
                <a:cubicBezTo>
                  <a:pt x="14168" y="866"/>
                  <a:pt x="13975" y="940"/>
                  <a:pt x="13658" y="977"/>
                </a:cubicBezTo>
                <a:cubicBezTo>
                  <a:pt x="13341" y="1013"/>
                  <a:pt x="12900" y="1013"/>
                  <a:pt x="12443" y="1013"/>
                </a:cubicBezTo>
                <a:cubicBezTo>
                  <a:pt x="11986" y="1013"/>
                  <a:pt x="11510" y="1013"/>
                  <a:pt x="11028" y="1013"/>
                </a:cubicBezTo>
                <a:cubicBezTo>
                  <a:pt x="10545" y="1013"/>
                  <a:pt x="10054" y="1013"/>
                  <a:pt x="9550" y="1013"/>
                </a:cubicBezTo>
                <a:cubicBezTo>
                  <a:pt x="9046" y="1013"/>
                  <a:pt x="8528" y="1013"/>
                  <a:pt x="7999" y="1013"/>
                </a:cubicBezTo>
                <a:cubicBezTo>
                  <a:pt x="7469" y="1013"/>
                  <a:pt x="6927" y="1013"/>
                  <a:pt x="6356" y="1013"/>
                </a:cubicBezTo>
                <a:cubicBezTo>
                  <a:pt x="5786" y="1013"/>
                  <a:pt x="5186" y="1013"/>
                  <a:pt x="4643" y="1013"/>
                </a:cubicBezTo>
                <a:cubicBezTo>
                  <a:pt x="4101" y="1013"/>
                  <a:pt x="3616" y="1013"/>
                  <a:pt x="3097" y="1013"/>
                </a:cubicBezTo>
                <a:cubicBezTo>
                  <a:pt x="2578" y="1013"/>
                  <a:pt x="2025" y="1013"/>
                  <a:pt x="1503" y="845"/>
                </a:cubicBezTo>
                <a:cubicBezTo>
                  <a:pt x="981" y="676"/>
                  <a:pt x="490" y="339"/>
                  <a:pt x="245" y="169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2970000" y="2614320"/>
            <a:ext cx="28440" cy="25200"/>
          </a:xfrm>
          <a:custGeom>
            <a:avLst/>
            <a:gdLst/>
            <a:ahLst/>
            <a:rect l="0" t="0" r="r" b="b"/>
            <a:pathLst>
              <a:path w="79" h="70">
                <a:moveTo>
                  <a:pt x="38" y="70"/>
                </a:moveTo>
                <a:lnTo>
                  <a:pt x="0" y="0"/>
                </a:lnTo>
                <a:lnTo>
                  <a:pt x="79" y="11"/>
                </a:lnTo>
                <a:lnTo>
                  <a:pt x="38" y="7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2967480" y="2612880"/>
            <a:ext cx="33120" cy="29160"/>
          </a:xfrm>
          <a:custGeom>
            <a:avLst/>
            <a:gdLst/>
            <a:ahLst/>
            <a:rect l="0" t="0" r="r" b="b"/>
            <a:pathLst>
              <a:path w="92" h="81">
                <a:moveTo>
                  <a:pt x="38" y="70"/>
                </a:moveTo>
                <a:lnTo>
                  <a:pt x="35" y="64"/>
                </a:lnTo>
                <a:lnTo>
                  <a:pt x="41" y="59"/>
                </a:lnTo>
                <a:lnTo>
                  <a:pt x="45" y="67"/>
                </a:lnTo>
                <a:lnTo>
                  <a:pt x="38" y="70"/>
                </a:lnTo>
                <a:moveTo>
                  <a:pt x="35" y="64"/>
                </a:moveTo>
                <a:lnTo>
                  <a:pt x="32" y="57"/>
                </a:lnTo>
                <a:lnTo>
                  <a:pt x="38" y="53"/>
                </a:lnTo>
                <a:lnTo>
                  <a:pt x="41" y="59"/>
                </a:lnTo>
                <a:lnTo>
                  <a:pt x="35" y="64"/>
                </a:lnTo>
                <a:moveTo>
                  <a:pt x="32" y="57"/>
                </a:moveTo>
                <a:lnTo>
                  <a:pt x="28" y="50"/>
                </a:lnTo>
                <a:lnTo>
                  <a:pt x="34" y="47"/>
                </a:lnTo>
                <a:lnTo>
                  <a:pt x="38" y="53"/>
                </a:lnTo>
                <a:lnTo>
                  <a:pt x="32" y="57"/>
                </a:lnTo>
                <a:moveTo>
                  <a:pt x="28" y="50"/>
                </a:moveTo>
                <a:lnTo>
                  <a:pt x="25" y="44"/>
                </a:lnTo>
                <a:lnTo>
                  <a:pt x="31" y="41"/>
                </a:lnTo>
                <a:lnTo>
                  <a:pt x="34" y="47"/>
                </a:lnTo>
                <a:lnTo>
                  <a:pt x="28" y="50"/>
                </a:lnTo>
                <a:moveTo>
                  <a:pt x="25" y="44"/>
                </a:moveTo>
                <a:lnTo>
                  <a:pt x="21" y="38"/>
                </a:lnTo>
                <a:lnTo>
                  <a:pt x="28" y="35"/>
                </a:lnTo>
                <a:lnTo>
                  <a:pt x="31" y="41"/>
                </a:lnTo>
                <a:lnTo>
                  <a:pt x="25" y="44"/>
                </a:lnTo>
                <a:moveTo>
                  <a:pt x="21" y="38"/>
                </a:moveTo>
                <a:lnTo>
                  <a:pt x="18" y="32"/>
                </a:lnTo>
                <a:lnTo>
                  <a:pt x="24" y="28"/>
                </a:lnTo>
                <a:lnTo>
                  <a:pt x="28" y="35"/>
                </a:lnTo>
                <a:lnTo>
                  <a:pt x="21" y="38"/>
                </a:lnTo>
                <a:moveTo>
                  <a:pt x="18" y="32"/>
                </a:moveTo>
                <a:lnTo>
                  <a:pt x="15" y="26"/>
                </a:lnTo>
                <a:lnTo>
                  <a:pt x="21" y="22"/>
                </a:lnTo>
                <a:lnTo>
                  <a:pt x="24" y="28"/>
                </a:lnTo>
                <a:lnTo>
                  <a:pt x="18" y="32"/>
                </a:lnTo>
                <a:moveTo>
                  <a:pt x="15" y="26"/>
                </a:moveTo>
                <a:lnTo>
                  <a:pt x="11" y="20"/>
                </a:lnTo>
                <a:lnTo>
                  <a:pt x="17" y="16"/>
                </a:lnTo>
                <a:lnTo>
                  <a:pt x="21" y="22"/>
                </a:lnTo>
                <a:lnTo>
                  <a:pt x="15" y="26"/>
                </a:lnTo>
                <a:moveTo>
                  <a:pt x="11" y="20"/>
                </a:moveTo>
                <a:lnTo>
                  <a:pt x="8" y="13"/>
                </a:lnTo>
                <a:lnTo>
                  <a:pt x="14" y="10"/>
                </a:lnTo>
                <a:lnTo>
                  <a:pt x="17" y="16"/>
                </a:lnTo>
                <a:lnTo>
                  <a:pt x="11" y="20"/>
                </a:lnTo>
                <a:moveTo>
                  <a:pt x="8" y="13"/>
                </a:moveTo>
                <a:lnTo>
                  <a:pt x="4" y="7"/>
                </a:lnTo>
                <a:lnTo>
                  <a:pt x="10" y="4"/>
                </a:lnTo>
                <a:lnTo>
                  <a:pt x="14" y="10"/>
                </a:lnTo>
                <a:lnTo>
                  <a:pt x="8" y="13"/>
                </a:lnTo>
                <a:moveTo>
                  <a:pt x="4" y="7"/>
                </a:moveTo>
                <a:lnTo>
                  <a:pt x="0" y="0"/>
                </a:lnTo>
                <a:lnTo>
                  <a:pt x="13" y="2"/>
                </a:lnTo>
                <a:lnTo>
                  <a:pt x="12" y="9"/>
                </a:lnTo>
                <a:lnTo>
                  <a:pt x="6" y="8"/>
                </a:lnTo>
                <a:lnTo>
                  <a:pt x="7" y="4"/>
                </a:lnTo>
                <a:lnTo>
                  <a:pt x="10" y="3"/>
                </a:lnTo>
                <a:lnTo>
                  <a:pt x="10" y="4"/>
                </a:lnTo>
                <a:lnTo>
                  <a:pt x="4" y="7"/>
                </a:lnTo>
                <a:moveTo>
                  <a:pt x="13" y="2"/>
                </a:moveTo>
                <a:lnTo>
                  <a:pt x="20" y="3"/>
                </a:lnTo>
                <a:lnTo>
                  <a:pt x="19" y="10"/>
                </a:lnTo>
                <a:lnTo>
                  <a:pt x="12" y="9"/>
                </a:lnTo>
                <a:lnTo>
                  <a:pt x="13" y="2"/>
                </a:lnTo>
                <a:moveTo>
                  <a:pt x="20" y="3"/>
                </a:moveTo>
                <a:lnTo>
                  <a:pt x="27" y="4"/>
                </a:lnTo>
                <a:lnTo>
                  <a:pt x="26" y="11"/>
                </a:lnTo>
                <a:lnTo>
                  <a:pt x="19" y="10"/>
                </a:lnTo>
                <a:lnTo>
                  <a:pt x="20" y="3"/>
                </a:lnTo>
                <a:moveTo>
                  <a:pt x="27" y="4"/>
                </a:moveTo>
                <a:lnTo>
                  <a:pt x="34" y="5"/>
                </a:lnTo>
                <a:lnTo>
                  <a:pt x="33" y="12"/>
                </a:lnTo>
                <a:lnTo>
                  <a:pt x="26" y="11"/>
                </a:lnTo>
                <a:lnTo>
                  <a:pt x="27" y="4"/>
                </a:lnTo>
                <a:moveTo>
                  <a:pt x="34" y="5"/>
                </a:moveTo>
                <a:lnTo>
                  <a:pt x="41" y="6"/>
                </a:lnTo>
                <a:lnTo>
                  <a:pt x="40" y="13"/>
                </a:lnTo>
                <a:lnTo>
                  <a:pt x="33" y="12"/>
                </a:lnTo>
                <a:lnTo>
                  <a:pt x="34" y="5"/>
                </a:lnTo>
                <a:moveTo>
                  <a:pt x="41" y="6"/>
                </a:moveTo>
                <a:lnTo>
                  <a:pt x="48" y="7"/>
                </a:lnTo>
                <a:lnTo>
                  <a:pt x="47" y="14"/>
                </a:lnTo>
                <a:lnTo>
                  <a:pt x="40" y="13"/>
                </a:lnTo>
                <a:lnTo>
                  <a:pt x="41" y="6"/>
                </a:lnTo>
                <a:moveTo>
                  <a:pt x="48" y="7"/>
                </a:moveTo>
                <a:lnTo>
                  <a:pt x="55" y="8"/>
                </a:lnTo>
                <a:lnTo>
                  <a:pt x="54" y="15"/>
                </a:lnTo>
                <a:lnTo>
                  <a:pt x="47" y="14"/>
                </a:lnTo>
                <a:lnTo>
                  <a:pt x="48" y="7"/>
                </a:lnTo>
                <a:moveTo>
                  <a:pt x="55" y="8"/>
                </a:moveTo>
                <a:lnTo>
                  <a:pt x="62" y="8"/>
                </a:lnTo>
                <a:lnTo>
                  <a:pt x="61" y="15"/>
                </a:lnTo>
                <a:lnTo>
                  <a:pt x="54" y="15"/>
                </a:lnTo>
                <a:lnTo>
                  <a:pt x="55" y="8"/>
                </a:lnTo>
                <a:moveTo>
                  <a:pt x="62" y="8"/>
                </a:moveTo>
                <a:lnTo>
                  <a:pt x="69" y="9"/>
                </a:lnTo>
                <a:lnTo>
                  <a:pt x="68" y="16"/>
                </a:lnTo>
                <a:lnTo>
                  <a:pt x="61" y="15"/>
                </a:lnTo>
                <a:lnTo>
                  <a:pt x="62" y="8"/>
                </a:lnTo>
                <a:moveTo>
                  <a:pt x="69" y="9"/>
                </a:moveTo>
                <a:lnTo>
                  <a:pt x="76" y="10"/>
                </a:lnTo>
                <a:lnTo>
                  <a:pt x="75" y="17"/>
                </a:lnTo>
                <a:lnTo>
                  <a:pt x="68" y="16"/>
                </a:lnTo>
                <a:lnTo>
                  <a:pt x="69" y="9"/>
                </a:lnTo>
                <a:moveTo>
                  <a:pt x="76" y="10"/>
                </a:moveTo>
                <a:lnTo>
                  <a:pt x="84" y="11"/>
                </a:lnTo>
                <a:lnTo>
                  <a:pt x="83" y="18"/>
                </a:lnTo>
                <a:lnTo>
                  <a:pt x="75" y="17"/>
                </a:lnTo>
                <a:lnTo>
                  <a:pt x="76" y="10"/>
                </a:lnTo>
                <a:moveTo>
                  <a:pt x="84" y="11"/>
                </a:moveTo>
                <a:lnTo>
                  <a:pt x="92" y="13"/>
                </a:lnTo>
                <a:lnTo>
                  <a:pt x="86" y="21"/>
                </a:lnTo>
                <a:lnTo>
                  <a:pt x="79" y="17"/>
                </a:lnTo>
                <a:lnTo>
                  <a:pt x="83" y="13"/>
                </a:lnTo>
                <a:lnTo>
                  <a:pt x="86" y="15"/>
                </a:lnTo>
                <a:lnTo>
                  <a:pt x="85" y="19"/>
                </a:lnTo>
                <a:lnTo>
                  <a:pt x="83" y="18"/>
                </a:lnTo>
                <a:lnTo>
                  <a:pt x="84" y="11"/>
                </a:lnTo>
                <a:moveTo>
                  <a:pt x="86" y="21"/>
                </a:moveTo>
                <a:lnTo>
                  <a:pt x="81" y="27"/>
                </a:lnTo>
                <a:lnTo>
                  <a:pt x="75" y="23"/>
                </a:lnTo>
                <a:lnTo>
                  <a:pt x="79" y="17"/>
                </a:lnTo>
                <a:lnTo>
                  <a:pt x="86" y="21"/>
                </a:lnTo>
                <a:moveTo>
                  <a:pt x="81" y="27"/>
                </a:moveTo>
                <a:lnTo>
                  <a:pt x="77" y="33"/>
                </a:lnTo>
                <a:lnTo>
                  <a:pt x="71" y="29"/>
                </a:lnTo>
                <a:lnTo>
                  <a:pt x="75" y="23"/>
                </a:lnTo>
                <a:lnTo>
                  <a:pt x="81" y="27"/>
                </a:lnTo>
                <a:moveTo>
                  <a:pt x="77" y="33"/>
                </a:moveTo>
                <a:lnTo>
                  <a:pt x="73" y="38"/>
                </a:lnTo>
                <a:lnTo>
                  <a:pt x="67" y="34"/>
                </a:lnTo>
                <a:lnTo>
                  <a:pt x="71" y="29"/>
                </a:lnTo>
                <a:lnTo>
                  <a:pt x="77" y="33"/>
                </a:lnTo>
                <a:moveTo>
                  <a:pt x="73" y="38"/>
                </a:moveTo>
                <a:lnTo>
                  <a:pt x="69" y="44"/>
                </a:lnTo>
                <a:lnTo>
                  <a:pt x="63" y="40"/>
                </a:lnTo>
                <a:lnTo>
                  <a:pt x="67" y="34"/>
                </a:lnTo>
                <a:lnTo>
                  <a:pt x="73" y="38"/>
                </a:lnTo>
                <a:moveTo>
                  <a:pt x="69" y="44"/>
                </a:moveTo>
                <a:lnTo>
                  <a:pt x="65" y="50"/>
                </a:lnTo>
                <a:lnTo>
                  <a:pt x="59" y="46"/>
                </a:lnTo>
                <a:lnTo>
                  <a:pt x="63" y="40"/>
                </a:lnTo>
                <a:lnTo>
                  <a:pt x="69" y="44"/>
                </a:lnTo>
                <a:moveTo>
                  <a:pt x="65" y="50"/>
                </a:moveTo>
                <a:lnTo>
                  <a:pt x="61" y="56"/>
                </a:lnTo>
                <a:lnTo>
                  <a:pt x="55" y="52"/>
                </a:lnTo>
                <a:lnTo>
                  <a:pt x="59" y="46"/>
                </a:lnTo>
                <a:lnTo>
                  <a:pt x="65" y="50"/>
                </a:lnTo>
                <a:moveTo>
                  <a:pt x="61" y="56"/>
                </a:moveTo>
                <a:lnTo>
                  <a:pt x="57" y="63"/>
                </a:lnTo>
                <a:lnTo>
                  <a:pt x="51" y="58"/>
                </a:lnTo>
                <a:lnTo>
                  <a:pt x="55" y="52"/>
                </a:lnTo>
                <a:lnTo>
                  <a:pt x="61" y="56"/>
                </a:lnTo>
                <a:moveTo>
                  <a:pt x="57" y="63"/>
                </a:moveTo>
                <a:lnTo>
                  <a:pt x="53" y="69"/>
                </a:lnTo>
                <a:lnTo>
                  <a:pt x="47" y="65"/>
                </a:lnTo>
                <a:lnTo>
                  <a:pt x="51" y="58"/>
                </a:lnTo>
                <a:lnTo>
                  <a:pt x="57" y="63"/>
                </a:lnTo>
                <a:moveTo>
                  <a:pt x="53" y="69"/>
                </a:moveTo>
                <a:lnTo>
                  <a:pt x="49" y="74"/>
                </a:lnTo>
                <a:lnTo>
                  <a:pt x="43" y="70"/>
                </a:lnTo>
                <a:lnTo>
                  <a:pt x="47" y="65"/>
                </a:lnTo>
                <a:lnTo>
                  <a:pt x="53" y="69"/>
                </a:lnTo>
                <a:moveTo>
                  <a:pt x="49" y="74"/>
                </a:moveTo>
                <a:lnTo>
                  <a:pt x="45" y="81"/>
                </a:lnTo>
                <a:lnTo>
                  <a:pt x="38" y="70"/>
                </a:lnTo>
                <a:lnTo>
                  <a:pt x="45" y="67"/>
                </a:lnTo>
                <a:lnTo>
                  <a:pt x="48" y="73"/>
                </a:lnTo>
                <a:lnTo>
                  <a:pt x="45" y="74"/>
                </a:lnTo>
                <a:lnTo>
                  <a:pt x="42" y="72"/>
                </a:lnTo>
                <a:lnTo>
                  <a:pt x="43" y="70"/>
                </a:lnTo>
                <a:lnTo>
                  <a:pt x="49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1747440" y="2655720"/>
            <a:ext cx="6511680" cy="432360"/>
          </a:xfrm>
          <a:custGeom>
            <a:avLst/>
            <a:gdLst/>
            <a:ahLst/>
            <a:rect l="0" t="0" r="r" b="b"/>
            <a:pathLst>
              <a:path fill="none" w="18088" h="1201">
                <a:moveTo>
                  <a:pt x="18088" y="698"/>
                </a:moveTo>
                <a:lnTo>
                  <a:pt x="17941" y="782"/>
                </a:lnTo>
                <a:cubicBezTo>
                  <a:pt x="17794" y="865"/>
                  <a:pt x="17500" y="1033"/>
                  <a:pt x="17133" y="1117"/>
                </a:cubicBezTo>
                <a:cubicBezTo>
                  <a:pt x="16766" y="1201"/>
                  <a:pt x="16326" y="1201"/>
                  <a:pt x="15869" y="1201"/>
                </a:cubicBezTo>
                <a:cubicBezTo>
                  <a:pt x="15412" y="1201"/>
                  <a:pt x="14936" y="1201"/>
                  <a:pt x="14454" y="1201"/>
                </a:cubicBezTo>
                <a:cubicBezTo>
                  <a:pt x="13971" y="1201"/>
                  <a:pt x="13480" y="1201"/>
                  <a:pt x="12976" y="1201"/>
                </a:cubicBezTo>
                <a:cubicBezTo>
                  <a:pt x="12472" y="1201"/>
                  <a:pt x="11954" y="1201"/>
                  <a:pt x="11425" y="1201"/>
                </a:cubicBezTo>
                <a:cubicBezTo>
                  <a:pt x="10895" y="1201"/>
                  <a:pt x="10353" y="1201"/>
                  <a:pt x="9782" y="1201"/>
                </a:cubicBezTo>
                <a:cubicBezTo>
                  <a:pt x="9212" y="1201"/>
                  <a:pt x="8612" y="1201"/>
                  <a:pt x="8069" y="1201"/>
                </a:cubicBezTo>
                <a:cubicBezTo>
                  <a:pt x="7527" y="1201"/>
                  <a:pt x="7042" y="1201"/>
                  <a:pt x="6523" y="1201"/>
                </a:cubicBezTo>
                <a:cubicBezTo>
                  <a:pt x="6004" y="1201"/>
                  <a:pt x="5451" y="1201"/>
                  <a:pt x="4815" y="1201"/>
                </a:cubicBezTo>
                <a:cubicBezTo>
                  <a:pt x="4178" y="1201"/>
                  <a:pt x="3459" y="1201"/>
                  <a:pt x="2817" y="1201"/>
                </a:cubicBezTo>
                <a:cubicBezTo>
                  <a:pt x="2174" y="1201"/>
                  <a:pt x="1607" y="1201"/>
                  <a:pt x="1150" y="1001"/>
                </a:cubicBezTo>
                <a:cubicBezTo>
                  <a:pt x="693" y="801"/>
                  <a:pt x="347" y="400"/>
                  <a:pt x="173" y="200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1739160" y="2646360"/>
            <a:ext cx="26640" cy="27720"/>
          </a:xfrm>
          <a:custGeom>
            <a:avLst/>
            <a:gdLst/>
            <a:ahLst/>
            <a:rect l="0" t="0" r="r" b="b"/>
            <a:pathLst>
              <a:path w="74" h="77">
                <a:moveTo>
                  <a:pt x="19" y="77"/>
                </a:moveTo>
                <a:lnTo>
                  <a:pt x="0" y="0"/>
                </a:lnTo>
                <a:lnTo>
                  <a:pt x="74" y="30"/>
                </a:lnTo>
                <a:lnTo>
                  <a:pt x="19" y="7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1737000" y="2644200"/>
            <a:ext cx="30960" cy="32400"/>
          </a:xfrm>
          <a:custGeom>
            <a:avLst/>
            <a:gdLst/>
            <a:ahLst/>
            <a:rect l="0" t="0" r="r" b="b"/>
            <a:pathLst>
              <a:path w="86" h="90">
                <a:moveTo>
                  <a:pt x="21" y="77"/>
                </a:moveTo>
                <a:lnTo>
                  <a:pt x="19" y="70"/>
                </a:lnTo>
                <a:lnTo>
                  <a:pt x="26" y="69"/>
                </a:lnTo>
                <a:lnTo>
                  <a:pt x="28" y="75"/>
                </a:lnTo>
                <a:lnTo>
                  <a:pt x="21" y="77"/>
                </a:lnTo>
                <a:moveTo>
                  <a:pt x="19" y="70"/>
                </a:moveTo>
                <a:lnTo>
                  <a:pt x="18" y="63"/>
                </a:lnTo>
                <a:lnTo>
                  <a:pt x="24" y="62"/>
                </a:lnTo>
                <a:lnTo>
                  <a:pt x="26" y="69"/>
                </a:lnTo>
                <a:lnTo>
                  <a:pt x="19" y="70"/>
                </a:lnTo>
                <a:moveTo>
                  <a:pt x="18" y="63"/>
                </a:moveTo>
                <a:lnTo>
                  <a:pt x="16" y="57"/>
                </a:lnTo>
                <a:lnTo>
                  <a:pt x="23" y="55"/>
                </a:lnTo>
                <a:lnTo>
                  <a:pt x="24" y="62"/>
                </a:lnTo>
                <a:lnTo>
                  <a:pt x="18" y="63"/>
                </a:lnTo>
                <a:moveTo>
                  <a:pt x="16" y="57"/>
                </a:moveTo>
                <a:lnTo>
                  <a:pt x="14" y="50"/>
                </a:lnTo>
                <a:lnTo>
                  <a:pt x="21" y="48"/>
                </a:lnTo>
                <a:lnTo>
                  <a:pt x="23" y="55"/>
                </a:lnTo>
                <a:lnTo>
                  <a:pt x="16" y="57"/>
                </a:lnTo>
                <a:moveTo>
                  <a:pt x="14" y="50"/>
                </a:moveTo>
                <a:lnTo>
                  <a:pt x="12" y="43"/>
                </a:lnTo>
                <a:lnTo>
                  <a:pt x="19" y="41"/>
                </a:lnTo>
                <a:lnTo>
                  <a:pt x="21" y="48"/>
                </a:lnTo>
                <a:lnTo>
                  <a:pt x="14" y="50"/>
                </a:lnTo>
                <a:moveTo>
                  <a:pt x="12" y="43"/>
                </a:moveTo>
                <a:lnTo>
                  <a:pt x="11" y="36"/>
                </a:lnTo>
                <a:lnTo>
                  <a:pt x="17" y="34"/>
                </a:lnTo>
                <a:lnTo>
                  <a:pt x="19" y="41"/>
                </a:lnTo>
                <a:lnTo>
                  <a:pt x="12" y="43"/>
                </a:lnTo>
                <a:moveTo>
                  <a:pt x="11" y="36"/>
                </a:moveTo>
                <a:lnTo>
                  <a:pt x="9" y="29"/>
                </a:lnTo>
                <a:lnTo>
                  <a:pt x="16" y="28"/>
                </a:lnTo>
                <a:lnTo>
                  <a:pt x="17" y="34"/>
                </a:lnTo>
                <a:lnTo>
                  <a:pt x="11" y="36"/>
                </a:lnTo>
                <a:moveTo>
                  <a:pt x="9" y="29"/>
                </a:moveTo>
                <a:lnTo>
                  <a:pt x="7" y="22"/>
                </a:lnTo>
                <a:lnTo>
                  <a:pt x="14" y="21"/>
                </a:lnTo>
                <a:lnTo>
                  <a:pt x="16" y="28"/>
                </a:lnTo>
                <a:lnTo>
                  <a:pt x="9" y="29"/>
                </a:lnTo>
                <a:moveTo>
                  <a:pt x="7" y="22"/>
                </a:moveTo>
                <a:lnTo>
                  <a:pt x="4" y="16"/>
                </a:lnTo>
                <a:lnTo>
                  <a:pt x="12" y="14"/>
                </a:lnTo>
                <a:lnTo>
                  <a:pt x="14" y="21"/>
                </a:lnTo>
                <a:lnTo>
                  <a:pt x="7" y="22"/>
                </a:lnTo>
                <a:moveTo>
                  <a:pt x="4" y="16"/>
                </a:moveTo>
                <a:lnTo>
                  <a:pt x="3" y="9"/>
                </a:lnTo>
                <a:lnTo>
                  <a:pt x="10" y="7"/>
                </a:lnTo>
                <a:lnTo>
                  <a:pt x="12" y="14"/>
                </a:lnTo>
                <a:lnTo>
                  <a:pt x="4" y="16"/>
                </a:lnTo>
                <a:moveTo>
                  <a:pt x="3" y="9"/>
                </a:moveTo>
                <a:lnTo>
                  <a:pt x="0" y="0"/>
                </a:lnTo>
                <a:lnTo>
                  <a:pt x="13" y="6"/>
                </a:lnTo>
                <a:lnTo>
                  <a:pt x="11" y="12"/>
                </a:lnTo>
                <a:lnTo>
                  <a:pt x="4" y="10"/>
                </a:lnTo>
                <a:lnTo>
                  <a:pt x="7" y="7"/>
                </a:lnTo>
                <a:lnTo>
                  <a:pt x="10" y="6"/>
                </a:lnTo>
                <a:lnTo>
                  <a:pt x="10" y="7"/>
                </a:lnTo>
                <a:lnTo>
                  <a:pt x="3" y="9"/>
                </a:lnTo>
                <a:moveTo>
                  <a:pt x="13" y="6"/>
                </a:moveTo>
                <a:lnTo>
                  <a:pt x="20" y="8"/>
                </a:lnTo>
                <a:lnTo>
                  <a:pt x="17" y="15"/>
                </a:lnTo>
                <a:lnTo>
                  <a:pt x="11" y="12"/>
                </a:lnTo>
                <a:lnTo>
                  <a:pt x="13" y="6"/>
                </a:lnTo>
                <a:moveTo>
                  <a:pt x="20" y="8"/>
                </a:moveTo>
                <a:lnTo>
                  <a:pt x="26" y="11"/>
                </a:lnTo>
                <a:lnTo>
                  <a:pt x="24" y="18"/>
                </a:lnTo>
                <a:lnTo>
                  <a:pt x="17" y="15"/>
                </a:lnTo>
                <a:lnTo>
                  <a:pt x="20" y="8"/>
                </a:lnTo>
                <a:moveTo>
                  <a:pt x="26" y="11"/>
                </a:moveTo>
                <a:lnTo>
                  <a:pt x="33" y="14"/>
                </a:lnTo>
                <a:lnTo>
                  <a:pt x="30" y="20"/>
                </a:lnTo>
                <a:lnTo>
                  <a:pt x="24" y="18"/>
                </a:lnTo>
                <a:lnTo>
                  <a:pt x="26" y="11"/>
                </a:lnTo>
                <a:moveTo>
                  <a:pt x="33" y="14"/>
                </a:moveTo>
                <a:lnTo>
                  <a:pt x="39" y="16"/>
                </a:lnTo>
                <a:lnTo>
                  <a:pt x="37" y="23"/>
                </a:lnTo>
                <a:lnTo>
                  <a:pt x="30" y="20"/>
                </a:lnTo>
                <a:lnTo>
                  <a:pt x="33" y="14"/>
                </a:lnTo>
                <a:moveTo>
                  <a:pt x="39" y="16"/>
                </a:moveTo>
                <a:lnTo>
                  <a:pt x="46" y="19"/>
                </a:lnTo>
                <a:lnTo>
                  <a:pt x="43" y="26"/>
                </a:lnTo>
                <a:lnTo>
                  <a:pt x="37" y="23"/>
                </a:lnTo>
                <a:lnTo>
                  <a:pt x="39" y="16"/>
                </a:lnTo>
                <a:moveTo>
                  <a:pt x="46" y="19"/>
                </a:moveTo>
                <a:lnTo>
                  <a:pt x="53" y="22"/>
                </a:lnTo>
                <a:lnTo>
                  <a:pt x="50" y="28"/>
                </a:lnTo>
                <a:lnTo>
                  <a:pt x="43" y="26"/>
                </a:lnTo>
                <a:lnTo>
                  <a:pt x="46" y="19"/>
                </a:lnTo>
                <a:moveTo>
                  <a:pt x="53" y="22"/>
                </a:moveTo>
                <a:lnTo>
                  <a:pt x="59" y="25"/>
                </a:lnTo>
                <a:lnTo>
                  <a:pt x="56" y="31"/>
                </a:lnTo>
                <a:lnTo>
                  <a:pt x="50" y="28"/>
                </a:lnTo>
                <a:lnTo>
                  <a:pt x="53" y="22"/>
                </a:lnTo>
                <a:moveTo>
                  <a:pt x="59" y="25"/>
                </a:moveTo>
                <a:lnTo>
                  <a:pt x="66" y="27"/>
                </a:lnTo>
                <a:lnTo>
                  <a:pt x="63" y="34"/>
                </a:lnTo>
                <a:lnTo>
                  <a:pt x="56" y="31"/>
                </a:lnTo>
                <a:lnTo>
                  <a:pt x="59" y="25"/>
                </a:lnTo>
                <a:moveTo>
                  <a:pt x="66" y="27"/>
                </a:moveTo>
                <a:lnTo>
                  <a:pt x="72" y="30"/>
                </a:lnTo>
                <a:lnTo>
                  <a:pt x="69" y="36"/>
                </a:lnTo>
                <a:lnTo>
                  <a:pt x="63" y="34"/>
                </a:lnTo>
                <a:lnTo>
                  <a:pt x="66" y="27"/>
                </a:lnTo>
                <a:moveTo>
                  <a:pt x="72" y="30"/>
                </a:moveTo>
                <a:lnTo>
                  <a:pt x="79" y="33"/>
                </a:lnTo>
                <a:lnTo>
                  <a:pt x="76" y="39"/>
                </a:lnTo>
                <a:lnTo>
                  <a:pt x="69" y="36"/>
                </a:lnTo>
                <a:lnTo>
                  <a:pt x="72" y="30"/>
                </a:lnTo>
                <a:moveTo>
                  <a:pt x="79" y="33"/>
                </a:moveTo>
                <a:lnTo>
                  <a:pt x="86" y="36"/>
                </a:lnTo>
                <a:lnTo>
                  <a:pt x="79" y="42"/>
                </a:lnTo>
                <a:lnTo>
                  <a:pt x="74" y="37"/>
                </a:lnTo>
                <a:lnTo>
                  <a:pt x="77" y="34"/>
                </a:lnTo>
                <a:lnTo>
                  <a:pt x="80" y="37"/>
                </a:lnTo>
                <a:lnTo>
                  <a:pt x="78" y="40"/>
                </a:lnTo>
                <a:lnTo>
                  <a:pt x="76" y="39"/>
                </a:lnTo>
                <a:lnTo>
                  <a:pt x="79" y="33"/>
                </a:lnTo>
                <a:moveTo>
                  <a:pt x="79" y="42"/>
                </a:moveTo>
                <a:lnTo>
                  <a:pt x="73" y="47"/>
                </a:lnTo>
                <a:lnTo>
                  <a:pt x="69" y="42"/>
                </a:lnTo>
                <a:lnTo>
                  <a:pt x="74" y="37"/>
                </a:lnTo>
                <a:lnTo>
                  <a:pt x="79" y="42"/>
                </a:lnTo>
                <a:moveTo>
                  <a:pt x="73" y="47"/>
                </a:moveTo>
                <a:lnTo>
                  <a:pt x="68" y="52"/>
                </a:lnTo>
                <a:lnTo>
                  <a:pt x="63" y="46"/>
                </a:lnTo>
                <a:lnTo>
                  <a:pt x="69" y="42"/>
                </a:lnTo>
                <a:lnTo>
                  <a:pt x="73" y="47"/>
                </a:lnTo>
                <a:moveTo>
                  <a:pt x="68" y="52"/>
                </a:moveTo>
                <a:lnTo>
                  <a:pt x="63" y="56"/>
                </a:lnTo>
                <a:lnTo>
                  <a:pt x="58" y="51"/>
                </a:lnTo>
                <a:lnTo>
                  <a:pt x="63" y="46"/>
                </a:lnTo>
                <a:lnTo>
                  <a:pt x="68" y="52"/>
                </a:lnTo>
                <a:moveTo>
                  <a:pt x="63" y="56"/>
                </a:moveTo>
                <a:lnTo>
                  <a:pt x="57" y="61"/>
                </a:lnTo>
                <a:lnTo>
                  <a:pt x="53" y="56"/>
                </a:lnTo>
                <a:lnTo>
                  <a:pt x="58" y="51"/>
                </a:lnTo>
                <a:lnTo>
                  <a:pt x="63" y="56"/>
                </a:lnTo>
                <a:moveTo>
                  <a:pt x="57" y="61"/>
                </a:moveTo>
                <a:lnTo>
                  <a:pt x="52" y="66"/>
                </a:lnTo>
                <a:lnTo>
                  <a:pt x="47" y="60"/>
                </a:lnTo>
                <a:lnTo>
                  <a:pt x="53" y="56"/>
                </a:lnTo>
                <a:lnTo>
                  <a:pt x="57" y="61"/>
                </a:lnTo>
                <a:moveTo>
                  <a:pt x="52" y="66"/>
                </a:moveTo>
                <a:lnTo>
                  <a:pt x="47" y="70"/>
                </a:lnTo>
                <a:lnTo>
                  <a:pt x="42" y="65"/>
                </a:lnTo>
                <a:lnTo>
                  <a:pt x="47" y="60"/>
                </a:lnTo>
                <a:lnTo>
                  <a:pt x="52" y="66"/>
                </a:lnTo>
                <a:moveTo>
                  <a:pt x="47" y="70"/>
                </a:moveTo>
                <a:lnTo>
                  <a:pt x="41" y="75"/>
                </a:lnTo>
                <a:lnTo>
                  <a:pt x="37" y="70"/>
                </a:lnTo>
                <a:lnTo>
                  <a:pt x="42" y="65"/>
                </a:lnTo>
                <a:lnTo>
                  <a:pt x="47" y="70"/>
                </a:lnTo>
                <a:moveTo>
                  <a:pt x="41" y="75"/>
                </a:moveTo>
                <a:lnTo>
                  <a:pt x="36" y="80"/>
                </a:lnTo>
                <a:lnTo>
                  <a:pt x="31" y="74"/>
                </a:lnTo>
                <a:lnTo>
                  <a:pt x="37" y="70"/>
                </a:lnTo>
                <a:lnTo>
                  <a:pt x="41" y="75"/>
                </a:lnTo>
                <a:moveTo>
                  <a:pt x="36" y="80"/>
                </a:moveTo>
                <a:lnTo>
                  <a:pt x="30" y="84"/>
                </a:lnTo>
                <a:lnTo>
                  <a:pt x="26" y="79"/>
                </a:lnTo>
                <a:lnTo>
                  <a:pt x="31" y="74"/>
                </a:lnTo>
                <a:lnTo>
                  <a:pt x="36" y="80"/>
                </a:lnTo>
                <a:moveTo>
                  <a:pt x="30" y="84"/>
                </a:moveTo>
                <a:lnTo>
                  <a:pt x="24" y="90"/>
                </a:lnTo>
                <a:lnTo>
                  <a:pt x="21" y="77"/>
                </a:lnTo>
                <a:lnTo>
                  <a:pt x="28" y="75"/>
                </a:lnTo>
                <a:lnTo>
                  <a:pt x="30" y="82"/>
                </a:lnTo>
                <a:lnTo>
                  <a:pt x="26" y="83"/>
                </a:lnTo>
                <a:lnTo>
                  <a:pt x="24" y="80"/>
                </a:lnTo>
                <a:lnTo>
                  <a:pt x="26" y="79"/>
                </a:lnTo>
                <a:lnTo>
                  <a:pt x="30" y="8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857880" y="241452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857880" y="241452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439920" y="1243800"/>
            <a:ext cx="2269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nu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2018160" y="234504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2018160" y="234504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858240" y="2421360"/>
            <a:ext cx="39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3226680" y="190368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3226680" y="190368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2018520" y="2352240"/>
            <a:ext cx="198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3386520" y="204336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3386520" y="204336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3227040" y="1910520"/>
            <a:ext cx="560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2030040" y="272952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2030040" y="272952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3386880" y="2050560"/>
            <a:ext cx="244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989640" y="2554200"/>
            <a:ext cx="140400" cy="76320"/>
          </a:xfrm>
          <a:custGeom>
            <a:avLst/>
            <a:gdLst/>
            <a:ahLst/>
            <a:rect l="0" t="0" r="r" b="b"/>
            <a:pathLst>
              <a:path w="390" h="212">
                <a:moveTo>
                  <a:pt x="0" y="0"/>
                </a:moveTo>
                <a:lnTo>
                  <a:pt x="390" y="0"/>
                </a:lnTo>
                <a:lnTo>
                  <a:pt x="390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989640" y="2554200"/>
            <a:ext cx="140400" cy="76320"/>
          </a:xfrm>
          <a:custGeom>
            <a:avLst/>
            <a:gdLst/>
            <a:ahLst/>
            <a:rect l="0" t="0" r="r" b="b"/>
            <a:pathLst>
              <a:path w="390" h="212">
                <a:moveTo>
                  <a:pt x="0" y="0"/>
                </a:moveTo>
                <a:lnTo>
                  <a:pt x="390" y="0"/>
                </a:lnTo>
                <a:lnTo>
                  <a:pt x="390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2030400" y="2736360"/>
            <a:ext cx="238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4421880" y="197352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4421880" y="197352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990000" y="2561040"/>
            <a:ext cx="139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5787720" y="190368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5787720" y="190368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4422240" y="1980360"/>
            <a:ext cx="415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6836040" y="190368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6836040" y="190368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788080" y="1910520"/>
            <a:ext cx="151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5711040" y="219924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5711040" y="219924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6836040" y="191052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5740560" y="2500200"/>
            <a:ext cx="248400" cy="76320"/>
          </a:xfrm>
          <a:custGeom>
            <a:avLst/>
            <a:gdLst/>
            <a:ahLst/>
            <a:rect l="0" t="0" r="r" b="b"/>
            <a:pathLst>
              <a:path w="690" h="212">
                <a:moveTo>
                  <a:pt x="0" y="0"/>
                </a:moveTo>
                <a:lnTo>
                  <a:pt x="690" y="0"/>
                </a:lnTo>
                <a:lnTo>
                  <a:pt x="690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5740560" y="2500200"/>
            <a:ext cx="248400" cy="76320"/>
          </a:xfrm>
          <a:custGeom>
            <a:avLst/>
            <a:gdLst/>
            <a:ahLst/>
            <a:rect l="0" t="0" r="r" b="b"/>
            <a:pathLst>
              <a:path w="690" h="212">
                <a:moveTo>
                  <a:pt x="0" y="0"/>
                </a:moveTo>
                <a:lnTo>
                  <a:pt x="690" y="0"/>
                </a:lnTo>
                <a:lnTo>
                  <a:pt x="690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5711040" y="2206440"/>
            <a:ext cx="291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6862320" y="2570040"/>
            <a:ext cx="181440" cy="76680"/>
          </a:xfrm>
          <a:custGeom>
            <a:avLst/>
            <a:gdLst/>
            <a:ahLst/>
            <a:rect l="0" t="0" r="r" b="b"/>
            <a:pathLst>
              <a:path w="504" h="213">
                <a:moveTo>
                  <a:pt x="0" y="0"/>
                </a:moveTo>
                <a:lnTo>
                  <a:pt x="504" y="0"/>
                </a:lnTo>
                <a:lnTo>
                  <a:pt x="50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6862320" y="2570040"/>
            <a:ext cx="181440" cy="76680"/>
          </a:xfrm>
          <a:custGeom>
            <a:avLst/>
            <a:gdLst/>
            <a:ahLst/>
            <a:rect l="0" t="0" r="r" b="b"/>
            <a:pathLst>
              <a:path w="504" h="213">
                <a:moveTo>
                  <a:pt x="0" y="0"/>
                </a:moveTo>
                <a:lnTo>
                  <a:pt x="504" y="0"/>
                </a:lnTo>
                <a:lnTo>
                  <a:pt x="50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5740920" y="2507040"/>
            <a:ext cx="24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5124240" y="2779560"/>
            <a:ext cx="311760" cy="76320"/>
          </a:xfrm>
          <a:custGeom>
            <a:avLst/>
            <a:gdLst/>
            <a:ahLst/>
            <a:rect l="0" t="0" r="r" b="b"/>
            <a:pathLst>
              <a:path w="866" h="212">
                <a:moveTo>
                  <a:pt x="0" y="0"/>
                </a:moveTo>
                <a:lnTo>
                  <a:pt x="866" y="0"/>
                </a:lnTo>
                <a:lnTo>
                  <a:pt x="866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5124240" y="2779560"/>
            <a:ext cx="311760" cy="76320"/>
          </a:xfrm>
          <a:custGeom>
            <a:avLst/>
            <a:gdLst/>
            <a:ahLst/>
            <a:rect l="0" t="0" r="r" b="b"/>
            <a:pathLst>
              <a:path w="866" h="212">
                <a:moveTo>
                  <a:pt x="0" y="0"/>
                </a:moveTo>
                <a:lnTo>
                  <a:pt x="866" y="0"/>
                </a:lnTo>
                <a:lnTo>
                  <a:pt x="866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6862320" y="2576880"/>
            <a:ext cx="180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7370280" y="227448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7370280" y="227448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5124240" y="2786400"/>
            <a:ext cx="30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7862040" y="271260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7862040" y="271260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7370640" y="2281320"/>
            <a:ext cx="191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context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5749560" y="294768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5749560" y="294768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7862400" y="2719800"/>
            <a:ext cx="15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model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5049360" y="304956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5049360" y="304956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5749920" y="2954880"/>
            <a:ext cx="227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bevraagt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482400" y="23734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3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2"/>
                  <a:pt x="808" y="548"/>
                  <a:pt x="797" y="573"/>
                </a:cubicBezTo>
                <a:cubicBezTo>
                  <a:pt x="787" y="598"/>
                  <a:pt x="774" y="622"/>
                  <a:pt x="759" y="644"/>
                </a:cubicBezTo>
                <a:cubicBezTo>
                  <a:pt x="744" y="667"/>
                  <a:pt x="726" y="688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5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5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8"/>
                  <a:pt x="85" y="667"/>
                  <a:pt x="70" y="644"/>
                </a:cubicBezTo>
                <a:cubicBezTo>
                  <a:pt x="55" y="622"/>
                  <a:pt x="42" y="598"/>
                  <a:pt x="32" y="573"/>
                </a:cubicBezTo>
                <a:cubicBezTo>
                  <a:pt x="22" y="548"/>
                  <a:pt x="14" y="522"/>
                  <a:pt x="8" y="495"/>
                </a:cubicBezTo>
                <a:cubicBezTo>
                  <a:pt x="3" y="468"/>
                  <a:pt x="0" y="441"/>
                  <a:pt x="0" y="413"/>
                </a:cubicBezTo>
                <a:cubicBezTo>
                  <a:pt x="0" y="386"/>
                  <a:pt x="3" y="359"/>
                  <a:pt x="8" y="333"/>
                </a:cubicBezTo>
                <a:cubicBezTo>
                  <a:pt x="14" y="306"/>
                  <a:pt x="22" y="280"/>
                  <a:pt x="32" y="255"/>
                </a:cubicBezTo>
                <a:cubicBezTo>
                  <a:pt x="42" y="230"/>
                  <a:pt x="55" y="206"/>
                  <a:pt x="70" y="184"/>
                </a:cubicBezTo>
                <a:cubicBezTo>
                  <a:pt x="85" y="161"/>
                  <a:pt x="102" y="140"/>
                  <a:pt x="122" y="121"/>
                </a:cubicBezTo>
                <a:cubicBezTo>
                  <a:pt x="141" y="102"/>
                  <a:pt x="162" y="85"/>
                  <a:pt x="184" y="69"/>
                </a:cubicBezTo>
                <a:cubicBezTo>
                  <a:pt x="207" y="54"/>
                  <a:pt x="231" y="42"/>
                  <a:pt x="256" y="31"/>
                </a:cubicBezTo>
                <a:cubicBezTo>
                  <a:pt x="281" y="21"/>
                  <a:pt x="307" y="13"/>
                  <a:pt x="333" y="8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8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2"/>
                  <a:pt x="621" y="54"/>
                  <a:pt x="644" y="69"/>
                </a:cubicBezTo>
                <a:cubicBezTo>
                  <a:pt x="666" y="85"/>
                  <a:pt x="687" y="102"/>
                  <a:pt x="706" y="121"/>
                </a:cubicBezTo>
                <a:cubicBezTo>
                  <a:pt x="726" y="140"/>
                  <a:pt x="744" y="161"/>
                  <a:pt x="759" y="184"/>
                </a:cubicBezTo>
                <a:cubicBezTo>
                  <a:pt x="774" y="206"/>
                  <a:pt x="787" y="230"/>
                  <a:pt x="797" y="255"/>
                </a:cubicBezTo>
                <a:cubicBezTo>
                  <a:pt x="808" y="280"/>
                  <a:pt x="815" y="306"/>
                  <a:pt x="821" y="333"/>
                </a:cubicBezTo>
                <a:cubicBezTo>
                  <a:pt x="826" y="359"/>
                  <a:pt x="829" y="386"/>
                  <a:pt x="829" y="413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482400" y="23734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3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2"/>
                  <a:pt x="808" y="548"/>
                  <a:pt x="797" y="573"/>
                </a:cubicBezTo>
                <a:cubicBezTo>
                  <a:pt x="787" y="598"/>
                  <a:pt x="774" y="622"/>
                  <a:pt x="759" y="644"/>
                </a:cubicBezTo>
                <a:cubicBezTo>
                  <a:pt x="744" y="667"/>
                  <a:pt x="726" y="688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5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5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8"/>
                  <a:pt x="85" y="667"/>
                  <a:pt x="70" y="644"/>
                </a:cubicBezTo>
                <a:cubicBezTo>
                  <a:pt x="55" y="622"/>
                  <a:pt x="42" y="598"/>
                  <a:pt x="32" y="573"/>
                </a:cubicBezTo>
                <a:cubicBezTo>
                  <a:pt x="22" y="548"/>
                  <a:pt x="14" y="522"/>
                  <a:pt x="8" y="495"/>
                </a:cubicBezTo>
                <a:cubicBezTo>
                  <a:pt x="3" y="468"/>
                  <a:pt x="0" y="441"/>
                  <a:pt x="0" y="413"/>
                </a:cubicBezTo>
                <a:cubicBezTo>
                  <a:pt x="0" y="386"/>
                  <a:pt x="3" y="359"/>
                  <a:pt x="8" y="333"/>
                </a:cubicBezTo>
                <a:cubicBezTo>
                  <a:pt x="14" y="306"/>
                  <a:pt x="22" y="280"/>
                  <a:pt x="32" y="255"/>
                </a:cubicBezTo>
                <a:cubicBezTo>
                  <a:pt x="42" y="230"/>
                  <a:pt x="55" y="206"/>
                  <a:pt x="70" y="184"/>
                </a:cubicBezTo>
                <a:cubicBezTo>
                  <a:pt x="85" y="161"/>
                  <a:pt x="102" y="140"/>
                  <a:pt x="122" y="121"/>
                </a:cubicBezTo>
                <a:cubicBezTo>
                  <a:pt x="141" y="102"/>
                  <a:pt x="162" y="85"/>
                  <a:pt x="184" y="69"/>
                </a:cubicBezTo>
                <a:cubicBezTo>
                  <a:pt x="207" y="54"/>
                  <a:pt x="231" y="42"/>
                  <a:pt x="256" y="31"/>
                </a:cubicBezTo>
                <a:cubicBezTo>
                  <a:pt x="281" y="21"/>
                  <a:pt x="307" y="13"/>
                  <a:pt x="333" y="8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8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2"/>
                  <a:pt x="621" y="54"/>
                  <a:pt x="644" y="69"/>
                </a:cubicBezTo>
                <a:cubicBezTo>
                  <a:pt x="666" y="85"/>
                  <a:pt x="687" y="102"/>
                  <a:pt x="706" y="121"/>
                </a:cubicBezTo>
                <a:cubicBezTo>
                  <a:pt x="726" y="140"/>
                  <a:pt x="744" y="161"/>
                  <a:pt x="759" y="184"/>
                </a:cubicBezTo>
                <a:cubicBezTo>
                  <a:pt x="774" y="206"/>
                  <a:pt x="787" y="230"/>
                  <a:pt x="797" y="255"/>
                </a:cubicBezTo>
                <a:cubicBezTo>
                  <a:pt x="808" y="280"/>
                  <a:pt x="815" y="306"/>
                  <a:pt x="821" y="333"/>
                </a:cubicBezTo>
                <a:cubicBezTo>
                  <a:pt x="826" y="359"/>
                  <a:pt x="829" y="386"/>
                  <a:pt x="829" y="413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5049360" y="3056400"/>
            <a:ext cx="453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 en actie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1340280" y="2398320"/>
            <a:ext cx="582840" cy="248400"/>
          </a:xfrm>
          <a:custGeom>
            <a:avLst/>
            <a:gdLst/>
            <a:ahLst/>
            <a:rect l="0" t="0" r="r" b="b"/>
            <a:pathLst>
              <a:path w="1619" h="690">
                <a:moveTo>
                  <a:pt x="0" y="0"/>
                </a:moveTo>
                <a:lnTo>
                  <a:pt x="1619" y="0"/>
                </a:lnTo>
                <a:lnTo>
                  <a:pt x="1619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1340280" y="2398320"/>
            <a:ext cx="582840" cy="248400"/>
          </a:xfrm>
          <a:custGeom>
            <a:avLst/>
            <a:gdLst/>
            <a:ahLst/>
            <a:rect l="0" t="0" r="r" b="b"/>
            <a:pathLst>
              <a:path w="1619" h="690">
                <a:moveTo>
                  <a:pt x="0" y="0"/>
                </a:moveTo>
                <a:lnTo>
                  <a:pt x="1619" y="0"/>
                </a:lnTo>
                <a:lnTo>
                  <a:pt x="1619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506520" y="2491200"/>
            <a:ext cx="250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1436040" y="245304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2320920" y="229032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2320920" y="229032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1461240" y="2529360"/>
            <a:ext cx="3391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2592000" y="2345040"/>
            <a:ext cx="287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2487600" y="2421360"/>
            <a:ext cx="48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3872880" y="1846800"/>
            <a:ext cx="469800" cy="329760"/>
          </a:xfrm>
          <a:custGeom>
            <a:avLst/>
            <a:gdLst/>
            <a:ahLst/>
            <a:rect l="0" t="0" r="r" b="b"/>
            <a:pathLst>
              <a:path w="1305" h="916">
                <a:moveTo>
                  <a:pt x="0" y="120"/>
                </a:moveTo>
                <a:cubicBezTo>
                  <a:pt x="0" y="128"/>
                  <a:pt x="4" y="136"/>
                  <a:pt x="13" y="143"/>
                </a:cubicBezTo>
                <a:cubicBezTo>
                  <a:pt x="21" y="151"/>
                  <a:pt x="33" y="159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5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6"/>
                  <a:pt x="526" y="237"/>
                </a:cubicBezTo>
                <a:cubicBezTo>
                  <a:pt x="568" y="239"/>
                  <a:pt x="610" y="240"/>
                  <a:pt x="653" y="240"/>
                </a:cubicBezTo>
                <a:cubicBezTo>
                  <a:pt x="696" y="240"/>
                  <a:pt x="738" y="239"/>
                  <a:pt x="780" y="237"/>
                </a:cubicBezTo>
                <a:cubicBezTo>
                  <a:pt x="822" y="236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5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9"/>
                  <a:pt x="1284" y="151"/>
                  <a:pt x="1293" y="143"/>
                </a:cubicBezTo>
                <a:cubicBezTo>
                  <a:pt x="1301" y="136"/>
                  <a:pt x="1305" y="128"/>
                  <a:pt x="1305" y="120"/>
                </a:cubicBezTo>
                <a:cubicBezTo>
                  <a:pt x="1305" y="112"/>
                  <a:pt x="1301" y="104"/>
                  <a:pt x="1293" y="97"/>
                </a:cubicBezTo>
                <a:cubicBezTo>
                  <a:pt x="1284" y="89"/>
                  <a:pt x="1272" y="82"/>
                  <a:pt x="1256" y="74"/>
                </a:cubicBezTo>
                <a:cubicBezTo>
                  <a:pt x="1239" y="67"/>
                  <a:pt x="1219" y="60"/>
                  <a:pt x="1195" y="54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1"/>
                </a:cubicBezTo>
                <a:cubicBezTo>
                  <a:pt x="980" y="16"/>
                  <a:pt x="942" y="13"/>
                  <a:pt x="903" y="10"/>
                </a:cubicBezTo>
                <a:cubicBezTo>
                  <a:pt x="863" y="7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7"/>
                  <a:pt x="404" y="10"/>
                </a:cubicBezTo>
                <a:cubicBezTo>
                  <a:pt x="364" y="13"/>
                  <a:pt x="326" y="16"/>
                  <a:pt x="290" y="21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4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2"/>
                  <a:pt x="21" y="89"/>
                  <a:pt x="13" y="97"/>
                </a:cubicBezTo>
                <a:cubicBezTo>
                  <a:pt x="4" y="104"/>
                  <a:pt x="0" y="112"/>
                  <a:pt x="0" y="120"/>
                </a:cubicBezTo>
                <a:lnTo>
                  <a:pt x="0" y="796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3"/>
                </a:cubicBezTo>
                <a:cubicBezTo>
                  <a:pt x="66" y="850"/>
                  <a:pt x="86" y="857"/>
                  <a:pt x="110" y="863"/>
                </a:cubicBezTo>
                <a:cubicBezTo>
                  <a:pt x="134" y="870"/>
                  <a:pt x="161" y="876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1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6"/>
                  <a:pt x="610" y="916"/>
                  <a:pt x="653" y="916"/>
                </a:cubicBezTo>
                <a:cubicBezTo>
                  <a:pt x="696" y="916"/>
                  <a:pt x="738" y="916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1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6"/>
                  <a:pt x="1172" y="870"/>
                  <a:pt x="1195" y="863"/>
                </a:cubicBezTo>
                <a:cubicBezTo>
                  <a:pt x="1219" y="857"/>
                  <a:pt x="1239" y="850"/>
                  <a:pt x="1256" y="843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6"/>
                </a:cubicBezTo>
                <a:lnTo>
                  <a:pt x="1305" y="120"/>
                </a:lnTo>
                <a:lnTo>
                  <a:pt x="0" y="12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3872880" y="1846800"/>
            <a:ext cx="469800" cy="329760"/>
          </a:xfrm>
          <a:custGeom>
            <a:avLst/>
            <a:gdLst/>
            <a:ahLst/>
            <a:rect l="0" t="0" r="r" b="b"/>
            <a:pathLst>
              <a:path fill="none" w="1305" h="916">
                <a:moveTo>
                  <a:pt x="0" y="120"/>
                </a:moveTo>
                <a:cubicBezTo>
                  <a:pt x="0" y="128"/>
                  <a:pt x="4" y="136"/>
                  <a:pt x="13" y="143"/>
                </a:cubicBezTo>
                <a:cubicBezTo>
                  <a:pt x="21" y="151"/>
                  <a:pt x="33" y="159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5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6"/>
                  <a:pt x="526" y="237"/>
                </a:cubicBezTo>
                <a:cubicBezTo>
                  <a:pt x="568" y="239"/>
                  <a:pt x="610" y="240"/>
                  <a:pt x="653" y="240"/>
                </a:cubicBezTo>
                <a:cubicBezTo>
                  <a:pt x="696" y="240"/>
                  <a:pt x="738" y="239"/>
                  <a:pt x="780" y="237"/>
                </a:cubicBezTo>
                <a:cubicBezTo>
                  <a:pt x="822" y="236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5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9"/>
                  <a:pt x="1284" y="151"/>
                  <a:pt x="1293" y="143"/>
                </a:cubicBezTo>
                <a:cubicBezTo>
                  <a:pt x="1301" y="136"/>
                  <a:pt x="1305" y="128"/>
                  <a:pt x="1305" y="120"/>
                </a:cubicBezTo>
                <a:cubicBezTo>
                  <a:pt x="1305" y="112"/>
                  <a:pt x="1301" y="104"/>
                  <a:pt x="1293" y="97"/>
                </a:cubicBezTo>
                <a:cubicBezTo>
                  <a:pt x="1284" y="89"/>
                  <a:pt x="1272" y="82"/>
                  <a:pt x="1256" y="74"/>
                </a:cubicBezTo>
                <a:cubicBezTo>
                  <a:pt x="1239" y="67"/>
                  <a:pt x="1219" y="60"/>
                  <a:pt x="1195" y="54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1"/>
                </a:cubicBezTo>
                <a:cubicBezTo>
                  <a:pt x="980" y="16"/>
                  <a:pt x="942" y="13"/>
                  <a:pt x="903" y="10"/>
                </a:cubicBezTo>
                <a:cubicBezTo>
                  <a:pt x="863" y="7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7"/>
                  <a:pt x="404" y="10"/>
                </a:cubicBezTo>
                <a:cubicBezTo>
                  <a:pt x="364" y="13"/>
                  <a:pt x="326" y="16"/>
                  <a:pt x="290" y="21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4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2"/>
                  <a:pt x="21" y="89"/>
                  <a:pt x="13" y="97"/>
                </a:cubicBezTo>
                <a:cubicBezTo>
                  <a:pt x="4" y="104"/>
                  <a:pt x="0" y="112"/>
                  <a:pt x="0" y="120"/>
                </a:cubicBezTo>
                <a:lnTo>
                  <a:pt x="0" y="796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3"/>
                </a:cubicBezTo>
                <a:cubicBezTo>
                  <a:pt x="66" y="850"/>
                  <a:pt x="86" y="857"/>
                  <a:pt x="110" y="863"/>
                </a:cubicBezTo>
                <a:cubicBezTo>
                  <a:pt x="134" y="870"/>
                  <a:pt x="161" y="876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1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6"/>
                  <a:pt x="610" y="916"/>
                  <a:pt x="653" y="916"/>
                </a:cubicBezTo>
                <a:cubicBezTo>
                  <a:pt x="696" y="916"/>
                  <a:pt x="738" y="916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1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6"/>
                  <a:pt x="1172" y="870"/>
                  <a:pt x="1195" y="863"/>
                </a:cubicBezTo>
                <a:cubicBezTo>
                  <a:pt x="1219" y="857"/>
                  <a:pt x="1239" y="850"/>
                  <a:pt x="1256" y="843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6"/>
                </a:cubicBezTo>
                <a:lnTo>
                  <a:pt x="1305" y="120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2593440" y="2497680"/>
            <a:ext cx="2779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3897000" y="1974240"/>
            <a:ext cx="416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4962960" y="1838160"/>
            <a:ext cx="632880" cy="347040"/>
          </a:xfrm>
          <a:custGeom>
            <a:avLst/>
            <a:gdLst/>
            <a:ahLst/>
            <a:rect l="0" t="0" r="r" b="b"/>
            <a:pathLst>
              <a:path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4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80"/>
                  <a:pt x="56" y="184"/>
                  <a:pt x="67" y="189"/>
                </a:cubicBezTo>
                <a:cubicBezTo>
                  <a:pt x="78" y="193"/>
                  <a:pt x="90" y="197"/>
                  <a:pt x="104" y="201"/>
                </a:cubicBezTo>
                <a:cubicBezTo>
                  <a:pt x="117" y="205"/>
                  <a:pt x="132" y="209"/>
                  <a:pt x="148" y="212"/>
                </a:cubicBezTo>
                <a:cubicBezTo>
                  <a:pt x="164" y="216"/>
                  <a:pt x="181" y="220"/>
                  <a:pt x="200" y="223"/>
                </a:cubicBezTo>
                <a:cubicBezTo>
                  <a:pt x="218" y="226"/>
                  <a:pt x="237" y="230"/>
                  <a:pt x="257" y="233"/>
                </a:cubicBezTo>
                <a:cubicBezTo>
                  <a:pt x="278" y="236"/>
                  <a:pt x="299" y="239"/>
                  <a:pt x="321" y="242"/>
                </a:cubicBezTo>
                <a:cubicBezTo>
                  <a:pt x="344" y="245"/>
                  <a:pt x="367" y="247"/>
                  <a:pt x="391" y="250"/>
                </a:cubicBezTo>
                <a:cubicBezTo>
                  <a:pt x="414" y="252"/>
                  <a:pt x="439" y="254"/>
                  <a:pt x="464" y="257"/>
                </a:cubicBezTo>
                <a:cubicBezTo>
                  <a:pt x="490" y="259"/>
                  <a:pt x="516" y="261"/>
                  <a:pt x="542" y="262"/>
                </a:cubicBezTo>
                <a:cubicBezTo>
                  <a:pt x="569" y="264"/>
                  <a:pt x="596" y="265"/>
                  <a:pt x="623" y="267"/>
                </a:cubicBezTo>
                <a:cubicBezTo>
                  <a:pt x="651" y="268"/>
                  <a:pt x="679" y="269"/>
                  <a:pt x="707" y="270"/>
                </a:cubicBezTo>
                <a:cubicBezTo>
                  <a:pt x="735" y="271"/>
                  <a:pt x="764" y="271"/>
                  <a:pt x="792" y="272"/>
                </a:cubicBezTo>
                <a:cubicBezTo>
                  <a:pt x="821" y="272"/>
                  <a:pt x="850" y="273"/>
                  <a:pt x="878" y="273"/>
                </a:cubicBezTo>
                <a:cubicBezTo>
                  <a:pt x="907" y="273"/>
                  <a:pt x="936" y="272"/>
                  <a:pt x="965" y="272"/>
                </a:cubicBezTo>
                <a:cubicBezTo>
                  <a:pt x="993" y="271"/>
                  <a:pt x="1022" y="271"/>
                  <a:pt x="1050" y="270"/>
                </a:cubicBezTo>
                <a:cubicBezTo>
                  <a:pt x="1078" y="269"/>
                  <a:pt x="1106" y="268"/>
                  <a:pt x="1133" y="267"/>
                </a:cubicBezTo>
                <a:cubicBezTo>
                  <a:pt x="1162" y="265"/>
                  <a:pt x="1189" y="264"/>
                  <a:pt x="1216" y="262"/>
                </a:cubicBezTo>
                <a:cubicBezTo>
                  <a:pt x="1242" y="261"/>
                  <a:pt x="1268" y="259"/>
                  <a:pt x="1293" y="257"/>
                </a:cubicBezTo>
                <a:cubicBezTo>
                  <a:pt x="1319" y="254"/>
                  <a:pt x="1343" y="252"/>
                  <a:pt x="1367" y="250"/>
                </a:cubicBezTo>
                <a:cubicBezTo>
                  <a:pt x="1391" y="247"/>
                  <a:pt x="1414" y="245"/>
                  <a:pt x="1437" y="242"/>
                </a:cubicBezTo>
                <a:cubicBezTo>
                  <a:pt x="1459" y="239"/>
                  <a:pt x="1480" y="236"/>
                  <a:pt x="1500" y="233"/>
                </a:cubicBezTo>
                <a:cubicBezTo>
                  <a:pt x="1521" y="230"/>
                  <a:pt x="1540" y="226"/>
                  <a:pt x="1558" y="223"/>
                </a:cubicBezTo>
                <a:cubicBezTo>
                  <a:pt x="1577" y="220"/>
                  <a:pt x="1594" y="216"/>
                  <a:pt x="1610" y="212"/>
                </a:cubicBezTo>
                <a:cubicBezTo>
                  <a:pt x="1626" y="209"/>
                  <a:pt x="1640" y="205"/>
                  <a:pt x="1654" y="201"/>
                </a:cubicBezTo>
                <a:cubicBezTo>
                  <a:pt x="1668" y="197"/>
                  <a:pt x="1680" y="193"/>
                  <a:pt x="1691" y="189"/>
                </a:cubicBezTo>
                <a:cubicBezTo>
                  <a:pt x="1702" y="184"/>
                  <a:pt x="1712" y="180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4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2"/>
                  <a:pt x="1756" y="127"/>
                  <a:pt x="1754" y="123"/>
                </a:cubicBezTo>
                <a:cubicBezTo>
                  <a:pt x="1751" y="118"/>
                  <a:pt x="1746" y="114"/>
                  <a:pt x="1741" y="110"/>
                </a:cubicBezTo>
                <a:cubicBezTo>
                  <a:pt x="1735" y="105"/>
                  <a:pt x="1728" y="101"/>
                  <a:pt x="1720" y="97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1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7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9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8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2"/>
                  <a:pt x="965" y="1"/>
                </a:cubicBezTo>
                <a:cubicBezTo>
                  <a:pt x="936" y="1"/>
                  <a:pt x="907" y="0"/>
                  <a:pt x="878" y="0"/>
                </a:cubicBezTo>
                <a:cubicBezTo>
                  <a:pt x="850" y="0"/>
                  <a:pt x="821" y="1"/>
                  <a:pt x="792" y="1"/>
                </a:cubicBezTo>
                <a:cubicBezTo>
                  <a:pt x="764" y="2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8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9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7"/>
                  <a:pt x="200" y="50"/>
                </a:cubicBezTo>
                <a:cubicBezTo>
                  <a:pt x="181" y="53"/>
                  <a:pt x="164" y="57"/>
                  <a:pt x="148" y="61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7"/>
                </a:cubicBezTo>
                <a:cubicBezTo>
                  <a:pt x="30" y="101"/>
                  <a:pt x="23" y="105"/>
                  <a:pt x="17" y="110"/>
                </a:cubicBezTo>
                <a:cubicBezTo>
                  <a:pt x="11" y="114"/>
                  <a:pt x="7" y="118"/>
                  <a:pt x="4" y="123"/>
                </a:cubicBezTo>
                <a:cubicBezTo>
                  <a:pt x="2" y="127"/>
                  <a:pt x="0" y="132"/>
                  <a:pt x="0" y="136"/>
                </a:cubicBezTo>
                <a:lnTo>
                  <a:pt x="0" y="829"/>
                </a:lnTo>
                <a:cubicBezTo>
                  <a:pt x="0" y="833"/>
                  <a:pt x="2" y="838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60"/>
                  <a:pt x="30" y="864"/>
                  <a:pt x="38" y="868"/>
                </a:cubicBezTo>
                <a:cubicBezTo>
                  <a:pt x="46" y="872"/>
                  <a:pt x="56" y="877"/>
                  <a:pt x="67" y="881"/>
                </a:cubicBezTo>
                <a:cubicBezTo>
                  <a:pt x="78" y="885"/>
                  <a:pt x="90" y="889"/>
                  <a:pt x="104" y="893"/>
                </a:cubicBezTo>
                <a:cubicBezTo>
                  <a:pt x="117" y="897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5"/>
                </a:cubicBezTo>
                <a:cubicBezTo>
                  <a:pt x="278" y="928"/>
                  <a:pt x="299" y="931"/>
                  <a:pt x="321" y="934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6"/>
                  <a:pt x="596" y="957"/>
                  <a:pt x="623" y="958"/>
                </a:cubicBezTo>
                <a:cubicBezTo>
                  <a:pt x="651" y="960"/>
                  <a:pt x="679" y="961"/>
                  <a:pt x="707" y="962"/>
                </a:cubicBezTo>
                <a:cubicBezTo>
                  <a:pt x="735" y="963"/>
                  <a:pt x="764" y="963"/>
                  <a:pt x="792" y="964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4"/>
                </a:cubicBezTo>
                <a:cubicBezTo>
                  <a:pt x="993" y="963"/>
                  <a:pt x="1022" y="963"/>
                  <a:pt x="1050" y="962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6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4"/>
                </a:cubicBezTo>
                <a:cubicBezTo>
                  <a:pt x="1459" y="931"/>
                  <a:pt x="1480" y="928"/>
                  <a:pt x="1500" y="925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7"/>
                  <a:pt x="1654" y="893"/>
                </a:cubicBezTo>
                <a:cubicBezTo>
                  <a:pt x="1668" y="889"/>
                  <a:pt x="1680" y="885"/>
                  <a:pt x="1691" y="881"/>
                </a:cubicBezTo>
                <a:cubicBezTo>
                  <a:pt x="1702" y="877"/>
                  <a:pt x="1712" y="872"/>
                  <a:pt x="1720" y="868"/>
                </a:cubicBezTo>
                <a:cubicBezTo>
                  <a:pt x="1728" y="864"/>
                  <a:pt x="1735" y="860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8"/>
                  <a:pt x="1758" y="833"/>
                  <a:pt x="1758" y="829"/>
                </a:cubicBezTo>
                <a:lnTo>
                  <a:pt x="1758" y="136"/>
                </a:lnTo>
                <a:lnTo>
                  <a:pt x="0" y="13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4962960" y="1838160"/>
            <a:ext cx="632880" cy="347040"/>
          </a:xfrm>
          <a:custGeom>
            <a:avLst/>
            <a:gdLst/>
            <a:ahLst/>
            <a:rect l="0" t="0" r="r" b="b"/>
            <a:pathLst>
              <a:path fill="none"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4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80"/>
                  <a:pt x="56" y="184"/>
                  <a:pt x="67" y="189"/>
                </a:cubicBezTo>
                <a:cubicBezTo>
                  <a:pt x="78" y="193"/>
                  <a:pt x="90" y="197"/>
                  <a:pt x="104" y="201"/>
                </a:cubicBezTo>
                <a:cubicBezTo>
                  <a:pt x="117" y="205"/>
                  <a:pt x="132" y="209"/>
                  <a:pt x="148" y="212"/>
                </a:cubicBezTo>
                <a:cubicBezTo>
                  <a:pt x="164" y="216"/>
                  <a:pt x="181" y="220"/>
                  <a:pt x="200" y="223"/>
                </a:cubicBezTo>
                <a:cubicBezTo>
                  <a:pt x="218" y="226"/>
                  <a:pt x="237" y="230"/>
                  <a:pt x="257" y="233"/>
                </a:cubicBezTo>
                <a:cubicBezTo>
                  <a:pt x="278" y="236"/>
                  <a:pt x="299" y="239"/>
                  <a:pt x="321" y="242"/>
                </a:cubicBezTo>
                <a:cubicBezTo>
                  <a:pt x="344" y="245"/>
                  <a:pt x="367" y="247"/>
                  <a:pt x="391" y="250"/>
                </a:cubicBezTo>
                <a:cubicBezTo>
                  <a:pt x="414" y="252"/>
                  <a:pt x="439" y="254"/>
                  <a:pt x="464" y="257"/>
                </a:cubicBezTo>
                <a:cubicBezTo>
                  <a:pt x="490" y="259"/>
                  <a:pt x="516" y="261"/>
                  <a:pt x="542" y="262"/>
                </a:cubicBezTo>
                <a:cubicBezTo>
                  <a:pt x="569" y="264"/>
                  <a:pt x="596" y="265"/>
                  <a:pt x="623" y="267"/>
                </a:cubicBezTo>
                <a:cubicBezTo>
                  <a:pt x="651" y="268"/>
                  <a:pt x="679" y="269"/>
                  <a:pt x="707" y="270"/>
                </a:cubicBezTo>
                <a:cubicBezTo>
                  <a:pt x="735" y="271"/>
                  <a:pt x="764" y="271"/>
                  <a:pt x="792" y="272"/>
                </a:cubicBezTo>
                <a:cubicBezTo>
                  <a:pt x="821" y="272"/>
                  <a:pt x="850" y="273"/>
                  <a:pt x="878" y="273"/>
                </a:cubicBezTo>
                <a:cubicBezTo>
                  <a:pt x="907" y="273"/>
                  <a:pt x="936" y="272"/>
                  <a:pt x="965" y="272"/>
                </a:cubicBezTo>
                <a:cubicBezTo>
                  <a:pt x="993" y="271"/>
                  <a:pt x="1022" y="271"/>
                  <a:pt x="1050" y="270"/>
                </a:cubicBezTo>
                <a:cubicBezTo>
                  <a:pt x="1078" y="269"/>
                  <a:pt x="1106" y="268"/>
                  <a:pt x="1133" y="267"/>
                </a:cubicBezTo>
                <a:cubicBezTo>
                  <a:pt x="1162" y="265"/>
                  <a:pt x="1189" y="264"/>
                  <a:pt x="1216" y="262"/>
                </a:cubicBezTo>
                <a:cubicBezTo>
                  <a:pt x="1242" y="261"/>
                  <a:pt x="1268" y="259"/>
                  <a:pt x="1293" y="257"/>
                </a:cubicBezTo>
                <a:cubicBezTo>
                  <a:pt x="1319" y="254"/>
                  <a:pt x="1343" y="252"/>
                  <a:pt x="1367" y="250"/>
                </a:cubicBezTo>
                <a:cubicBezTo>
                  <a:pt x="1391" y="247"/>
                  <a:pt x="1414" y="245"/>
                  <a:pt x="1437" y="242"/>
                </a:cubicBezTo>
                <a:cubicBezTo>
                  <a:pt x="1459" y="239"/>
                  <a:pt x="1480" y="236"/>
                  <a:pt x="1500" y="233"/>
                </a:cubicBezTo>
                <a:cubicBezTo>
                  <a:pt x="1521" y="230"/>
                  <a:pt x="1540" y="226"/>
                  <a:pt x="1558" y="223"/>
                </a:cubicBezTo>
                <a:cubicBezTo>
                  <a:pt x="1577" y="220"/>
                  <a:pt x="1594" y="216"/>
                  <a:pt x="1610" y="212"/>
                </a:cubicBezTo>
                <a:cubicBezTo>
                  <a:pt x="1626" y="209"/>
                  <a:pt x="1640" y="205"/>
                  <a:pt x="1654" y="201"/>
                </a:cubicBezTo>
                <a:cubicBezTo>
                  <a:pt x="1668" y="197"/>
                  <a:pt x="1680" y="193"/>
                  <a:pt x="1691" y="189"/>
                </a:cubicBezTo>
                <a:cubicBezTo>
                  <a:pt x="1702" y="184"/>
                  <a:pt x="1712" y="180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4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2"/>
                  <a:pt x="1756" y="127"/>
                  <a:pt x="1754" y="123"/>
                </a:cubicBezTo>
                <a:cubicBezTo>
                  <a:pt x="1751" y="118"/>
                  <a:pt x="1746" y="114"/>
                  <a:pt x="1741" y="110"/>
                </a:cubicBezTo>
                <a:cubicBezTo>
                  <a:pt x="1735" y="105"/>
                  <a:pt x="1728" y="101"/>
                  <a:pt x="1720" y="97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1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7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9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8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2"/>
                  <a:pt x="965" y="1"/>
                </a:cubicBezTo>
                <a:cubicBezTo>
                  <a:pt x="936" y="1"/>
                  <a:pt x="907" y="0"/>
                  <a:pt x="878" y="0"/>
                </a:cubicBezTo>
                <a:cubicBezTo>
                  <a:pt x="850" y="0"/>
                  <a:pt x="821" y="1"/>
                  <a:pt x="792" y="1"/>
                </a:cubicBezTo>
                <a:cubicBezTo>
                  <a:pt x="764" y="2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8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9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7"/>
                  <a:pt x="200" y="50"/>
                </a:cubicBezTo>
                <a:cubicBezTo>
                  <a:pt x="181" y="53"/>
                  <a:pt x="164" y="57"/>
                  <a:pt x="148" y="61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7"/>
                </a:cubicBezTo>
                <a:cubicBezTo>
                  <a:pt x="30" y="101"/>
                  <a:pt x="23" y="105"/>
                  <a:pt x="17" y="110"/>
                </a:cubicBezTo>
                <a:cubicBezTo>
                  <a:pt x="11" y="114"/>
                  <a:pt x="7" y="118"/>
                  <a:pt x="4" y="123"/>
                </a:cubicBezTo>
                <a:cubicBezTo>
                  <a:pt x="2" y="127"/>
                  <a:pt x="0" y="132"/>
                  <a:pt x="0" y="136"/>
                </a:cubicBezTo>
                <a:lnTo>
                  <a:pt x="0" y="829"/>
                </a:lnTo>
                <a:cubicBezTo>
                  <a:pt x="0" y="833"/>
                  <a:pt x="2" y="838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60"/>
                  <a:pt x="30" y="864"/>
                  <a:pt x="38" y="868"/>
                </a:cubicBezTo>
                <a:cubicBezTo>
                  <a:pt x="46" y="872"/>
                  <a:pt x="56" y="877"/>
                  <a:pt x="67" y="881"/>
                </a:cubicBezTo>
                <a:cubicBezTo>
                  <a:pt x="78" y="885"/>
                  <a:pt x="90" y="889"/>
                  <a:pt x="104" y="893"/>
                </a:cubicBezTo>
                <a:cubicBezTo>
                  <a:pt x="117" y="897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5"/>
                </a:cubicBezTo>
                <a:cubicBezTo>
                  <a:pt x="278" y="928"/>
                  <a:pt x="299" y="931"/>
                  <a:pt x="321" y="934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6"/>
                  <a:pt x="596" y="957"/>
                  <a:pt x="623" y="958"/>
                </a:cubicBezTo>
                <a:cubicBezTo>
                  <a:pt x="651" y="960"/>
                  <a:pt x="679" y="961"/>
                  <a:pt x="707" y="962"/>
                </a:cubicBezTo>
                <a:cubicBezTo>
                  <a:pt x="735" y="963"/>
                  <a:pt x="764" y="963"/>
                  <a:pt x="792" y="964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4"/>
                </a:cubicBezTo>
                <a:cubicBezTo>
                  <a:pt x="993" y="963"/>
                  <a:pt x="1022" y="963"/>
                  <a:pt x="1050" y="962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6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4"/>
                </a:cubicBezTo>
                <a:cubicBezTo>
                  <a:pt x="1459" y="931"/>
                  <a:pt x="1480" y="928"/>
                  <a:pt x="1500" y="925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7"/>
                  <a:pt x="1654" y="893"/>
                </a:cubicBezTo>
                <a:cubicBezTo>
                  <a:pt x="1668" y="889"/>
                  <a:pt x="1680" y="885"/>
                  <a:pt x="1691" y="881"/>
                </a:cubicBezTo>
                <a:cubicBezTo>
                  <a:pt x="1702" y="877"/>
                  <a:pt x="1712" y="872"/>
                  <a:pt x="1720" y="868"/>
                </a:cubicBezTo>
                <a:cubicBezTo>
                  <a:pt x="1728" y="864"/>
                  <a:pt x="1735" y="860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8"/>
                  <a:pt x="1758" y="833"/>
                  <a:pt x="1758" y="829"/>
                </a:cubicBezTo>
                <a:lnTo>
                  <a:pt x="1758" y="136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3989880" y="205056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5079960" y="1974240"/>
            <a:ext cx="393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6090480" y="181764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6090480" y="181764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4987080" y="2050560"/>
            <a:ext cx="57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6275160" y="1872360"/>
            <a:ext cx="294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7331040" y="180648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0"/>
                  <a:pt x="750" y="425"/>
                  <a:pt x="745" y="449"/>
                </a:cubicBezTo>
                <a:cubicBezTo>
                  <a:pt x="740" y="473"/>
                  <a:pt x="733" y="497"/>
                  <a:pt x="724" y="519"/>
                </a:cubicBezTo>
                <a:cubicBezTo>
                  <a:pt x="714" y="542"/>
                  <a:pt x="703" y="564"/>
                  <a:pt x="689" y="584"/>
                </a:cubicBezTo>
                <a:cubicBezTo>
                  <a:pt x="675" y="605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5"/>
                  <a:pt x="63" y="584"/>
                </a:cubicBezTo>
                <a:cubicBezTo>
                  <a:pt x="49" y="564"/>
                  <a:pt x="38" y="542"/>
                  <a:pt x="28" y="519"/>
                </a:cubicBezTo>
                <a:cubicBezTo>
                  <a:pt x="19" y="497"/>
                  <a:pt x="12" y="473"/>
                  <a:pt x="7" y="449"/>
                </a:cubicBezTo>
                <a:cubicBezTo>
                  <a:pt x="2" y="425"/>
                  <a:pt x="0" y="400"/>
                  <a:pt x="0" y="376"/>
                </a:cubicBezTo>
                <a:cubicBezTo>
                  <a:pt x="0" y="351"/>
                  <a:pt x="2" y="327"/>
                  <a:pt x="7" y="302"/>
                </a:cubicBezTo>
                <a:cubicBezTo>
                  <a:pt x="12" y="278"/>
                  <a:pt x="19" y="255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5"/>
                  <a:pt x="740" y="278"/>
                  <a:pt x="745" y="302"/>
                </a:cubicBezTo>
                <a:cubicBezTo>
                  <a:pt x="750" y="327"/>
                  <a:pt x="752" y="351"/>
                  <a:pt x="752" y="376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7331040" y="180648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0"/>
                  <a:pt x="750" y="425"/>
                  <a:pt x="745" y="449"/>
                </a:cubicBezTo>
                <a:cubicBezTo>
                  <a:pt x="740" y="473"/>
                  <a:pt x="733" y="497"/>
                  <a:pt x="724" y="519"/>
                </a:cubicBezTo>
                <a:cubicBezTo>
                  <a:pt x="714" y="542"/>
                  <a:pt x="703" y="564"/>
                  <a:pt x="689" y="584"/>
                </a:cubicBezTo>
                <a:cubicBezTo>
                  <a:pt x="675" y="605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5"/>
                  <a:pt x="63" y="584"/>
                </a:cubicBezTo>
                <a:cubicBezTo>
                  <a:pt x="49" y="564"/>
                  <a:pt x="38" y="542"/>
                  <a:pt x="28" y="519"/>
                </a:cubicBezTo>
                <a:cubicBezTo>
                  <a:pt x="19" y="497"/>
                  <a:pt x="12" y="473"/>
                  <a:pt x="7" y="449"/>
                </a:cubicBezTo>
                <a:cubicBezTo>
                  <a:pt x="2" y="425"/>
                  <a:pt x="0" y="400"/>
                  <a:pt x="0" y="376"/>
                </a:cubicBezTo>
                <a:cubicBezTo>
                  <a:pt x="0" y="351"/>
                  <a:pt x="2" y="327"/>
                  <a:pt x="7" y="302"/>
                </a:cubicBezTo>
                <a:cubicBezTo>
                  <a:pt x="12" y="278"/>
                  <a:pt x="19" y="255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5"/>
                  <a:pt x="740" y="278"/>
                  <a:pt x="745" y="302"/>
                </a:cubicBezTo>
                <a:cubicBezTo>
                  <a:pt x="750" y="327"/>
                  <a:pt x="752" y="351"/>
                  <a:pt x="752" y="376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6185880" y="1948680"/>
            <a:ext cx="4716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6097320" y="2293920"/>
            <a:ext cx="652680" cy="348840"/>
          </a:xfrm>
          <a:custGeom>
            <a:avLst/>
            <a:gdLst/>
            <a:ahLst/>
            <a:rect l="0" t="0" r="r" b="b"/>
            <a:pathLst>
              <a:path w="1813" h="969">
                <a:moveTo>
                  <a:pt x="0" y="138"/>
                </a:moveTo>
                <a:cubicBezTo>
                  <a:pt x="0" y="142"/>
                  <a:pt x="2" y="147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9"/>
                  <a:pt x="31" y="173"/>
                  <a:pt x="39" y="177"/>
                </a:cubicBezTo>
                <a:cubicBezTo>
                  <a:pt x="48" y="182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8"/>
                  <a:pt x="187" y="221"/>
                  <a:pt x="206" y="225"/>
                </a:cubicBezTo>
                <a:cubicBezTo>
                  <a:pt x="225" y="228"/>
                  <a:pt x="245" y="231"/>
                  <a:pt x="266" y="235"/>
                </a:cubicBezTo>
                <a:cubicBezTo>
                  <a:pt x="288" y="238"/>
                  <a:pt x="310" y="241"/>
                  <a:pt x="332" y="244"/>
                </a:cubicBezTo>
                <a:cubicBezTo>
                  <a:pt x="355" y="246"/>
                  <a:pt x="379" y="249"/>
                  <a:pt x="404" y="252"/>
                </a:cubicBezTo>
                <a:cubicBezTo>
                  <a:pt x="429" y="254"/>
                  <a:pt x="454" y="256"/>
                  <a:pt x="480" y="259"/>
                </a:cubicBezTo>
                <a:cubicBezTo>
                  <a:pt x="506" y="261"/>
                  <a:pt x="533" y="263"/>
                  <a:pt x="560" y="264"/>
                </a:cubicBezTo>
                <a:cubicBezTo>
                  <a:pt x="588" y="266"/>
                  <a:pt x="616" y="268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4"/>
                  <a:pt x="818" y="274"/>
                </a:cubicBezTo>
                <a:cubicBezTo>
                  <a:pt x="848" y="275"/>
                  <a:pt x="877" y="275"/>
                  <a:pt x="907" y="275"/>
                </a:cubicBezTo>
                <a:cubicBezTo>
                  <a:pt x="937" y="275"/>
                  <a:pt x="966" y="275"/>
                  <a:pt x="996" y="274"/>
                </a:cubicBezTo>
                <a:cubicBezTo>
                  <a:pt x="1025" y="274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8"/>
                  <a:pt x="1226" y="266"/>
                  <a:pt x="1254" y="264"/>
                </a:cubicBezTo>
                <a:cubicBezTo>
                  <a:pt x="1281" y="263"/>
                  <a:pt x="1308" y="261"/>
                  <a:pt x="1334" y="259"/>
                </a:cubicBezTo>
                <a:cubicBezTo>
                  <a:pt x="1360" y="256"/>
                  <a:pt x="1386" y="254"/>
                  <a:pt x="1410" y="252"/>
                </a:cubicBezTo>
                <a:cubicBezTo>
                  <a:pt x="1435" y="249"/>
                  <a:pt x="1459" y="246"/>
                  <a:pt x="1482" y="244"/>
                </a:cubicBezTo>
                <a:cubicBezTo>
                  <a:pt x="1505" y="241"/>
                  <a:pt x="1526" y="238"/>
                  <a:pt x="1547" y="235"/>
                </a:cubicBezTo>
                <a:cubicBezTo>
                  <a:pt x="1568" y="231"/>
                  <a:pt x="1588" y="228"/>
                  <a:pt x="1607" y="225"/>
                </a:cubicBezTo>
                <a:cubicBezTo>
                  <a:pt x="1626" y="221"/>
                  <a:pt x="1644" y="218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2"/>
                  <a:pt x="1774" y="177"/>
                </a:cubicBezTo>
                <a:cubicBezTo>
                  <a:pt x="1782" y="173"/>
                  <a:pt x="1790" y="169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7"/>
                  <a:pt x="1813" y="142"/>
                  <a:pt x="1813" y="138"/>
                </a:cubicBezTo>
                <a:cubicBezTo>
                  <a:pt x="1813" y="133"/>
                  <a:pt x="1811" y="129"/>
                  <a:pt x="1808" y="124"/>
                </a:cubicBezTo>
                <a:cubicBezTo>
                  <a:pt x="1805" y="120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8"/>
                  <a:pt x="1626" y="54"/>
                  <a:pt x="1607" y="51"/>
                </a:cubicBezTo>
                <a:cubicBezTo>
                  <a:pt x="1588" y="47"/>
                  <a:pt x="1568" y="44"/>
                  <a:pt x="1547" y="41"/>
                </a:cubicBezTo>
                <a:cubicBezTo>
                  <a:pt x="1526" y="37"/>
                  <a:pt x="1505" y="34"/>
                  <a:pt x="1482" y="32"/>
                </a:cubicBezTo>
                <a:cubicBezTo>
                  <a:pt x="1459" y="29"/>
                  <a:pt x="1435" y="26"/>
                  <a:pt x="1410" y="24"/>
                </a:cubicBezTo>
                <a:cubicBezTo>
                  <a:pt x="1386" y="21"/>
                  <a:pt x="1360" y="19"/>
                  <a:pt x="1334" y="17"/>
                </a:cubicBezTo>
                <a:cubicBezTo>
                  <a:pt x="1308" y="14"/>
                  <a:pt x="1281" y="13"/>
                  <a:pt x="1254" y="11"/>
                </a:cubicBezTo>
                <a:cubicBezTo>
                  <a:pt x="1226" y="9"/>
                  <a:pt x="1198" y="8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2"/>
                  <a:pt x="996" y="1"/>
                </a:cubicBezTo>
                <a:cubicBezTo>
                  <a:pt x="966" y="1"/>
                  <a:pt x="937" y="0"/>
                  <a:pt x="907" y="0"/>
                </a:cubicBezTo>
                <a:cubicBezTo>
                  <a:pt x="877" y="0"/>
                  <a:pt x="848" y="1"/>
                  <a:pt x="818" y="1"/>
                </a:cubicBezTo>
                <a:cubicBezTo>
                  <a:pt x="789" y="2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8"/>
                  <a:pt x="588" y="9"/>
                  <a:pt x="560" y="11"/>
                </a:cubicBezTo>
                <a:cubicBezTo>
                  <a:pt x="533" y="13"/>
                  <a:pt x="506" y="14"/>
                  <a:pt x="480" y="17"/>
                </a:cubicBezTo>
                <a:cubicBezTo>
                  <a:pt x="454" y="19"/>
                  <a:pt x="429" y="21"/>
                  <a:pt x="404" y="24"/>
                </a:cubicBezTo>
                <a:cubicBezTo>
                  <a:pt x="379" y="26"/>
                  <a:pt x="355" y="29"/>
                  <a:pt x="332" y="32"/>
                </a:cubicBezTo>
                <a:cubicBezTo>
                  <a:pt x="310" y="34"/>
                  <a:pt x="288" y="37"/>
                  <a:pt x="266" y="41"/>
                </a:cubicBezTo>
                <a:cubicBezTo>
                  <a:pt x="245" y="44"/>
                  <a:pt x="225" y="47"/>
                  <a:pt x="206" y="51"/>
                </a:cubicBezTo>
                <a:cubicBezTo>
                  <a:pt x="187" y="54"/>
                  <a:pt x="169" y="58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20"/>
                  <a:pt x="5" y="124"/>
                </a:cubicBezTo>
                <a:cubicBezTo>
                  <a:pt x="2" y="129"/>
                  <a:pt x="0" y="133"/>
                  <a:pt x="0" y="138"/>
                </a:cubicBezTo>
                <a:lnTo>
                  <a:pt x="0" y="831"/>
                </a:lnTo>
                <a:cubicBezTo>
                  <a:pt x="0" y="835"/>
                  <a:pt x="2" y="840"/>
                  <a:pt x="5" y="844"/>
                </a:cubicBezTo>
                <a:cubicBezTo>
                  <a:pt x="8" y="849"/>
                  <a:pt x="12" y="853"/>
                  <a:pt x="18" y="858"/>
                </a:cubicBezTo>
                <a:cubicBezTo>
                  <a:pt x="24" y="862"/>
                  <a:pt x="31" y="866"/>
                  <a:pt x="39" y="871"/>
                </a:cubicBezTo>
                <a:cubicBezTo>
                  <a:pt x="48" y="875"/>
                  <a:pt x="58" y="879"/>
                  <a:pt x="69" y="884"/>
                </a:cubicBezTo>
                <a:cubicBezTo>
                  <a:pt x="81" y="889"/>
                  <a:pt x="93" y="893"/>
                  <a:pt x="107" y="897"/>
                </a:cubicBezTo>
                <a:cubicBezTo>
                  <a:pt x="121" y="901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6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9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6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6"/>
                  <a:pt x="1142" y="964"/>
                  <a:pt x="1170" y="963"/>
                </a:cubicBezTo>
                <a:cubicBezTo>
                  <a:pt x="1198" y="962"/>
                  <a:pt x="1226" y="960"/>
                  <a:pt x="1254" y="959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6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1"/>
                  <a:pt x="1706" y="897"/>
                </a:cubicBezTo>
                <a:cubicBezTo>
                  <a:pt x="1720" y="893"/>
                  <a:pt x="1732" y="889"/>
                  <a:pt x="1744" y="884"/>
                </a:cubicBezTo>
                <a:cubicBezTo>
                  <a:pt x="1755" y="879"/>
                  <a:pt x="1765" y="875"/>
                  <a:pt x="1774" y="871"/>
                </a:cubicBezTo>
                <a:cubicBezTo>
                  <a:pt x="1782" y="866"/>
                  <a:pt x="1790" y="862"/>
                  <a:pt x="1795" y="858"/>
                </a:cubicBezTo>
                <a:cubicBezTo>
                  <a:pt x="1801" y="853"/>
                  <a:pt x="1805" y="849"/>
                  <a:pt x="1808" y="844"/>
                </a:cubicBezTo>
                <a:cubicBezTo>
                  <a:pt x="1811" y="840"/>
                  <a:pt x="1813" y="835"/>
                  <a:pt x="1813" y="831"/>
                </a:cubicBezTo>
                <a:lnTo>
                  <a:pt x="1813" y="138"/>
                </a:lnTo>
                <a:lnTo>
                  <a:pt x="0" y="13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6097320" y="2293920"/>
            <a:ext cx="652680" cy="348840"/>
          </a:xfrm>
          <a:custGeom>
            <a:avLst/>
            <a:gdLst/>
            <a:ahLst/>
            <a:rect l="0" t="0" r="r" b="b"/>
            <a:pathLst>
              <a:path fill="none" w="1813" h="969">
                <a:moveTo>
                  <a:pt x="0" y="138"/>
                </a:moveTo>
                <a:cubicBezTo>
                  <a:pt x="0" y="142"/>
                  <a:pt x="2" y="147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9"/>
                  <a:pt x="31" y="173"/>
                  <a:pt x="39" y="177"/>
                </a:cubicBezTo>
                <a:cubicBezTo>
                  <a:pt x="48" y="182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8"/>
                  <a:pt x="187" y="221"/>
                  <a:pt x="206" y="225"/>
                </a:cubicBezTo>
                <a:cubicBezTo>
                  <a:pt x="225" y="228"/>
                  <a:pt x="245" y="231"/>
                  <a:pt x="266" y="235"/>
                </a:cubicBezTo>
                <a:cubicBezTo>
                  <a:pt x="288" y="238"/>
                  <a:pt x="310" y="241"/>
                  <a:pt x="332" y="244"/>
                </a:cubicBezTo>
                <a:cubicBezTo>
                  <a:pt x="355" y="246"/>
                  <a:pt x="379" y="249"/>
                  <a:pt x="404" y="252"/>
                </a:cubicBezTo>
                <a:cubicBezTo>
                  <a:pt x="429" y="254"/>
                  <a:pt x="454" y="256"/>
                  <a:pt x="480" y="259"/>
                </a:cubicBezTo>
                <a:cubicBezTo>
                  <a:pt x="506" y="261"/>
                  <a:pt x="533" y="263"/>
                  <a:pt x="560" y="264"/>
                </a:cubicBezTo>
                <a:cubicBezTo>
                  <a:pt x="588" y="266"/>
                  <a:pt x="616" y="268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4"/>
                  <a:pt x="818" y="274"/>
                </a:cubicBezTo>
                <a:cubicBezTo>
                  <a:pt x="848" y="275"/>
                  <a:pt x="877" y="275"/>
                  <a:pt x="907" y="275"/>
                </a:cubicBezTo>
                <a:cubicBezTo>
                  <a:pt x="937" y="275"/>
                  <a:pt x="966" y="275"/>
                  <a:pt x="996" y="274"/>
                </a:cubicBezTo>
                <a:cubicBezTo>
                  <a:pt x="1025" y="274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8"/>
                  <a:pt x="1226" y="266"/>
                  <a:pt x="1254" y="264"/>
                </a:cubicBezTo>
                <a:cubicBezTo>
                  <a:pt x="1281" y="263"/>
                  <a:pt x="1308" y="261"/>
                  <a:pt x="1334" y="259"/>
                </a:cubicBezTo>
                <a:cubicBezTo>
                  <a:pt x="1360" y="256"/>
                  <a:pt x="1386" y="254"/>
                  <a:pt x="1410" y="252"/>
                </a:cubicBezTo>
                <a:cubicBezTo>
                  <a:pt x="1435" y="249"/>
                  <a:pt x="1459" y="246"/>
                  <a:pt x="1482" y="244"/>
                </a:cubicBezTo>
                <a:cubicBezTo>
                  <a:pt x="1505" y="241"/>
                  <a:pt x="1526" y="238"/>
                  <a:pt x="1547" y="235"/>
                </a:cubicBezTo>
                <a:cubicBezTo>
                  <a:pt x="1568" y="231"/>
                  <a:pt x="1588" y="228"/>
                  <a:pt x="1607" y="225"/>
                </a:cubicBezTo>
                <a:cubicBezTo>
                  <a:pt x="1626" y="221"/>
                  <a:pt x="1644" y="218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2"/>
                  <a:pt x="1774" y="177"/>
                </a:cubicBezTo>
                <a:cubicBezTo>
                  <a:pt x="1782" y="173"/>
                  <a:pt x="1790" y="169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7"/>
                  <a:pt x="1813" y="142"/>
                  <a:pt x="1813" y="138"/>
                </a:cubicBezTo>
                <a:cubicBezTo>
                  <a:pt x="1813" y="133"/>
                  <a:pt x="1811" y="129"/>
                  <a:pt x="1808" y="124"/>
                </a:cubicBezTo>
                <a:cubicBezTo>
                  <a:pt x="1805" y="120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8"/>
                  <a:pt x="1626" y="54"/>
                  <a:pt x="1607" y="51"/>
                </a:cubicBezTo>
                <a:cubicBezTo>
                  <a:pt x="1588" y="47"/>
                  <a:pt x="1568" y="44"/>
                  <a:pt x="1547" y="41"/>
                </a:cubicBezTo>
                <a:cubicBezTo>
                  <a:pt x="1526" y="37"/>
                  <a:pt x="1505" y="34"/>
                  <a:pt x="1482" y="32"/>
                </a:cubicBezTo>
                <a:cubicBezTo>
                  <a:pt x="1459" y="29"/>
                  <a:pt x="1435" y="26"/>
                  <a:pt x="1410" y="24"/>
                </a:cubicBezTo>
                <a:cubicBezTo>
                  <a:pt x="1386" y="21"/>
                  <a:pt x="1360" y="19"/>
                  <a:pt x="1334" y="17"/>
                </a:cubicBezTo>
                <a:cubicBezTo>
                  <a:pt x="1308" y="14"/>
                  <a:pt x="1281" y="13"/>
                  <a:pt x="1254" y="11"/>
                </a:cubicBezTo>
                <a:cubicBezTo>
                  <a:pt x="1226" y="9"/>
                  <a:pt x="1198" y="8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2"/>
                  <a:pt x="996" y="1"/>
                </a:cubicBezTo>
                <a:cubicBezTo>
                  <a:pt x="966" y="1"/>
                  <a:pt x="937" y="0"/>
                  <a:pt x="907" y="0"/>
                </a:cubicBezTo>
                <a:cubicBezTo>
                  <a:pt x="877" y="0"/>
                  <a:pt x="848" y="1"/>
                  <a:pt x="818" y="1"/>
                </a:cubicBezTo>
                <a:cubicBezTo>
                  <a:pt x="789" y="2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8"/>
                  <a:pt x="588" y="9"/>
                  <a:pt x="560" y="11"/>
                </a:cubicBezTo>
                <a:cubicBezTo>
                  <a:pt x="533" y="13"/>
                  <a:pt x="506" y="14"/>
                  <a:pt x="480" y="17"/>
                </a:cubicBezTo>
                <a:cubicBezTo>
                  <a:pt x="454" y="19"/>
                  <a:pt x="429" y="21"/>
                  <a:pt x="404" y="24"/>
                </a:cubicBezTo>
                <a:cubicBezTo>
                  <a:pt x="379" y="26"/>
                  <a:pt x="355" y="29"/>
                  <a:pt x="332" y="32"/>
                </a:cubicBezTo>
                <a:cubicBezTo>
                  <a:pt x="310" y="34"/>
                  <a:pt x="288" y="37"/>
                  <a:pt x="266" y="41"/>
                </a:cubicBezTo>
                <a:cubicBezTo>
                  <a:pt x="245" y="44"/>
                  <a:pt x="225" y="47"/>
                  <a:pt x="206" y="51"/>
                </a:cubicBezTo>
                <a:cubicBezTo>
                  <a:pt x="187" y="54"/>
                  <a:pt x="169" y="58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20"/>
                  <a:pt x="5" y="124"/>
                </a:cubicBezTo>
                <a:cubicBezTo>
                  <a:pt x="2" y="129"/>
                  <a:pt x="0" y="133"/>
                  <a:pt x="0" y="138"/>
                </a:cubicBezTo>
                <a:lnTo>
                  <a:pt x="0" y="831"/>
                </a:lnTo>
                <a:cubicBezTo>
                  <a:pt x="0" y="835"/>
                  <a:pt x="2" y="840"/>
                  <a:pt x="5" y="844"/>
                </a:cubicBezTo>
                <a:cubicBezTo>
                  <a:pt x="8" y="849"/>
                  <a:pt x="12" y="853"/>
                  <a:pt x="18" y="858"/>
                </a:cubicBezTo>
                <a:cubicBezTo>
                  <a:pt x="24" y="862"/>
                  <a:pt x="31" y="866"/>
                  <a:pt x="39" y="871"/>
                </a:cubicBezTo>
                <a:cubicBezTo>
                  <a:pt x="48" y="875"/>
                  <a:pt x="58" y="879"/>
                  <a:pt x="69" y="884"/>
                </a:cubicBezTo>
                <a:cubicBezTo>
                  <a:pt x="81" y="889"/>
                  <a:pt x="93" y="893"/>
                  <a:pt x="107" y="897"/>
                </a:cubicBezTo>
                <a:cubicBezTo>
                  <a:pt x="121" y="901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6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9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6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6"/>
                  <a:pt x="1142" y="964"/>
                  <a:pt x="1170" y="963"/>
                </a:cubicBezTo>
                <a:cubicBezTo>
                  <a:pt x="1198" y="962"/>
                  <a:pt x="1226" y="960"/>
                  <a:pt x="1254" y="959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6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1"/>
                  <a:pt x="1706" y="897"/>
                </a:cubicBezTo>
                <a:cubicBezTo>
                  <a:pt x="1720" y="893"/>
                  <a:pt x="1732" y="889"/>
                  <a:pt x="1744" y="884"/>
                </a:cubicBezTo>
                <a:cubicBezTo>
                  <a:pt x="1755" y="879"/>
                  <a:pt x="1765" y="875"/>
                  <a:pt x="1774" y="871"/>
                </a:cubicBezTo>
                <a:cubicBezTo>
                  <a:pt x="1782" y="866"/>
                  <a:pt x="1790" y="862"/>
                  <a:pt x="1795" y="858"/>
                </a:cubicBezTo>
                <a:cubicBezTo>
                  <a:pt x="1801" y="853"/>
                  <a:pt x="1805" y="849"/>
                  <a:pt x="1808" y="844"/>
                </a:cubicBezTo>
                <a:cubicBezTo>
                  <a:pt x="1811" y="840"/>
                  <a:pt x="1813" y="835"/>
                  <a:pt x="1813" y="831"/>
                </a:cubicBezTo>
                <a:lnTo>
                  <a:pt x="1813" y="138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7354800" y="1910520"/>
            <a:ext cx="220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6226200" y="243072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 lakehouse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7149960" y="262692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7149960" y="262692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6121440" y="2507040"/>
            <a:ext cx="597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opslag met rekenkracht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7351200" y="2681640"/>
            <a:ext cx="226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Modellen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4920120" y="241416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4920120" y="241416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7245360" y="2757960"/>
            <a:ext cx="4366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machine learning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5067360" y="2468880"/>
            <a:ext cx="423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Externe bronnen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8100000" y="2658600"/>
            <a:ext cx="752040" cy="248400"/>
          </a:xfrm>
          <a:custGeom>
            <a:avLst/>
            <a:gdLst/>
            <a:ahLst/>
            <a:rect l="0" t="0" r="r" b="b"/>
            <a:pathLst>
              <a:path w="2089" h="690">
                <a:moveTo>
                  <a:pt x="0" y="0"/>
                </a:moveTo>
                <a:lnTo>
                  <a:pt x="2089" y="0"/>
                </a:lnTo>
                <a:lnTo>
                  <a:pt x="2089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5015880" y="2545200"/>
            <a:ext cx="522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platformen, partners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8387640" y="2713320"/>
            <a:ext cx="1760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ffffff"/>
                </a:solidFill>
                <a:latin typeface="DejaVuSans"/>
                <a:ea typeface="DejaVuSans"/>
              </a:rPr>
              <a:t>AI-laag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456840" y="3257280"/>
            <a:ext cx="7915680" cy="752760"/>
          </a:xfrm>
          <a:custGeom>
            <a:avLst/>
            <a:gdLst/>
            <a:ahLst/>
            <a:rect l="0" t="0" r="r" b="b"/>
            <a:pathLst>
              <a:path w="21988" h="2091">
                <a:moveTo>
                  <a:pt x="0" y="0"/>
                </a:moveTo>
                <a:lnTo>
                  <a:pt x="21988" y="0"/>
                </a:lnTo>
                <a:lnTo>
                  <a:pt x="21988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456840" y="325728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456840" y="400032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8362800" y="325728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106"/>
                </a:moveTo>
                <a:lnTo>
                  <a:pt x="0" y="2091"/>
                </a:lnTo>
                <a:lnTo>
                  <a:pt x="27" y="20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456840" y="325728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0" y="2091"/>
                </a:lnTo>
                <a:lnTo>
                  <a:pt x="28" y="20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8195400" y="2789640"/>
            <a:ext cx="5508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ffffff"/>
                </a:solidFill>
                <a:latin typeface="DejaVuSans"/>
                <a:ea typeface="DejaVuSans"/>
              </a:rPr>
              <a:t>assistenten en agents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634320" y="3473280"/>
            <a:ext cx="865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Elke laag van dertig jaar staat er nog. Wat ze verbindt zijn de pijlen: </a:t>
            </a:r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informatiestromen, vastgelegd in afspraken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. De AI-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634320" y="3673080"/>
            <a:ext cx="6201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laag heeft zelf geen opslag en bestaat volledig bij de gratie van wat die pijlen aanleveren.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33" name=""/>
          <p:cNvSpPr/>
          <p:nvPr/>
        </p:nvSpPr>
        <p:spPr>
          <a:xfrm>
            <a:off x="456840" y="1047600"/>
            <a:ext cx="1667520" cy="305280"/>
          </a:xfrm>
          <a:custGeom>
            <a:avLst/>
            <a:gdLst/>
            <a:ahLst/>
            <a:rect l="0" t="0" r="r" b="b"/>
            <a:pathLst>
              <a:path w="4632" h="848">
                <a:moveTo>
                  <a:pt x="0" y="0"/>
                </a:moveTo>
                <a:lnTo>
                  <a:pt x="4632" y="0"/>
                </a:lnTo>
                <a:lnTo>
                  <a:pt x="463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2124000" y="1047600"/>
            <a:ext cx="2676600" cy="305280"/>
          </a:xfrm>
          <a:custGeom>
            <a:avLst/>
            <a:gdLst/>
            <a:ahLst/>
            <a:rect l="0" t="0" r="r" b="b"/>
            <a:pathLst>
              <a:path w="7435" h="848">
                <a:moveTo>
                  <a:pt x="0" y="0"/>
                </a:moveTo>
                <a:lnTo>
                  <a:pt x="7435" y="0"/>
                </a:lnTo>
                <a:lnTo>
                  <a:pt x="743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4800240" y="1047600"/>
            <a:ext cx="3744000" cy="305280"/>
          </a:xfrm>
          <a:custGeom>
            <a:avLst/>
            <a:gdLst/>
            <a:ahLst/>
            <a:rect l="0" t="0" r="r" b="b"/>
            <a:pathLst>
              <a:path w="10400" h="848">
                <a:moveTo>
                  <a:pt x="0" y="0"/>
                </a:moveTo>
                <a:lnTo>
                  <a:pt x="10400" y="0"/>
                </a:lnTo>
                <a:lnTo>
                  <a:pt x="10400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456840" y="1342800"/>
            <a:ext cx="1667520" cy="19440"/>
          </a:xfrm>
          <a:custGeom>
            <a:avLst/>
            <a:gdLst/>
            <a:ahLst/>
            <a:rect l="0" t="0" r="r" b="b"/>
            <a:pathLst>
              <a:path w="4632" h="54">
                <a:moveTo>
                  <a:pt x="0" y="0"/>
                </a:moveTo>
                <a:lnTo>
                  <a:pt x="4632" y="0"/>
                </a:lnTo>
                <a:lnTo>
                  <a:pt x="463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2124000" y="1342800"/>
            <a:ext cx="2676600" cy="19440"/>
          </a:xfrm>
          <a:custGeom>
            <a:avLst/>
            <a:gdLst/>
            <a:ahLst/>
            <a:rect l="0" t="0" r="r" b="b"/>
            <a:pathLst>
              <a:path w="7435" h="54">
                <a:moveTo>
                  <a:pt x="0" y="0"/>
                </a:moveTo>
                <a:lnTo>
                  <a:pt x="7435" y="0"/>
                </a:lnTo>
                <a:lnTo>
                  <a:pt x="743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4800240" y="1342800"/>
            <a:ext cx="3744000" cy="19440"/>
          </a:xfrm>
          <a:custGeom>
            <a:avLst/>
            <a:gdLst/>
            <a:ahLst/>
            <a:rect l="0" t="0" r="r" b="b"/>
            <a:pathLst>
              <a:path w="10400" h="54">
                <a:moveTo>
                  <a:pt x="0" y="0"/>
                </a:moveTo>
                <a:lnTo>
                  <a:pt x="10400" y="0"/>
                </a:lnTo>
                <a:lnTo>
                  <a:pt x="1040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456840" y="1704960"/>
            <a:ext cx="1667520" cy="9720"/>
          </a:xfrm>
          <a:custGeom>
            <a:avLst/>
            <a:gdLst/>
            <a:ahLst/>
            <a:rect l="0" t="0" r="r" b="b"/>
            <a:pathLst>
              <a:path w="4632" h="27">
                <a:moveTo>
                  <a:pt x="0" y="0"/>
                </a:moveTo>
                <a:lnTo>
                  <a:pt x="4632" y="0"/>
                </a:lnTo>
                <a:lnTo>
                  <a:pt x="463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2124000" y="1704960"/>
            <a:ext cx="2676600" cy="9720"/>
          </a:xfrm>
          <a:custGeom>
            <a:avLst/>
            <a:gdLst/>
            <a:ahLst/>
            <a:rect l="0" t="0" r="r" b="b"/>
            <a:pathLst>
              <a:path w="7435" h="27">
                <a:moveTo>
                  <a:pt x="0" y="0"/>
                </a:moveTo>
                <a:lnTo>
                  <a:pt x="7435" y="0"/>
                </a:lnTo>
                <a:lnTo>
                  <a:pt x="74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4800240" y="1704960"/>
            <a:ext cx="3744000" cy="9720"/>
          </a:xfrm>
          <a:custGeom>
            <a:avLst/>
            <a:gdLst/>
            <a:ahLst/>
            <a:rect l="0" t="0" r="r" b="b"/>
            <a:pathLst>
              <a:path w="10400" h="27">
                <a:moveTo>
                  <a:pt x="0" y="0"/>
                </a:moveTo>
                <a:lnTo>
                  <a:pt x="10400" y="0"/>
                </a:lnTo>
                <a:lnTo>
                  <a:pt x="1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456840" y="2257200"/>
            <a:ext cx="1667520" cy="10080"/>
          </a:xfrm>
          <a:custGeom>
            <a:avLst/>
            <a:gdLst/>
            <a:ahLst/>
            <a:rect l="0" t="0" r="r" b="b"/>
            <a:pathLst>
              <a:path w="4632" h="28">
                <a:moveTo>
                  <a:pt x="0" y="0"/>
                </a:moveTo>
                <a:lnTo>
                  <a:pt x="4632" y="0"/>
                </a:lnTo>
                <a:lnTo>
                  <a:pt x="463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2124000" y="2257200"/>
            <a:ext cx="2676600" cy="10080"/>
          </a:xfrm>
          <a:custGeom>
            <a:avLst/>
            <a:gdLst/>
            <a:ahLst/>
            <a:rect l="0" t="0" r="r" b="b"/>
            <a:pathLst>
              <a:path w="7435" h="28">
                <a:moveTo>
                  <a:pt x="0" y="0"/>
                </a:moveTo>
                <a:lnTo>
                  <a:pt x="7435" y="0"/>
                </a:lnTo>
                <a:lnTo>
                  <a:pt x="74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4800240" y="2257200"/>
            <a:ext cx="3744000" cy="10080"/>
          </a:xfrm>
          <a:custGeom>
            <a:avLst/>
            <a:gdLst/>
            <a:ahLst/>
            <a:rect l="0" t="0" r="r" b="b"/>
            <a:pathLst>
              <a:path w="10400" h="28">
                <a:moveTo>
                  <a:pt x="0" y="0"/>
                </a:moveTo>
                <a:lnTo>
                  <a:pt x="10400" y="0"/>
                </a:lnTo>
                <a:lnTo>
                  <a:pt x="104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456840" y="2819160"/>
            <a:ext cx="1667520" cy="10080"/>
          </a:xfrm>
          <a:custGeom>
            <a:avLst/>
            <a:gdLst/>
            <a:ahLst/>
            <a:rect l="0" t="0" r="r" b="b"/>
            <a:pathLst>
              <a:path w="4632" h="28">
                <a:moveTo>
                  <a:pt x="0" y="0"/>
                </a:moveTo>
                <a:lnTo>
                  <a:pt x="4632" y="0"/>
                </a:lnTo>
                <a:lnTo>
                  <a:pt x="463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124000" y="2819160"/>
            <a:ext cx="2676600" cy="10080"/>
          </a:xfrm>
          <a:custGeom>
            <a:avLst/>
            <a:gdLst/>
            <a:ahLst/>
            <a:rect l="0" t="0" r="r" b="b"/>
            <a:pathLst>
              <a:path w="7435" h="28">
                <a:moveTo>
                  <a:pt x="0" y="0"/>
                </a:moveTo>
                <a:lnTo>
                  <a:pt x="7435" y="0"/>
                </a:lnTo>
                <a:lnTo>
                  <a:pt x="74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4800240" y="2819160"/>
            <a:ext cx="3744000" cy="10080"/>
          </a:xfrm>
          <a:custGeom>
            <a:avLst/>
            <a:gdLst/>
            <a:ahLst/>
            <a:rect l="0" t="0" r="r" b="b"/>
            <a:pathLst>
              <a:path w="10400" h="28">
                <a:moveTo>
                  <a:pt x="0" y="0"/>
                </a:moveTo>
                <a:lnTo>
                  <a:pt x="10400" y="0"/>
                </a:lnTo>
                <a:lnTo>
                  <a:pt x="104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456840" y="3381120"/>
            <a:ext cx="1667520" cy="10080"/>
          </a:xfrm>
          <a:custGeom>
            <a:avLst/>
            <a:gdLst/>
            <a:ahLst/>
            <a:rect l="0" t="0" r="r" b="b"/>
            <a:pathLst>
              <a:path w="4632" h="28">
                <a:moveTo>
                  <a:pt x="0" y="0"/>
                </a:moveTo>
                <a:lnTo>
                  <a:pt x="4632" y="0"/>
                </a:lnTo>
                <a:lnTo>
                  <a:pt x="463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124000" y="3381120"/>
            <a:ext cx="2676600" cy="10080"/>
          </a:xfrm>
          <a:custGeom>
            <a:avLst/>
            <a:gdLst/>
            <a:ahLst/>
            <a:rect l="0" t="0" r="r" b="b"/>
            <a:pathLst>
              <a:path w="7435" h="28">
                <a:moveTo>
                  <a:pt x="0" y="0"/>
                </a:moveTo>
                <a:lnTo>
                  <a:pt x="7435" y="0"/>
                </a:lnTo>
                <a:lnTo>
                  <a:pt x="74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4800240" y="3381120"/>
            <a:ext cx="3744000" cy="10080"/>
          </a:xfrm>
          <a:custGeom>
            <a:avLst/>
            <a:gdLst/>
            <a:ahLst/>
            <a:rect l="0" t="0" r="r" b="b"/>
            <a:pathLst>
              <a:path w="10400" h="28">
                <a:moveTo>
                  <a:pt x="0" y="0"/>
                </a:moveTo>
                <a:lnTo>
                  <a:pt x="10400" y="0"/>
                </a:lnTo>
                <a:lnTo>
                  <a:pt x="104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456840" y="3933720"/>
            <a:ext cx="1667520" cy="9720"/>
          </a:xfrm>
          <a:custGeom>
            <a:avLst/>
            <a:gdLst/>
            <a:ahLst/>
            <a:rect l="0" t="0" r="r" b="b"/>
            <a:pathLst>
              <a:path w="4632" h="27">
                <a:moveTo>
                  <a:pt x="0" y="0"/>
                </a:moveTo>
                <a:lnTo>
                  <a:pt x="4632" y="0"/>
                </a:lnTo>
                <a:lnTo>
                  <a:pt x="463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2124000" y="3933720"/>
            <a:ext cx="2676600" cy="9720"/>
          </a:xfrm>
          <a:custGeom>
            <a:avLst/>
            <a:gdLst/>
            <a:ahLst/>
            <a:rect l="0" t="0" r="r" b="b"/>
            <a:pathLst>
              <a:path w="7435" h="27">
                <a:moveTo>
                  <a:pt x="0" y="0"/>
                </a:moveTo>
                <a:lnTo>
                  <a:pt x="7435" y="0"/>
                </a:lnTo>
                <a:lnTo>
                  <a:pt x="74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4800240" y="3933720"/>
            <a:ext cx="3744000" cy="9720"/>
          </a:xfrm>
          <a:custGeom>
            <a:avLst/>
            <a:gdLst/>
            <a:ahLst/>
            <a:rect l="0" t="0" r="r" b="b"/>
            <a:pathLst>
              <a:path w="10400" h="27">
                <a:moveTo>
                  <a:pt x="0" y="0"/>
                </a:moveTo>
                <a:lnTo>
                  <a:pt x="10400" y="0"/>
                </a:lnTo>
                <a:lnTo>
                  <a:pt x="1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439920" y="415080"/>
            <a:ext cx="6410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trend achter dertig jaar lagen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563760" y="1136520"/>
            <a:ext cx="540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PERIODE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2233080" y="1136520"/>
            <a:ext cx="1082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ERBIJ KWAM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4909680" y="1136520"/>
            <a:ext cx="2265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DAT VROEG VAN UITWISSELING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563760" y="1451160"/>
            <a:ext cx="1026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negentig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2233080" y="1451160"/>
            <a:ext cx="2143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Datawarehouse en rapportage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4909680" y="1451160"/>
            <a:ext cx="3150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Gegevens uit bronsystemen halen, periodiek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563760" y="1803600"/>
            <a:ext cx="1353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Dot-com en daarna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2233080" y="1803600"/>
            <a:ext cx="2586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Webkoppelingen tussen organisaties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4909680" y="1803600"/>
            <a:ext cx="3574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Afspraken tussen partijen in plaats van binnen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4909680" y="2013120"/>
            <a:ext cx="785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organisatie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563760" y="2355840"/>
            <a:ext cx="1436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Cloud en platformen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2233080" y="2355840"/>
            <a:ext cx="2501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Externe bronnen en rekenkracht op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2233080" y="2565360"/>
            <a:ext cx="524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afstand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4909680" y="2355840"/>
            <a:ext cx="273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Continu, over organisatiegrenzen heen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563760" y="2917800"/>
            <a:ext cx="1206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Machine learning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2233080" y="2917800"/>
            <a:ext cx="2641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Modellen die op veel bronnen tegelijk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2233080" y="3127320"/>
            <a:ext cx="479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leunen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4909680" y="2917800"/>
            <a:ext cx="3063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Meer bronnen, betere kwaliteit, herleidbaar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563760" y="3470400"/>
            <a:ext cx="1212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AI-assistenten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563760" y="3679920"/>
            <a:ext cx="47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agents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2233080" y="3470400"/>
            <a:ext cx="2746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laag die alles wil kunnen bevragen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4909680" y="3470400"/>
            <a:ext cx="3549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Alles hierboven, plus vindbaar en interpreteerbaar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456840" y="4047840"/>
            <a:ext cx="7915680" cy="790920"/>
          </a:xfrm>
          <a:custGeom>
            <a:avLst/>
            <a:gdLst/>
            <a:ahLst/>
            <a:rect l="0" t="0" r="r" b="b"/>
            <a:pathLst>
              <a:path w="21988" h="2197">
                <a:moveTo>
                  <a:pt x="0" y="0"/>
                </a:moveTo>
                <a:lnTo>
                  <a:pt x="21988" y="0"/>
                </a:lnTo>
                <a:lnTo>
                  <a:pt x="21988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456840" y="404784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456840" y="482904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8362800" y="4047840"/>
            <a:ext cx="9720" cy="790920"/>
          </a:xfrm>
          <a:custGeom>
            <a:avLst/>
            <a:gdLst/>
            <a:ahLst/>
            <a:rect l="0" t="0" r="r" b="b"/>
            <a:pathLst>
              <a:path w="27" h="2197">
                <a:moveTo>
                  <a:pt x="0" y="106"/>
                </a:moveTo>
                <a:lnTo>
                  <a:pt x="0" y="2197"/>
                </a:lnTo>
                <a:lnTo>
                  <a:pt x="27" y="219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456840" y="404784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4909680" y="3679920"/>
            <a:ext cx="910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zonder mens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634320" y="4256640"/>
            <a:ext cx="8583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Elke golf maakte de vraag naar gegevensuitwisseling groter. Geen enkele maakte hem kleiner. AI is de eerste laag die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634320" y="4475880"/>
            <a:ext cx="6377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niets eigens opslaat en dus volledig afhankelijk is van wat de lagen eronder aanleveren.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9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93" name=""/>
          <p:cNvSpPr txBox="1"/>
          <p:nvPr/>
        </p:nvSpPr>
        <p:spPr>
          <a:xfrm>
            <a:off x="439920" y="415080"/>
            <a:ext cx="5177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Ons traject ernaast gelegd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57200" y="1227600"/>
            <a:ext cx="8725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OKx werkt niet aan een laag. OKx werkt aan de verbinding tussen de lagen: welke gegevens tussen systemen gaan, wat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457200" y="1456200"/>
            <a:ext cx="8679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ze betekenen, en wie waarvan de bron is. Dat is precies het element dat in alle vier de platen voorkomt en dat elke golf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456840" y="2152440"/>
            <a:ext cx="3324600" cy="314640"/>
          </a:xfrm>
          <a:custGeom>
            <a:avLst/>
            <a:gdLst/>
            <a:ahLst/>
            <a:rect l="0" t="0" r="r" b="b"/>
            <a:pathLst>
              <a:path w="9235" h="874">
                <a:moveTo>
                  <a:pt x="0" y="0"/>
                </a:moveTo>
                <a:lnTo>
                  <a:pt x="9235" y="0"/>
                </a:lnTo>
                <a:lnTo>
                  <a:pt x="9235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781080" y="2152440"/>
            <a:ext cx="4591440" cy="314640"/>
          </a:xfrm>
          <a:custGeom>
            <a:avLst/>
            <a:gdLst/>
            <a:ahLst/>
            <a:rect l="0" t="0" r="r" b="b"/>
            <a:pathLst>
              <a:path w="12754" h="874">
                <a:moveTo>
                  <a:pt x="0" y="0"/>
                </a:moveTo>
                <a:lnTo>
                  <a:pt x="12754" y="0"/>
                </a:lnTo>
                <a:lnTo>
                  <a:pt x="12754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456840" y="2457360"/>
            <a:ext cx="3324600" cy="19440"/>
          </a:xfrm>
          <a:custGeom>
            <a:avLst/>
            <a:gdLst/>
            <a:ahLst/>
            <a:rect l="0" t="0" r="r" b="b"/>
            <a:pathLst>
              <a:path w="9235" h="54">
                <a:moveTo>
                  <a:pt x="0" y="0"/>
                </a:moveTo>
                <a:lnTo>
                  <a:pt x="9235" y="0"/>
                </a:lnTo>
                <a:lnTo>
                  <a:pt x="923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3781080" y="2457360"/>
            <a:ext cx="4591440" cy="19440"/>
          </a:xfrm>
          <a:custGeom>
            <a:avLst/>
            <a:gdLst/>
            <a:ahLst/>
            <a:rect l="0" t="0" r="r" b="b"/>
            <a:pathLst>
              <a:path w="12754" h="54">
                <a:moveTo>
                  <a:pt x="0" y="0"/>
                </a:moveTo>
                <a:lnTo>
                  <a:pt x="12754" y="0"/>
                </a:lnTo>
                <a:lnTo>
                  <a:pt x="1275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456840" y="3019320"/>
            <a:ext cx="3324600" cy="9720"/>
          </a:xfrm>
          <a:custGeom>
            <a:avLst/>
            <a:gdLst/>
            <a:ahLst/>
            <a:rect l="0" t="0" r="r" b="b"/>
            <a:pathLst>
              <a:path w="9235" h="27">
                <a:moveTo>
                  <a:pt x="0" y="0"/>
                </a:moveTo>
                <a:lnTo>
                  <a:pt x="9235" y="0"/>
                </a:lnTo>
                <a:lnTo>
                  <a:pt x="92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781080" y="3019320"/>
            <a:ext cx="4591440" cy="9720"/>
          </a:xfrm>
          <a:custGeom>
            <a:avLst/>
            <a:gdLst/>
            <a:ahLst/>
            <a:rect l="0" t="0" r="r" b="b"/>
            <a:pathLst>
              <a:path w="12754" h="27">
                <a:moveTo>
                  <a:pt x="0" y="0"/>
                </a:moveTo>
                <a:lnTo>
                  <a:pt x="12754" y="0"/>
                </a:lnTo>
                <a:lnTo>
                  <a:pt x="127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456840" y="3362040"/>
            <a:ext cx="3324600" cy="10080"/>
          </a:xfrm>
          <a:custGeom>
            <a:avLst/>
            <a:gdLst/>
            <a:ahLst/>
            <a:rect l="0" t="0" r="r" b="b"/>
            <a:pathLst>
              <a:path w="9235" h="28">
                <a:moveTo>
                  <a:pt x="0" y="0"/>
                </a:moveTo>
                <a:lnTo>
                  <a:pt x="9235" y="0"/>
                </a:lnTo>
                <a:lnTo>
                  <a:pt x="92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781080" y="3362040"/>
            <a:ext cx="4591440" cy="10080"/>
          </a:xfrm>
          <a:custGeom>
            <a:avLst/>
            <a:gdLst/>
            <a:ahLst/>
            <a:rect l="0" t="0" r="r" b="b"/>
            <a:pathLst>
              <a:path w="12754" h="28">
                <a:moveTo>
                  <a:pt x="0" y="0"/>
                </a:moveTo>
                <a:lnTo>
                  <a:pt x="12754" y="0"/>
                </a:lnTo>
                <a:lnTo>
                  <a:pt x="127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456840" y="3705120"/>
            <a:ext cx="3324600" cy="9720"/>
          </a:xfrm>
          <a:custGeom>
            <a:avLst/>
            <a:gdLst/>
            <a:ahLst/>
            <a:rect l="0" t="0" r="r" b="b"/>
            <a:pathLst>
              <a:path w="9235" h="27">
                <a:moveTo>
                  <a:pt x="0" y="0"/>
                </a:moveTo>
                <a:lnTo>
                  <a:pt x="9235" y="0"/>
                </a:lnTo>
                <a:lnTo>
                  <a:pt x="92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781080" y="3705120"/>
            <a:ext cx="4591440" cy="9720"/>
          </a:xfrm>
          <a:custGeom>
            <a:avLst/>
            <a:gdLst/>
            <a:ahLst/>
            <a:rect l="0" t="0" r="r" b="b"/>
            <a:pathLst>
              <a:path w="12754" h="27">
                <a:moveTo>
                  <a:pt x="0" y="0"/>
                </a:moveTo>
                <a:lnTo>
                  <a:pt x="12754" y="0"/>
                </a:lnTo>
                <a:lnTo>
                  <a:pt x="127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457200" y="1684800"/>
            <a:ext cx="814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overleefde.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563760" y="2250720"/>
            <a:ext cx="1163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TREND VRAAGT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3888000" y="2250720"/>
            <a:ext cx="1800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OKX DAARVOOR MAAKT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563760" y="2568240"/>
            <a:ext cx="2925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Afspraken tussen partijen, niet binnen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563760" y="2768400"/>
            <a:ext cx="767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organisatie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3888000" y="2568240"/>
            <a:ext cx="4592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Koppelingen tussen referentiecomponenten, met een eigenaar per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3888000" y="2768400"/>
            <a:ext cx="593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gegeven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563760" y="3111120"/>
            <a:ext cx="2865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Bronnen van betere kwaliteit, herleidbaar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3888000" y="3111120"/>
            <a:ext cx="4098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begrippenkader waarin vastligt wat een leeruitkomst is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563760" y="3454200"/>
            <a:ext cx="2945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Vindbaar en interpreteerbaar zonder mens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456840" y="3838320"/>
            <a:ext cx="7744320" cy="1000440"/>
          </a:xfrm>
          <a:custGeom>
            <a:avLst/>
            <a:gdLst/>
            <a:ahLst/>
            <a:rect l="0" t="0" r="r" b="b"/>
            <a:pathLst>
              <a:path w="21512" h="2779">
                <a:moveTo>
                  <a:pt x="0" y="0"/>
                </a:moveTo>
                <a:lnTo>
                  <a:pt x="21512" y="0"/>
                </a:lnTo>
                <a:lnTo>
                  <a:pt x="21512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456840" y="38383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456840" y="4829040"/>
            <a:ext cx="7744320" cy="9720"/>
          </a:xfrm>
          <a:custGeom>
            <a:avLst/>
            <a:gdLst/>
            <a:ahLst/>
            <a:rect l="0" t="0" r="r" b="b"/>
            <a:pathLst>
              <a:path w="21512" h="27">
                <a:moveTo>
                  <a:pt x="0" y="0"/>
                </a:moveTo>
                <a:lnTo>
                  <a:pt x="21512" y="0"/>
                </a:lnTo>
                <a:lnTo>
                  <a:pt x="215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8191440" y="3838320"/>
            <a:ext cx="9720" cy="1000440"/>
          </a:xfrm>
          <a:custGeom>
            <a:avLst/>
            <a:gdLst/>
            <a:ahLst/>
            <a:rect l="0" t="0" r="r" b="b"/>
            <a:pathLst>
              <a:path w="27" h="2779">
                <a:moveTo>
                  <a:pt x="0" y="106"/>
                </a:moveTo>
                <a:lnTo>
                  <a:pt x="0" y="2779"/>
                </a:lnTo>
                <a:lnTo>
                  <a:pt x="27" y="2779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456840" y="3838320"/>
            <a:ext cx="10080" cy="1000440"/>
          </a:xfrm>
          <a:custGeom>
            <a:avLst/>
            <a:gdLst/>
            <a:ahLst/>
            <a:rect l="0" t="0" r="r" b="b"/>
            <a:pathLst>
              <a:path w="28" h="2779">
                <a:moveTo>
                  <a:pt x="0" y="0"/>
                </a:moveTo>
                <a:lnTo>
                  <a:pt x="0" y="2779"/>
                </a:lnTo>
                <a:lnTo>
                  <a:pt x="28" y="277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3888000" y="3454200"/>
            <a:ext cx="3676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24 datamodelschema’s, meegeleverd bij elke release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634320" y="4047120"/>
            <a:ext cx="8210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instelling met losse systemen en onduidelijke begrippen heeft niets aan een AI-laag: die kan alleen bevragen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634320" y="4256640"/>
            <a:ext cx="8288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wat ontsloten en gedeﬁnieerd is. Meer interconnectie levert sterkere bronnen op, en sterkere bronnen zijn waar 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634320" y="4475880"/>
            <a:ext cx="9486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op aanhaakt.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33" name=""/>
          <p:cNvSpPr/>
          <p:nvPr/>
        </p:nvSpPr>
        <p:spPr>
          <a:xfrm>
            <a:off x="456840" y="1562040"/>
            <a:ext cx="2753280" cy="304920"/>
          </a:xfrm>
          <a:custGeom>
            <a:avLst/>
            <a:gdLst/>
            <a:ahLst/>
            <a:rect l="0" t="0" r="r" b="b"/>
            <a:pathLst>
              <a:path w="7648" h="847">
                <a:moveTo>
                  <a:pt x="0" y="0"/>
                </a:moveTo>
                <a:lnTo>
                  <a:pt x="7648" y="0"/>
                </a:lnTo>
                <a:lnTo>
                  <a:pt x="7648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3209760" y="1562040"/>
            <a:ext cx="5334480" cy="304920"/>
          </a:xfrm>
          <a:custGeom>
            <a:avLst/>
            <a:gdLst/>
            <a:ahLst/>
            <a:rect l="0" t="0" r="r" b="b"/>
            <a:pathLst>
              <a:path w="14818" h="847">
                <a:moveTo>
                  <a:pt x="0" y="0"/>
                </a:moveTo>
                <a:lnTo>
                  <a:pt x="14818" y="0"/>
                </a:lnTo>
                <a:lnTo>
                  <a:pt x="14818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456840" y="1857240"/>
            <a:ext cx="2753280" cy="19440"/>
          </a:xfrm>
          <a:custGeom>
            <a:avLst/>
            <a:gdLst/>
            <a:ahLst/>
            <a:rect l="0" t="0" r="r" b="b"/>
            <a:pathLst>
              <a:path w="7648" h="54">
                <a:moveTo>
                  <a:pt x="0" y="0"/>
                </a:moveTo>
                <a:lnTo>
                  <a:pt x="7648" y="0"/>
                </a:lnTo>
                <a:lnTo>
                  <a:pt x="764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3209760" y="1857240"/>
            <a:ext cx="5334480" cy="19440"/>
          </a:xfrm>
          <a:custGeom>
            <a:avLst/>
            <a:gdLst/>
            <a:ahLst/>
            <a:rect l="0" t="0" r="r" b="b"/>
            <a:pathLst>
              <a:path w="14818" h="54">
                <a:moveTo>
                  <a:pt x="0" y="0"/>
                </a:moveTo>
                <a:lnTo>
                  <a:pt x="14818" y="0"/>
                </a:lnTo>
                <a:lnTo>
                  <a:pt x="1481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456840" y="2390760"/>
            <a:ext cx="2753280" cy="9720"/>
          </a:xfrm>
          <a:custGeom>
            <a:avLst/>
            <a:gdLst/>
            <a:ahLst/>
            <a:rect l="0" t="0" r="r" b="b"/>
            <a:pathLst>
              <a:path w="7648" h="27">
                <a:moveTo>
                  <a:pt x="0" y="0"/>
                </a:moveTo>
                <a:lnTo>
                  <a:pt x="7648" y="0"/>
                </a:lnTo>
                <a:lnTo>
                  <a:pt x="76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3209760" y="2390760"/>
            <a:ext cx="5334480" cy="9720"/>
          </a:xfrm>
          <a:custGeom>
            <a:avLst/>
            <a:gdLst/>
            <a:ahLst/>
            <a:rect l="0" t="0" r="r" b="b"/>
            <a:pathLst>
              <a:path w="14818" h="27">
                <a:moveTo>
                  <a:pt x="0" y="0"/>
                </a:moveTo>
                <a:lnTo>
                  <a:pt x="14818" y="0"/>
                </a:lnTo>
                <a:lnTo>
                  <a:pt x="148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456840" y="2914560"/>
            <a:ext cx="2753280" cy="9720"/>
          </a:xfrm>
          <a:custGeom>
            <a:avLst/>
            <a:gdLst/>
            <a:ahLst/>
            <a:rect l="0" t="0" r="r" b="b"/>
            <a:pathLst>
              <a:path w="7648" h="27">
                <a:moveTo>
                  <a:pt x="0" y="0"/>
                </a:moveTo>
                <a:lnTo>
                  <a:pt x="7648" y="0"/>
                </a:lnTo>
                <a:lnTo>
                  <a:pt x="76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3209760" y="2914560"/>
            <a:ext cx="5334480" cy="9720"/>
          </a:xfrm>
          <a:custGeom>
            <a:avLst/>
            <a:gdLst/>
            <a:ahLst/>
            <a:rect l="0" t="0" r="r" b="b"/>
            <a:pathLst>
              <a:path w="14818" h="27">
                <a:moveTo>
                  <a:pt x="0" y="0"/>
                </a:moveTo>
                <a:lnTo>
                  <a:pt x="14818" y="0"/>
                </a:lnTo>
                <a:lnTo>
                  <a:pt x="148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456840" y="3447720"/>
            <a:ext cx="2753280" cy="10080"/>
          </a:xfrm>
          <a:custGeom>
            <a:avLst/>
            <a:gdLst/>
            <a:ahLst/>
            <a:rect l="0" t="0" r="r" b="b"/>
            <a:pathLst>
              <a:path w="7648" h="28">
                <a:moveTo>
                  <a:pt x="0" y="0"/>
                </a:moveTo>
                <a:lnTo>
                  <a:pt x="7648" y="0"/>
                </a:lnTo>
                <a:lnTo>
                  <a:pt x="76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209760" y="3447720"/>
            <a:ext cx="5334480" cy="10080"/>
          </a:xfrm>
          <a:custGeom>
            <a:avLst/>
            <a:gdLst/>
            <a:ahLst/>
            <a:rect l="0" t="0" r="r" b="b"/>
            <a:pathLst>
              <a:path w="14818" h="28">
                <a:moveTo>
                  <a:pt x="0" y="0"/>
                </a:moveTo>
                <a:lnTo>
                  <a:pt x="14818" y="0"/>
                </a:lnTo>
                <a:lnTo>
                  <a:pt x="1481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456840" y="3971880"/>
            <a:ext cx="2753280" cy="9720"/>
          </a:xfrm>
          <a:custGeom>
            <a:avLst/>
            <a:gdLst/>
            <a:ahLst/>
            <a:rect l="0" t="0" r="r" b="b"/>
            <a:pathLst>
              <a:path w="7648" h="27">
                <a:moveTo>
                  <a:pt x="0" y="0"/>
                </a:moveTo>
                <a:lnTo>
                  <a:pt x="7648" y="0"/>
                </a:lnTo>
                <a:lnTo>
                  <a:pt x="76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3209760" y="3971880"/>
            <a:ext cx="5334480" cy="9720"/>
          </a:xfrm>
          <a:custGeom>
            <a:avLst/>
            <a:gdLst/>
            <a:ahLst/>
            <a:rect l="0" t="0" r="r" b="b"/>
            <a:pathLst>
              <a:path w="14818" h="27">
                <a:moveTo>
                  <a:pt x="0" y="0"/>
                </a:moveTo>
                <a:lnTo>
                  <a:pt x="14818" y="0"/>
                </a:lnTo>
                <a:lnTo>
                  <a:pt x="148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439920" y="948600"/>
            <a:ext cx="22896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Vier kansen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563760" y="1641240"/>
            <a:ext cx="342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KANS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3318120" y="1641240"/>
            <a:ext cx="1675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DIE VANDAAN KOMT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563760" y="1961640"/>
            <a:ext cx="2748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sector als eerste met een 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563760" y="2152080"/>
            <a:ext cx="1934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die een agent kan gebruiken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 txBox="1"/>
          <p:nvPr/>
        </p:nvSpPr>
        <p:spPr>
          <a:xfrm>
            <a:off x="3318120" y="1961640"/>
            <a:ext cx="57614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payloads zijn al machineleesbaar. Wie ook de interactie zo uitgeeft, levert iets dat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3318120" y="2152080"/>
            <a:ext cx="1559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elders nog niet bestaat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563760" y="2485440"/>
            <a:ext cx="2097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Ons eigen tempo als voorbeeld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3318120" y="2485440"/>
            <a:ext cx="5688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Twee releases in twee weken, mediaan 9 dagen per issue, met AI in de keten. Dat is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3318120" y="2675880"/>
            <a:ext cx="39218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werkwijze die andere standaardisatietrajecten missen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563760" y="3009240"/>
            <a:ext cx="2576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verschuiving werkt in ons voordeel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3318120" y="3009240"/>
            <a:ext cx="5703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Bouwen wordt goedkoop, het eens worden over betekenis niet. Precies dat laatste is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3318120" y="3199680"/>
            <a:ext cx="1031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OKx maakt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563760" y="3533040"/>
            <a:ext cx="1878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Laat zijn heeft een voordeel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3318120" y="3533040"/>
            <a:ext cx="54720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Andere sectoren zijn ons voor. Hun keuzes zijn over te nemen in plaats van uit te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3318120" y="3733200"/>
            <a:ext cx="455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vinden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457200" y="4130280"/>
            <a:ext cx="7157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eerste twee zijn een positie die we kunnen innemen. De laatste twee zijn meewind die er sowieso is.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70" name=""/>
          <p:cNvSpPr/>
          <p:nvPr/>
        </p:nvSpPr>
        <p:spPr>
          <a:xfrm>
            <a:off x="456840" y="1390320"/>
            <a:ext cx="1705680" cy="305280"/>
          </a:xfrm>
          <a:custGeom>
            <a:avLst/>
            <a:gdLst/>
            <a:ahLst/>
            <a:rect l="0" t="0" r="r" b="b"/>
            <a:pathLst>
              <a:path w="4738" h="848">
                <a:moveTo>
                  <a:pt x="0" y="0"/>
                </a:moveTo>
                <a:lnTo>
                  <a:pt x="4738" y="0"/>
                </a:lnTo>
                <a:lnTo>
                  <a:pt x="473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2162160" y="1390320"/>
            <a:ext cx="3972240" cy="305280"/>
          </a:xfrm>
          <a:custGeom>
            <a:avLst/>
            <a:gdLst/>
            <a:ahLst/>
            <a:rect l="0" t="0" r="r" b="b"/>
            <a:pathLst>
              <a:path w="11034" h="848">
                <a:moveTo>
                  <a:pt x="0" y="0"/>
                </a:moveTo>
                <a:lnTo>
                  <a:pt x="11034" y="0"/>
                </a:lnTo>
                <a:lnTo>
                  <a:pt x="1103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6134040" y="1390320"/>
            <a:ext cx="2410200" cy="305280"/>
          </a:xfrm>
          <a:custGeom>
            <a:avLst/>
            <a:gdLst/>
            <a:ahLst/>
            <a:rect l="0" t="0" r="r" b="b"/>
            <a:pathLst>
              <a:path w="6695" h="848">
                <a:moveTo>
                  <a:pt x="0" y="0"/>
                </a:moveTo>
                <a:lnTo>
                  <a:pt x="6695" y="0"/>
                </a:lnTo>
                <a:lnTo>
                  <a:pt x="6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456840" y="1685880"/>
            <a:ext cx="1705680" cy="19440"/>
          </a:xfrm>
          <a:custGeom>
            <a:avLst/>
            <a:gdLst/>
            <a:ahLst/>
            <a:rect l="0" t="0" r="r" b="b"/>
            <a:pathLst>
              <a:path w="4738" h="54">
                <a:moveTo>
                  <a:pt x="0" y="0"/>
                </a:moveTo>
                <a:lnTo>
                  <a:pt x="4738" y="0"/>
                </a:lnTo>
                <a:lnTo>
                  <a:pt x="473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2162160" y="1685880"/>
            <a:ext cx="3972240" cy="19440"/>
          </a:xfrm>
          <a:custGeom>
            <a:avLst/>
            <a:gdLst/>
            <a:ahLst/>
            <a:rect l="0" t="0" r="r" b="b"/>
            <a:pathLst>
              <a:path w="11034" h="54">
                <a:moveTo>
                  <a:pt x="0" y="0"/>
                </a:moveTo>
                <a:lnTo>
                  <a:pt x="11034" y="0"/>
                </a:lnTo>
                <a:lnTo>
                  <a:pt x="1103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6134040" y="1685880"/>
            <a:ext cx="2410200" cy="19440"/>
          </a:xfrm>
          <a:custGeom>
            <a:avLst/>
            <a:gdLst/>
            <a:ahLst/>
            <a:rect l="0" t="0" r="r" b="b"/>
            <a:pathLst>
              <a:path w="6695" h="54">
                <a:moveTo>
                  <a:pt x="0" y="0"/>
                </a:moveTo>
                <a:lnTo>
                  <a:pt x="6695" y="0"/>
                </a:lnTo>
                <a:lnTo>
                  <a:pt x="6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456840" y="2400120"/>
            <a:ext cx="1705680" cy="9720"/>
          </a:xfrm>
          <a:custGeom>
            <a:avLst/>
            <a:gdLst/>
            <a:ahLst/>
            <a:rect l="0" t="0" r="r" b="b"/>
            <a:pathLst>
              <a:path w="4738" h="27">
                <a:moveTo>
                  <a:pt x="0" y="0"/>
                </a:moveTo>
                <a:lnTo>
                  <a:pt x="4738" y="0"/>
                </a:lnTo>
                <a:lnTo>
                  <a:pt x="47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2162160" y="240012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6134040" y="240012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456840" y="2914560"/>
            <a:ext cx="1705680" cy="9720"/>
          </a:xfrm>
          <a:custGeom>
            <a:avLst/>
            <a:gdLst/>
            <a:ahLst/>
            <a:rect l="0" t="0" r="r" b="b"/>
            <a:pathLst>
              <a:path w="4738" h="27">
                <a:moveTo>
                  <a:pt x="0" y="0"/>
                </a:moveTo>
                <a:lnTo>
                  <a:pt x="4738" y="0"/>
                </a:lnTo>
                <a:lnTo>
                  <a:pt x="47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2162160" y="291456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6134040" y="291456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456840" y="3628800"/>
            <a:ext cx="1705680" cy="10080"/>
          </a:xfrm>
          <a:custGeom>
            <a:avLst/>
            <a:gdLst/>
            <a:ahLst/>
            <a:rect l="0" t="0" r="r" b="b"/>
            <a:pathLst>
              <a:path w="4738" h="28">
                <a:moveTo>
                  <a:pt x="0" y="0"/>
                </a:moveTo>
                <a:lnTo>
                  <a:pt x="4738" y="0"/>
                </a:lnTo>
                <a:lnTo>
                  <a:pt x="47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2162160" y="3628800"/>
            <a:ext cx="3972240" cy="10080"/>
          </a:xfrm>
          <a:custGeom>
            <a:avLst/>
            <a:gdLst/>
            <a:ahLst/>
            <a:rect l="0" t="0" r="r" b="b"/>
            <a:pathLst>
              <a:path w="11034" h="28">
                <a:moveTo>
                  <a:pt x="0" y="0"/>
                </a:moveTo>
                <a:lnTo>
                  <a:pt x="11034" y="0"/>
                </a:lnTo>
                <a:lnTo>
                  <a:pt x="110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6134040" y="36288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456840" y="4143240"/>
            <a:ext cx="1705680" cy="9720"/>
          </a:xfrm>
          <a:custGeom>
            <a:avLst/>
            <a:gdLst/>
            <a:ahLst/>
            <a:rect l="0" t="0" r="r" b="b"/>
            <a:pathLst>
              <a:path w="4738" h="27">
                <a:moveTo>
                  <a:pt x="0" y="0"/>
                </a:moveTo>
                <a:lnTo>
                  <a:pt x="4738" y="0"/>
                </a:lnTo>
                <a:lnTo>
                  <a:pt x="47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2162160" y="414324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6134040" y="41432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439920" y="777240"/>
            <a:ext cx="2285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Vier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563760" y="1469880"/>
            <a:ext cx="41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RISICO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2266920" y="1469880"/>
            <a:ext cx="1177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 VAN ZAKEN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6242760" y="1469880"/>
            <a:ext cx="2061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ER GEBEURT ALS HET BLIJFT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563760" y="1783440"/>
            <a:ext cx="1319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Doorlooptijd tot een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563760" y="1973880"/>
            <a:ext cx="1242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gedragen afspraak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2266920" y="1783440"/>
            <a:ext cx="4208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Binnen het project gaat het snel. De tijd tot een afspraak die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2266920" y="1973880"/>
            <a:ext cx="4149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sector draagt is niet gemeten; de eerste toets is de review van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2266920" y="2164320"/>
            <a:ext cx="4122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v0.1.0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6242760" y="1783440"/>
            <a:ext cx="2384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uitkomst van die review overvalt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6242760" y="1973880"/>
            <a:ext cx="234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ons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563760" y="2497680"/>
            <a:ext cx="924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Interactie niet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563760" y="2688120"/>
            <a:ext cx="1131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machineleesbaar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2266920" y="2497680"/>
            <a:ext cx="3748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24 datamodelschema’s wel, de interactiepatronen 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2266920" y="2688120"/>
            <a:ext cx="9486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endpoints niet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6242760" y="2497680"/>
            <a:ext cx="2361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Kans 1 gaat naar een andere sector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563760" y="3012120"/>
            <a:ext cx="1643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Binding naar OEAPI open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2266920" y="3012120"/>
            <a:ext cx="3589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Payloads zijn Nederlandstalig en wijken bewust af; het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2266920" y="3202560"/>
            <a:ext cx="2503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aﬂeveringsmechanisme is niet belegd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6242760" y="3012120"/>
            <a:ext cx="2039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Twee partijen die beide aan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6242760" y="3202560"/>
            <a:ext cx="2361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speciﬁcatie voldoen, kunnen alsnog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6242760" y="3393000"/>
            <a:ext cx="901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niet koppelen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563760" y="3717000"/>
            <a:ext cx="1430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Beheerpartij na Npuls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2266920" y="3717000"/>
            <a:ext cx="4016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route ligt vast via AMIGO richting Edustandaard. De partij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2266920" y="3907440"/>
            <a:ext cx="253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niet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6242760" y="3717000"/>
            <a:ext cx="2329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Alles in dit deck verloopt op de dag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6242760" y="3907440"/>
            <a:ext cx="1666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dat het programma stopt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457200" y="4302000"/>
            <a:ext cx="7751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Drie van de vier staan los van AI en waren al bekend. Alleen het tweede wordt door de AI-ontwikkeling urgenter.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2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24" name=""/>
          <p:cNvSpPr/>
          <p:nvPr/>
        </p:nvSpPr>
        <p:spPr>
          <a:xfrm>
            <a:off x="456840" y="1457280"/>
            <a:ext cx="38520" cy="2057760"/>
          </a:xfrm>
          <a:custGeom>
            <a:avLst/>
            <a:gdLst/>
            <a:ahLst/>
            <a:rect l="0" t="0" r="r" b="b"/>
            <a:pathLst>
              <a:path w="107" h="5716">
                <a:moveTo>
                  <a:pt x="0" y="0"/>
                </a:moveTo>
                <a:lnTo>
                  <a:pt x="107" y="0"/>
                </a:lnTo>
                <a:lnTo>
                  <a:pt x="107" y="5716"/>
                </a:lnTo>
                <a:lnTo>
                  <a:pt x="0" y="5716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439920" y="834480"/>
            <a:ext cx="94341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instellingen en leveranciers hiervan merken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632520" y="1653840"/>
            <a:ext cx="916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b4f6c"/>
                </a:solidFill>
                <a:latin typeface="Arial"/>
                <a:ea typeface="Arial"/>
              </a:rPr>
              <a:t>Instellingen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632520" y="2034720"/>
            <a:ext cx="4001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student kan alleen over systemen heen kiezen als die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632520" y="2263320"/>
            <a:ext cx="4071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 het eens zijn over wat een leeruitkomst is. Dat is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632520" y="2491920"/>
            <a:ext cx="3850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OKx vastlegt. Wordt de interactie machineleesbaar,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632520" y="2720520"/>
            <a:ext cx="3341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dan kan een instelling straks controleren of haar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632520" y="2949120"/>
            <a:ext cx="4142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leveranciers zich eraan houden, in plaats van het te moeten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4524120" y="1457280"/>
            <a:ext cx="38520" cy="2057760"/>
          </a:xfrm>
          <a:custGeom>
            <a:avLst/>
            <a:gdLst/>
            <a:ahLst/>
            <a:rect l="0" t="0" r="r" b="b"/>
            <a:pathLst>
              <a:path w="107" h="5716">
                <a:moveTo>
                  <a:pt x="0" y="0"/>
                </a:moveTo>
                <a:lnTo>
                  <a:pt x="107" y="0"/>
                </a:lnTo>
                <a:lnTo>
                  <a:pt x="107" y="5716"/>
                </a:lnTo>
                <a:lnTo>
                  <a:pt x="0" y="5716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632520" y="3177720"/>
            <a:ext cx="588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geloven.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4704120" y="1653840"/>
            <a:ext cx="991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a8481f"/>
                </a:solidFill>
                <a:latin typeface="Arial"/>
                <a:ea typeface="Arial"/>
              </a:rPr>
              <a:t>Leveranciers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4704120" y="2034720"/>
            <a:ext cx="27590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Zij bouwen tegen het koppelvlak van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4704120" y="2263320"/>
            <a:ext cx="4130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onderwijscatalogus, met drie koppelingen: naar planning 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4704120" y="2491920"/>
            <a:ext cx="4060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roostering, naar het studentinformatiesysteem en naar het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4704120" y="2720520"/>
            <a:ext cx="3861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leermanagementsysteem. Zolang de interactie alleen in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456840" y="3657240"/>
            <a:ext cx="7915680" cy="762480"/>
          </a:xfrm>
          <a:custGeom>
            <a:avLst/>
            <a:gdLst/>
            <a:ahLst/>
            <a:rect l="0" t="0" r="r" b="b"/>
            <a:pathLst>
              <a:path w="21988" h="2118">
                <a:moveTo>
                  <a:pt x="0" y="0"/>
                </a:moveTo>
                <a:lnTo>
                  <a:pt x="21988" y="0"/>
                </a:lnTo>
                <a:lnTo>
                  <a:pt x="21988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456840" y="365724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456840" y="441000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8362800" y="365724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106"/>
                </a:moveTo>
                <a:lnTo>
                  <a:pt x="0" y="2118"/>
                </a:lnTo>
                <a:lnTo>
                  <a:pt x="27" y="21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456840" y="365724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0"/>
                </a:moveTo>
                <a:lnTo>
                  <a:pt x="0" y="2118"/>
                </a:lnTo>
                <a:lnTo>
                  <a:pt x="28" y="21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4704120" y="2949120"/>
            <a:ext cx="3450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tekst staat, kunnen zij niet automatisch valideren.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634320" y="3873240"/>
            <a:ext cx="81860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d4a017"/>
                </a:solidFill>
                <a:latin typeface="Arial"/>
                <a:ea typeface="Arial"/>
              </a:rPr>
              <a:t>Wat hier niet ter discussie staat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: het detailniveau dat leveranciers toegezegd hebben gekregen voor v0.1.0. Wordt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634320" y="4073400"/>
            <a:ext cx="6916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daaraan getornd, dan is dat een apart gesprek met elke leverancier, gevoerd door de projectleiding.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55" name=""/>
          <p:cNvSpPr txBox="1"/>
          <p:nvPr/>
        </p:nvSpPr>
        <p:spPr>
          <a:xfrm>
            <a:off x="439920" y="615240"/>
            <a:ext cx="4318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zetten we op in?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456840" y="1866600"/>
            <a:ext cx="1315080" cy="305280"/>
          </a:xfrm>
          <a:custGeom>
            <a:avLst/>
            <a:gdLst/>
            <a:ahLst/>
            <a:rect l="0" t="0" r="r" b="b"/>
            <a:pathLst>
              <a:path w="3653" h="848">
                <a:moveTo>
                  <a:pt x="0" y="0"/>
                </a:moveTo>
                <a:lnTo>
                  <a:pt x="3653" y="0"/>
                </a:lnTo>
                <a:lnTo>
                  <a:pt x="365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1771560" y="1866600"/>
            <a:ext cx="3029040" cy="305280"/>
          </a:xfrm>
          <a:custGeom>
            <a:avLst/>
            <a:gdLst/>
            <a:ahLst/>
            <a:rect l="0" t="0" r="r" b="b"/>
            <a:pathLst>
              <a:path w="8414" h="848">
                <a:moveTo>
                  <a:pt x="0" y="0"/>
                </a:moveTo>
                <a:lnTo>
                  <a:pt x="8414" y="0"/>
                </a:lnTo>
                <a:lnTo>
                  <a:pt x="841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4800240" y="1866600"/>
            <a:ext cx="3744000" cy="305280"/>
          </a:xfrm>
          <a:custGeom>
            <a:avLst/>
            <a:gdLst/>
            <a:ahLst/>
            <a:rect l="0" t="0" r="r" b="b"/>
            <a:pathLst>
              <a:path w="10400" h="848">
                <a:moveTo>
                  <a:pt x="0" y="0"/>
                </a:moveTo>
                <a:lnTo>
                  <a:pt x="10400" y="0"/>
                </a:lnTo>
                <a:lnTo>
                  <a:pt x="10400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456840" y="2162160"/>
            <a:ext cx="1315080" cy="19080"/>
          </a:xfrm>
          <a:custGeom>
            <a:avLst/>
            <a:gdLst/>
            <a:ahLst/>
            <a:rect l="0" t="0" r="r" b="b"/>
            <a:pathLst>
              <a:path w="3653" h="53">
                <a:moveTo>
                  <a:pt x="0" y="0"/>
                </a:moveTo>
                <a:lnTo>
                  <a:pt x="3653" y="0"/>
                </a:lnTo>
                <a:lnTo>
                  <a:pt x="3653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1771560" y="2162160"/>
            <a:ext cx="3029040" cy="19080"/>
          </a:xfrm>
          <a:custGeom>
            <a:avLst/>
            <a:gdLst/>
            <a:ahLst/>
            <a:rect l="0" t="0" r="r" b="b"/>
            <a:pathLst>
              <a:path w="8414" h="53">
                <a:moveTo>
                  <a:pt x="0" y="0"/>
                </a:moveTo>
                <a:lnTo>
                  <a:pt x="8414" y="0"/>
                </a:lnTo>
                <a:lnTo>
                  <a:pt x="8414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4800240" y="2162160"/>
            <a:ext cx="3744000" cy="19080"/>
          </a:xfrm>
          <a:custGeom>
            <a:avLst/>
            <a:gdLst/>
            <a:ahLst/>
            <a:rect l="0" t="0" r="r" b="b"/>
            <a:pathLst>
              <a:path w="10400" h="53">
                <a:moveTo>
                  <a:pt x="0" y="0"/>
                </a:moveTo>
                <a:lnTo>
                  <a:pt x="10400" y="0"/>
                </a:lnTo>
                <a:lnTo>
                  <a:pt x="10400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456840" y="2685960"/>
            <a:ext cx="1315080" cy="9720"/>
          </a:xfrm>
          <a:custGeom>
            <a:avLst/>
            <a:gdLst/>
            <a:ahLst/>
            <a:rect l="0" t="0" r="r" b="b"/>
            <a:pathLst>
              <a:path w="3653" h="27">
                <a:moveTo>
                  <a:pt x="0" y="0"/>
                </a:moveTo>
                <a:lnTo>
                  <a:pt x="3653" y="0"/>
                </a:lnTo>
                <a:lnTo>
                  <a:pt x="3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1771560" y="2685960"/>
            <a:ext cx="3029040" cy="9720"/>
          </a:xfrm>
          <a:custGeom>
            <a:avLst/>
            <a:gdLst/>
            <a:ahLst/>
            <a:rect l="0" t="0" r="r" b="b"/>
            <a:pathLst>
              <a:path w="8414" h="27">
                <a:moveTo>
                  <a:pt x="0" y="0"/>
                </a:moveTo>
                <a:lnTo>
                  <a:pt x="8414" y="0"/>
                </a:lnTo>
                <a:lnTo>
                  <a:pt x="8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4800240" y="2685960"/>
            <a:ext cx="3744000" cy="9720"/>
          </a:xfrm>
          <a:custGeom>
            <a:avLst/>
            <a:gdLst/>
            <a:ahLst/>
            <a:rect l="0" t="0" r="r" b="b"/>
            <a:pathLst>
              <a:path w="10400" h="27">
                <a:moveTo>
                  <a:pt x="0" y="0"/>
                </a:moveTo>
                <a:lnTo>
                  <a:pt x="10400" y="0"/>
                </a:lnTo>
                <a:lnTo>
                  <a:pt x="1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456840" y="3209760"/>
            <a:ext cx="1315080" cy="9720"/>
          </a:xfrm>
          <a:custGeom>
            <a:avLst/>
            <a:gdLst/>
            <a:ahLst/>
            <a:rect l="0" t="0" r="r" b="b"/>
            <a:pathLst>
              <a:path w="3653" h="27">
                <a:moveTo>
                  <a:pt x="0" y="0"/>
                </a:moveTo>
                <a:lnTo>
                  <a:pt x="3653" y="0"/>
                </a:lnTo>
                <a:lnTo>
                  <a:pt x="3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1771560" y="3209760"/>
            <a:ext cx="3029040" cy="9720"/>
          </a:xfrm>
          <a:custGeom>
            <a:avLst/>
            <a:gdLst/>
            <a:ahLst/>
            <a:rect l="0" t="0" r="r" b="b"/>
            <a:pathLst>
              <a:path w="8414" h="27">
                <a:moveTo>
                  <a:pt x="0" y="0"/>
                </a:moveTo>
                <a:lnTo>
                  <a:pt x="8414" y="0"/>
                </a:lnTo>
                <a:lnTo>
                  <a:pt x="8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4800240" y="3209760"/>
            <a:ext cx="3744000" cy="9720"/>
          </a:xfrm>
          <a:custGeom>
            <a:avLst/>
            <a:gdLst/>
            <a:ahLst/>
            <a:rect l="0" t="0" r="r" b="b"/>
            <a:pathLst>
              <a:path w="10400" h="27">
                <a:moveTo>
                  <a:pt x="0" y="0"/>
                </a:moveTo>
                <a:lnTo>
                  <a:pt x="10400" y="0"/>
                </a:lnTo>
                <a:lnTo>
                  <a:pt x="1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456840" y="3724200"/>
            <a:ext cx="1315080" cy="9720"/>
          </a:xfrm>
          <a:custGeom>
            <a:avLst/>
            <a:gdLst/>
            <a:ahLst/>
            <a:rect l="0" t="0" r="r" b="b"/>
            <a:pathLst>
              <a:path w="3653" h="27">
                <a:moveTo>
                  <a:pt x="0" y="0"/>
                </a:moveTo>
                <a:lnTo>
                  <a:pt x="3653" y="0"/>
                </a:lnTo>
                <a:lnTo>
                  <a:pt x="3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1771560" y="3724200"/>
            <a:ext cx="3029040" cy="9720"/>
          </a:xfrm>
          <a:custGeom>
            <a:avLst/>
            <a:gdLst/>
            <a:ahLst/>
            <a:rect l="0" t="0" r="r" b="b"/>
            <a:pathLst>
              <a:path w="8414" h="27">
                <a:moveTo>
                  <a:pt x="0" y="0"/>
                </a:moveTo>
                <a:lnTo>
                  <a:pt x="8414" y="0"/>
                </a:lnTo>
                <a:lnTo>
                  <a:pt x="8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4800240" y="3724200"/>
            <a:ext cx="3744000" cy="9720"/>
          </a:xfrm>
          <a:custGeom>
            <a:avLst/>
            <a:gdLst/>
            <a:ahLst/>
            <a:rect l="0" t="0" r="r" b="b"/>
            <a:pathLst>
              <a:path w="10400" h="27">
                <a:moveTo>
                  <a:pt x="0" y="0"/>
                </a:moveTo>
                <a:lnTo>
                  <a:pt x="10400" y="0"/>
                </a:lnTo>
                <a:lnTo>
                  <a:pt x="1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457200" y="1408680"/>
            <a:ext cx="7953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richtingen waar de kansen en de risico’s samenkomen. Ze kunnen niet alle drie tegelijk voorrang krijgen.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563760" y="1946160"/>
            <a:ext cx="361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INZET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1881720" y="1946160"/>
            <a:ext cx="1235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OPLEVERT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4907520" y="1946160"/>
            <a:ext cx="110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VRAAGT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563760" y="2269080"/>
            <a:ext cx="500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Tempo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1881720" y="2269080"/>
            <a:ext cx="2823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Een gedragen afspraak voordat de praktijk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1881720" y="2459520"/>
            <a:ext cx="1482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verder is. Dekt risico 1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4907520" y="2269080"/>
            <a:ext cx="3164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Een norm op doorlooptijd en sturing erop, bij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4907520" y="2459520"/>
            <a:ext cx="901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projectleiding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563760" y="2783520"/>
            <a:ext cx="1250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Machineleesbaar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1881720" y="2783520"/>
            <a:ext cx="2704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Kans 1 verzilveren en risico 2 wegnemen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4907520" y="2783520"/>
            <a:ext cx="3196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3 tot 4 weken werk, plus onderhoud per release.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4907520" y="2973960"/>
            <a:ext cx="735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Inschatting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563760" y="3297960"/>
            <a:ext cx="581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Borging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1881720" y="3297960"/>
            <a:ext cx="3066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Alles behouden na aﬂoop van het programma.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1881720" y="3488400"/>
            <a:ext cx="823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Dekt risico 4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4907520" y="3297960"/>
            <a:ext cx="3769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Een gesprek met Edustandaard en Npuls, met de langste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456840" y="3857400"/>
            <a:ext cx="7915680" cy="781560"/>
          </a:xfrm>
          <a:custGeom>
            <a:avLst/>
            <a:gdLst/>
            <a:ahLst/>
            <a:rect l="0" t="0" r="r" b="b"/>
            <a:pathLst>
              <a:path w="21988" h="2171">
                <a:moveTo>
                  <a:pt x="0" y="0"/>
                </a:moveTo>
                <a:lnTo>
                  <a:pt x="21988" y="0"/>
                </a:lnTo>
                <a:lnTo>
                  <a:pt x="21988" y="2171"/>
                </a:lnTo>
                <a:lnTo>
                  <a:pt x="0" y="21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456840" y="385740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456840" y="4628880"/>
            <a:ext cx="7915680" cy="10080"/>
          </a:xfrm>
          <a:custGeom>
            <a:avLst/>
            <a:gdLst/>
            <a:ahLst/>
            <a:rect l="0" t="0" r="r" b="b"/>
            <a:pathLst>
              <a:path w="21988" h="28">
                <a:moveTo>
                  <a:pt x="0" y="0"/>
                </a:moveTo>
                <a:lnTo>
                  <a:pt x="21988" y="0"/>
                </a:lnTo>
                <a:lnTo>
                  <a:pt x="219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8362800" y="3857400"/>
            <a:ext cx="9720" cy="781560"/>
          </a:xfrm>
          <a:custGeom>
            <a:avLst/>
            <a:gdLst/>
            <a:ahLst/>
            <a:rect l="0" t="0" r="r" b="b"/>
            <a:pathLst>
              <a:path w="27" h="2171">
                <a:moveTo>
                  <a:pt x="0" y="106"/>
                </a:moveTo>
                <a:lnTo>
                  <a:pt x="0" y="2171"/>
                </a:lnTo>
                <a:lnTo>
                  <a:pt x="27" y="217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456840" y="3857400"/>
            <a:ext cx="10080" cy="781560"/>
          </a:xfrm>
          <a:custGeom>
            <a:avLst/>
            <a:gdLst/>
            <a:ahLst/>
            <a:rect l="0" t="0" r="r" b="b"/>
            <a:pathLst>
              <a:path w="28" h="2171">
                <a:moveTo>
                  <a:pt x="0" y="0"/>
                </a:moveTo>
                <a:lnTo>
                  <a:pt x="0" y="2171"/>
                </a:lnTo>
                <a:lnTo>
                  <a:pt x="28" y="217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4907520" y="3488400"/>
            <a:ext cx="1575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doorlooptijd van de drie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634320" y="4070520"/>
            <a:ext cx="852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Gevraagd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welke van deze drie voorrang krijgt richting v0.1.0, en of borging daar los van alvast in gang gezet wordt.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34320" y="4289400"/>
            <a:ext cx="6369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binding naar OEAPI hoort bij de technische werkgroep en staat hier daarom niet als keuze.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0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