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19.xml.rels" ContentType="application/vnd.openxmlformats-package.relationships+xml"/>
  <Override PartName="/ppt/slides/_rels/slide3.xml.rels" ContentType="application/vnd.openxmlformats-package.relationships+xml"/>
  <Override PartName="/ppt/slides/_rels/slide6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52640" y="2532960"/>
            <a:ext cx="617292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Dertig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609560"/>
            <a:ext cx="7382160" cy="495720"/>
          </a:xfrm>
          <a:custGeom>
            <a:avLst/>
            <a:gdLst/>
            <a:ahLst/>
            <a:rect l="0" t="0" r="r" b="b"/>
            <a:pathLst>
              <a:path w="20506" h="1377">
                <a:moveTo>
                  <a:pt x="0" y="1165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2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3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165"/>
                </a:lnTo>
                <a:cubicBezTo>
                  <a:pt x="20506" y="1179"/>
                  <a:pt x="20505" y="1193"/>
                  <a:pt x="20502" y="1206"/>
                </a:cubicBezTo>
                <a:cubicBezTo>
                  <a:pt x="20499" y="1220"/>
                  <a:pt x="20495" y="1233"/>
                  <a:pt x="20490" y="1246"/>
                </a:cubicBezTo>
                <a:cubicBezTo>
                  <a:pt x="20485" y="1259"/>
                  <a:pt x="20478" y="1271"/>
                  <a:pt x="20470" y="1283"/>
                </a:cubicBezTo>
                <a:cubicBezTo>
                  <a:pt x="20463" y="1294"/>
                  <a:pt x="20454" y="1305"/>
                  <a:pt x="20444" y="1315"/>
                </a:cubicBezTo>
                <a:cubicBezTo>
                  <a:pt x="20434" y="1325"/>
                  <a:pt x="20424" y="1333"/>
                  <a:pt x="20412" y="1341"/>
                </a:cubicBezTo>
                <a:cubicBezTo>
                  <a:pt x="20400" y="1349"/>
                  <a:pt x="20388" y="1355"/>
                  <a:pt x="20375" y="1361"/>
                </a:cubicBezTo>
                <a:cubicBezTo>
                  <a:pt x="20363" y="1366"/>
                  <a:pt x="20349" y="1370"/>
                  <a:pt x="20336" y="1373"/>
                </a:cubicBezTo>
                <a:cubicBezTo>
                  <a:pt x="20322" y="1375"/>
                  <a:pt x="20308" y="1377"/>
                  <a:pt x="20294" y="1377"/>
                </a:cubicBezTo>
                <a:lnTo>
                  <a:pt x="132" y="1377"/>
                </a:lnTo>
                <a:cubicBezTo>
                  <a:pt x="123" y="1377"/>
                  <a:pt x="115" y="1375"/>
                  <a:pt x="106" y="1373"/>
                </a:cubicBezTo>
                <a:cubicBezTo>
                  <a:pt x="98" y="1370"/>
                  <a:pt x="90" y="1366"/>
                  <a:pt x="82" y="1361"/>
                </a:cubicBezTo>
                <a:cubicBezTo>
                  <a:pt x="74" y="1355"/>
                  <a:pt x="66" y="1349"/>
                  <a:pt x="59" y="1341"/>
                </a:cubicBezTo>
                <a:cubicBezTo>
                  <a:pt x="51" y="1333"/>
                  <a:pt x="45" y="1325"/>
                  <a:pt x="39" y="1315"/>
                </a:cubicBezTo>
                <a:cubicBezTo>
                  <a:pt x="32" y="1305"/>
                  <a:pt x="27" y="1294"/>
                  <a:pt x="22" y="1283"/>
                </a:cubicBezTo>
                <a:cubicBezTo>
                  <a:pt x="17" y="1271"/>
                  <a:pt x="13" y="1259"/>
                  <a:pt x="10" y="1246"/>
                </a:cubicBezTo>
                <a:cubicBezTo>
                  <a:pt x="7" y="1233"/>
                  <a:pt x="4" y="1220"/>
                  <a:pt x="2" y="1206"/>
                </a:cubicBezTo>
                <a:cubicBezTo>
                  <a:pt x="1" y="1193"/>
                  <a:pt x="0" y="1179"/>
                  <a:pt x="0" y="1165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609560"/>
            <a:ext cx="7410960" cy="495720"/>
          </a:xfrm>
          <a:custGeom>
            <a:avLst/>
            <a:gdLst/>
            <a:ahLst/>
            <a:rect l="0" t="0" r="r" b="b"/>
            <a:pathLst>
              <a:path w="20586" h="1377">
                <a:moveTo>
                  <a:pt x="0" y="0"/>
                </a:moveTo>
                <a:lnTo>
                  <a:pt x="20586" y="0"/>
                </a:lnTo>
                <a:lnTo>
                  <a:pt x="2058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92952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485640" y="2180880"/>
            <a:ext cx="7382160" cy="495720"/>
          </a:xfrm>
          <a:custGeom>
            <a:avLst/>
            <a:gdLst/>
            <a:ahLst/>
            <a:rect l="0" t="0" r="r" b="b"/>
            <a:pathLst>
              <a:path w="20506" h="1377">
                <a:moveTo>
                  <a:pt x="0" y="1166"/>
                </a:moveTo>
                <a:lnTo>
                  <a:pt x="0" y="213"/>
                </a:lnTo>
                <a:cubicBezTo>
                  <a:pt x="0" y="199"/>
                  <a:pt x="1" y="185"/>
                  <a:pt x="2" y="172"/>
                </a:cubicBezTo>
                <a:cubicBezTo>
                  <a:pt x="4" y="158"/>
                  <a:pt x="7" y="145"/>
                  <a:pt x="10" y="132"/>
                </a:cubicBezTo>
                <a:cubicBezTo>
                  <a:pt x="13" y="118"/>
                  <a:pt x="17" y="106"/>
                  <a:pt x="22" y="95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7"/>
                </a:cubicBezTo>
                <a:cubicBezTo>
                  <a:pt x="90" y="11"/>
                  <a:pt x="98" y="7"/>
                  <a:pt x="106" y="5"/>
                </a:cubicBezTo>
                <a:cubicBezTo>
                  <a:pt x="115" y="2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2"/>
                  <a:pt x="20336" y="5"/>
                </a:cubicBezTo>
                <a:cubicBezTo>
                  <a:pt x="20349" y="7"/>
                  <a:pt x="20363" y="11"/>
                  <a:pt x="20375" y="17"/>
                </a:cubicBezTo>
                <a:cubicBezTo>
                  <a:pt x="20388" y="22"/>
                  <a:pt x="20400" y="28"/>
                  <a:pt x="20412" y="36"/>
                </a:cubicBezTo>
                <a:cubicBezTo>
                  <a:pt x="20424" y="44"/>
                  <a:pt x="20434" y="53"/>
                  <a:pt x="20444" y="62"/>
                </a:cubicBezTo>
                <a:cubicBezTo>
                  <a:pt x="20454" y="72"/>
                  <a:pt x="20463" y="83"/>
                  <a:pt x="20470" y="95"/>
                </a:cubicBezTo>
                <a:cubicBezTo>
                  <a:pt x="20478" y="106"/>
                  <a:pt x="20485" y="118"/>
                  <a:pt x="20490" y="132"/>
                </a:cubicBezTo>
                <a:cubicBezTo>
                  <a:pt x="20495" y="145"/>
                  <a:pt x="20499" y="158"/>
                  <a:pt x="20502" y="172"/>
                </a:cubicBezTo>
                <a:cubicBezTo>
                  <a:pt x="20505" y="185"/>
                  <a:pt x="20506" y="199"/>
                  <a:pt x="20506" y="213"/>
                </a:cubicBezTo>
                <a:lnTo>
                  <a:pt x="20506" y="1166"/>
                </a:lnTo>
                <a:cubicBezTo>
                  <a:pt x="20506" y="1180"/>
                  <a:pt x="20505" y="1193"/>
                  <a:pt x="20502" y="1207"/>
                </a:cubicBezTo>
                <a:cubicBezTo>
                  <a:pt x="20499" y="1221"/>
                  <a:pt x="20495" y="1234"/>
                  <a:pt x="20490" y="1247"/>
                </a:cubicBezTo>
                <a:cubicBezTo>
                  <a:pt x="20485" y="1259"/>
                  <a:pt x="20478" y="1272"/>
                  <a:pt x="20470" y="1283"/>
                </a:cubicBezTo>
                <a:cubicBezTo>
                  <a:pt x="20463" y="1295"/>
                  <a:pt x="20454" y="1305"/>
                  <a:pt x="20444" y="1315"/>
                </a:cubicBezTo>
                <a:cubicBezTo>
                  <a:pt x="20434" y="1325"/>
                  <a:pt x="20424" y="1334"/>
                  <a:pt x="20412" y="1342"/>
                </a:cubicBezTo>
                <a:cubicBezTo>
                  <a:pt x="20400" y="1349"/>
                  <a:pt x="20388" y="1356"/>
                  <a:pt x="20375" y="1361"/>
                </a:cubicBezTo>
                <a:cubicBezTo>
                  <a:pt x="20363" y="1366"/>
                  <a:pt x="20349" y="1371"/>
                  <a:pt x="20336" y="1373"/>
                </a:cubicBezTo>
                <a:cubicBezTo>
                  <a:pt x="20322" y="1376"/>
                  <a:pt x="20308" y="1377"/>
                  <a:pt x="20294" y="1377"/>
                </a:cubicBezTo>
                <a:lnTo>
                  <a:pt x="132" y="1377"/>
                </a:lnTo>
                <a:cubicBezTo>
                  <a:pt x="123" y="1377"/>
                  <a:pt x="115" y="1376"/>
                  <a:pt x="106" y="1373"/>
                </a:cubicBezTo>
                <a:cubicBezTo>
                  <a:pt x="98" y="1371"/>
                  <a:pt x="90" y="1366"/>
                  <a:pt x="82" y="1361"/>
                </a:cubicBezTo>
                <a:cubicBezTo>
                  <a:pt x="74" y="1356"/>
                  <a:pt x="66" y="1349"/>
                  <a:pt x="59" y="1342"/>
                </a:cubicBezTo>
                <a:cubicBezTo>
                  <a:pt x="51" y="1334"/>
                  <a:pt x="45" y="1325"/>
                  <a:pt x="39" y="1315"/>
                </a:cubicBezTo>
                <a:cubicBezTo>
                  <a:pt x="32" y="1305"/>
                  <a:pt x="27" y="1295"/>
                  <a:pt x="22" y="1283"/>
                </a:cubicBezTo>
                <a:cubicBezTo>
                  <a:pt x="17" y="1272"/>
                  <a:pt x="13" y="1259"/>
                  <a:pt x="10" y="1247"/>
                </a:cubicBezTo>
                <a:cubicBezTo>
                  <a:pt x="7" y="1234"/>
                  <a:pt x="4" y="1221"/>
                  <a:pt x="2" y="1207"/>
                </a:cubicBezTo>
                <a:cubicBezTo>
                  <a:pt x="1" y="1193"/>
                  <a:pt x="0" y="1180"/>
                  <a:pt x="0" y="1166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56840" y="2180880"/>
            <a:ext cx="7410960" cy="495720"/>
          </a:xfrm>
          <a:custGeom>
            <a:avLst/>
            <a:gdLst/>
            <a:ahLst/>
            <a:rect l="0" t="0" r="r" b="b"/>
            <a:pathLst>
              <a:path w="20586" h="1377">
                <a:moveTo>
                  <a:pt x="0" y="0"/>
                </a:moveTo>
                <a:lnTo>
                  <a:pt x="20586" y="0"/>
                </a:lnTo>
                <a:lnTo>
                  <a:pt x="2058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696960" y="1766160"/>
            <a:ext cx="53575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Ja, wij leggen spoor, terwijl de markt aan zelfrijdende auto's werkt.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485640" y="2752560"/>
            <a:ext cx="7382160" cy="505080"/>
          </a:xfrm>
          <a:custGeom>
            <a:avLst/>
            <a:gdLst/>
            <a:ahLst/>
            <a:rect l="0" t="0" r="r" b="b"/>
            <a:pathLst>
              <a:path w="20506" h="1403">
                <a:moveTo>
                  <a:pt x="0" y="1192"/>
                </a:moveTo>
                <a:lnTo>
                  <a:pt x="0" y="213"/>
                </a:lnTo>
                <a:cubicBezTo>
                  <a:pt x="0" y="199"/>
                  <a:pt x="1" y="185"/>
                  <a:pt x="2" y="171"/>
                </a:cubicBezTo>
                <a:cubicBezTo>
                  <a:pt x="4" y="158"/>
                  <a:pt x="7" y="144"/>
                  <a:pt x="10" y="132"/>
                </a:cubicBezTo>
                <a:cubicBezTo>
                  <a:pt x="13" y="119"/>
                  <a:pt x="17" y="107"/>
                  <a:pt x="22" y="95"/>
                </a:cubicBezTo>
                <a:cubicBezTo>
                  <a:pt x="27" y="83"/>
                  <a:pt x="32" y="73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3"/>
                  <a:pt x="20463" y="83"/>
                  <a:pt x="20470" y="95"/>
                </a:cubicBezTo>
                <a:cubicBezTo>
                  <a:pt x="20478" y="107"/>
                  <a:pt x="20485" y="119"/>
                  <a:pt x="20490" y="132"/>
                </a:cubicBezTo>
                <a:cubicBezTo>
                  <a:pt x="20495" y="144"/>
                  <a:pt x="20499" y="158"/>
                  <a:pt x="20502" y="171"/>
                </a:cubicBezTo>
                <a:cubicBezTo>
                  <a:pt x="20505" y="185"/>
                  <a:pt x="20506" y="199"/>
                  <a:pt x="20506" y="213"/>
                </a:cubicBezTo>
                <a:lnTo>
                  <a:pt x="20506" y="1192"/>
                </a:lnTo>
                <a:cubicBezTo>
                  <a:pt x="20506" y="1205"/>
                  <a:pt x="20505" y="1219"/>
                  <a:pt x="20502" y="1233"/>
                </a:cubicBezTo>
                <a:cubicBezTo>
                  <a:pt x="20499" y="1247"/>
                  <a:pt x="20495" y="1260"/>
                  <a:pt x="20490" y="1273"/>
                </a:cubicBezTo>
                <a:cubicBezTo>
                  <a:pt x="20485" y="1285"/>
                  <a:pt x="20478" y="1298"/>
                  <a:pt x="20470" y="1309"/>
                </a:cubicBezTo>
                <a:cubicBezTo>
                  <a:pt x="20463" y="1321"/>
                  <a:pt x="20454" y="1331"/>
                  <a:pt x="20444" y="1341"/>
                </a:cubicBezTo>
                <a:cubicBezTo>
                  <a:pt x="20434" y="1351"/>
                  <a:pt x="20424" y="1360"/>
                  <a:pt x="20412" y="1368"/>
                </a:cubicBezTo>
                <a:cubicBezTo>
                  <a:pt x="20400" y="1375"/>
                  <a:pt x="20388" y="1382"/>
                  <a:pt x="20375" y="1387"/>
                </a:cubicBezTo>
                <a:cubicBezTo>
                  <a:pt x="20363" y="1392"/>
                  <a:pt x="20349" y="1396"/>
                  <a:pt x="20336" y="1399"/>
                </a:cubicBezTo>
                <a:cubicBezTo>
                  <a:pt x="20322" y="1402"/>
                  <a:pt x="20308" y="1403"/>
                  <a:pt x="20294" y="1403"/>
                </a:cubicBezTo>
                <a:lnTo>
                  <a:pt x="132" y="1403"/>
                </a:lnTo>
                <a:cubicBezTo>
                  <a:pt x="123" y="1403"/>
                  <a:pt x="115" y="1402"/>
                  <a:pt x="106" y="1399"/>
                </a:cubicBezTo>
                <a:cubicBezTo>
                  <a:pt x="98" y="1396"/>
                  <a:pt x="90" y="1392"/>
                  <a:pt x="82" y="1387"/>
                </a:cubicBezTo>
                <a:cubicBezTo>
                  <a:pt x="74" y="1382"/>
                  <a:pt x="66" y="1375"/>
                  <a:pt x="59" y="1368"/>
                </a:cubicBezTo>
                <a:cubicBezTo>
                  <a:pt x="51" y="1360"/>
                  <a:pt x="45" y="1351"/>
                  <a:pt x="39" y="1341"/>
                </a:cubicBezTo>
                <a:cubicBezTo>
                  <a:pt x="32" y="1331"/>
                  <a:pt x="27" y="1321"/>
                  <a:pt x="22" y="1309"/>
                </a:cubicBezTo>
                <a:cubicBezTo>
                  <a:pt x="17" y="1298"/>
                  <a:pt x="13" y="1285"/>
                  <a:pt x="10" y="1273"/>
                </a:cubicBezTo>
                <a:cubicBezTo>
                  <a:pt x="7" y="1260"/>
                  <a:pt x="4" y="1247"/>
                  <a:pt x="2" y="1233"/>
                </a:cubicBezTo>
                <a:cubicBezTo>
                  <a:pt x="1" y="1219"/>
                  <a:pt x="0" y="1205"/>
                  <a:pt x="0" y="119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6840" y="2752560"/>
            <a:ext cx="7410960" cy="505080"/>
          </a:xfrm>
          <a:custGeom>
            <a:avLst/>
            <a:gdLst/>
            <a:ahLst/>
            <a:rect l="0" t="0" r="r" b="b"/>
            <a:pathLst>
              <a:path w="20586" h="1403">
                <a:moveTo>
                  <a:pt x="0" y="0"/>
                </a:moveTo>
                <a:lnTo>
                  <a:pt x="20586" y="0"/>
                </a:lnTo>
                <a:lnTo>
                  <a:pt x="20586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696960" y="2347200"/>
            <a:ext cx="59688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Maar spoor is geen stoomtrein. Het is wat elke volgende trein nodig heeft.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466560" y="3428640"/>
            <a:ext cx="1000440" cy="305280"/>
          </a:xfrm>
          <a:custGeom>
            <a:avLst/>
            <a:gdLst/>
            <a:ahLst/>
            <a:rect l="0" t="0" r="r" b="b"/>
            <a:pathLst>
              <a:path w="2779" h="848">
                <a:moveTo>
                  <a:pt x="0" y="425"/>
                </a:moveTo>
                <a:cubicBezTo>
                  <a:pt x="0" y="397"/>
                  <a:pt x="3" y="370"/>
                  <a:pt x="8" y="342"/>
                </a:cubicBezTo>
                <a:cubicBezTo>
                  <a:pt x="14" y="315"/>
                  <a:pt x="22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7" y="166"/>
                  <a:pt x="105" y="144"/>
                  <a:pt x="125" y="124"/>
                </a:cubicBezTo>
                <a:cubicBezTo>
                  <a:pt x="145" y="105"/>
                  <a:pt x="166" y="87"/>
                  <a:pt x="189" y="72"/>
                </a:cubicBezTo>
                <a:cubicBezTo>
                  <a:pt x="212" y="56"/>
                  <a:pt x="237" y="43"/>
                  <a:pt x="262" y="33"/>
                </a:cubicBezTo>
                <a:cubicBezTo>
                  <a:pt x="288" y="22"/>
                  <a:pt x="314" y="14"/>
                  <a:pt x="342" y="9"/>
                </a:cubicBezTo>
                <a:cubicBezTo>
                  <a:pt x="369" y="3"/>
                  <a:pt x="396" y="0"/>
                  <a:pt x="424" y="0"/>
                </a:cubicBezTo>
                <a:lnTo>
                  <a:pt x="2356" y="0"/>
                </a:lnTo>
                <a:cubicBezTo>
                  <a:pt x="2384" y="0"/>
                  <a:pt x="2411" y="3"/>
                  <a:pt x="2438" y="9"/>
                </a:cubicBezTo>
                <a:cubicBezTo>
                  <a:pt x="2466" y="14"/>
                  <a:pt x="2492" y="22"/>
                  <a:pt x="2518" y="33"/>
                </a:cubicBezTo>
                <a:cubicBezTo>
                  <a:pt x="2543" y="43"/>
                  <a:pt x="2568" y="56"/>
                  <a:pt x="2591" y="72"/>
                </a:cubicBezTo>
                <a:cubicBezTo>
                  <a:pt x="2614" y="87"/>
                  <a:pt x="2635" y="105"/>
                  <a:pt x="2655" y="124"/>
                </a:cubicBezTo>
                <a:cubicBezTo>
                  <a:pt x="2675" y="144"/>
                  <a:pt x="2692" y="166"/>
                  <a:pt x="2708" y="189"/>
                </a:cubicBezTo>
                <a:cubicBezTo>
                  <a:pt x="2723" y="213"/>
                  <a:pt x="2736" y="237"/>
                  <a:pt x="2747" y="263"/>
                </a:cubicBezTo>
                <a:cubicBezTo>
                  <a:pt x="2757" y="289"/>
                  <a:pt x="2766" y="315"/>
                  <a:pt x="2771" y="342"/>
                </a:cubicBezTo>
                <a:cubicBezTo>
                  <a:pt x="2776" y="370"/>
                  <a:pt x="2779" y="397"/>
                  <a:pt x="2779" y="425"/>
                </a:cubicBezTo>
                <a:cubicBezTo>
                  <a:pt x="2779" y="453"/>
                  <a:pt x="2776" y="480"/>
                  <a:pt x="2771" y="507"/>
                </a:cubicBezTo>
                <a:cubicBezTo>
                  <a:pt x="2766" y="535"/>
                  <a:pt x="2757" y="561"/>
                  <a:pt x="2747" y="587"/>
                </a:cubicBezTo>
                <a:cubicBezTo>
                  <a:pt x="2736" y="613"/>
                  <a:pt x="2723" y="637"/>
                  <a:pt x="2708" y="660"/>
                </a:cubicBezTo>
                <a:cubicBezTo>
                  <a:pt x="2692" y="683"/>
                  <a:pt x="2675" y="705"/>
                  <a:pt x="2655" y="724"/>
                </a:cubicBezTo>
                <a:cubicBezTo>
                  <a:pt x="2635" y="744"/>
                  <a:pt x="2614" y="761"/>
                  <a:pt x="2591" y="777"/>
                </a:cubicBezTo>
                <a:cubicBezTo>
                  <a:pt x="2568" y="792"/>
                  <a:pt x="2543" y="805"/>
                  <a:pt x="2518" y="816"/>
                </a:cubicBezTo>
                <a:cubicBezTo>
                  <a:pt x="2492" y="827"/>
                  <a:pt x="2466" y="835"/>
                  <a:pt x="2438" y="840"/>
                </a:cubicBezTo>
                <a:cubicBezTo>
                  <a:pt x="2411" y="845"/>
                  <a:pt x="2384" y="848"/>
                  <a:pt x="2356" y="848"/>
                </a:cubicBezTo>
                <a:lnTo>
                  <a:pt x="424" y="848"/>
                </a:lnTo>
                <a:cubicBezTo>
                  <a:pt x="396" y="848"/>
                  <a:pt x="369" y="845"/>
                  <a:pt x="342" y="840"/>
                </a:cubicBezTo>
                <a:cubicBezTo>
                  <a:pt x="314" y="835"/>
                  <a:pt x="288" y="827"/>
                  <a:pt x="262" y="816"/>
                </a:cubicBezTo>
                <a:cubicBezTo>
                  <a:pt x="237" y="805"/>
                  <a:pt x="212" y="792"/>
                  <a:pt x="189" y="777"/>
                </a:cubicBezTo>
                <a:cubicBezTo>
                  <a:pt x="166" y="761"/>
                  <a:pt x="145" y="744"/>
                  <a:pt x="125" y="724"/>
                </a:cubicBezTo>
                <a:cubicBezTo>
                  <a:pt x="105" y="705"/>
                  <a:pt x="87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2" y="561"/>
                  <a:pt x="14" y="535"/>
                  <a:pt x="8" y="507"/>
                </a:cubicBezTo>
                <a:cubicBezTo>
                  <a:pt x="3" y="480"/>
                  <a:pt x="0" y="453"/>
                  <a:pt x="0" y="42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466560" y="3428640"/>
            <a:ext cx="1000440" cy="305280"/>
          </a:xfrm>
          <a:custGeom>
            <a:avLst/>
            <a:gdLst/>
            <a:ahLst/>
            <a:rect l="0" t="0" r="r" b="b"/>
            <a:pathLst>
              <a:path w="2779" h="848">
                <a:moveTo>
                  <a:pt x="0" y="425"/>
                </a:moveTo>
                <a:cubicBezTo>
                  <a:pt x="0" y="397"/>
                  <a:pt x="3" y="370"/>
                  <a:pt x="8" y="342"/>
                </a:cubicBezTo>
                <a:cubicBezTo>
                  <a:pt x="14" y="315"/>
                  <a:pt x="22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7" y="166"/>
                  <a:pt x="105" y="144"/>
                  <a:pt x="125" y="124"/>
                </a:cubicBezTo>
                <a:cubicBezTo>
                  <a:pt x="145" y="105"/>
                  <a:pt x="166" y="87"/>
                  <a:pt x="189" y="72"/>
                </a:cubicBezTo>
                <a:cubicBezTo>
                  <a:pt x="212" y="56"/>
                  <a:pt x="237" y="43"/>
                  <a:pt x="262" y="33"/>
                </a:cubicBezTo>
                <a:cubicBezTo>
                  <a:pt x="288" y="22"/>
                  <a:pt x="314" y="14"/>
                  <a:pt x="342" y="9"/>
                </a:cubicBezTo>
                <a:cubicBezTo>
                  <a:pt x="369" y="3"/>
                  <a:pt x="396" y="0"/>
                  <a:pt x="424" y="0"/>
                </a:cubicBezTo>
                <a:lnTo>
                  <a:pt x="2356" y="0"/>
                </a:lnTo>
                <a:cubicBezTo>
                  <a:pt x="2384" y="0"/>
                  <a:pt x="2411" y="3"/>
                  <a:pt x="2438" y="9"/>
                </a:cubicBezTo>
                <a:cubicBezTo>
                  <a:pt x="2466" y="14"/>
                  <a:pt x="2492" y="22"/>
                  <a:pt x="2518" y="33"/>
                </a:cubicBezTo>
                <a:cubicBezTo>
                  <a:pt x="2543" y="43"/>
                  <a:pt x="2568" y="56"/>
                  <a:pt x="2591" y="72"/>
                </a:cubicBezTo>
                <a:cubicBezTo>
                  <a:pt x="2614" y="87"/>
                  <a:pt x="2635" y="105"/>
                  <a:pt x="2655" y="124"/>
                </a:cubicBezTo>
                <a:cubicBezTo>
                  <a:pt x="2675" y="144"/>
                  <a:pt x="2692" y="166"/>
                  <a:pt x="2708" y="189"/>
                </a:cubicBezTo>
                <a:cubicBezTo>
                  <a:pt x="2723" y="213"/>
                  <a:pt x="2736" y="237"/>
                  <a:pt x="2747" y="263"/>
                </a:cubicBezTo>
                <a:cubicBezTo>
                  <a:pt x="2757" y="289"/>
                  <a:pt x="2766" y="315"/>
                  <a:pt x="2771" y="342"/>
                </a:cubicBezTo>
                <a:cubicBezTo>
                  <a:pt x="2776" y="370"/>
                  <a:pt x="2779" y="397"/>
                  <a:pt x="2779" y="425"/>
                </a:cubicBezTo>
                <a:cubicBezTo>
                  <a:pt x="2779" y="453"/>
                  <a:pt x="2776" y="480"/>
                  <a:pt x="2771" y="507"/>
                </a:cubicBezTo>
                <a:cubicBezTo>
                  <a:pt x="2766" y="535"/>
                  <a:pt x="2757" y="561"/>
                  <a:pt x="2747" y="587"/>
                </a:cubicBezTo>
                <a:cubicBezTo>
                  <a:pt x="2736" y="613"/>
                  <a:pt x="2723" y="637"/>
                  <a:pt x="2708" y="660"/>
                </a:cubicBezTo>
                <a:cubicBezTo>
                  <a:pt x="2692" y="683"/>
                  <a:pt x="2675" y="705"/>
                  <a:pt x="2655" y="724"/>
                </a:cubicBezTo>
                <a:cubicBezTo>
                  <a:pt x="2635" y="744"/>
                  <a:pt x="2614" y="761"/>
                  <a:pt x="2591" y="777"/>
                </a:cubicBezTo>
                <a:cubicBezTo>
                  <a:pt x="2568" y="792"/>
                  <a:pt x="2543" y="805"/>
                  <a:pt x="2518" y="816"/>
                </a:cubicBezTo>
                <a:cubicBezTo>
                  <a:pt x="2492" y="827"/>
                  <a:pt x="2466" y="835"/>
                  <a:pt x="2438" y="840"/>
                </a:cubicBezTo>
                <a:cubicBezTo>
                  <a:pt x="2411" y="845"/>
                  <a:pt x="2384" y="848"/>
                  <a:pt x="2356" y="848"/>
                </a:cubicBezTo>
                <a:lnTo>
                  <a:pt x="424" y="848"/>
                </a:lnTo>
                <a:cubicBezTo>
                  <a:pt x="396" y="848"/>
                  <a:pt x="369" y="845"/>
                  <a:pt x="342" y="840"/>
                </a:cubicBezTo>
                <a:cubicBezTo>
                  <a:pt x="314" y="835"/>
                  <a:pt x="288" y="827"/>
                  <a:pt x="262" y="816"/>
                </a:cubicBezTo>
                <a:cubicBezTo>
                  <a:pt x="237" y="805"/>
                  <a:pt x="212" y="792"/>
                  <a:pt x="189" y="777"/>
                </a:cubicBezTo>
                <a:cubicBezTo>
                  <a:pt x="166" y="761"/>
                  <a:pt x="145" y="744"/>
                  <a:pt x="125" y="724"/>
                </a:cubicBezTo>
                <a:cubicBezTo>
                  <a:pt x="105" y="705"/>
                  <a:pt x="87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2" y="561"/>
                  <a:pt x="14" y="535"/>
                  <a:pt x="8" y="507"/>
                </a:cubicBezTo>
                <a:cubicBezTo>
                  <a:pt x="3" y="480"/>
                  <a:pt x="0" y="453"/>
                  <a:pt x="0" y="425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696960" y="2918520"/>
            <a:ext cx="45727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En zodra het spoor er ligt, versnelt alles wat erover gaat.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3267000" y="3428640"/>
            <a:ext cx="1486080" cy="305280"/>
          </a:xfrm>
          <a:custGeom>
            <a:avLst/>
            <a:gdLst/>
            <a:ahLst/>
            <a:rect l="0" t="0" r="r" b="b"/>
            <a:pathLst>
              <a:path w="4128" h="848">
                <a:moveTo>
                  <a:pt x="0" y="425"/>
                </a:moveTo>
                <a:cubicBezTo>
                  <a:pt x="0" y="397"/>
                  <a:pt x="2" y="370"/>
                  <a:pt x="8" y="342"/>
                </a:cubicBezTo>
                <a:cubicBezTo>
                  <a:pt x="13" y="315"/>
                  <a:pt x="21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6" y="166"/>
                  <a:pt x="104" y="144"/>
                  <a:pt x="124" y="124"/>
                </a:cubicBezTo>
                <a:cubicBezTo>
                  <a:pt x="143" y="105"/>
                  <a:pt x="165" y="87"/>
                  <a:pt x="188" y="72"/>
                </a:cubicBezTo>
                <a:cubicBezTo>
                  <a:pt x="211" y="56"/>
                  <a:pt x="235" y="43"/>
                  <a:pt x="261" y="33"/>
                </a:cubicBezTo>
                <a:cubicBezTo>
                  <a:pt x="287" y="22"/>
                  <a:pt x="313" y="14"/>
                  <a:pt x="340" y="9"/>
                </a:cubicBezTo>
                <a:cubicBezTo>
                  <a:pt x="368" y="3"/>
                  <a:pt x="395" y="0"/>
                  <a:pt x="423" y="0"/>
                </a:cubicBezTo>
                <a:lnTo>
                  <a:pt x="3705" y="0"/>
                </a:lnTo>
                <a:cubicBezTo>
                  <a:pt x="3733" y="0"/>
                  <a:pt x="3760" y="3"/>
                  <a:pt x="3787" y="9"/>
                </a:cubicBezTo>
                <a:cubicBezTo>
                  <a:pt x="3815" y="14"/>
                  <a:pt x="3841" y="22"/>
                  <a:pt x="3867" y="33"/>
                </a:cubicBezTo>
                <a:cubicBezTo>
                  <a:pt x="3893" y="43"/>
                  <a:pt x="3917" y="56"/>
                  <a:pt x="3940" y="72"/>
                </a:cubicBezTo>
                <a:cubicBezTo>
                  <a:pt x="3963" y="87"/>
                  <a:pt x="3985" y="105"/>
                  <a:pt x="4004" y="124"/>
                </a:cubicBezTo>
                <a:cubicBezTo>
                  <a:pt x="4024" y="144"/>
                  <a:pt x="4041" y="166"/>
                  <a:pt x="4057" y="189"/>
                </a:cubicBezTo>
                <a:cubicBezTo>
                  <a:pt x="4072" y="213"/>
                  <a:pt x="4085" y="237"/>
                  <a:pt x="4096" y="263"/>
                </a:cubicBezTo>
                <a:cubicBezTo>
                  <a:pt x="4107" y="289"/>
                  <a:pt x="4115" y="315"/>
                  <a:pt x="4120" y="342"/>
                </a:cubicBezTo>
                <a:cubicBezTo>
                  <a:pt x="4125" y="370"/>
                  <a:pt x="4128" y="397"/>
                  <a:pt x="4128" y="425"/>
                </a:cubicBezTo>
                <a:cubicBezTo>
                  <a:pt x="4128" y="453"/>
                  <a:pt x="4125" y="480"/>
                  <a:pt x="4120" y="507"/>
                </a:cubicBezTo>
                <a:cubicBezTo>
                  <a:pt x="4115" y="535"/>
                  <a:pt x="4107" y="561"/>
                  <a:pt x="4096" y="587"/>
                </a:cubicBezTo>
                <a:cubicBezTo>
                  <a:pt x="4085" y="613"/>
                  <a:pt x="4072" y="637"/>
                  <a:pt x="4057" y="660"/>
                </a:cubicBezTo>
                <a:cubicBezTo>
                  <a:pt x="4041" y="683"/>
                  <a:pt x="4024" y="705"/>
                  <a:pt x="4004" y="724"/>
                </a:cubicBezTo>
                <a:cubicBezTo>
                  <a:pt x="3985" y="744"/>
                  <a:pt x="3963" y="761"/>
                  <a:pt x="3940" y="777"/>
                </a:cubicBezTo>
                <a:cubicBezTo>
                  <a:pt x="3917" y="792"/>
                  <a:pt x="3893" y="805"/>
                  <a:pt x="3867" y="816"/>
                </a:cubicBezTo>
                <a:cubicBezTo>
                  <a:pt x="3841" y="827"/>
                  <a:pt x="3815" y="835"/>
                  <a:pt x="3787" y="840"/>
                </a:cubicBezTo>
                <a:cubicBezTo>
                  <a:pt x="3760" y="845"/>
                  <a:pt x="3733" y="848"/>
                  <a:pt x="3705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5"/>
                  <a:pt x="287" y="827"/>
                  <a:pt x="261" y="816"/>
                </a:cubicBezTo>
                <a:cubicBezTo>
                  <a:pt x="235" y="805"/>
                  <a:pt x="211" y="792"/>
                  <a:pt x="188" y="777"/>
                </a:cubicBezTo>
                <a:cubicBezTo>
                  <a:pt x="165" y="761"/>
                  <a:pt x="143" y="744"/>
                  <a:pt x="124" y="724"/>
                </a:cubicBezTo>
                <a:cubicBezTo>
                  <a:pt x="104" y="705"/>
                  <a:pt x="86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1" y="561"/>
                  <a:pt x="13" y="535"/>
                  <a:pt x="8" y="507"/>
                </a:cubicBezTo>
                <a:cubicBezTo>
                  <a:pt x="2" y="480"/>
                  <a:pt x="0" y="453"/>
                  <a:pt x="0" y="42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3267000" y="3428640"/>
            <a:ext cx="1486080" cy="305280"/>
          </a:xfrm>
          <a:custGeom>
            <a:avLst/>
            <a:gdLst/>
            <a:ahLst/>
            <a:rect l="0" t="0" r="r" b="b"/>
            <a:pathLst>
              <a:path w="4128" h="848">
                <a:moveTo>
                  <a:pt x="0" y="425"/>
                </a:moveTo>
                <a:cubicBezTo>
                  <a:pt x="0" y="397"/>
                  <a:pt x="2" y="370"/>
                  <a:pt x="8" y="342"/>
                </a:cubicBezTo>
                <a:cubicBezTo>
                  <a:pt x="13" y="315"/>
                  <a:pt x="21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6" y="166"/>
                  <a:pt x="104" y="144"/>
                  <a:pt x="124" y="124"/>
                </a:cubicBezTo>
                <a:cubicBezTo>
                  <a:pt x="143" y="105"/>
                  <a:pt x="165" y="87"/>
                  <a:pt x="188" y="72"/>
                </a:cubicBezTo>
                <a:cubicBezTo>
                  <a:pt x="211" y="56"/>
                  <a:pt x="235" y="43"/>
                  <a:pt x="261" y="33"/>
                </a:cubicBezTo>
                <a:cubicBezTo>
                  <a:pt x="287" y="22"/>
                  <a:pt x="313" y="14"/>
                  <a:pt x="340" y="9"/>
                </a:cubicBezTo>
                <a:cubicBezTo>
                  <a:pt x="368" y="3"/>
                  <a:pt x="395" y="0"/>
                  <a:pt x="423" y="0"/>
                </a:cubicBezTo>
                <a:lnTo>
                  <a:pt x="3705" y="0"/>
                </a:lnTo>
                <a:cubicBezTo>
                  <a:pt x="3733" y="0"/>
                  <a:pt x="3760" y="3"/>
                  <a:pt x="3787" y="9"/>
                </a:cubicBezTo>
                <a:cubicBezTo>
                  <a:pt x="3815" y="14"/>
                  <a:pt x="3841" y="22"/>
                  <a:pt x="3867" y="33"/>
                </a:cubicBezTo>
                <a:cubicBezTo>
                  <a:pt x="3893" y="43"/>
                  <a:pt x="3917" y="56"/>
                  <a:pt x="3940" y="72"/>
                </a:cubicBezTo>
                <a:cubicBezTo>
                  <a:pt x="3963" y="87"/>
                  <a:pt x="3985" y="105"/>
                  <a:pt x="4004" y="124"/>
                </a:cubicBezTo>
                <a:cubicBezTo>
                  <a:pt x="4024" y="144"/>
                  <a:pt x="4041" y="166"/>
                  <a:pt x="4057" y="189"/>
                </a:cubicBezTo>
                <a:cubicBezTo>
                  <a:pt x="4072" y="213"/>
                  <a:pt x="4085" y="237"/>
                  <a:pt x="4096" y="263"/>
                </a:cubicBezTo>
                <a:cubicBezTo>
                  <a:pt x="4107" y="289"/>
                  <a:pt x="4115" y="315"/>
                  <a:pt x="4120" y="342"/>
                </a:cubicBezTo>
                <a:cubicBezTo>
                  <a:pt x="4125" y="370"/>
                  <a:pt x="4128" y="397"/>
                  <a:pt x="4128" y="425"/>
                </a:cubicBezTo>
                <a:cubicBezTo>
                  <a:pt x="4128" y="453"/>
                  <a:pt x="4125" y="480"/>
                  <a:pt x="4120" y="507"/>
                </a:cubicBezTo>
                <a:cubicBezTo>
                  <a:pt x="4115" y="535"/>
                  <a:pt x="4107" y="561"/>
                  <a:pt x="4096" y="587"/>
                </a:cubicBezTo>
                <a:cubicBezTo>
                  <a:pt x="4085" y="613"/>
                  <a:pt x="4072" y="637"/>
                  <a:pt x="4057" y="660"/>
                </a:cubicBezTo>
                <a:cubicBezTo>
                  <a:pt x="4041" y="683"/>
                  <a:pt x="4024" y="705"/>
                  <a:pt x="4004" y="724"/>
                </a:cubicBezTo>
                <a:cubicBezTo>
                  <a:pt x="3985" y="744"/>
                  <a:pt x="3963" y="761"/>
                  <a:pt x="3940" y="777"/>
                </a:cubicBezTo>
                <a:cubicBezTo>
                  <a:pt x="3917" y="792"/>
                  <a:pt x="3893" y="805"/>
                  <a:pt x="3867" y="816"/>
                </a:cubicBezTo>
                <a:cubicBezTo>
                  <a:pt x="3841" y="827"/>
                  <a:pt x="3815" y="835"/>
                  <a:pt x="3787" y="840"/>
                </a:cubicBezTo>
                <a:cubicBezTo>
                  <a:pt x="3760" y="845"/>
                  <a:pt x="3733" y="848"/>
                  <a:pt x="3705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5"/>
                  <a:pt x="287" y="827"/>
                  <a:pt x="261" y="816"/>
                </a:cubicBezTo>
                <a:cubicBezTo>
                  <a:pt x="235" y="805"/>
                  <a:pt x="211" y="792"/>
                  <a:pt x="188" y="777"/>
                </a:cubicBezTo>
                <a:cubicBezTo>
                  <a:pt x="165" y="761"/>
                  <a:pt x="143" y="744"/>
                  <a:pt x="124" y="724"/>
                </a:cubicBezTo>
                <a:cubicBezTo>
                  <a:pt x="104" y="705"/>
                  <a:pt x="86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1" y="561"/>
                  <a:pt x="13" y="535"/>
                  <a:pt x="8" y="507"/>
                </a:cubicBezTo>
                <a:cubicBezTo>
                  <a:pt x="2" y="480"/>
                  <a:pt x="0" y="453"/>
                  <a:pt x="0" y="425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13440" y="3508920"/>
            <a:ext cx="80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stoomtrein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6543360" y="3419280"/>
            <a:ext cx="1324440" cy="324360"/>
          </a:xfrm>
          <a:custGeom>
            <a:avLst/>
            <a:gdLst/>
            <a:ahLst/>
            <a:rect l="0" t="0" r="r" b="b"/>
            <a:pathLst>
              <a:path w="3679" h="901">
                <a:moveTo>
                  <a:pt x="0" y="0"/>
                </a:moveTo>
                <a:lnTo>
                  <a:pt x="3679" y="0"/>
                </a:lnTo>
                <a:lnTo>
                  <a:pt x="3679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3409560" y="3508920"/>
            <a:ext cx="1415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hogesnelheidstrein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6701040" y="3508920"/>
            <a:ext cx="1204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wat hierna komt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233352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3500280" y="-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379188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3937680" y="-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4083840" y="-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233352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3500280" y="50932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379188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3937680" y="5175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4083840" y="492912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667040" y="-36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7000560" y="-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75841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7729920" y="-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7875720" y="-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8167680" y="-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4667040" y="394308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7000560" y="492912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75841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7729920" y="5175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7875720" y="50932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8167680" y="460044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456840" y="3838320"/>
            <a:ext cx="7410960" cy="38520"/>
          </a:xfrm>
          <a:custGeom>
            <a:avLst/>
            <a:gdLst/>
            <a:ahLst/>
            <a:rect l="0" t="0" r="r" b="b"/>
            <a:pathLst>
              <a:path w="20586" h="107">
                <a:moveTo>
                  <a:pt x="0" y="53"/>
                </a:moveTo>
                <a:cubicBezTo>
                  <a:pt x="0" y="46"/>
                  <a:pt x="2" y="39"/>
                  <a:pt x="5" y="33"/>
                </a:cubicBezTo>
                <a:cubicBezTo>
                  <a:pt x="7" y="26"/>
                  <a:pt x="11" y="21"/>
                  <a:pt x="16" y="16"/>
                </a:cubicBezTo>
                <a:cubicBezTo>
                  <a:pt x="21" y="11"/>
                  <a:pt x="27" y="7"/>
                  <a:pt x="33" y="4"/>
                </a:cubicBezTo>
                <a:cubicBezTo>
                  <a:pt x="40" y="2"/>
                  <a:pt x="46" y="0"/>
                  <a:pt x="53" y="0"/>
                </a:cubicBezTo>
                <a:lnTo>
                  <a:pt x="20533" y="0"/>
                </a:lnTo>
                <a:cubicBezTo>
                  <a:pt x="20540" y="0"/>
                  <a:pt x="20547" y="2"/>
                  <a:pt x="20553" y="4"/>
                </a:cubicBezTo>
                <a:cubicBezTo>
                  <a:pt x="20560" y="7"/>
                  <a:pt x="20566" y="11"/>
                  <a:pt x="20571" y="16"/>
                </a:cubicBezTo>
                <a:cubicBezTo>
                  <a:pt x="20576" y="21"/>
                  <a:pt x="20579" y="26"/>
                  <a:pt x="20582" y="33"/>
                </a:cubicBezTo>
                <a:cubicBezTo>
                  <a:pt x="20585" y="39"/>
                  <a:pt x="20586" y="46"/>
                  <a:pt x="20586" y="53"/>
                </a:cubicBezTo>
                <a:cubicBezTo>
                  <a:pt x="20586" y="60"/>
                  <a:pt x="20585" y="67"/>
                  <a:pt x="20582" y="73"/>
                </a:cubicBezTo>
                <a:cubicBezTo>
                  <a:pt x="20579" y="80"/>
                  <a:pt x="20576" y="86"/>
                  <a:pt x="20571" y="91"/>
                </a:cubicBezTo>
                <a:cubicBezTo>
                  <a:pt x="20566" y="96"/>
                  <a:pt x="20560" y="99"/>
                  <a:pt x="20553" y="103"/>
                </a:cubicBezTo>
                <a:cubicBezTo>
                  <a:pt x="20547" y="106"/>
                  <a:pt x="20540" y="107"/>
                  <a:pt x="20533" y="107"/>
                </a:cubicBezTo>
                <a:lnTo>
                  <a:pt x="53" y="107"/>
                </a:lnTo>
                <a:cubicBezTo>
                  <a:pt x="46" y="107"/>
                  <a:pt x="40" y="106"/>
                  <a:pt x="33" y="103"/>
                </a:cubicBezTo>
                <a:cubicBezTo>
                  <a:pt x="27" y="99"/>
                  <a:pt x="21" y="96"/>
                  <a:pt x="16" y="91"/>
                </a:cubicBezTo>
                <a:cubicBezTo>
                  <a:pt x="11" y="86"/>
                  <a:pt x="7" y="80"/>
                  <a:pt x="5" y="73"/>
                </a:cubicBezTo>
                <a:cubicBezTo>
                  <a:pt x="2" y="67"/>
                  <a:pt x="0" y="60"/>
                  <a:pt x="0" y="53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456840" y="3971880"/>
            <a:ext cx="7410960" cy="38160"/>
          </a:xfrm>
          <a:custGeom>
            <a:avLst/>
            <a:gdLst/>
            <a:ahLst/>
            <a:rect l="0" t="0" r="r" b="b"/>
            <a:pathLst>
              <a:path w="20586" h="106">
                <a:moveTo>
                  <a:pt x="0" y="54"/>
                </a:moveTo>
                <a:cubicBezTo>
                  <a:pt x="0" y="47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0533" y="0"/>
                </a:lnTo>
                <a:cubicBezTo>
                  <a:pt x="20540" y="0"/>
                  <a:pt x="20547" y="1"/>
                  <a:pt x="20553" y="4"/>
                </a:cubicBezTo>
                <a:cubicBezTo>
                  <a:pt x="20560" y="6"/>
                  <a:pt x="20566" y="10"/>
                  <a:pt x="20571" y="15"/>
                </a:cubicBezTo>
                <a:cubicBezTo>
                  <a:pt x="20576" y="20"/>
                  <a:pt x="20579" y="26"/>
                  <a:pt x="20582" y="32"/>
                </a:cubicBezTo>
                <a:cubicBezTo>
                  <a:pt x="20585" y="39"/>
                  <a:pt x="20586" y="47"/>
                  <a:pt x="20586" y="54"/>
                </a:cubicBezTo>
                <a:cubicBezTo>
                  <a:pt x="20586" y="61"/>
                  <a:pt x="20585" y="67"/>
                  <a:pt x="20582" y="74"/>
                </a:cubicBezTo>
                <a:cubicBezTo>
                  <a:pt x="20579" y="80"/>
                  <a:pt x="20576" y="86"/>
                  <a:pt x="20571" y="91"/>
                </a:cubicBezTo>
                <a:cubicBezTo>
                  <a:pt x="20566" y="96"/>
                  <a:pt x="20560" y="100"/>
                  <a:pt x="20553" y="102"/>
                </a:cubicBezTo>
                <a:cubicBezTo>
                  <a:pt x="20547" y="105"/>
                  <a:pt x="20540" y="106"/>
                  <a:pt x="20533" y="106"/>
                </a:cubicBezTo>
                <a:lnTo>
                  <a:pt x="53" y="106"/>
                </a:lnTo>
                <a:cubicBezTo>
                  <a:pt x="46" y="106"/>
                  <a:pt x="40" y="105"/>
                  <a:pt x="33" y="102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1471320" y="4146840"/>
            <a:ext cx="5950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spoorbreedte, afgesproken in de negentiende eeuw, draagt de trein van vandaag.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55" name=""/>
          <p:cNvSpPr/>
          <p:nvPr/>
        </p:nvSpPr>
        <p:spPr>
          <a:xfrm>
            <a:off x="485640" y="210492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7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1"/>
                  <a:pt x="19859" y="4"/>
                </a:cubicBezTo>
                <a:cubicBezTo>
                  <a:pt x="19873" y="7"/>
                  <a:pt x="19886" y="11"/>
                  <a:pt x="19899" y="16"/>
                </a:cubicBezTo>
                <a:cubicBezTo>
                  <a:pt x="19912" y="21"/>
                  <a:pt x="19924" y="28"/>
                  <a:pt x="19936" y="35"/>
                </a:cubicBezTo>
                <a:cubicBezTo>
                  <a:pt x="19947" y="43"/>
                  <a:pt x="19958" y="52"/>
                  <a:pt x="19968" y="62"/>
                </a:cubicBezTo>
                <a:cubicBezTo>
                  <a:pt x="19978" y="72"/>
                  <a:pt x="19986" y="82"/>
                  <a:pt x="19994" y="94"/>
                </a:cubicBezTo>
                <a:cubicBezTo>
                  <a:pt x="20002" y="105"/>
                  <a:pt x="20008" y="118"/>
                  <a:pt x="20014" y="130"/>
                </a:cubicBezTo>
                <a:cubicBezTo>
                  <a:pt x="20019" y="143"/>
                  <a:pt x="20023" y="157"/>
                  <a:pt x="20026" y="170"/>
                </a:cubicBezTo>
                <a:cubicBezTo>
                  <a:pt x="20028" y="184"/>
                  <a:pt x="20030" y="198"/>
                  <a:pt x="20030" y="211"/>
                </a:cubicBezTo>
                <a:lnTo>
                  <a:pt x="20030" y="1297"/>
                </a:lnTo>
                <a:cubicBezTo>
                  <a:pt x="20030" y="1311"/>
                  <a:pt x="20028" y="1325"/>
                  <a:pt x="20026" y="1339"/>
                </a:cubicBezTo>
                <a:cubicBezTo>
                  <a:pt x="20023" y="1352"/>
                  <a:pt x="20019" y="1365"/>
                  <a:pt x="20014" y="1378"/>
                </a:cubicBezTo>
                <a:cubicBezTo>
                  <a:pt x="20008" y="1391"/>
                  <a:pt x="20002" y="1403"/>
                  <a:pt x="19994" y="1415"/>
                </a:cubicBezTo>
                <a:cubicBezTo>
                  <a:pt x="19986" y="1426"/>
                  <a:pt x="19978" y="1437"/>
                  <a:pt x="19968" y="1447"/>
                </a:cubicBezTo>
                <a:cubicBezTo>
                  <a:pt x="19958" y="1457"/>
                  <a:pt x="19947" y="1466"/>
                  <a:pt x="19936" y="1473"/>
                </a:cubicBezTo>
                <a:cubicBezTo>
                  <a:pt x="19924" y="1481"/>
                  <a:pt x="19912" y="1487"/>
                  <a:pt x="19899" y="1493"/>
                </a:cubicBezTo>
                <a:cubicBezTo>
                  <a:pt x="19886" y="1498"/>
                  <a:pt x="19873" y="1502"/>
                  <a:pt x="19859" y="1505"/>
                </a:cubicBezTo>
                <a:cubicBezTo>
                  <a:pt x="19846" y="1508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7"/>
                  <a:pt x="66" y="1481"/>
                  <a:pt x="59" y="1473"/>
                </a:cubicBezTo>
                <a:cubicBezTo>
                  <a:pt x="51" y="1466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9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/>
          <p:nvPr/>
        </p:nvSpPr>
        <p:spPr>
          <a:xfrm>
            <a:off x="456840" y="210492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 txBox="1"/>
          <p:nvPr/>
        </p:nvSpPr>
        <p:spPr>
          <a:xfrm>
            <a:off x="439920" y="1367640"/>
            <a:ext cx="28324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Onderbouwing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485640" y="272412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7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1"/>
                  <a:pt x="19859" y="4"/>
                </a:cubicBezTo>
                <a:cubicBezTo>
                  <a:pt x="19873" y="6"/>
                  <a:pt x="19886" y="10"/>
                  <a:pt x="19899" y="16"/>
                </a:cubicBezTo>
                <a:cubicBezTo>
                  <a:pt x="19912" y="21"/>
                  <a:pt x="19924" y="28"/>
                  <a:pt x="19936" y="35"/>
                </a:cubicBezTo>
                <a:cubicBezTo>
                  <a:pt x="19947" y="43"/>
                  <a:pt x="19958" y="52"/>
                  <a:pt x="19968" y="62"/>
                </a:cubicBezTo>
                <a:cubicBezTo>
                  <a:pt x="19978" y="71"/>
                  <a:pt x="19986" y="82"/>
                  <a:pt x="19994" y="94"/>
                </a:cubicBezTo>
                <a:cubicBezTo>
                  <a:pt x="20002" y="105"/>
                  <a:pt x="20008" y="117"/>
                  <a:pt x="20014" y="130"/>
                </a:cubicBezTo>
                <a:cubicBezTo>
                  <a:pt x="20019" y="143"/>
                  <a:pt x="20023" y="156"/>
                  <a:pt x="20026" y="170"/>
                </a:cubicBezTo>
                <a:cubicBezTo>
                  <a:pt x="20028" y="184"/>
                  <a:pt x="20030" y="197"/>
                  <a:pt x="20030" y="211"/>
                </a:cubicBezTo>
                <a:lnTo>
                  <a:pt x="20030" y="1297"/>
                </a:lnTo>
                <a:cubicBezTo>
                  <a:pt x="20030" y="1311"/>
                  <a:pt x="20028" y="1325"/>
                  <a:pt x="20026" y="1338"/>
                </a:cubicBezTo>
                <a:cubicBezTo>
                  <a:pt x="20023" y="1352"/>
                  <a:pt x="20019" y="1365"/>
                  <a:pt x="20014" y="1378"/>
                </a:cubicBezTo>
                <a:cubicBezTo>
                  <a:pt x="20008" y="1391"/>
                  <a:pt x="20002" y="1403"/>
                  <a:pt x="19994" y="1415"/>
                </a:cubicBezTo>
                <a:cubicBezTo>
                  <a:pt x="19986" y="1426"/>
                  <a:pt x="19978" y="1437"/>
                  <a:pt x="19968" y="1447"/>
                </a:cubicBezTo>
                <a:cubicBezTo>
                  <a:pt x="19958" y="1457"/>
                  <a:pt x="19947" y="1465"/>
                  <a:pt x="19936" y="1473"/>
                </a:cubicBezTo>
                <a:cubicBezTo>
                  <a:pt x="19924" y="1481"/>
                  <a:pt x="19912" y="1487"/>
                  <a:pt x="19899" y="1493"/>
                </a:cubicBezTo>
                <a:cubicBezTo>
                  <a:pt x="19886" y="1498"/>
                  <a:pt x="19873" y="1502"/>
                  <a:pt x="19859" y="1505"/>
                </a:cubicBezTo>
                <a:cubicBezTo>
                  <a:pt x="19846" y="1507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7"/>
                  <a:pt x="106" y="1505"/>
                </a:cubicBezTo>
                <a:cubicBezTo>
                  <a:pt x="98" y="1502"/>
                  <a:pt x="90" y="1498"/>
                  <a:pt x="82" y="1493"/>
                </a:cubicBezTo>
                <a:cubicBezTo>
                  <a:pt x="74" y="1487"/>
                  <a:pt x="66" y="1481"/>
                  <a:pt x="59" y="1473"/>
                </a:cubicBezTo>
                <a:cubicBezTo>
                  <a:pt x="51" y="1465"/>
                  <a:pt x="45" y="1457"/>
                  <a:pt x="39" y="1447"/>
                </a:cubicBezTo>
                <a:cubicBezTo>
                  <a:pt x="32" y="1437"/>
                  <a:pt x="27" y="1426"/>
                  <a:pt x="22" y="1415"/>
                </a:cubicBezTo>
                <a:cubicBezTo>
                  <a:pt x="17" y="1403"/>
                  <a:pt x="13" y="1391"/>
                  <a:pt x="10" y="1378"/>
                </a:cubicBezTo>
                <a:cubicBezTo>
                  <a:pt x="7" y="1365"/>
                  <a:pt x="4" y="1352"/>
                  <a:pt x="2" y="1338"/>
                </a:cubicBezTo>
                <a:cubicBezTo>
                  <a:pt x="1" y="1325"/>
                  <a:pt x="0" y="1311"/>
                  <a:pt x="0" y="1297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456840" y="272412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 txBox="1"/>
          <p:nvPr/>
        </p:nvSpPr>
        <p:spPr>
          <a:xfrm>
            <a:off x="712440" y="2289960"/>
            <a:ext cx="482112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Historie volgen.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Welke lagen kwamen er in dertig jaar bij?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485640" y="3342960"/>
            <a:ext cx="7210800" cy="543240"/>
          </a:xfrm>
          <a:custGeom>
            <a:avLst/>
            <a:gdLst/>
            <a:ahLst/>
            <a:rect l="0" t="0" r="r" b="b"/>
            <a:pathLst>
              <a:path w="20030" h="1509">
                <a:moveTo>
                  <a:pt x="0" y="1298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9818" y="0"/>
                </a:lnTo>
                <a:cubicBezTo>
                  <a:pt x="19832" y="0"/>
                  <a:pt x="19846" y="2"/>
                  <a:pt x="19859" y="4"/>
                </a:cubicBezTo>
                <a:cubicBezTo>
                  <a:pt x="19873" y="7"/>
                  <a:pt x="19886" y="11"/>
                  <a:pt x="19899" y="16"/>
                </a:cubicBezTo>
                <a:cubicBezTo>
                  <a:pt x="19912" y="22"/>
                  <a:pt x="19924" y="28"/>
                  <a:pt x="19936" y="36"/>
                </a:cubicBezTo>
                <a:cubicBezTo>
                  <a:pt x="19947" y="44"/>
                  <a:pt x="19958" y="53"/>
                  <a:pt x="19968" y="62"/>
                </a:cubicBezTo>
                <a:cubicBezTo>
                  <a:pt x="19978" y="72"/>
                  <a:pt x="19986" y="83"/>
                  <a:pt x="19994" y="94"/>
                </a:cubicBezTo>
                <a:cubicBezTo>
                  <a:pt x="20002" y="106"/>
                  <a:pt x="20008" y="118"/>
                  <a:pt x="20014" y="131"/>
                </a:cubicBezTo>
                <a:cubicBezTo>
                  <a:pt x="20019" y="144"/>
                  <a:pt x="20023" y="157"/>
                  <a:pt x="20026" y="171"/>
                </a:cubicBezTo>
                <a:cubicBezTo>
                  <a:pt x="20028" y="184"/>
                  <a:pt x="20030" y="198"/>
                  <a:pt x="20030" y="212"/>
                </a:cubicBezTo>
                <a:lnTo>
                  <a:pt x="20030" y="1298"/>
                </a:lnTo>
                <a:cubicBezTo>
                  <a:pt x="20030" y="1312"/>
                  <a:pt x="20028" y="1325"/>
                  <a:pt x="20026" y="1339"/>
                </a:cubicBezTo>
                <a:cubicBezTo>
                  <a:pt x="20023" y="1353"/>
                  <a:pt x="20019" y="1366"/>
                  <a:pt x="20014" y="1379"/>
                </a:cubicBezTo>
                <a:cubicBezTo>
                  <a:pt x="20008" y="1392"/>
                  <a:pt x="20002" y="1404"/>
                  <a:pt x="19994" y="1415"/>
                </a:cubicBezTo>
                <a:cubicBezTo>
                  <a:pt x="19986" y="1427"/>
                  <a:pt x="19978" y="1438"/>
                  <a:pt x="19968" y="1448"/>
                </a:cubicBezTo>
                <a:cubicBezTo>
                  <a:pt x="19958" y="1457"/>
                  <a:pt x="19947" y="1466"/>
                  <a:pt x="19936" y="1474"/>
                </a:cubicBezTo>
                <a:cubicBezTo>
                  <a:pt x="19924" y="1482"/>
                  <a:pt x="19912" y="1488"/>
                  <a:pt x="19899" y="1493"/>
                </a:cubicBezTo>
                <a:cubicBezTo>
                  <a:pt x="19886" y="1499"/>
                  <a:pt x="19873" y="1503"/>
                  <a:pt x="19859" y="1505"/>
                </a:cubicBezTo>
                <a:cubicBezTo>
                  <a:pt x="19846" y="1508"/>
                  <a:pt x="19832" y="1509"/>
                  <a:pt x="19818" y="1509"/>
                </a:cubicBezTo>
                <a:lnTo>
                  <a:pt x="132" y="1509"/>
                </a:lnTo>
                <a:cubicBezTo>
                  <a:pt x="123" y="1509"/>
                  <a:pt x="115" y="1508"/>
                  <a:pt x="106" y="1505"/>
                </a:cubicBezTo>
                <a:cubicBezTo>
                  <a:pt x="98" y="1503"/>
                  <a:pt x="90" y="1499"/>
                  <a:pt x="82" y="1493"/>
                </a:cubicBezTo>
                <a:cubicBezTo>
                  <a:pt x="74" y="1488"/>
                  <a:pt x="66" y="1482"/>
                  <a:pt x="59" y="1474"/>
                </a:cubicBezTo>
                <a:cubicBezTo>
                  <a:pt x="51" y="1466"/>
                  <a:pt x="45" y="1457"/>
                  <a:pt x="39" y="1448"/>
                </a:cubicBezTo>
                <a:cubicBezTo>
                  <a:pt x="32" y="1438"/>
                  <a:pt x="27" y="1427"/>
                  <a:pt x="22" y="1415"/>
                </a:cubicBezTo>
                <a:cubicBezTo>
                  <a:pt x="17" y="1404"/>
                  <a:pt x="13" y="1392"/>
                  <a:pt x="10" y="1379"/>
                </a:cubicBezTo>
                <a:cubicBezTo>
                  <a:pt x="7" y="1366"/>
                  <a:pt x="4" y="1353"/>
                  <a:pt x="2" y="1339"/>
                </a:cubicBezTo>
                <a:cubicBezTo>
                  <a:pt x="1" y="1325"/>
                  <a:pt x="0" y="1312"/>
                  <a:pt x="0" y="129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56840" y="3342960"/>
            <a:ext cx="7239600" cy="543240"/>
          </a:xfrm>
          <a:custGeom>
            <a:avLst/>
            <a:gdLst/>
            <a:ahLst/>
            <a:rect l="0" t="0" r="r" b="b"/>
            <a:pathLst>
              <a:path w="20110" h="1509">
                <a:moveTo>
                  <a:pt x="0" y="0"/>
                </a:moveTo>
                <a:lnTo>
                  <a:pt x="20110" y="0"/>
                </a:lnTo>
                <a:lnTo>
                  <a:pt x="201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712440" y="2909160"/>
            <a:ext cx="33321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Trend eruit halen.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Wat vroeg elke golf?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712440" y="3528360"/>
            <a:ext cx="56638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60" spc="-1" strike="noStrike">
                <a:solidFill>
                  <a:srgbClr val="3d68ec"/>
                </a:solidFill>
                <a:latin typeface="Arial"/>
                <a:ea typeface="Arial"/>
              </a:rPr>
              <a:t>Ons traject ernaast leggen.</a:t>
            </a:r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 Welke kansen en risico's levert dat op?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7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72" name=""/>
          <p:cNvSpPr/>
          <p:nvPr/>
        </p:nvSpPr>
        <p:spPr>
          <a:xfrm>
            <a:off x="1148760" y="2144160"/>
            <a:ext cx="1183320" cy="71640"/>
          </a:xfrm>
          <a:custGeom>
            <a:avLst/>
            <a:gdLst/>
            <a:ahLst/>
            <a:rect l="0" t="0" r="r" b="b"/>
            <a:pathLst>
              <a:path fill="none" w="3287" h="199">
                <a:moveTo>
                  <a:pt x="0" y="199"/>
                </a:moveTo>
                <a:lnTo>
                  <a:pt x="281" y="154"/>
                </a:lnTo>
                <a:cubicBezTo>
                  <a:pt x="562" y="108"/>
                  <a:pt x="1125" y="15"/>
                  <a:pt x="1672" y="2"/>
                </a:cubicBezTo>
                <a:cubicBezTo>
                  <a:pt x="2221" y="-11"/>
                  <a:pt x="2754" y="55"/>
                  <a:pt x="3021" y="88"/>
                </a:cubicBezTo>
                <a:lnTo>
                  <a:pt x="3287" y="12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301120" y="2156040"/>
            <a:ext cx="58320" cy="54720"/>
          </a:xfrm>
          <a:custGeom>
            <a:avLst/>
            <a:gdLst/>
            <a:ahLst/>
            <a:rect l="0" t="0" r="r" b="b"/>
            <a:pathLst>
              <a:path w="162" h="152">
                <a:moveTo>
                  <a:pt x="19" y="0"/>
                </a:moveTo>
                <a:lnTo>
                  <a:pt x="162" y="95"/>
                </a:lnTo>
                <a:lnTo>
                  <a:pt x="0" y="152"/>
                </a:lnTo>
                <a:lnTo>
                  <a:pt x="1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2297880" y="2151360"/>
            <a:ext cx="67320" cy="63360"/>
          </a:xfrm>
          <a:custGeom>
            <a:avLst/>
            <a:gdLst/>
            <a:ahLst/>
            <a:rect l="0" t="0" r="r" b="b"/>
            <a:pathLst>
              <a:path w="187" h="176">
                <a:moveTo>
                  <a:pt x="46" y="15"/>
                </a:moveTo>
                <a:lnTo>
                  <a:pt x="58" y="23"/>
                </a:lnTo>
                <a:lnTo>
                  <a:pt x="50" y="36"/>
                </a:lnTo>
                <a:lnTo>
                  <a:pt x="37" y="27"/>
                </a:lnTo>
                <a:lnTo>
                  <a:pt x="46" y="15"/>
                </a:lnTo>
                <a:moveTo>
                  <a:pt x="58" y="23"/>
                </a:moveTo>
                <a:lnTo>
                  <a:pt x="71" y="32"/>
                </a:lnTo>
                <a:lnTo>
                  <a:pt x="63" y="44"/>
                </a:lnTo>
                <a:lnTo>
                  <a:pt x="50" y="36"/>
                </a:lnTo>
                <a:lnTo>
                  <a:pt x="58" y="23"/>
                </a:lnTo>
                <a:moveTo>
                  <a:pt x="71" y="32"/>
                </a:moveTo>
                <a:lnTo>
                  <a:pt x="84" y="40"/>
                </a:lnTo>
                <a:lnTo>
                  <a:pt x="75" y="53"/>
                </a:lnTo>
                <a:lnTo>
                  <a:pt x="63" y="44"/>
                </a:lnTo>
                <a:lnTo>
                  <a:pt x="71" y="32"/>
                </a:lnTo>
                <a:moveTo>
                  <a:pt x="84" y="40"/>
                </a:moveTo>
                <a:lnTo>
                  <a:pt x="96" y="48"/>
                </a:lnTo>
                <a:lnTo>
                  <a:pt x="88" y="61"/>
                </a:lnTo>
                <a:lnTo>
                  <a:pt x="75" y="53"/>
                </a:lnTo>
                <a:lnTo>
                  <a:pt x="84" y="40"/>
                </a:lnTo>
                <a:moveTo>
                  <a:pt x="96" y="48"/>
                </a:moveTo>
                <a:lnTo>
                  <a:pt x="109" y="57"/>
                </a:lnTo>
                <a:lnTo>
                  <a:pt x="101" y="70"/>
                </a:lnTo>
                <a:lnTo>
                  <a:pt x="88" y="61"/>
                </a:lnTo>
                <a:lnTo>
                  <a:pt x="96" y="48"/>
                </a:lnTo>
                <a:moveTo>
                  <a:pt x="109" y="57"/>
                </a:moveTo>
                <a:lnTo>
                  <a:pt x="122" y="66"/>
                </a:lnTo>
                <a:lnTo>
                  <a:pt x="113" y="79"/>
                </a:lnTo>
                <a:lnTo>
                  <a:pt x="101" y="70"/>
                </a:lnTo>
                <a:lnTo>
                  <a:pt x="109" y="57"/>
                </a:lnTo>
                <a:moveTo>
                  <a:pt x="122" y="66"/>
                </a:moveTo>
                <a:lnTo>
                  <a:pt x="134" y="75"/>
                </a:lnTo>
                <a:lnTo>
                  <a:pt x="126" y="87"/>
                </a:lnTo>
                <a:lnTo>
                  <a:pt x="113" y="79"/>
                </a:lnTo>
                <a:lnTo>
                  <a:pt x="122" y="66"/>
                </a:lnTo>
                <a:moveTo>
                  <a:pt x="134" y="75"/>
                </a:moveTo>
                <a:lnTo>
                  <a:pt x="147" y="83"/>
                </a:lnTo>
                <a:lnTo>
                  <a:pt x="139" y="96"/>
                </a:lnTo>
                <a:lnTo>
                  <a:pt x="126" y="87"/>
                </a:lnTo>
                <a:lnTo>
                  <a:pt x="134" y="75"/>
                </a:lnTo>
                <a:moveTo>
                  <a:pt x="147" y="83"/>
                </a:moveTo>
                <a:lnTo>
                  <a:pt x="160" y="91"/>
                </a:lnTo>
                <a:lnTo>
                  <a:pt x="151" y="104"/>
                </a:lnTo>
                <a:lnTo>
                  <a:pt x="139" y="96"/>
                </a:lnTo>
                <a:lnTo>
                  <a:pt x="147" y="83"/>
                </a:lnTo>
                <a:moveTo>
                  <a:pt x="160" y="91"/>
                </a:moveTo>
                <a:lnTo>
                  <a:pt x="173" y="100"/>
                </a:lnTo>
                <a:lnTo>
                  <a:pt x="164" y="112"/>
                </a:lnTo>
                <a:lnTo>
                  <a:pt x="151" y="104"/>
                </a:lnTo>
                <a:lnTo>
                  <a:pt x="160" y="91"/>
                </a:lnTo>
                <a:moveTo>
                  <a:pt x="173" y="100"/>
                </a:moveTo>
                <a:lnTo>
                  <a:pt x="187" y="110"/>
                </a:lnTo>
                <a:lnTo>
                  <a:pt x="161" y="119"/>
                </a:lnTo>
                <a:lnTo>
                  <a:pt x="156" y="105"/>
                </a:lnTo>
                <a:lnTo>
                  <a:pt x="168" y="100"/>
                </a:lnTo>
                <a:lnTo>
                  <a:pt x="171" y="108"/>
                </a:lnTo>
                <a:lnTo>
                  <a:pt x="166" y="114"/>
                </a:lnTo>
                <a:lnTo>
                  <a:pt x="164" y="112"/>
                </a:lnTo>
                <a:lnTo>
                  <a:pt x="173" y="100"/>
                </a:lnTo>
                <a:moveTo>
                  <a:pt x="161" y="119"/>
                </a:moveTo>
                <a:lnTo>
                  <a:pt x="147" y="124"/>
                </a:lnTo>
                <a:lnTo>
                  <a:pt x="142" y="110"/>
                </a:lnTo>
                <a:lnTo>
                  <a:pt x="156" y="105"/>
                </a:lnTo>
                <a:lnTo>
                  <a:pt x="161" y="119"/>
                </a:lnTo>
                <a:moveTo>
                  <a:pt x="147" y="124"/>
                </a:moveTo>
                <a:lnTo>
                  <a:pt x="133" y="129"/>
                </a:lnTo>
                <a:lnTo>
                  <a:pt x="128" y="115"/>
                </a:lnTo>
                <a:lnTo>
                  <a:pt x="142" y="110"/>
                </a:lnTo>
                <a:lnTo>
                  <a:pt x="147" y="124"/>
                </a:lnTo>
                <a:moveTo>
                  <a:pt x="133" y="129"/>
                </a:moveTo>
                <a:lnTo>
                  <a:pt x="118" y="134"/>
                </a:lnTo>
                <a:lnTo>
                  <a:pt x="113" y="120"/>
                </a:lnTo>
                <a:lnTo>
                  <a:pt x="128" y="115"/>
                </a:lnTo>
                <a:lnTo>
                  <a:pt x="133" y="129"/>
                </a:lnTo>
                <a:moveTo>
                  <a:pt x="118" y="134"/>
                </a:moveTo>
                <a:lnTo>
                  <a:pt x="104" y="139"/>
                </a:lnTo>
                <a:lnTo>
                  <a:pt x="99" y="125"/>
                </a:lnTo>
                <a:lnTo>
                  <a:pt x="113" y="120"/>
                </a:lnTo>
                <a:lnTo>
                  <a:pt x="118" y="134"/>
                </a:lnTo>
                <a:moveTo>
                  <a:pt x="104" y="139"/>
                </a:moveTo>
                <a:lnTo>
                  <a:pt x="90" y="144"/>
                </a:lnTo>
                <a:lnTo>
                  <a:pt x="85" y="130"/>
                </a:lnTo>
                <a:lnTo>
                  <a:pt x="99" y="125"/>
                </a:lnTo>
                <a:lnTo>
                  <a:pt x="104" y="139"/>
                </a:lnTo>
                <a:moveTo>
                  <a:pt x="90" y="144"/>
                </a:moveTo>
                <a:lnTo>
                  <a:pt x="75" y="150"/>
                </a:lnTo>
                <a:lnTo>
                  <a:pt x="70" y="135"/>
                </a:lnTo>
                <a:lnTo>
                  <a:pt x="85" y="130"/>
                </a:lnTo>
                <a:lnTo>
                  <a:pt x="90" y="144"/>
                </a:lnTo>
                <a:moveTo>
                  <a:pt x="75" y="150"/>
                </a:moveTo>
                <a:lnTo>
                  <a:pt x="61" y="155"/>
                </a:lnTo>
                <a:lnTo>
                  <a:pt x="56" y="140"/>
                </a:lnTo>
                <a:lnTo>
                  <a:pt x="70" y="135"/>
                </a:lnTo>
                <a:lnTo>
                  <a:pt x="75" y="150"/>
                </a:lnTo>
                <a:moveTo>
                  <a:pt x="61" y="155"/>
                </a:moveTo>
                <a:lnTo>
                  <a:pt x="47" y="160"/>
                </a:lnTo>
                <a:lnTo>
                  <a:pt x="42" y="145"/>
                </a:lnTo>
                <a:lnTo>
                  <a:pt x="56" y="140"/>
                </a:lnTo>
                <a:lnTo>
                  <a:pt x="61" y="155"/>
                </a:lnTo>
                <a:moveTo>
                  <a:pt x="47" y="160"/>
                </a:moveTo>
                <a:lnTo>
                  <a:pt x="31" y="165"/>
                </a:lnTo>
                <a:lnTo>
                  <a:pt x="26" y="151"/>
                </a:lnTo>
                <a:lnTo>
                  <a:pt x="42" y="145"/>
                </a:lnTo>
                <a:lnTo>
                  <a:pt x="47" y="160"/>
                </a:lnTo>
                <a:moveTo>
                  <a:pt x="31" y="165"/>
                </a:moveTo>
                <a:lnTo>
                  <a:pt x="17" y="170"/>
                </a:lnTo>
                <a:lnTo>
                  <a:pt x="12" y="156"/>
                </a:lnTo>
                <a:lnTo>
                  <a:pt x="26" y="151"/>
                </a:lnTo>
                <a:lnTo>
                  <a:pt x="31" y="165"/>
                </a:lnTo>
                <a:moveTo>
                  <a:pt x="17" y="170"/>
                </a:moveTo>
                <a:lnTo>
                  <a:pt x="0" y="176"/>
                </a:lnTo>
                <a:lnTo>
                  <a:pt x="3" y="154"/>
                </a:lnTo>
                <a:lnTo>
                  <a:pt x="18" y="156"/>
                </a:lnTo>
                <a:lnTo>
                  <a:pt x="17" y="166"/>
                </a:lnTo>
                <a:lnTo>
                  <a:pt x="9" y="165"/>
                </a:lnTo>
                <a:lnTo>
                  <a:pt x="7" y="157"/>
                </a:lnTo>
                <a:lnTo>
                  <a:pt x="12" y="156"/>
                </a:lnTo>
                <a:lnTo>
                  <a:pt x="17" y="170"/>
                </a:lnTo>
                <a:moveTo>
                  <a:pt x="3" y="154"/>
                </a:moveTo>
                <a:lnTo>
                  <a:pt x="5" y="139"/>
                </a:lnTo>
                <a:lnTo>
                  <a:pt x="20" y="141"/>
                </a:lnTo>
                <a:lnTo>
                  <a:pt x="18" y="156"/>
                </a:lnTo>
                <a:lnTo>
                  <a:pt x="3" y="154"/>
                </a:lnTo>
                <a:moveTo>
                  <a:pt x="5" y="139"/>
                </a:moveTo>
                <a:lnTo>
                  <a:pt x="7" y="124"/>
                </a:lnTo>
                <a:lnTo>
                  <a:pt x="22" y="126"/>
                </a:lnTo>
                <a:lnTo>
                  <a:pt x="20" y="141"/>
                </a:lnTo>
                <a:lnTo>
                  <a:pt x="5" y="139"/>
                </a:lnTo>
                <a:moveTo>
                  <a:pt x="7" y="124"/>
                </a:moveTo>
                <a:lnTo>
                  <a:pt x="9" y="109"/>
                </a:lnTo>
                <a:lnTo>
                  <a:pt x="24" y="111"/>
                </a:lnTo>
                <a:lnTo>
                  <a:pt x="22" y="126"/>
                </a:lnTo>
                <a:lnTo>
                  <a:pt x="7" y="124"/>
                </a:lnTo>
                <a:moveTo>
                  <a:pt x="9" y="109"/>
                </a:moveTo>
                <a:lnTo>
                  <a:pt x="10" y="94"/>
                </a:lnTo>
                <a:lnTo>
                  <a:pt x="26" y="96"/>
                </a:lnTo>
                <a:lnTo>
                  <a:pt x="24" y="111"/>
                </a:lnTo>
                <a:lnTo>
                  <a:pt x="9" y="109"/>
                </a:lnTo>
                <a:moveTo>
                  <a:pt x="10" y="94"/>
                </a:moveTo>
                <a:lnTo>
                  <a:pt x="12" y="79"/>
                </a:lnTo>
                <a:lnTo>
                  <a:pt x="27" y="80"/>
                </a:lnTo>
                <a:lnTo>
                  <a:pt x="26" y="96"/>
                </a:lnTo>
                <a:lnTo>
                  <a:pt x="10" y="94"/>
                </a:lnTo>
                <a:moveTo>
                  <a:pt x="12" y="79"/>
                </a:moveTo>
                <a:lnTo>
                  <a:pt x="14" y="63"/>
                </a:lnTo>
                <a:lnTo>
                  <a:pt x="29" y="65"/>
                </a:lnTo>
                <a:lnTo>
                  <a:pt x="27" y="80"/>
                </a:lnTo>
                <a:lnTo>
                  <a:pt x="12" y="79"/>
                </a:lnTo>
                <a:moveTo>
                  <a:pt x="14" y="63"/>
                </a:moveTo>
                <a:lnTo>
                  <a:pt x="16" y="47"/>
                </a:lnTo>
                <a:lnTo>
                  <a:pt x="31" y="49"/>
                </a:lnTo>
                <a:lnTo>
                  <a:pt x="29" y="65"/>
                </a:lnTo>
                <a:lnTo>
                  <a:pt x="14" y="63"/>
                </a:lnTo>
                <a:moveTo>
                  <a:pt x="16" y="47"/>
                </a:moveTo>
                <a:lnTo>
                  <a:pt x="18" y="32"/>
                </a:lnTo>
                <a:lnTo>
                  <a:pt x="33" y="34"/>
                </a:lnTo>
                <a:lnTo>
                  <a:pt x="31" y="49"/>
                </a:lnTo>
                <a:lnTo>
                  <a:pt x="16" y="47"/>
                </a:lnTo>
                <a:moveTo>
                  <a:pt x="18" y="32"/>
                </a:moveTo>
                <a:lnTo>
                  <a:pt x="20" y="17"/>
                </a:lnTo>
                <a:lnTo>
                  <a:pt x="36" y="19"/>
                </a:lnTo>
                <a:lnTo>
                  <a:pt x="33" y="34"/>
                </a:lnTo>
                <a:lnTo>
                  <a:pt x="18" y="32"/>
                </a:lnTo>
                <a:moveTo>
                  <a:pt x="20" y="17"/>
                </a:moveTo>
                <a:lnTo>
                  <a:pt x="22" y="0"/>
                </a:lnTo>
                <a:lnTo>
                  <a:pt x="46" y="15"/>
                </a:lnTo>
                <a:lnTo>
                  <a:pt x="37" y="27"/>
                </a:lnTo>
                <a:lnTo>
                  <a:pt x="24" y="19"/>
                </a:lnTo>
                <a:lnTo>
                  <a:pt x="28" y="13"/>
                </a:lnTo>
                <a:lnTo>
                  <a:pt x="36" y="14"/>
                </a:lnTo>
                <a:lnTo>
                  <a:pt x="36" y="19"/>
                </a:lnTo>
                <a:lnTo>
                  <a:pt x="20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3612600" y="2133720"/>
            <a:ext cx="830520" cy="43920"/>
          </a:xfrm>
          <a:custGeom>
            <a:avLst/>
            <a:gdLst/>
            <a:ahLst/>
            <a:rect l="0" t="0" r="r" b="b"/>
            <a:pathLst>
              <a:path fill="none" w="2307" h="122">
                <a:moveTo>
                  <a:pt x="0" y="122"/>
                </a:moveTo>
                <a:lnTo>
                  <a:pt x="198" y="94"/>
                </a:lnTo>
                <a:cubicBezTo>
                  <a:pt x="398" y="66"/>
                  <a:pt x="795" y="8"/>
                  <a:pt x="1179" y="1"/>
                </a:cubicBezTo>
                <a:cubicBezTo>
                  <a:pt x="1564" y="-6"/>
                  <a:pt x="1936" y="38"/>
                  <a:pt x="2122" y="59"/>
                </a:cubicBezTo>
                <a:lnTo>
                  <a:pt x="2307" y="8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4412520" y="2131560"/>
            <a:ext cx="57960" cy="54720"/>
          </a:xfrm>
          <a:custGeom>
            <a:avLst/>
            <a:gdLst/>
            <a:ahLst/>
            <a:rect l="0" t="0" r="r" b="b"/>
            <a:pathLst>
              <a:path w="161" h="152">
                <a:moveTo>
                  <a:pt x="18" y="0"/>
                </a:moveTo>
                <a:lnTo>
                  <a:pt x="161" y="94"/>
                </a:lnTo>
                <a:lnTo>
                  <a:pt x="0" y="152"/>
                </a:lnTo>
                <a:lnTo>
                  <a:pt x="1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4409280" y="2126880"/>
            <a:ext cx="67320" cy="63360"/>
          </a:xfrm>
          <a:custGeom>
            <a:avLst/>
            <a:gdLst/>
            <a:ahLst/>
            <a:rect l="0" t="0" r="r" b="b"/>
            <a:pathLst>
              <a:path w="187" h="176">
                <a:moveTo>
                  <a:pt x="43" y="15"/>
                </a:moveTo>
                <a:lnTo>
                  <a:pt x="57" y="23"/>
                </a:lnTo>
                <a:lnTo>
                  <a:pt x="48" y="36"/>
                </a:lnTo>
                <a:lnTo>
                  <a:pt x="35" y="27"/>
                </a:lnTo>
                <a:lnTo>
                  <a:pt x="43" y="15"/>
                </a:lnTo>
                <a:moveTo>
                  <a:pt x="57" y="23"/>
                </a:moveTo>
                <a:lnTo>
                  <a:pt x="70" y="31"/>
                </a:lnTo>
                <a:lnTo>
                  <a:pt x="62" y="44"/>
                </a:lnTo>
                <a:lnTo>
                  <a:pt x="48" y="36"/>
                </a:lnTo>
                <a:lnTo>
                  <a:pt x="57" y="23"/>
                </a:lnTo>
                <a:moveTo>
                  <a:pt x="70" y="31"/>
                </a:moveTo>
                <a:lnTo>
                  <a:pt x="83" y="40"/>
                </a:lnTo>
                <a:lnTo>
                  <a:pt x="74" y="52"/>
                </a:lnTo>
                <a:lnTo>
                  <a:pt x="62" y="44"/>
                </a:lnTo>
                <a:lnTo>
                  <a:pt x="70" y="31"/>
                </a:lnTo>
                <a:moveTo>
                  <a:pt x="83" y="40"/>
                </a:moveTo>
                <a:lnTo>
                  <a:pt x="95" y="48"/>
                </a:lnTo>
                <a:lnTo>
                  <a:pt x="87" y="61"/>
                </a:lnTo>
                <a:lnTo>
                  <a:pt x="74" y="52"/>
                </a:lnTo>
                <a:lnTo>
                  <a:pt x="83" y="40"/>
                </a:lnTo>
                <a:moveTo>
                  <a:pt x="95" y="48"/>
                </a:moveTo>
                <a:lnTo>
                  <a:pt x="108" y="56"/>
                </a:lnTo>
                <a:lnTo>
                  <a:pt x="100" y="69"/>
                </a:lnTo>
                <a:lnTo>
                  <a:pt x="87" y="61"/>
                </a:lnTo>
                <a:lnTo>
                  <a:pt x="95" y="48"/>
                </a:lnTo>
                <a:moveTo>
                  <a:pt x="108" y="56"/>
                </a:moveTo>
                <a:lnTo>
                  <a:pt x="121" y="65"/>
                </a:lnTo>
                <a:lnTo>
                  <a:pt x="113" y="77"/>
                </a:lnTo>
                <a:lnTo>
                  <a:pt x="100" y="69"/>
                </a:lnTo>
                <a:lnTo>
                  <a:pt x="108" y="56"/>
                </a:lnTo>
                <a:moveTo>
                  <a:pt x="121" y="65"/>
                </a:moveTo>
                <a:lnTo>
                  <a:pt x="134" y="73"/>
                </a:lnTo>
                <a:lnTo>
                  <a:pt x="125" y="86"/>
                </a:lnTo>
                <a:lnTo>
                  <a:pt x="113" y="77"/>
                </a:lnTo>
                <a:lnTo>
                  <a:pt x="121" y="65"/>
                </a:lnTo>
                <a:moveTo>
                  <a:pt x="134" y="73"/>
                </a:moveTo>
                <a:lnTo>
                  <a:pt x="146" y="81"/>
                </a:lnTo>
                <a:lnTo>
                  <a:pt x="138" y="94"/>
                </a:lnTo>
                <a:lnTo>
                  <a:pt x="125" y="86"/>
                </a:lnTo>
                <a:lnTo>
                  <a:pt x="134" y="73"/>
                </a:lnTo>
                <a:moveTo>
                  <a:pt x="146" y="81"/>
                </a:moveTo>
                <a:lnTo>
                  <a:pt x="159" y="89"/>
                </a:lnTo>
                <a:lnTo>
                  <a:pt x="151" y="102"/>
                </a:lnTo>
                <a:lnTo>
                  <a:pt x="138" y="94"/>
                </a:lnTo>
                <a:lnTo>
                  <a:pt x="146" y="81"/>
                </a:lnTo>
                <a:moveTo>
                  <a:pt x="159" y="89"/>
                </a:moveTo>
                <a:lnTo>
                  <a:pt x="172" y="98"/>
                </a:lnTo>
                <a:lnTo>
                  <a:pt x="164" y="110"/>
                </a:lnTo>
                <a:lnTo>
                  <a:pt x="151" y="102"/>
                </a:lnTo>
                <a:lnTo>
                  <a:pt x="159" y="89"/>
                </a:lnTo>
                <a:moveTo>
                  <a:pt x="172" y="98"/>
                </a:moveTo>
                <a:lnTo>
                  <a:pt x="187" y="108"/>
                </a:lnTo>
                <a:lnTo>
                  <a:pt x="161" y="117"/>
                </a:lnTo>
                <a:lnTo>
                  <a:pt x="156" y="103"/>
                </a:lnTo>
                <a:lnTo>
                  <a:pt x="167" y="98"/>
                </a:lnTo>
                <a:lnTo>
                  <a:pt x="170" y="106"/>
                </a:lnTo>
                <a:lnTo>
                  <a:pt x="166" y="112"/>
                </a:lnTo>
                <a:lnTo>
                  <a:pt x="164" y="110"/>
                </a:lnTo>
                <a:lnTo>
                  <a:pt x="172" y="98"/>
                </a:lnTo>
                <a:moveTo>
                  <a:pt x="161" y="117"/>
                </a:moveTo>
                <a:lnTo>
                  <a:pt x="147" y="122"/>
                </a:lnTo>
                <a:lnTo>
                  <a:pt x="141" y="108"/>
                </a:lnTo>
                <a:lnTo>
                  <a:pt x="156" y="103"/>
                </a:lnTo>
                <a:lnTo>
                  <a:pt x="161" y="117"/>
                </a:lnTo>
                <a:moveTo>
                  <a:pt x="147" y="122"/>
                </a:moveTo>
                <a:lnTo>
                  <a:pt x="132" y="127"/>
                </a:lnTo>
                <a:lnTo>
                  <a:pt x="127" y="113"/>
                </a:lnTo>
                <a:lnTo>
                  <a:pt x="141" y="108"/>
                </a:lnTo>
                <a:lnTo>
                  <a:pt x="147" y="122"/>
                </a:lnTo>
                <a:moveTo>
                  <a:pt x="132" y="127"/>
                </a:moveTo>
                <a:lnTo>
                  <a:pt x="118" y="134"/>
                </a:lnTo>
                <a:lnTo>
                  <a:pt x="113" y="118"/>
                </a:lnTo>
                <a:lnTo>
                  <a:pt x="127" y="113"/>
                </a:lnTo>
                <a:lnTo>
                  <a:pt x="132" y="127"/>
                </a:lnTo>
                <a:moveTo>
                  <a:pt x="118" y="134"/>
                </a:moveTo>
                <a:lnTo>
                  <a:pt x="104" y="139"/>
                </a:lnTo>
                <a:lnTo>
                  <a:pt x="99" y="124"/>
                </a:lnTo>
                <a:lnTo>
                  <a:pt x="113" y="118"/>
                </a:lnTo>
                <a:lnTo>
                  <a:pt x="118" y="134"/>
                </a:lnTo>
                <a:moveTo>
                  <a:pt x="104" y="139"/>
                </a:moveTo>
                <a:lnTo>
                  <a:pt x="89" y="144"/>
                </a:lnTo>
                <a:lnTo>
                  <a:pt x="84" y="129"/>
                </a:lnTo>
                <a:lnTo>
                  <a:pt x="99" y="124"/>
                </a:lnTo>
                <a:lnTo>
                  <a:pt x="104" y="139"/>
                </a:lnTo>
                <a:moveTo>
                  <a:pt x="89" y="144"/>
                </a:moveTo>
                <a:lnTo>
                  <a:pt x="75" y="149"/>
                </a:lnTo>
                <a:lnTo>
                  <a:pt x="70" y="135"/>
                </a:lnTo>
                <a:lnTo>
                  <a:pt x="84" y="129"/>
                </a:lnTo>
                <a:lnTo>
                  <a:pt x="89" y="144"/>
                </a:lnTo>
                <a:moveTo>
                  <a:pt x="75" y="149"/>
                </a:moveTo>
                <a:lnTo>
                  <a:pt x="61" y="155"/>
                </a:lnTo>
                <a:lnTo>
                  <a:pt x="56" y="140"/>
                </a:lnTo>
                <a:lnTo>
                  <a:pt x="70" y="135"/>
                </a:lnTo>
                <a:lnTo>
                  <a:pt x="75" y="149"/>
                </a:lnTo>
                <a:moveTo>
                  <a:pt x="61" y="155"/>
                </a:moveTo>
                <a:lnTo>
                  <a:pt x="46" y="160"/>
                </a:lnTo>
                <a:lnTo>
                  <a:pt x="40" y="145"/>
                </a:lnTo>
                <a:lnTo>
                  <a:pt x="56" y="140"/>
                </a:lnTo>
                <a:lnTo>
                  <a:pt x="61" y="155"/>
                </a:lnTo>
                <a:moveTo>
                  <a:pt x="46" y="160"/>
                </a:moveTo>
                <a:lnTo>
                  <a:pt x="31" y="165"/>
                </a:lnTo>
                <a:lnTo>
                  <a:pt x="26" y="151"/>
                </a:lnTo>
                <a:lnTo>
                  <a:pt x="40" y="145"/>
                </a:lnTo>
                <a:lnTo>
                  <a:pt x="46" y="160"/>
                </a:lnTo>
                <a:moveTo>
                  <a:pt x="31" y="165"/>
                </a:moveTo>
                <a:lnTo>
                  <a:pt x="17" y="170"/>
                </a:lnTo>
                <a:lnTo>
                  <a:pt x="12" y="156"/>
                </a:lnTo>
                <a:lnTo>
                  <a:pt x="26" y="151"/>
                </a:lnTo>
                <a:lnTo>
                  <a:pt x="31" y="165"/>
                </a:lnTo>
                <a:moveTo>
                  <a:pt x="17" y="170"/>
                </a:moveTo>
                <a:lnTo>
                  <a:pt x="0" y="176"/>
                </a:lnTo>
                <a:lnTo>
                  <a:pt x="3" y="154"/>
                </a:lnTo>
                <a:lnTo>
                  <a:pt x="18" y="156"/>
                </a:lnTo>
                <a:lnTo>
                  <a:pt x="17" y="166"/>
                </a:lnTo>
                <a:lnTo>
                  <a:pt x="9" y="165"/>
                </a:lnTo>
                <a:lnTo>
                  <a:pt x="7" y="158"/>
                </a:lnTo>
                <a:lnTo>
                  <a:pt x="12" y="156"/>
                </a:lnTo>
                <a:lnTo>
                  <a:pt x="17" y="170"/>
                </a:lnTo>
                <a:moveTo>
                  <a:pt x="3" y="154"/>
                </a:moveTo>
                <a:lnTo>
                  <a:pt x="5" y="139"/>
                </a:lnTo>
                <a:lnTo>
                  <a:pt x="20" y="141"/>
                </a:lnTo>
                <a:lnTo>
                  <a:pt x="18" y="156"/>
                </a:lnTo>
                <a:lnTo>
                  <a:pt x="3" y="154"/>
                </a:lnTo>
                <a:moveTo>
                  <a:pt x="5" y="139"/>
                </a:moveTo>
                <a:lnTo>
                  <a:pt x="6" y="123"/>
                </a:lnTo>
                <a:lnTo>
                  <a:pt x="21" y="125"/>
                </a:lnTo>
                <a:lnTo>
                  <a:pt x="20" y="141"/>
                </a:lnTo>
                <a:lnTo>
                  <a:pt x="5" y="139"/>
                </a:lnTo>
                <a:moveTo>
                  <a:pt x="6" y="123"/>
                </a:moveTo>
                <a:lnTo>
                  <a:pt x="8" y="108"/>
                </a:lnTo>
                <a:lnTo>
                  <a:pt x="23" y="110"/>
                </a:lnTo>
                <a:lnTo>
                  <a:pt x="21" y="125"/>
                </a:lnTo>
                <a:lnTo>
                  <a:pt x="6" y="123"/>
                </a:lnTo>
                <a:moveTo>
                  <a:pt x="8" y="108"/>
                </a:moveTo>
                <a:lnTo>
                  <a:pt x="10" y="93"/>
                </a:lnTo>
                <a:lnTo>
                  <a:pt x="25" y="95"/>
                </a:lnTo>
                <a:lnTo>
                  <a:pt x="23" y="110"/>
                </a:lnTo>
                <a:lnTo>
                  <a:pt x="8" y="108"/>
                </a:lnTo>
                <a:moveTo>
                  <a:pt x="10" y="93"/>
                </a:moveTo>
                <a:lnTo>
                  <a:pt x="11" y="78"/>
                </a:lnTo>
                <a:lnTo>
                  <a:pt x="27" y="80"/>
                </a:lnTo>
                <a:lnTo>
                  <a:pt x="25" y="95"/>
                </a:lnTo>
                <a:lnTo>
                  <a:pt x="10" y="93"/>
                </a:lnTo>
                <a:moveTo>
                  <a:pt x="11" y="78"/>
                </a:moveTo>
                <a:lnTo>
                  <a:pt x="13" y="63"/>
                </a:lnTo>
                <a:lnTo>
                  <a:pt x="28" y="64"/>
                </a:lnTo>
                <a:lnTo>
                  <a:pt x="27" y="80"/>
                </a:lnTo>
                <a:lnTo>
                  <a:pt x="11" y="78"/>
                </a:lnTo>
                <a:moveTo>
                  <a:pt x="13" y="63"/>
                </a:moveTo>
                <a:lnTo>
                  <a:pt x="15" y="48"/>
                </a:lnTo>
                <a:lnTo>
                  <a:pt x="30" y="49"/>
                </a:lnTo>
                <a:lnTo>
                  <a:pt x="28" y="64"/>
                </a:lnTo>
                <a:lnTo>
                  <a:pt x="13" y="63"/>
                </a:lnTo>
                <a:moveTo>
                  <a:pt x="15" y="48"/>
                </a:moveTo>
                <a:lnTo>
                  <a:pt x="17" y="33"/>
                </a:lnTo>
                <a:lnTo>
                  <a:pt x="32" y="34"/>
                </a:lnTo>
                <a:lnTo>
                  <a:pt x="30" y="49"/>
                </a:lnTo>
                <a:lnTo>
                  <a:pt x="15" y="48"/>
                </a:lnTo>
                <a:moveTo>
                  <a:pt x="17" y="33"/>
                </a:moveTo>
                <a:lnTo>
                  <a:pt x="18" y="17"/>
                </a:lnTo>
                <a:lnTo>
                  <a:pt x="33" y="19"/>
                </a:lnTo>
                <a:lnTo>
                  <a:pt x="32" y="34"/>
                </a:lnTo>
                <a:lnTo>
                  <a:pt x="17" y="33"/>
                </a:lnTo>
                <a:moveTo>
                  <a:pt x="18" y="17"/>
                </a:moveTo>
                <a:lnTo>
                  <a:pt x="20" y="0"/>
                </a:lnTo>
                <a:lnTo>
                  <a:pt x="43" y="15"/>
                </a:lnTo>
                <a:lnTo>
                  <a:pt x="35" y="27"/>
                </a:lnTo>
                <a:lnTo>
                  <a:pt x="22" y="19"/>
                </a:lnTo>
                <a:lnTo>
                  <a:pt x="27" y="13"/>
                </a:lnTo>
                <a:lnTo>
                  <a:pt x="34" y="14"/>
                </a:lnTo>
                <a:lnTo>
                  <a:pt x="33" y="19"/>
                </a:lnTo>
                <a:lnTo>
                  <a:pt x="18" y="1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6249240" y="2142360"/>
            <a:ext cx="1535400" cy="62640"/>
          </a:xfrm>
          <a:custGeom>
            <a:avLst/>
            <a:gdLst/>
            <a:ahLst/>
            <a:rect l="0" t="0" r="r" b="b"/>
            <a:pathLst>
              <a:path fill="none" w="4265" h="174">
                <a:moveTo>
                  <a:pt x="0" y="124"/>
                </a:moveTo>
                <a:lnTo>
                  <a:pt x="362" y="91"/>
                </a:lnTo>
                <a:cubicBezTo>
                  <a:pt x="723" y="58"/>
                  <a:pt x="1446" y="-7"/>
                  <a:pt x="2158" y="1"/>
                </a:cubicBezTo>
                <a:cubicBezTo>
                  <a:pt x="2869" y="9"/>
                  <a:pt x="3567" y="91"/>
                  <a:pt x="3916" y="133"/>
                </a:cubicBezTo>
                <a:lnTo>
                  <a:pt x="4265" y="174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/>
          <p:nvPr/>
        </p:nvSpPr>
        <p:spPr>
          <a:xfrm>
            <a:off x="7754040" y="2173680"/>
            <a:ext cx="57600" cy="54720"/>
          </a:xfrm>
          <a:custGeom>
            <a:avLst/>
            <a:gdLst/>
            <a:ahLst/>
            <a:rect l="0" t="0" r="r" b="b"/>
            <a:pathLst>
              <a:path w="160" h="152">
                <a:moveTo>
                  <a:pt x="18" y="0"/>
                </a:moveTo>
                <a:lnTo>
                  <a:pt x="160" y="94"/>
                </a:lnTo>
                <a:lnTo>
                  <a:pt x="0" y="152"/>
                </a:lnTo>
                <a:lnTo>
                  <a:pt x="1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0" name=""/>
          <p:cNvSpPr/>
          <p:nvPr/>
        </p:nvSpPr>
        <p:spPr>
          <a:xfrm>
            <a:off x="7750800" y="2169000"/>
            <a:ext cx="66960" cy="63720"/>
          </a:xfrm>
          <a:custGeom>
            <a:avLst/>
            <a:gdLst/>
            <a:ahLst/>
            <a:rect l="0" t="0" r="r" b="b"/>
            <a:pathLst>
              <a:path w="186" h="177">
                <a:moveTo>
                  <a:pt x="44" y="16"/>
                </a:moveTo>
                <a:lnTo>
                  <a:pt x="57" y="25"/>
                </a:lnTo>
                <a:lnTo>
                  <a:pt x="48" y="37"/>
                </a:lnTo>
                <a:lnTo>
                  <a:pt x="36" y="29"/>
                </a:lnTo>
                <a:lnTo>
                  <a:pt x="44" y="16"/>
                </a:lnTo>
                <a:moveTo>
                  <a:pt x="57" y="25"/>
                </a:moveTo>
                <a:lnTo>
                  <a:pt x="69" y="33"/>
                </a:lnTo>
                <a:lnTo>
                  <a:pt x="61" y="46"/>
                </a:lnTo>
                <a:lnTo>
                  <a:pt x="48" y="37"/>
                </a:lnTo>
                <a:lnTo>
                  <a:pt x="57" y="25"/>
                </a:lnTo>
                <a:moveTo>
                  <a:pt x="69" y="33"/>
                </a:moveTo>
                <a:lnTo>
                  <a:pt x="82" y="41"/>
                </a:lnTo>
                <a:lnTo>
                  <a:pt x="74" y="54"/>
                </a:lnTo>
                <a:lnTo>
                  <a:pt x="61" y="46"/>
                </a:lnTo>
                <a:lnTo>
                  <a:pt x="69" y="33"/>
                </a:lnTo>
                <a:moveTo>
                  <a:pt x="82" y="41"/>
                </a:moveTo>
                <a:lnTo>
                  <a:pt x="95" y="50"/>
                </a:lnTo>
                <a:lnTo>
                  <a:pt x="87" y="62"/>
                </a:lnTo>
                <a:lnTo>
                  <a:pt x="74" y="54"/>
                </a:lnTo>
                <a:lnTo>
                  <a:pt x="82" y="41"/>
                </a:lnTo>
                <a:moveTo>
                  <a:pt x="95" y="50"/>
                </a:moveTo>
                <a:lnTo>
                  <a:pt x="108" y="58"/>
                </a:lnTo>
                <a:lnTo>
                  <a:pt x="99" y="71"/>
                </a:lnTo>
                <a:lnTo>
                  <a:pt x="87" y="62"/>
                </a:lnTo>
                <a:lnTo>
                  <a:pt x="95" y="50"/>
                </a:lnTo>
                <a:moveTo>
                  <a:pt x="108" y="58"/>
                </a:moveTo>
                <a:lnTo>
                  <a:pt x="120" y="66"/>
                </a:lnTo>
                <a:lnTo>
                  <a:pt x="112" y="79"/>
                </a:lnTo>
                <a:lnTo>
                  <a:pt x="99" y="71"/>
                </a:lnTo>
                <a:lnTo>
                  <a:pt x="108" y="58"/>
                </a:lnTo>
                <a:moveTo>
                  <a:pt x="120" y="66"/>
                </a:moveTo>
                <a:lnTo>
                  <a:pt x="133" y="75"/>
                </a:lnTo>
                <a:lnTo>
                  <a:pt x="125" y="87"/>
                </a:lnTo>
                <a:lnTo>
                  <a:pt x="112" y="79"/>
                </a:lnTo>
                <a:lnTo>
                  <a:pt x="120" y="66"/>
                </a:lnTo>
                <a:moveTo>
                  <a:pt x="133" y="75"/>
                </a:moveTo>
                <a:lnTo>
                  <a:pt x="146" y="83"/>
                </a:lnTo>
                <a:lnTo>
                  <a:pt x="137" y="96"/>
                </a:lnTo>
                <a:lnTo>
                  <a:pt x="125" y="87"/>
                </a:lnTo>
                <a:lnTo>
                  <a:pt x="133" y="75"/>
                </a:lnTo>
                <a:moveTo>
                  <a:pt x="146" y="83"/>
                </a:moveTo>
                <a:lnTo>
                  <a:pt x="159" y="91"/>
                </a:lnTo>
                <a:lnTo>
                  <a:pt x="150" y="104"/>
                </a:lnTo>
                <a:lnTo>
                  <a:pt x="137" y="96"/>
                </a:lnTo>
                <a:lnTo>
                  <a:pt x="146" y="83"/>
                </a:lnTo>
                <a:moveTo>
                  <a:pt x="159" y="91"/>
                </a:moveTo>
                <a:lnTo>
                  <a:pt x="171" y="100"/>
                </a:lnTo>
                <a:lnTo>
                  <a:pt x="163" y="112"/>
                </a:lnTo>
                <a:lnTo>
                  <a:pt x="150" y="104"/>
                </a:lnTo>
                <a:lnTo>
                  <a:pt x="159" y="91"/>
                </a:lnTo>
                <a:moveTo>
                  <a:pt x="171" y="100"/>
                </a:moveTo>
                <a:lnTo>
                  <a:pt x="186" y="109"/>
                </a:lnTo>
                <a:lnTo>
                  <a:pt x="160" y="119"/>
                </a:lnTo>
                <a:lnTo>
                  <a:pt x="155" y="105"/>
                </a:lnTo>
                <a:lnTo>
                  <a:pt x="167" y="100"/>
                </a:lnTo>
                <a:lnTo>
                  <a:pt x="169" y="107"/>
                </a:lnTo>
                <a:lnTo>
                  <a:pt x="165" y="114"/>
                </a:lnTo>
                <a:lnTo>
                  <a:pt x="163" y="112"/>
                </a:lnTo>
                <a:lnTo>
                  <a:pt x="171" y="100"/>
                </a:lnTo>
                <a:moveTo>
                  <a:pt x="160" y="119"/>
                </a:moveTo>
                <a:lnTo>
                  <a:pt x="146" y="124"/>
                </a:lnTo>
                <a:lnTo>
                  <a:pt x="141" y="110"/>
                </a:lnTo>
                <a:lnTo>
                  <a:pt x="155" y="105"/>
                </a:lnTo>
                <a:lnTo>
                  <a:pt x="160" y="119"/>
                </a:lnTo>
                <a:moveTo>
                  <a:pt x="146" y="124"/>
                </a:moveTo>
                <a:lnTo>
                  <a:pt x="132" y="129"/>
                </a:lnTo>
                <a:lnTo>
                  <a:pt x="126" y="115"/>
                </a:lnTo>
                <a:lnTo>
                  <a:pt x="141" y="110"/>
                </a:lnTo>
                <a:lnTo>
                  <a:pt x="146" y="124"/>
                </a:lnTo>
                <a:moveTo>
                  <a:pt x="132" y="129"/>
                </a:moveTo>
                <a:lnTo>
                  <a:pt x="117" y="134"/>
                </a:lnTo>
                <a:lnTo>
                  <a:pt x="112" y="120"/>
                </a:lnTo>
                <a:lnTo>
                  <a:pt x="126" y="115"/>
                </a:lnTo>
                <a:lnTo>
                  <a:pt x="132" y="129"/>
                </a:lnTo>
                <a:moveTo>
                  <a:pt x="117" y="134"/>
                </a:moveTo>
                <a:lnTo>
                  <a:pt x="103" y="140"/>
                </a:lnTo>
                <a:lnTo>
                  <a:pt x="98" y="125"/>
                </a:lnTo>
                <a:lnTo>
                  <a:pt x="112" y="120"/>
                </a:lnTo>
                <a:lnTo>
                  <a:pt x="117" y="134"/>
                </a:lnTo>
                <a:moveTo>
                  <a:pt x="103" y="140"/>
                </a:moveTo>
                <a:lnTo>
                  <a:pt x="89" y="145"/>
                </a:lnTo>
                <a:lnTo>
                  <a:pt x="84" y="130"/>
                </a:lnTo>
                <a:lnTo>
                  <a:pt x="98" y="125"/>
                </a:lnTo>
                <a:lnTo>
                  <a:pt x="103" y="140"/>
                </a:lnTo>
                <a:moveTo>
                  <a:pt x="89" y="145"/>
                </a:moveTo>
                <a:lnTo>
                  <a:pt x="74" y="150"/>
                </a:lnTo>
                <a:lnTo>
                  <a:pt x="69" y="136"/>
                </a:lnTo>
                <a:lnTo>
                  <a:pt x="84" y="130"/>
                </a:lnTo>
                <a:lnTo>
                  <a:pt x="89" y="145"/>
                </a:lnTo>
                <a:moveTo>
                  <a:pt x="74" y="150"/>
                </a:moveTo>
                <a:lnTo>
                  <a:pt x="60" y="155"/>
                </a:lnTo>
                <a:lnTo>
                  <a:pt x="55" y="141"/>
                </a:lnTo>
                <a:lnTo>
                  <a:pt x="69" y="136"/>
                </a:lnTo>
                <a:lnTo>
                  <a:pt x="74" y="150"/>
                </a:lnTo>
                <a:moveTo>
                  <a:pt x="60" y="155"/>
                </a:moveTo>
                <a:lnTo>
                  <a:pt x="46" y="160"/>
                </a:lnTo>
                <a:lnTo>
                  <a:pt x="41" y="146"/>
                </a:lnTo>
                <a:lnTo>
                  <a:pt x="55" y="141"/>
                </a:lnTo>
                <a:lnTo>
                  <a:pt x="60" y="155"/>
                </a:lnTo>
                <a:moveTo>
                  <a:pt x="46" y="160"/>
                </a:moveTo>
                <a:lnTo>
                  <a:pt x="32" y="165"/>
                </a:lnTo>
                <a:lnTo>
                  <a:pt x="26" y="151"/>
                </a:lnTo>
                <a:lnTo>
                  <a:pt x="41" y="146"/>
                </a:lnTo>
                <a:lnTo>
                  <a:pt x="46" y="160"/>
                </a:lnTo>
                <a:moveTo>
                  <a:pt x="32" y="165"/>
                </a:moveTo>
                <a:lnTo>
                  <a:pt x="16" y="171"/>
                </a:lnTo>
                <a:lnTo>
                  <a:pt x="11" y="156"/>
                </a:lnTo>
                <a:lnTo>
                  <a:pt x="26" y="151"/>
                </a:lnTo>
                <a:lnTo>
                  <a:pt x="32" y="165"/>
                </a:lnTo>
                <a:moveTo>
                  <a:pt x="16" y="171"/>
                </a:moveTo>
                <a:lnTo>
                  <a:pt x="0" y="177"/>
                </a:lnTo>
                <a:lnTo>
                  <a:pt x="2" y="155"/>
                </a:lnTo>
                <a:lnTo>
                  <a:pt x="17" y="157"/>
                </a:lnTo>
                <a:lnTo>
                  <a:pt x="16" y="166"/>
                </a:lnTo>
                <a:lnTo>
                  <a:pt x="9" y="165"/>
                </a:lnTo>
                <a:lnTo>
                  <a:pt x="6" y="158"/>
                </a:lnTo>
                <a:lnTo>
                  <a:pt x="11" y="156"/>
                </a:lnTo>
                <a:lnTo>
                  <a:pt x="16" y="171"/>
                </a:lnTo>
                <a:moveTo>
                  <a:pt x="2" y="155"/>
                </a:moveTo>
                <a:lnTo>
                  <a:pt x="4" y="140"/>
                </a:lnTo>
                <a:lnTo>
                  <a:pt x="19" y="141"/>
                </a:lnTo>
                <a:lnTo>
                  <a:pt x="17" y="157"/>
                </a:lnTo>
                <a:lnTo>
                  <a:pt x="2" y="155"/>
                </a:lnTo>
                <a:moveTo>
                  <a:pt x="4" y="140"/>
                </a:moveTo>
                <a:lnTo>
                  <a:pt x="6" y="125"/>
                </a:lnTo>
                <a:lnTo>
                  <a:pt x="21" y="126"/>
                </a:lnTo>
                <a:lnTo>
                  <a:pt x="19" y="141"/>
                </a:lnTo>
                <a:lnTo>
                  <a:pt x="4" y="140"/>
                </a:lnTo>
                <a:moveTo>
                  <a:pt x="6" y="125"/>
                </a:moveTo>
                <a:lnTo>
                  <a:pt x="7" y="109"/>
                </a:lnTo>
                <a:lnTo>
                  <a:pt x="22" y="111"/>
                </a:lnTo>
                <a:lnTo>
                  <a:pt x="21" y="126"/>
                </a:lnTo>
                <a:lnTo>
                  <a:pt x="6" y="125"/>
                </a:lnTo>
                <a:moveTo>
                  <a:pt x="7" y="109"/>
                </a:moveTo>
                <a:lnTo>
                  <a:pt x="9" y="94"/>
                </a:lnTo>
                <a:lnTo>
                  <a:pt x="25" y="96"/>
                </a:lnTo>
                <a:lnTo>
                  <a:pt x="22" y="111"/>
                </a:lnTo>
                <a:lnTo>
                  <a:pt x="7" y="109"/>
                </a:lnTo>
                <a:moveTo>
                  <a:pt x="9" y="94"/>
                </a:moveTo>
                <a:lnTo>
                  <a:pt x="11" y="79"/>
                </a:lnTo>
                <a:lnTo>
                  <a:pt x="27" y="81"/>
                </a:lnTo>
                <a:lnTo>
                  <a:pt x="25" y="96"/>
                </a:lnTo>
                <a:lnTo>
                  <a:pt x="9" y="94"/>
                </a:lnTo>
                <a:moveTo>
                  <a:pt x="11" y="79"/>
                </a:moveTo>
                <a:lnTo>
                  <a:pt x="13" y="64"/>
                </a:lnTo>
                <a:lnTo>
                  <a:pt x="29" y="66"/>
                </a:lnTo>
                <a:lnTo>
                  <a:pt x="27" y="81"/>
                </a:lnTo>
                <a:lnTo>
                  <a:pt x="11" y="79"/>
                </a:lnTo>
                <a:moveTo>
                  <a:pt x="13" y="64"/>
                </a:moveTo>
                <a:lnTo>
                  <a:pt x="14" y="49"/>
                </a:lnTo>
                <a:lnTo>
                  <a:pt x="31" y="51"/>
                </a:lnTo>
                <a:lnTo>
                  <a:pt x="29" y="66"/>
                </a:lnTo>
                <a:lnTo>
                  <a:pt x="13" y="64"/>
                </a:lnTo>
                <a:moveTo>
                  <a:pt x="14" y="49"/>
                </a:moveTo>
                <a:lnTo>
                  <a:pt x="16" y="34"/>
                </a:lnTo>
                <a:lnTo>
                  <a:pt x="32" y="36"/>
                </a:lnTo>
                <a:lnTo>
                  <a:pt x="31" y="51"/>
                </a:lnTo>
                <a:lnTo>
                  <a:pt x="14" y="49"/>
                </a:lnTo>
                <a:moveTo>
                  <a:pt x="16" y="34"/>
                </a:moveTo>
                <a:lnTo>
                  <a:pt x="18" y="19"/>
                </a:lnTo>
                <a:lnTo>
                  <a:pt x="34" y="21"/>
                </a:lnTo>
                <a:lnTo>
                  <a:pt x="32" y="36"/>
                </a:lnTo>
                <a:lnTo>
                  <a:pt x="16" y="34"/>
                </a:lnTo>
                <a:moveTo>
                  <a:pt x="18" y="19"/>
                </a:moveTo>
                <a:lnTo>
                  <a:pt x="20" y="0"/>
                </a:lnTo>
                <a:lnTo>
                  <a:pt x="44" y="16"/>
                </a:lnTo>
                <a:lnTo>
                  <a:pt x="36" y="29"/>
                </a:lnTo>
                <a:lnTo>
                  <a:pt x="22" y="21"/>
                </a:lnTo>
                <a:lnTo>
                  <a:pt x="27" y="14"/>
                </a:lnTo>
                <a:lnTo>
                  <a:pt x="35" y="15"/>
                </a:lnTo>
                <a:lnTo>
                  <a:pt x="34" y="21"/>
                </a:lnTo>
                <a:lnTo>
                  <a:pt x="18" y="1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1" name=""/>
          <p:cNvSpPr/>
          <p:nvPr/>
        </p:nvSpPr>
        <p:spPr>
          <a:xfrm>
            <a:off x="6276600" y="2325600"/>
            <a:ext cx="1535040" cy="65520"/>
          </a:xfrm>
          <a:custGeom>
            <a:avLst/>
            <a:gdLst/>
            <a:ahLst/>
            <a:rect l="0" t="0" r="r" b="b"/>
            <a:pathLst>
              <a:path fill="none" w="4264" h="182">
                <a:moveTo>
                  <a:pt x="4264" y="0"/>
                </a:moveTo>
                <a:lnTo>
                  <a:pt x="3903" y="42"/>
                </a:lnTo>
                <a:cubicBezTo>
                  <a:pt x="3541" y="85"/>
                  <a:pt x="2818" y="170"/>
                  <a:pt x="2107" y="181"/>
                </a:cubicBezTo>
                <a:cubicBezTo>
                  <a:pt x="1396" y="192"/>
                  <a:pt x="698" y="129"/>
                  <a:pt x="349" y="97"/>
                </a:cubicBezTo>
                <a:lnTo>
                  <a:pt x="0" y="65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/>
          <p:nvPr/>
        </p:nvSpPr>
        <p:spPr>
          <a:xfrm>
            <a:off x="6249240" y="2324160"/>
            <a:ext cx="57240" cy="55080"/>
          </a:xfrm>
          <a:custGeom>
            <a:avLst/>
            <a:gdLst/>
            <a:ahLst/>
            <a:rect l="0" t="0" r="r" b="b"/>
            <a:pathLst>
              <a:path w="159" h="153">
                <a:moveTo>
                  <a:pt x="146" y="153"/>
                </a:moveTo>
                <a:lnTo>
                  <a:pt x="0" y="62"/>
                </a:lnTo>
                <a:lnTo>
                  <a:pt x="159" y="0"/>
                </a:lnTo>
                <a:lnTo>
                  <a:pt x="146" y="15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3" name=""/>
          <p:cNvSpPr/>
          <p:nvPr/>
        </p:nvSpPr>
        <p:spPr>
          <a:xfrm>
            <a:off x="6243120" y="2320200"/>
            <a:ext cx="66600" cy="63720"/>
          </a:xfrm>
          <a:custGeom>
            <a:avLst/>
            <a:gdLst/>
            <a:ahLst/>
            <a:rect l="0" t="0" r="r" b="b"/>
            <a:pathLst>
              <a:path w="185" h="177">
                <a:moveTo>
                  <a:pt x="146" y="162"/>
                </a:moveTo>
                <a:lnTo>
                  <a:pt x="132" y="154"/>
                </a:lnTo>
                <a:lnTo>
                  <a:pt x="141" y="141"/>
                </a:lnTo>
                <a:lnTo>
                  <a:pt x="154" y="149"/>
                </a:lnTo>
                <a:lnTo>
                  <a:pt x="146" y="162"/>
                </a:lnTo>
                <a:moveTo>
                  <a:pt x="132" y="154"/>
                </a:moveTo>
                <a:lnTo>
                  <a:pt x="119" y="146"/>
                </a:lnTo>
                <a:lnTo>
                  <a:pt x="127" y="133"/>
                </a:lnTo>
                <a:lnTo>
                  <a:pt x="141" y="141"/>
                </a:lnTo>
                <a:lnTo>
                  <a:pt x="132" y="154"/>
                </a:lnTo>
                <a:moveTo>
                  <a:pt x="119" y="146"/>
                </a:moveTo>
                <a:lnTo>
                  <a:pt x="106" y="138"/>
                </a:lnTo>
                <a:lnTo>
                  <a:pt x="114" y="125"/>
                </a:lnTo>
                <a:lnTo>
                  <a:pt x="127" y="133"/>
                </a:lnTo>
                <a:lnTo>
                  <a:pt x="119" y="146"/>
                </a:lnTo>
                <a:moveTo>
                  <a:pt x="106" y="138"/>
                </a:moveTo>
                <a:lnTo>
                  <a:pt x="93" y="130"/>
                </a:lnTo>
                <a:lnTo>
                  <a:pt x="101" y="116"/>
                </a:lnTo>
                <a:lnTo>
                  <a:pt x="114" y="125"/>
                </a:lnTo>
                <a:lnTo>
                  <a:pt x="106" y="138"/>
                </a:lnTo>
                <a:moveTo>
                  <a:pt x="93" y="130"/>
                </a:moveTo>
                <a:lnTo>
                  <a:pt x="80" y="122"/>
                </a:lnTo>
                <a:lnTo>
                  <a:pt x="88" y="108"/>
                </a:lnTo>
                <a:lnTo>
                  <a:pt x="101" y="116"/>
                </a:lnTo>
                <a:lnTo>
                  <a:pt x="93" y="130"/>
                </a:lnTo>
                <a:moveTo>
                  <a:pt x="80" y="122"/>
                </a:moveTo>
                <a:lnTo>
                  <a:pt x="67" y="113"/>
                </a:lnTo>
                <a:lnTo>
                  <a:pt x="75" y="100"/>
                </a:lnTo>
                <a:lnTo>
                  <a:pt x="88" y="108"/>
                </a:lnTo>
                <a:lnTo>
                  <a:pt x="80" y="122"/>
                </a:lnTo>
                <a:moveTo>
                  <a:pt x="67" y="113"/>
                </a:moveTo>
                <a:lnTo>
                  <a:pt x="54" y="105"/>
                </a:lnTo>
                <a:lnTo>
                  <a:pt x="62" y="92"/>
                </a:lnTo>
                <a:lnTo>
                  <a:pt x="75" y="100"/>
                </a:lnTo>
                <a:lnTo>
                  <a:pt x="67" y="113"/>
                </a:lnTo>
                <a:moveTo>
                  <a:pt x="54" y="105"/>
                </a:moveTo>
                <a:lnTo>
                  <a:pt x="41" y="97"/>
                </a:lnTo>
                <a:lnTo>
                  <a:pt x="49" y="84"/>
                </a:lnTo>
                <a:lnTo>
                  <a:pt x="62" y="92"/>
                </a:lnTo>
                <a:lnTo>
                  <a:pt x="54" y="105"/>
                </a:lnTo>
                <a:moveTo>
                  <a:pt x="41" y="97"/>
                </a:moveTo>
                <a:lnTo>
                  <a:pt x="28" y="89"/>
                </a:lnTo>
                <a:lnTo>
                  <a:pt x="36" y="76"/>
                </a:lnTo>
                <a:lnTo>
                  <a:pt x="49" y="84"/>
                </a:lnTo>
                <a:lnTo>
                  <a:pt x="41" y="97"/>
                </a:lnTo>
                <a:moveTo>
                  <a:pt x="28" y="89"/>
                </a:moveTo>
                <a:lnTo>
                  <a:pt x="15" y="81"/>
                </a:lnTo>
                <a:lnTo>
                  <a:pt x="23" y="68"/>
                </a:lnTo>
                <a:lnTo>
                  <a:pt x="36" y="76"/>
                </a:lnTo>
                <a:lnTo>
                  <a:pt x="28" y="89"/>
                </a:lnTo>
                <a:moveTo>
                  <a:pt x="15" y="81"/>
                </a:moveTo>
                <a:lnTo>
                  <a:pt x="0" y="72"/>
                </a:lnTo>
                <a:lnTo>
                  <a:pt x="26" y="62"/>
                </a:lnTo>
                <a:lnTo>
                  <a:pt x="31" y="76"/>
                </a:lnTo>
                <a:lnTo>
                  <a:pt x="20" y="80"/>
                </a:lnTo>
                <a:lnTo>
                  <a:pt x="17" y="73"/>
                </a:lnTo>
                <a:lnTo>
                  <a:pt x="21" y="67"/>
                </a:lnTo>
                <a:lnTo>
                  <a:pt x="23" y="68"/>
                </a:lnTo>
                <a:lnTo>
                  <a:pt x="15" y="81"/>
                </a:lnTo>
                <a:moveTo>
                  <a:pt x="26" y="62"/>
                </a:moveTo>
                <a:lnTo>
                  <a:pt x="40" y="56"/>
                </a:lnTo>
                <a:lnTo>
                  <a:pt x="46" y="70"/>
                </a:lnTo>
                <a:lnTo>
                  <a:pt x="31" y="76"/>
                </a:lnTo>
                <a:lnTo>
                  <a:pt x="26" y="62"/>
                </a:lnTo>
                <a:moveTo>
                  <a:pt x="40" y="56"/>
                </a:moveTo>
                <a:lnTo>
                  <a:pt x="54" y="51"/>
                </a:lnTo>
                <a:lnTo>
                  <a:pt x="60" y="65"/>
                </a:lnTo>
                <a:lnTo>
                  <a:pt x="46" y="70"/>
                </a:lnTo>
                <a:lnTo>
                  <a:pt x="40" y="56"/>
                </a:lnTo>
                <a:moveTo>
                  <a:pt x="54" y="51"/>
                </a:moveTo>
                <a:lnTo>
                  <a:pt x="68" y="45"/>
                </a:lnTo>
                <a:lnTo>
                  <a:pt x="74" y="59"/>
                </a:lnTo>
                <a:lnTo>
                  <a:pt x="60" y="65"/>
                </a:lnTo>
                <a:lnTo>
                  <a:pt x="54" y="51"/>
                </a:lnTo>
                <a:moveTo>
                  <a:pt x="68" y="45"/>
                </a:moveTo>
                <a:lnTo>
                  <a:pt x="82" y="40"/>
                </a:lnTo>
                <a:lnTo>
                  <a:pt x="88" y="54"/>
                </a:lnTo>
                <a:lnTo>
                  <a:pt x="74" y="59"/>
                </a:lnTo>
                <a:lnTo>
                  <a:pt x="68" y="45"/>
                </a:lnTo>
                <a:moveTo>
                  <a:pt x="82" y="40"/>
                </a:moveTo>
                <a:lnTo>
                  <a:pt x="97" y="34"/>
                </a:lnTo>
                <a:lnTo>
                  <a:pt x="102" y="48"/>
                </a:lnTo>
                <a:lnTo>
                  <a:pt x="88" y="54"/>
                </a:lnTo>
                <a:lnTo>
                  <a:pt x="82" y="40"/>
                </a:lnTo>
                <a:moveTo>
                  <a:pt x="97" y="34"/>
                </a:moveTo>
                <a:lnTo>
                  <a:pt x="111" y="28"/>
                </a:lnTo>
                <a:lnTo>
                  <a:pt x="116" y="43"/>
                </a:lnTo>
                <a:lnTo>
                  <a:pt x="102" y="48"/>
                </a:lnTo>
                <a:lnTo>
                  <a:pt x="97" y="34"/>
                </a:lnTo>
                <a:moveTo>
                  <a:pt x="111" y="28"/>
                </a:moveTo>
                <a:lnTo>
                  <a:pt x="125" y="23"/>
                </a:lnTo>
                <a:lnTo>
                  <a:pt x="130" y="37"/>
                </a:lnTo>
                <a:lnTo>
                  <a:pt x="116" y="43"/>
                </a:lnTo>
                <a:lnTo>
                  <a:pt x="111" y="28"/>
                </a:lnTo>
                <a:moveTo>
                  <a:pt x="125" y="23"/>
                </a:moveTo>
                <a:lnTo>
                  <a:pt x="140" y="17"/>
                </a:lnTo>
                <a:lnTo>
                  <a:pt x="146" y="32"/>
                </a:lnTo>
                <a:lnTo>
                  <a:pt x="130" y="37"/>
                </a:lnTo>
                <a:lnTo>
                  <a:pt x="125" y="23"/>
                </a:lnTo>
                <a:moveTo>
                  <a:pt x="140" y="17"/>
                </a:moveTo>
                <a:lnTo>
                  <a:pt x="154" y="12"/>
                </a:lnTo>
                <a:lnTo>
                  <a:pt x="160" y="26"/>
                </a:lnTo>
                <a:lnTo>
                  <a:pt x="146" y="32"/>
                </a:lnTo>
                <a:lnTo>
                  <a:pt x="140" y="17"/>
                </a:lnTo>
                <a:moveTo>
                  <a:pt x="154" y="12"/>
                </a:moveTo>
                <a:lnTo>
                  <a:pt x="168" y="6"/>
                </a:lnTo>
                <a:lnTo>
                  <a:pt x="174" y="20"/>
                </a:lnTo>
                <a:lnTo>
                  <a:pt x="160" y="26"/>
                </a:lnTo>
                <a:lnTo>
                  <a:pt x="154" y="12"/>
                </a:lnTo>
                <a:moveTo>
                  <a:pt x="168" y="6"/>
                </a:moveTo>
                <a:lnTo>
                  <a:pt x="185" y="0"/>
                </a:lnTo>
                <a:lnTo>
                  <a:pt x="183" y="22"/>
                </a:lnTo>
                <a:lnTo>
                  <a:pt x="168" y="20"/>
                </a:lnTo>
                <a:lnTo>
                  <a:pt x="169" y="11"/>
                </a:lnTo>
                <a:lnTo>
                  <a:pt x="176" y="11"/>
                </a:lnTo>
                <a:lnTo>
                  <a:pt x="179" y="18"/>
                </a:lnTo>
                <a:lnTo>
                  <a:pt x="174" y="20"/>
                </a:lnTo>
                <a:lnTo>
                  <a:pt x="168" y="6"/>
                </a:lnTo>
                <a:moveTo>
                  <a:pt x="183" y="22"/>
                </a:moveTo>
                <a:lnTo>
                  <a:pt x="182" y="37"/>
                </a:lnTo>
                <a:lnTo>
                  <a:pt x="166" y="35"/>
                </a:lnTo>
                <a:lnTo>
                  <a:pt x="168" y="20"/>
                </a:lnTo>
                <a:lnTo>
                  <a:pt x="183" y="22"/>
                </a:lnTo>
                <a:moveTo>
                  <a:pt x="182" y="37"/>
                </a:moveTo>
                <a:lnTo>
                  <a:pt x="180" y="52"/>
                </a:lnTo>
                <a:lnTo>
                  <a:pt x="165" y="51"/>
                </a:lnTo>
                <a:lnTo>
                  <a:pt x="166" y="35"/>
                </a:lnTo>
                <a:lnTo>
                  <a:pt x="182" y="37"/>
                </a:lnTo>
                <a:moveTo>
                  <a:pt x="180" y="52"/>
                </a:moveTo>
                <a:lnTo>
                  <a:pt x="179" y="67"/>
                </a:lnTo>
                <a:lnTo>
                  <a:pt x="164" y="66"/>
                </a:lnTo>
                <a:lnTo>
                  <a:pt x="165" y="51"/>
                </a:lnTo>
                <a:lnTo>
                  <a:pt x="180" y="52"/>
                </a:lnTo>
                <a:moveTo>
                  <a:pt x="179" y="67"/>
                </a:moveTo>
                <a:lnTo>
                  <a:pt x="178" y="82"/>
                </a:lnTo>
                <a:lnTo>
                  <a:pt x="162" y="81"/>
                </a:lnTo>
                <a:lnTo>
                  <a:pt x="164" y="66"/>
                </a:lnTo>
                <a:lnTo>
                  <a:pt x="179" y="67"/>
                </a:lnTo>
                <a:moveTo>
                  <a:pt x="178" y="82"/>
                </a:moveTo>
                <a:lnTo>
                  <a:pt x="176" y="97"/>
                </a:lnTo>
                <a:lnTo>
                  <a:pt x="161" y="96"/>
                </a:lnTo>
                <a:lnTo>
                  <a:pt x="162" y="81"/>
                </a:lnTo>
                <a:lnTo>
                  <a:pt x="178" y="82"/>
                </a:lnTo>
                <a:moveTo>
                  <a:pt x="176" y="97"/>
                </a:moveTo>
                <a:lnTo>
                  <a:pt x="175" y="113"/>
                </a:lnTo>
                <a:lnTo>
                  <a:pt x="160" y="111"/>
                </a:lnTo>
                <a:lnTo>
                  <a:pt x="161" y="96"/>
                </a:lnTo>
                <a:lnTo>
                  <a:pt x="176" y="97"/>
                </a:lnTo>
                <a:moveTo>
                  <a:pt x="175" y="113"/>
                </a:moveTo>
                <a:lnTo>
                  <a:pt x="173" y="129"/>
                </a:lnTo>
                <a:lnTo>
                  <a:pt x="158" y="127"/>
                </a:lnTo>
                <a:lnTo>
                  <a:pt x="160" y="111"/>
                </a:lnTo>
                <a:lnTo>
                  <a:pt x="175" y="113"/>
                </a:lnTo>
                <a:moveTo>
                  <a:pt x="173" y="129"/>
                </a:moveTo>
                <a:lnTo>
                  <a:pt x="172" y="144"/>
                </a:lnTo>
                <a:lnTo>
                  <a:pt x="157" y="142"/>
                </a:lnTo>
                <a:lnTo>
                  <a:pt x="158" y="127"/>
                </a:lnTo>
                <a:lnTo>
                  <a:pt x="173" y="129"/>
                </a:lnTo>
                <a:moveTo>
                  <a:pt x="172" y="144"/>
                </a:moveTo>
                <a:lnTo>
                  <a:pt x="171" y="159"/>
                </a:lnTo>
                <a:lnTo>
                  <a:pt x="156" y="158"/>
                </a:lnTo>
                <a:lnTo>
                  <a:pt x="157" y="142"/>
                </a:lnTo>
                <a:lnTo>
                  <a:pt x="172" y="144"/>
                </a:lnTo>
                <a:moveTo>
                  <a:pt x="171" y="159"/>
                </a:moveTo>
                <a:lnTo>
                  <a:pt x="169" y="177"/>
                </a:lnTo>
                <a:lnTo>
                  <a:pt x="146" y="162"/>
                </a:lnTo>
                <a:lnTo>
                  <a:pt x="154" y="149"/>
                </a:lnTo>
                <a:lnTo>
                  <a:pt x="167" y="157"/>
                </a:lnTo>
                <a:lnTo>
                  <a:pt x="163" y="164"/>
                </a:lnTo>
                <a:lnTo>
                  <a:pt x="155" y="163"/>
                </a:lnTo>
                <a:lnTo>
                  <a:pt x="156" y="158"/>
                </a:lnTo>
                <a:lnTo>
                  <a:pt x="171" y="15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4" name=""/>
          <p:cNvSpPr/>
          <p:nvPr/>
        </p:nvSpPr>
        <p:spPr>
          <a:xfrm>
            <a:off x="3639600" y="2359800"/>
            <a:ext cx="830880" cy="39960"/>
          </a:xfrm>
          <a:custGeom>
            <a:avLst/>
            <a:gdLst/>
            <a:ahLst/>
            <a:rect l="0" t="0" r="r" b="b"/>
            <a:pathLst>
              <a:path fill="none" w="2308" h="111">
                <a:moveTo>
                  <a:pt x="2308" y="23"/>
                </a:moveTo>
                <a:lnTo>
                  <a:pt x="2109" y="47"/>
                </a:lnTo>
                <a:cubicBezTo>
                  <a:pt x="1911" y="69"/>
                  <a:pt x="1514" y="115"/>
                  <a:pt x="1129" y="111"/>
                </a:cubicBezTo>
                <a:cubicBezTo>
                  <a:pt x="745" y="107"/>
                  <a:pt x="373" y="54"/>
                  <a:pt x="186" y="26"/>
                </a:cubicBezTo>
                <a:lnTo>
                  <a:pt x="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/>
          <p:nvPr/>
        </p:nvSpPr>
        <p:spPr>
          <a:xfrm>
            <a:off x="3612600" y="2336400"/>
            <a:ext cx="58320" cy="54720"/>
          </a:xfrm>
          <a:custGeom>
            <a:avLst/>
            <a:gdLst/>
            <a:ahLst/>
            <a:rect l="0" t="0" r="r" b="b"/>
            <a:pathLst>
              <a:path w="162" h="152">
                <a:moveTo>
                  <a:pt x="140" y="152"/>
                </a:moveTo>
                <a:lnTo>
                  <a:pt x="0" y="55"/>
                </a:lnTo>
                <a:lnTo>
                  <a:pt x="162" y="0"/>
                </a:lnTo>
                <a:lnTo>
                  <a:pt x="140" y="15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6" name=""/>
          <p:cNvSpPr/>
          <p:nvPr/>
        </p:nvSpPr>
        <p:spPr>
          <a:xfrm>
            <a:off x="3606480" y="2332440"/>
            <a:ext cx="67680" cy="63360"/>
          </a:xfrm>
          <a:custGeom>
            <a:avLst/>
            <a:gdLst/>
            <a:ahLst/>
            <a:rect l="0" t="0" r="r" b="b"/>
            <a:pathLst>
              <a:path w="188" h="176">
                <a:moveTo>
                  <a:pt x="140" y="160"/>
                </a:moveTo>
                <a:lnTo>
                  <a:pt x="127" y="152"/>
                </a:lnTo>
                <a:lnTo>
                  <a:pt x="136" y="139"/>
                </a:lnTo>
                <a:lnTo>
                  <a:pt x="148" y="148"/>
                </a:lnTo>
                <a:lnTo>
                  <a:pt x="140" y="160"/>
                </a:lnTo>
                <a:moveTo>
                  <a:pt x="127" y="152"/>
                </a:moveTo>
                <a:lnTo>
                  <a:pt x="114" y="143"/>
                </a:lnTo>
                <a:lnTo>
                  <a:pt x="123" y="131"/>
                </a:lnTo>
                <a:lnTo>
                  <a:pt x="136" y="139"/>
                </a:lnTo>
                <a:lnTo>
                  <a:pt x="127" y="152"/>
                </a:lnTo>
                <a:moveTo>
                  <a:pt x="114" y="143"/>
                </a:moveTo>
                <a:lnTo>
                  <a:pt x="102" y="134"/>
                </a:lnTo>
                <a:lnTo>
                  <a:pt x="111" y="122"/>
                </a:lnTo>
                <a:lnTo>
                  <a:pt x="123" y="131"/>
                </a:lnTo>
                <a:lnTo>
                  <a:pt x="114" y="143"/>
                </a:lnTo>
                <a:moveTo>
                  <a:pt x="102" y="134"/>
                </a:moveTo>
                <a:lnTo>
                  <a:pt x="89" y="126"/>
                </a:lnTo>
                <a:lnTo>
                  <a:pt x="98" y="113"/>
                </a:lnTo>
                <a:lnTo>
                  <a:pt x="111" y="122"/>
                </a:lnTo>
                <a:lnTo>
                  <a:pt x="102" y="134"/>
                </a:lnTo>
                <a:moveTo>
                  <a:pt x="89" y="126"/>
                </a:moveTo>
                <a:lnTo>
                  <a:pt x="77" y="117"/>
                </a:lnTo>
                <a:lnTo>
                  <a:pt x="86" y="105"/>
                </a:lnTo>
                <a:lnTo>
                  <a:pt x="98" y="113"/>
                </a:lnTo>
                <a:lnTo>
                  <a:pt x="89" y="126"/>
                </a:lnTo>
                <a:moveTo>
                  <a:pt x="77" y="117"/>
                </a:moveTo>
                <a:lnTo>
                  <a:pt x="64" y="108"/>
                </a:lnTo>
                <a:lnTo>
                  <a:pt x="73" y="96"/>
                </a:lnTo>
                <a:lnTo>
                  <a:pt x="86" y="105"/>
                </a:lnTo>
                <a:lnTo>
                  <a:pt x="77" y="117"/>
                </a:lnTo>
                <a:moveTo>
                  <a:pt x="64" y="108"/>
                </a:moveTo>
                <a:lnTo>
                  <a:pt x="52" y="100"/>
                </a:lnTo>
                <a:lnTo>
                  <a:pt x="61" y="87"/>
                </a:lnTo>
                <a:lnTo>
                  <a:pt x="73" y="96"/>
                </a:lnTo>
                <a:lnTo>
                  <a:pt x="64" y="108"/>
                </a:lnTo>
                <a:moveTo>
                  <a:pt x="52" y="100"/>
                </a:moveTo>
                <a:lnTo>
                  <a:pt x="39" y="91"/>
                </a:lnTo>
                <a:lnTo>
                  <a:pt x="48" y="79"/>
                </a:lnTo>
                <a:lnTo>
                  <a:pt x="61" y="87"/>
                </a:lnTo>
                <a:lnTo>
                  <a:pt x="52" y="100"/>
                </a:lnTo>
                <a:moveTo>
                  <a:pt x="39" y="91"/>
                </a:moveTo>
                <a:lnTo>
                  <a:pt x="27" y="83"/>
                </a:lnTo>
                <a:lnTo>
                  <a:pt x="36" y="70"/>
                </a:lnTo>
                <a:lnTo>
                  <a:pt x="48" y="79"/>
                </a:lnTo>
                <a:lnTo>
                  <a:pt x="39" y="91"/>
                </a:lnTo>
                <a:moveTo>
                  <a:pt x="27" y="83"/>
                </a:moveTo>
                <a:lnTo>
                  <a:pt x="14" y="74"/>
                </a:lnTo>
                <a:lnTo>
                  <a:pt x="23" y="61"/>
                </a:lnTo>
                <a:lnTo>
                  <a:pt x="36" y="70"/>
                </a:lnTo>
                <a:lnTo>
                  <a:pt x="27" y="83"/>
                </a:lnTo>
                <a:moveTo>
                  <a:pt x="14" y="74"/>
                </a:moveTo>
                <a:lnTo>
                  <a:pt x="0" y="64"/>
                </a:lnTo>
                <a:lnTo>
                  <a:pt x="26" y="55"/>
                </a:lnTo>
                <a:lnTo>
                  <a:pt x="31" y="69"/>
                </a:lnTo>
                <a:lnTo>
                  <a:pt x="19" y="73"/>
                </a:lnTo>
                <a:lnTo>
                  <a:pt x="17" y="66"/>
                </a:lnTo>
                <a:lnTo>
                  <a:pt x="21" y="60"/>
                </a:lnTo>
                <a:lnTo>
                  <a:pt x="23" y="61"/>
                </a:lnTo>
                <a:lnTo>
                  <a:pt x="14" y="74"/>
                </a:lnTo>
                <a:moveTo>
                  <a:pt x="26" y="55"/>
                </a:moveTo>
                <a:lnTo>
                  <a:pt x="40" y="50"/>
                </a:lnTo>
                <a:lnTo>
                  <a:pt x="45" y="64"/>
                </a:lnTo>
                <a:lnTo>
                  <a:pt x="31" y="69"/>
                </a:lnTo>
                <a:lnTo>
                  <a:pt x="26" y="55"/>
                </a:lnTo>
                <a:moveTo>
                  <a:pt x="40" y="50"/>
                </a:moveTo>
                <a:lnTo>
                  <a:pt x="55" y="44"/>
                </a:lnTo>
                <a:lnTo>
                  <a:pt x="60" y="60"/>
                </a:lnTo>
                <a:lnTo>
                  <a:pt x="45" y="64"/>
                </a:lnTo>
                <a:lnTo>
                  <a:pt x="40" y="50"/>
                </a:lnTo>
                <a:moveTo>
                  <a:pt x="55" y="44"/>
                </a:moveTo>
                <a:lnTo>
                  <a:pt x="69" y="39"/>
                </a:lnTo>
                <a:lnTo>
                  <a:pt x="74" y="55"/>
                </a:lnTo>
                <a:lnTo>
                  <a:pt x="60" y="60"/>
                </a:lnTo>
                <a:lnTo>
                  <a:pt x="55" y="44"/>
                </a:lnTo>
                <a:moveTo>
                  <a:pt x="69" y="39"/>
                </a:moveTo>
                <a:lnTo>
                  <a:pt x="84" y="35"/>
                </a:lnTo>
                <a:lnTo>
                  <a:pt x="88" y="50"/>
                </a:lnTo>
                <a:lnTo>
                  <a:pt x="74" y="55"/>
                </a:lnTo>
                <a:lnTo>
                  <a:pt x="69" y="39"/>
                </a:lnTo>
                <a:moveTo>
                  <a:pt x="84" y="35"/>
                </a:moveTo>
                <a:lnTo>
                  <a:pt x="98" y="30"/>
                </a:lnTo>
                <a:lnTo>
                  <a:pt x="103" y="44"/>
                </a:lnTo>
                <a:lnTo>
                  <a:pt x="88" y="50"/>
                </a:lnTo>
                <a:lnTo>
                  <a:pt x="84" y="35"/>
                </a:lnTo>
                <a:moveTo>
                  <a:pt x="98" y="30"/>
                </a:moveTo>
                <a:lnTo>
                  <a:pt x="112" y="25"/>
                </a:lnTo>
                <a:lnTo>
                  <a:pt x="117" y="39"/>
                </a:lnTo>
                <a:lnTo>
                  <a:pt x="103" y="44"/>
                </a:lnTo>
                <a:lnTo>
                  <a:pt x="98" y="30"/>
                </a:lnTo>
                <a:moveTo>
                  <a:pt x="112" y="25"/>
                </a:moveTo>
                <a:lnTo>
                  <a:pt x="127" y="20"/>
                </a:lnTo>
                <a:lnTo>
                  <a:pt x="132" y="35"/>
                </a:lnTo>
                <a:lnTo>
                  <a:pt x="117" y="39"/>
                </a:lnTo>
                <a:lnTo>
                  <a:pt x="112" y="25"/>
                </a:lnTo>
                <a:moveTo>
                  <a:pt x="127" y="20"/>
                </a:moveTo>
                <a:lnTo>
                  <a:pt x="141" y="15"/>
                </a:lnTo>
                <a:lnTo>
                  <a:pt x="146" y="30"/>
                </a:lnTo>
                <a:lnTo>
                  <a:pt x="132" y="35"/>
                </a:lnTo>
                <a:lnTo>
                  <a:pt x="127" y="20"/>
                </a:lnTo>
                <a:moveTo>
                  <a:pt x="141" y="15"/>
                </a:moveTo>
                <a:lnTo>
                  <a:pt x="156" y="11"/>
                </a:lnTo>
                <a:lnTo>
                  <a:pt x="161" y="25"/>
                </a:lnTo>
                <a:lnTo>
                  <a:pt x="146" y="30"/>
                </a:lnTo>
                <a:lnTo>
                  <a:pt x="141" y="15"/>
                </a:lnTo>
                <a:moveTo>
                  <a:pt x="156" y="11"/>
                </a:moveTo>
                <a:lnTo>
                  <a:pt x="170" y="6"/>
                </a:lnTo>
                <a:lnTo>
                  <a:pt x="176" y="20"/>
                </a:lnTo>
                <a:lnTo>
                  <a:pt x="161" y="25"/>
                </a:lnTo>
                <a:lnTo>
                  <a:pt x="156" y="11"/>
                </a:lnTo>
                <a:moveTo>
                  <a:pt x="170" y="6"/>
                </a:moveTo>
                <a:lnTo>
                  <a:pt x="188" y="0"/>
                </a:lnTo>
                <a:lnTo>
                  <a:pt x="185" y="22"/>
                </a:lnTo>
                <a:lnTo>
                  <a:pt x="169" y="20"/>
                </a:lnTo>
                <a:lnTo>
                  <a:pt x="170" y="10"/>
                </a:lnTo>
                <a:lnTo>
                  <a:pt x="179" y="11"/>
                </a:lnTo>
                <a:lnTo>
                  <a:pt x="181" y="18"/>
                </a:lnTo>
                <a:lnTo>
                  <a:pt x="176" y="20"/>
                </a:lnTo>
                <a:lnTo>
                  <a:pt x="170" y="6"/>
                </a:lnTo>
                <a:moveTo>
                  <a:pt x="185" y="22"/>
                </a:moveTo>
                <a:lnTo>
                  <a:pt x="183" y="37"/>
                </a:lnTo>
                <a:lnTo>
                  <a:pt x="167" y="35"/>
                </a:lnTo>
                <a:lnTo>
                  <a:pt x="169" y="20"/>
                </a:lnTo>
                <a:lnTo>
                  <a:pt x="185" y="22"/>
                </a:lnTo>
                <a:moveTo>
                  <a:pt x="183" y="37"/>
                </a:moveTo>
                <a:lnTo>
                  <a:pt x="181" y="53"/>
                </a:lnTo>
                <a:lnTo>
                  <a:pt x="165" y="51"/>
                </a:lnTo>
                <a:lnTo>
                  <a:pt x="167" y="35"/>
                </a:lnTo>
                <a:lnTo>
                  <a:pt x="183" y="37"/>
                </a:lnTo>
                <a:moveTo>
                  <a:pt x="181" y="53"/>
                </a:moveTo>
                <a:lnTo>
                  <a:pt x="179" y="68"/>
                </a:lnTo>
                <a:lnTo>
                  <a:pt x="162" y="66"/>
                </a:lnTo>
                <a:lnTo>
                  <a:pt x="165" y="51"/>
                </a:lnTo>
                <a:lnTo>
                  <a:pt x="181" y="53"/>
                </a:lnTo>
                <a:moveTo>
                  <a:pt x="179" y="68"/>
                </a:moveTo>
                <a:lnTo>
                  <a:pt x="176" y="83"/>
                </a:lnTo>
                <a:lnTo>
                  <a:pt x="160" y="81"/>
                </a:lnTo>
                <a:lnTo>
                  <a:pt x="162" y="66"/>
                </a:lnTo>
                <a:lnTo>
                  <a:pt x="179" y="68"/>
                </a:lnTo>
                <a:moveTo>
                  <a:pt x="176" y="83"/>
                </a:moveTo>
                <a:lnTo>
                  <a:pt x="173" y="98"/>
                </a:lnTo>
                <a:lnTo>
                  <a:pt x="158" y="96"/>
                </a:lnTo>
                <a:lnTo>
                  <a:pt x="160" y="81"/>
                </a:lnTo>
                <a:lnTo>
                  <a:pt x="176" y="83"/>
                </a:lnTo>
                <a:moveTo>
                  <a:pt x="173" y="98"/>
                </a:moveTo>
                <a:lnTo>
                  <a:pt x="171" y="113"/>
                </a:lnTo>
                <a:lnTo>
                  <a:pt x="156" y="111"/>
                </a:lnTo>
                <a:lnTo>
                  <a:pt x="158" y="96"/>
                </a:lnTo>
                <a:lnTo>
                  <a:pt x="173" y="98"/>
                </a:lnTo>
                <a:moveTo>
                  <a:pt x="171" y="113"/>
                </a:moveTo>
                <a:lnTo>
                  <a:pt x="169" y="128"/>
                </a:lnTo>
                <a:lnTo>
                  <a:pt x="154" y="126"/>
                </a:lnTo>
                <a:lnTo>
                  <a:pt x="156" y="111"/>
                </a:lnTo>
                <a:lnTo>
                  <a:pt x="171" y="113"/>
                </a:lnTo>
                <a:moveTo>
                  <a:pt x="169" y="128"/>
                </a:moveTo>
                <a:lnTo>
                  <a:pt x="167" y="143"/>
                </a:lnTo>
                <a:lnTo>
                  <a:pt x="152" y="141"/>
                </a:lnTo>
                <a:lnTo>
                  <a:pt x="154" y="126"/>
                </a:lnTo>
                <a:lnTo>
                  <a:pt x="169" y="128"/>
                </a:lnTo>
                <a:moveTo>
                  <a:pt x="167" y="143"/>
                </a:moveTo>
                <a:lnTo>
                  <a:pt x="165" y="158"/>
                </a:lnTo>
                <a:lnTo>
                  <a:pt x="150" y="156"/>
                </a:lnTo>
                <a:lnTo>
                  <a:pt x="152" y="141"/>
                </a:lnTo>
                <a:lnTo>
                  <a:pt x="167" y="143"/>
                </a:lnTo>
                <a:moveTo>
                  <a:pt x="165" y="158"/>
                </a:moveTo>
                <a:lnTo>
                  <a:pt x="162" y="176"/>
                </a:lnTo>
                <a:lnTo>
                  <a:pt x="140" y="160"/>
                </a:lnTo>
                <a:lnTo>
                  <a:pt x="148" y="148"/>
                </a:lnTo>
                <a:lnTo>
                  <a:pt x="161" y="157"/>
                </a:lnTo>
                <a:lnTo>
                  <a:pt x="156" y="163"/>
                </a:lnTo>
                <a:lnTo>
                  <a:pt x="149" y="162"/>
                </a:lnTo>
                <a:lnTo>
                  <a:pt x="150" y="156"/>
                </a:lnTo>
                <a:lnTo>
                  <a:pt x="165" y="15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1175760" y="2322360"/>
            <a:ext cx="1183680" cy="67320"/>
          </a:xfrm>
          <a:custGeom>
            <a:avLst/>
            <a:gdLst/>
            <a:ahLst/>
            <a:rect l="0" t="0" r="r" b="b"/>
            <a:pathLst>
              <a:path fill="none" w="3288" h="187">
                <a:moveTo>
                  <a:pt x="3288" y="58"/>
                </a:moveTo>
                <a:lnTo>
                  <a:pt x="3008" y="93"/>
                </a:lnTo>
                <a:cubicBezTo>
                  <a:pt x="2729" y="127"/>
                  <a:pt x="2171" y="196"/>
                  <a:pt x="1622" y="186"/>
                </a:cubicBezTo>
                <a:cubicBezTo>
                  <a:pt x="1075" y="176"/>
                  <a:pt x="537" y="89"/>
                  <a:pt x="269" y="44"/>
                </a:cubicBezTo>
                <a:lnTo>
                  <a:pt x="0" y="0"/>
                </a:lnTo>
              </a:path>
            </a:pathLst>
          </a:custGeom>
          <a:ln w="6840">
            <a:solidFill>
              <a:srgbClr val="333333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1148760" y="2299680"/>
            <a:ext cx="59040" cy="54720"/>
          </a:xfrm>
          <a:custGeom>
            <a:avLst/>
            <a:gdLst/>
            <a:ahLst/>
            <a:rect l="0" t="0" r="r" b="b"/>
            <a:pathLst>
              <a:path w="164" h="152">
                <a:moveTo>
                  <a:pt x="139" y="152"/>
                </a:moveTo>
                <a:lnTo>
                  <a:pt x="0" y="51"/>
                </a:lnTo>
                <a:lnTo>
                  <a:pt x="164" y="0"/>
                </a:lnTo>
                <a:lnTo>
                  <a:pt x="139" y="15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1142640" y="2296080"/>
            <a:ext cx="68400" cy="63000"/>
          </a:xfrm>
          <a:custGeom>
            <a:avLst/>
            <a:gdLst/>
            <a:ahLst/>
            <a:rect l="0" t="0" r="r" b="b"/>
            <a:pathLst>
              <a:path w="190" h="175">
                <a:moveTo>
                  <a:pt x="139" y="159"/>
                </a:moveTo>
                <a:lnTo>
                  <a:pt x="127" y="150"/>
                </a:lnTo>
                <a:lnTo>
                  <a:pt x="136" y="137"/>
                </a:lnTo>
                <a:lnTo>
                  <a:pt x="148" y="145"/>
                </a:lnTo>
                <a:lnTo>
                  <a:pt x="139" y="159"/>
                </a:lnTo>
                <a:moveTo>
                  <a:pt x="127" y="150"/>
                </a:moveTo>
                <a:lnTo>
                  <a:pt x="114" y="140"/>
                </a:lnTo>
                <a:lnTo>
                  <a:pt x="124" y="128"/>
                </a:lnTo>
                <a:lnTo>
                  <a:pt x="136" y="137"/>
                </a:lnTo>
                <a:lnTo>
                  <a:pt x="127" y="150"/>
                </a:lnTo>
                <a:moveTo>
                  <a:pt x="114" y="140"/>
                </a:moveTo>
                <a:lnTo>
                  <a:pt x="101" y="131"/>
                </a:lnTo>
                <a:lnTo>
                  <a:pt x="110" y="119"/>
                </a:lnTo>
                <a:lnTo>
                  <a:pt x="124" y="128"/>
                </a:lnTo>
                <a:lnTo>
                  <a:pt x="114" y="140"/>
                </a:lnTo>
                <a:moveTo>
                  <a:pt x="101" y="131"/>
                </a:moveTo>
                <a:lnTo>
                  <a:pt x="89" y="122"/>
                </a:lnTo>
                <a:lnTo>
                  <a:pt x="98" y="110"/>
                </a:lnTo>
                <a:lnTo>
                  <a:pt x="110" y="119"/>
                </a:lnTo>
                <a:lnTo>
                  <a:pt x="101" y="131"/>
                </a:lnTo>
                <a:moveTo>
                  <a:pt x="89" y="122"/>
                </a:moveTo>
                <a:lnTo>
                  <a:pt x="77" y="113"/>
                </a:lnTo>
                <a:lnTo>
                  <a:pt x="86" y="101"/>
                </a:lnTo>
                <a:lnTo>
                  <a:pt x="98" y="110"/>
                </a:lnTo>
                <a:lnTo>
                  <a:pt x="89" y="122"/>
                </a:lnTo>
                <a:moveTo>
                  <a:pt x="77" y="113"/>
                </a:moveTo>
                <a:lnTo>
                  <a:pt x="64" y="104"/>
                </a:lnTo>
                <a:lnTo>
                  <a:pt x="73" y="92"/>
                </a:lnTo>
                <a:lnTo>
                  <a:pt x="86" y="101"/>
                </a:lnTo>
                <a:lnTo>
                  <a:pt x="77" y="113"/>
                </a:lnTo>
                <a:moveTo>
                  <a:pt x="64" y="104"/>
                </a:moveTo>
                <a:lnTo>
                  <a:pt x="52" y="95"/>
                </a:lnTo>
                <a:lnTo>
                  <a:pt x="61" y="83"/>
                </a:lnTo>
                <a:lnTo>
                  <a:pt x="73" y="92"/>
                </a:lnTo>
                <a:lnTo>
                  <a:pt x="64" y="104"/>
                </a:lnTo>
                <a:moveTo>
                  <a:pt x="52" y="95"/>
                </a:moveTo>
                <a:lnTo>
                  <a:pt x="40" y="87"/>
                </a:lnTo>
                <a:lnTo>
                  <a:pt x="49" y="74"/>
                </a:lnTo>
                <a:lnTo>
                  <a:pt x="61" y="83"/>
                </a:lnTo>
                <a:lnTo>
                  <a:pt x="52" y="95"/>
                </a:lnTo>
                <a:moveTo>
                  <a:pt x="40" y="87"/>
                </a:moveTo>
                <a:lnTo>
                  <a:pt x="27" y="78"/>
                </a:lnTo>
                <a:lnTo>
                  <a:pt x="36" y="65"/>
                </a:lnTo>
                <a:lnTo>
                  <a:pt x="49" y="74"/>
                </a:lnTo>
                <a:lnTo>
                  <a:pt x="40" y="87"/>
                </a:lnTo>
                <a:moveTo>
                  <a:pt x="27" y="78"/>
                </a:moveTo>
                <a:lnTo>
                  <a:pt x="15" y="69"/>
                </a:lnTo>
                <a:lnTo>
                  <a:pt x="24" y="56"/>
                </a:lnTo>
                <a:lnTo>
                  <a:pt x="36" y="65"/>
                </a:lnTo>
                <a:lnTo>
                  <a:pt x="27" y="78"/>
                </a:lnTo>
                <a:moveTo>
                  <a:pt x="15" y="69"/>
                </a:moveTo>
                <a:lnTo>
                  <a:pt x="0" y="58"/>
                </a:lnTo>
                <a:lnTo>
                  <a:pt x="27" y="50"/>
                </a:lnTo>
                <a:lnTo>
                  <a:pt x="31" y="65"/>
                </a:lnTo>
                <a:lnTo>
                  <a:pt x="19" y="68"/>
                </a:lnTo>
                <a:lnTo>
                  <a:pt x="17" y="61"/>
                </a:lnTo>
                <a:lnTo>
                  <a:pt x="22" y="55"/>
                </a:lnTo>
                <a:lnTo>
                  <a:pt x="24" y="56"/>
                </a:lnTo>
                <a:lnTo>
                  <a:pt x="15" y="69"/>
                </a:lnTo>
                <a:moveTo>
                  <a:pt x="27" y="50"/>
                </a:moveTo>
                <a:lnTo>
                  <a:pt x="41" y="46"/>
                </a:lnTo>
                <a:lnTo>
                  <a:pt x="46" y="60"/>
                </a:lnTo>
                <a:lnTo>
                  <a:pt x="31" y="65"/>
                </a:lnTo>
                <a:lnTo>
                  <a:pt x="27" y="50"/>
                </a:lnTo>
                <a:moveTo>
                  <a:pt x="41" y="46"/>
                </a:moveTo>
                <a:lnTo>
                  <a:pt x="56" y="41"/>
                </a:lnTo>
                <a:lnTo>
                  <a:pt x="60" y="56"/>
                </a:lnTo>
                <a:lnTo>
                  <a:pt x="46" y="60"/>
                </a:lnTo>
                <a:lnTo>
                  <a:pt x="41" y="46"/>
                </a:lnTo>
                <a:moveTo>
                  <a:pt x="56" y="41"/>
                </a:moveTo>
                <a:lnTo>
                  <a:pt x="70" y="36"/>
                </a:lnTo>
                <a:lnTo>
                  <a:pt x="75" y="51"/>
                </a:lnTo>
                <a:lnTo>
                  <a:pt x="60" y="56"/>
                </a:lnTo>
                <a:lnTo>
                  <a:pt x="56" y="41"/>
                </a:lnTo>
                <a:moveTo>
                  <a:pt x="70" y="36"/>
                </a:moveTo>
                <a:lnTo>
                  <a:pt x="85" y="32"/>
                </a:lnTo>
                <a:lnTo>
                  <a:pt x="89" y="46"/>
                </a:lnTo>
                <a:lnTo>
                  <a:pt x="75" y="51"/>
                </a:lnTo>
                <a:lnTo>
                  <a:pt x="70" y="36"/>
                </a:lnTo>
                <a:moveTo>
                  <a:pt x="85" y="32"/>
                </a:moveTo>
                <a:lnTo>
                  <a:pt x="99" y="27"/>
                </a:lnTo>
                <a:lnTo>
                  <a:pt x="104" y="42"/>
                </a:lnTo>
                <a:lnTo>
                  <a:pt x="89" y="46"/>
                </a:lnTo>
                <a:lnTo>
                  <a:pt x="85" y="32"/>
                </a:lnTo>
                <a:moveTo>
                  <a:pt x="99" y="27"/>
                </a:moveTo>
                <a:lnTo>
                  <a:pt x="114" y="23"/>
                </a:lnTo>
                <a:lnTo>
                  <a:pt x="119" y="37"/>
                </a:lnTo>
                <a:lnTo>
                  <a:pt x="104" y="42"/>
                </a:lnTo>
                <a:lnTo>
                  <a:pt x="99" y="27"/>
                </a:lnTo>
                <a:moveTo>
                  <a:pt x="114" y="23"/>
                </a:moveTo>
                <a:lnTo>
                  <a:pt x="129" y="18"/>
                </a:lnTo>
                <a:lnTo>
                  <a:pt x="134" y="33"/>
                </a:lnTo>
                <a:lnTo>
                  <a:pt x="119" y="37"/>
                </a:lnTo>
                <a:lnTo>
                  <a:pt x="114" y="23"/>
                </a:lnTo>
                <a:moveTo>
                  <a:pt x="129" y="18"/>
                </a:moveTo>
                <a:lnTo>
                  <a:pt x="144" y="14"/>
                </a:lnTo>
                <a:lnTo>
                  <a:pt x="148" y="28"/>
                </a:lnTo>
                <a:lnTo>
                  <a:pt x="134" y="33"/>
                </a:lnTo>
                <a:lnTo>
                  <a:pt x="129" y="18"/>
                </a:lnTo>
                <a:moveTo>
                  <a:pt x="144" y="14"/>
                </a:moveTo>
                <a:lnTo>
                  <a:pt x="158" y="9"/>
                </a:lnTo>
                <a:lnTo>
                  <a:pt x="163" y="24"/>
                </a:lnTo>
                <a:lnTo>
                  <a:pt x="148" y="28"/>
                </a:lnTo>
                <a:lnTo>
                  <a:pt x="144" y="14"/>
                </a:lnTo>
                <a:moveTo>
                  <a:pt x="158" y="9"/>
                </a:moveTo>
                <a:lnTo>
                  <a:pt x="173" y="5"/>
                </a:lnTo>
                <a:lnTo>
                  <a:pt x="178" y="19"/>
                </a:lnTo>
                <a:lnTo>
                  <a:pt x="163" y="24"/>
                </a:lnTo>
                <a:lnTo>
                  <a:pt x="158" y="9"/>
                </a:lnTo>
                <a:moveTo>
                  <a:pt x="173" y="5"/>
                </a:moveTo>
                <a:lnTo>
                  <a:pt x="190" y="0"/>
                </a:lnTo>
                <a:lnTo>
                  <a:pt x="186" y="21"/>
                </a:lnTo>
                <a:lnTo>
                  <a:pt x="171" y="19"/>
                </a:lnTo>
                <a:lnTo>
                  <a:pt x="173" y="9"/>
                </a:lnTo>
                <a:lnTo>
                  <a:pt x="181" y="10"/>
                </a:lnTo>
                <a:lnTo>
                  <a:pt x="183" y="18"/>
                </a:lnTo>
                <a:lnTo>
                  <a:pt x="178" y="19"/>
                </a:lnTo>
                <a:lnTo>
                  <a:pt x="173" y="5"/>
                </a:lnTo>
                <a:moveTo>
                  <a:pt x="186" y="21"/>
                </a:moveTo>
                <a:lnTo>
                  <a:pt x="184" y="36"/>
                </a:lnTo>
                <a:lnTo>
                  <a:pt x="169" y="34"/>
                </a:lnTo>
                <a:lnTo>
                  <a:pt x="171" y="19"/>
                </a:lnTo>
                <a:lnTo>
                  <a:pt x="186" y="21"/>
                </a:lnTo>
                <a:moveTo>
                  <a:pt x="184" y="36"/>
                </a:moveTo>
                <a:lnTo>
                  <a:pt x="182" y="51"/>
                </a:lnTo>
                <a:lnTo>
                  <a:pt x="167" y="49"/>
                </a:lnTo>
                <a:lnTo>
                  <a:pt x="169" y="34"/>
                </a:lnTo>
                <a:lnTo>
                  <a:pt x="184" y="36"/>
                </a:lnTo>
                <a:moveTo>
                  <a:pt x="182" y="51"/>
                </a:moveTo>
                <a:lnTo>
                  <a:pt x="179" y="66"/>
                </a:lnTo>
                <a:lnTo>
                  <a:pt x="164" y="64"/>
                </a:lnTo>
                <a:lnTo>
                  <a:pt x="167" y="49"/>
                </a:lnTo>
                <a:lnTo>
                  <a:pt x="182" y="51"/>
                </a:lnTo>
                <a:moveTo>
                  <a:pt x="179" y="66"/>
                </a:moveTo>
                <a:lnTo>
                  <a:pt x="177" y="81"/>
                </a:lnTo>
                <a:lnTo>
                  <a:pt x="162" y="79"/>
                </a:lnTo>
                <a:lnTo>
                  <a:pt x="164" y="64"/>
                </a:lnTo>
                <a:lnTo>
                  <a:pt x="179" y="66"/>
                </a:lnTo>
                <a:moveTo>
                  <a:pt x="177" y="81"/>
                </a:moveTo>
                <a:lnTo>
                  <a:pt x="174" y="96"/>
                </a:lnTo>
                <a:lnTo>
                  <a:pt x="159" y="94"/>
                </a:lnTo>
                <a:lnTo>
                  <a:pt x="162" y="79"/>
                </a:lnTo>
                <a:lnTo>
                  <a:pt x="177" y="81"/>
                </a:lnTo>
                <a:moveTo>
                  <a:pt x="174" y="96"/>
                </a:moveTo>
                <a:lnTo>
                  <a:pt x="172" y="111"/>
                </a:lnTo>
                <a:lnTo>
                  <a:pt x="157" y="109"/>
                </a:lnTo>
                <a:lnTo>
                  <a:pt x="159" y="94"/>
                </a:lnTo>
                <a:lnTo>
                  <a:pt x="174" y="96"/>
                </a:lnTo>
                <a:moveTo>
                  <a:pt x="172" y="111"/>
                </a:moveTo>
                <a:lnTo>
                  <a:pt x="169" y="126"/>
                </a:lnTo>
                <a:lnTo>
                  <a:pt x="154" y="124"/>
                </a:lnTo>
                <a:lnTo>
                  <a:pt x="157" y="109"/>
                </a:lnTo>
                <a:lnTo>
                  <a:pt x="172" y="111"/>
                </a:lnTo>
                <a:moveTo>
                  <a:pt x="169" y="126"/>
                </a:moveTo>
                <a:lnTo>
                  <a:pt x="167" y="141"/>
                </a:lnTo>
                <a:lnTo>
                  <a:pt x="152" y="139"/>
                </a:lnTo>
                <a:lnTo>
                  <a:pt x="154" y="124"/>
                </a:lnTo>
                <a:lnTo>
                  <a:pt x="169" y="126"/>
                </a:lnTo>
                <a:moveTo>
                  <a:pt x="167" y="141"/>
                </a:moveTo>
                <a:lnTo>
                  <a:pt x="164" y="157"/>
                </a:lnTo>
                <a:lnTo>
                  <a:pt x="149" y="155"/>
                </a:lnTo>
                <a:lnTo>
                  <a:pt x="152" y="139"/>
                </a:lnTo>
                <a:lnTo>
                  <a:pt x="167" y="141"/>
                </a:lnTo>
                <a:moveTo>
                  <a:pt x="164" y="157"/>
                </a:moveTo>
                <a:lnTo>
                  <a:pt x="162" y="175"/>
                </a:lnTo>
                <a:lnTo>
                  <a:pt x="139" y="159"/>
                </a:lnTo>
                <a:lnTo>
                  <a:pt x="148" y="145"/>
                </a:lnTo>
                <a:lnTo>
                  <a:pt x="160" y="155"/>
                </a:lnTo>
                <a:lnTo>
                  <a:pt x="156" y="162"/>
                </a:lnTo>
                <a:lnTo>
                  <a:pt x="149" y="160"/>
                </a:lnTo>
                <a:lnTo>
                  <a:pt x="149" y="155"/>
                </a:lnTo>
                <a:lnTo>
                  <a:pt x="164" y="15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1320120" y="2034360"/>
            <a:ext cx="862560" cy="164520"/>
          </a:xfrm>
          <a:custGeom>
            <a:avLst/>
            <a:gdLst/>
            <a:ahLst/>
            <a:rect l="0" t="0" r="r" b="b"/>
            <a:pathLst>
              <a:path w="2396" h="457">
                <a:moveTo>
                  <a:pt x="0" y="0"/>
                </a:moveTo>
                <a:lnTo>
                  <a:pt x="2396" y="0"/>
                </a:lnTo>
                <a:lnTo>
                  <a:pt x="239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1320120" y="2034360"/>
            <a:ext cx="862560" cy="164520"/>
          </a:xfrm>
          <a:custGeom>
            <a:avLst/>
            <a:gdLst/>
            <a:ahLst/>
            <a:rect l="0" t="0" r="r" b="b"/>
            <a:pathLst>
              <a:path w="2396" h="457">
                <a:moveTo>
                  <a:pt x="0" y="0"/>
                </a:moveTo>
                <a:lnTo>
                  <a:pt x="2396" y="0"/>
                </a:lnTo>
                <a:lnTo>
                  <a:pt x="239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 txBox="1"/>
          <p:nvPr/>
        </p:nvSpPr>
        <p:spPr>
          <a:xfrm>
            <a:off x="439920" y="1320120"/>
            <a:ext cx="7965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Fundament IT-applicaties, jaren 80 en 90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3824280" y="2034000"/>
            <a:ext cx="431640" cy="164520"/>
          </a:xfrm>
          <a:custGeom>
            <a:avLst/>
            <a:gdLst/>
            <a:ahLst/>
            <a:rect l="0" t="0" r="r" b="b"/>
            <a:pathLst>
              <a:path w="1199" h="457">
                <a:moveTo>
                  <a:pt x="0" y="0"/>
                </a:moveTo>
                <a:lnTo>
                  <a:pt x="1199" y="0"/>
                </a:lnTo>
                <a:lnTo>
                  <a:pt x="1199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3824280" y="2034000"/>
            <a:ext cx="431640" cy="164520"/>
          </a:xfrm>
          <a:custGeom>
            <a:avLst/>
            <a:gdLst/>
            <a:ahLst/>
            <a:rect l="0" t="0" r="r" b="b"/>
            <a:pathLst>
              <a:path w="1199" h="457">
                <a:moveTo>
                  <a:pt x="0" y="0"/>
                </a:moveTo>
                <a:lnTo>
                  <a:pt x="1199" y="0"/>
                </a:lnTo>
                <a:lnTo>
                  <a:pt x="1199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 txBox="1"/>
          <p:nvPr/>
        </p:nvSpPr>
        <p:spPr>
          <a:xfrm>
            <a:off x="1320480" y="2049480"/>
            <a:ext cx="869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6421320" y="2034000"/>
            <a:ext cx="1218600" cy="164520"/>
          </a:xfrm>
          <a:custGeom>
            <a:avLst/>
            <a:gdLst/>
            <a:ahLst/>
            <a:rect l="0" t="0" r="r" b="b"/>
            <a:pathLst>
              <a:path w="3385" h="457">
                <a:moveTo>
                  <a:pt x="0" y="0"/>
                </a:moveTo>
                <a:lnTo>
                  <a:pt x="3385" y="0"/>
                </a:lnTo>
                <a:lnTo>
                  <a:pt x="3385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6421320" y="2034000"/>
            <a:ext cx="1218600" cy="164520"/>
          </a:xfrm>
          <a:custGeom>
            <a:avLst/>
            <a:gdLst/>
            <a:ahLst/>
            <a:rect l="0" t="0" r="r" b="b"/>
            <a:pathLst>
              <a:path w="3385" h="457">
                <a:moveTo>
                  <a:pt x="0" y="0"/>
                </a:moveTo>
                <a:lnTo>
                  <a:pt x="3385" y="0"/>
                </a:lnTo>
                <a:lnTo>
                  <a:pt x="3385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 txBox="1"/>
          <p:nvPr/>
        </p:nvSpPr>
        <p:spPr>
          <a:xfrm>
            <a:off x="3824640" y="2048760"/>
            <a:ext cx="4352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/>
          <p:nvPr/>
        </p:nvSpPr>
        <p:spPr>
          <a:xfrm>
            <a:off x="6764040" y="2334960"/>
            <a:ext cx="534240" cy="164520"/>
          </a:xfrm>
          <a:custGeom>
            <a:avLst/>
            <a:gdLst/>
            <a:ahLst/>
            <a:rect l="0" t="0" r="r" b="b"/>
            <a:pathLst>
              <a:path w="1484" h="457">
                <a:moveTo>
                  <a:pt x="0" y="0"/>
                </a:moveTo>
                <a:lnTo>
                  <a:pt x="1484" y="0"/>
                </a:lnTo>
                <a:lnTo>
                  <a:pt x="1484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/>
          <p:nvPr/>
        </p:nvSpPr>
        <p:spPr>
          <a:xfrm>
            <a:off x="6764040" y="2334960"/>
            <a:ext cx="534240" cy="164520"/>
          </a:xfrm>
          <a:custGeom>
            <a:avLst/>
            <a:gdLst/>
            <a:ahLst/>
            <a:rect l="0" t="0" r="r" b="b"/>
            <a:pathLst>
              <a:path w="1484" h="457">
                <a:moveTo>
                  <a:pt x="0" y="0"/>
                </a:moveTo>
                <a:lnTo>
                  <a:pt x="1484" y="0"/>
                </a:lnTo>
                <a:lnTo>
                  <a:pt x="1484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6421680" y="2048760"/>
            <a:ext cx="1229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/>
          <p:nvPr/>
        </p:nvSpPr>
        <p:spPr>
          <a:xfrm>
            <a:off x="3783600" y="2334960"/>
            <a:ext cx="513360" cy="164520"/>
          </a:xfrm>
          <a:custGeom>
            <a:avLst/>
            <a:gdLst/>
            <a:ahLst/>
            <a:rect l="0" t="0" r="r" b="b"/>
            <a:pathLst>
              <a:path w="1426" h="457">
                <a:moveTo>
                  <a:pt x="0" y="0"/>
                </a:moveTo>
                <a:lnTo>
                  <a:pt x="1426" y="0"/>
                </a:lnTo>
                <a:lnTo>
                  <a:pt x="142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/>
          <p:nvPr/>
        </p:nvSpPr>
        <p:spPr>
          <a:xfrm>
            <a:off x="3783600" y="2334960"/>
            <a:ext cx="513360" cy="164520"/>
          </a:xfrm>
          <a:custGeom>
            <a:avLst/>
            <a:gdLst/>
            <a:ahLst/>
            <a:rect l="0" t="0" r="r" b="b"/>
            <a:pathLst>
              <a:path w="1426" h="457">
                <a:moveTo>
                  <a:pt x="0" y="0"/>
                </a:moveTo>
                <a:lnTo>
                  <a:pt x="1426" y="0"/>
                </a:lnTo>
                <a:lnTo>
                  <a:pt x="1426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6764400" y="2349720"/>
            <a:ext cx="53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/>
          <p:nvPr/>
        </p:nvSpPr>
        <p:spPr>
          <a:xfrm>
            <a:off x="1603800" y="2334960"/>
            <a:ext cx="301680" cy="164520"/>
          </a:xfrm>
          <a:custGeom>
            <a:avLst/>
            <a:gdLst/>
            <a:ahLst/>
            <a:rect l="0" t="0" r="r" b="b"/>
            <a:pathLst>
              <a:path w="838" h="457">
                <a:moveTo>
                  <a:pt x="0" y="0"/>
                </a:moveTo>
                <a:lnTo>
                  <a:pt x="838" y="0"/>
                </a:lnTo>
                <a:lnTo>
                  <a:pt x="838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/>
          <p:nvPr/>
        </p:nvSpPr>
        <p:spPr>
          <a:xfrm>
            <a:off x="1603800" y="2334960"/>
            <a:ext cx="301680" cy="164520"/>
          </a:xfrm>
          <a:custGeom>
            <a:avLst/>
            <a:gdLst/>
            <a:ahLst/>
            <a:rect l="0" t="0" r="r" b="b"/>
            <a:pathLst>
              <a:path w="838" h="457">
                <a:moveTo>
                  <a:pt x="0" y="0"/>
                </a:moveTo>
                <a:lnTo>
                  <a:pt x="838" y="0"/>
                </a:lnTo>
                <a:lnTo>
                  <a:pt x="838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3783600" y="2349720"/>
            <a:ext cx="520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/>
          <p:nvPr/>
        </p:nvSpPr>
        <p:spPr>
          <a:xfrm>
            <a:off x="511920" y="1945800"/>
            <a:ext cx="641520" cy="641520"/>
          </a:xfrm>
          <a:custGeom>
            <a:avLst/>
            <a:gdLst/>
            <a:ahLst/>
            <a:rect l="0" t="0" r="r" b="b"/>
            <a:pathLst>
              <a:path w="1782" h="1782">
                <a:moveTo>
                  <a:pt x="1782" y="892"/>
                </a:moveTo>
                <a:cubicBezTo>
                  <a:pt x="1782" y="921"/>
                  <a:pt x="1780" y="950"/>
                  <a:pt x="1778" y="979"/>
                </a:cubicBezTo>
                <a:cubicBezTo>
                  <a:pt x="1775" y="1008"/>
                  <a:pt x="1770" y="1037"/>
                  <a:pt x="1765" y="1065"/>
                </a:cubicBezTo>
                <a:cubicBezTo>
                  <a:pt x="1759" y="1094"/>
                  <a:pt x="1752" y="1122"/>
                  <a:pt x="1743" y="1150"/>
                </a:cubicBezTo>
                <a:cubicBezTo>
                  <a:pt x="1735" y="1178"/>
                  <a:pt x="1725" y="1206"/>
                  <a:pt x="1714" y="1232"/>
                </a:cubicBezTo>
                <a:cubicBezTo>
                  <a:pt x="1703" y="1259"/>
                  <a:pt x="1690" y="1286"/>
                  <a:pt x="1677" y="1311"/>
                </a:cubicBezTo>
                <a:cubicBezTo>
                  <a:pt x="1663" y="1337"/>
                  <a:pt x="1648" y="1362"/>
                  <a:pt x="1632" y="1386"/>
                </a:cubicBezTo>
                <a:cubicBezTo>
                  <a:pt x="1616" y="1411"/>
                  <a:pt x="1598" y="1434"/>
                  <a:pt x="1580" y="1457"/>
                </a:cubicBezTo>
                <a:cubicBezTo>
                  <a:pt x="1561" y="1479"/>
                  <a:pt x="1542" y="1501"/>
                  <a:pt x="1521" y="1521"/>
                </a:cubicBezTo>
                <a:cubicBezTo>
                  <a:pt x="1500" y="1542"/>
                  <a:pt x="1479" y="1562"/>
                  <a:pt x="1456" y="1580"/>
                </a:cubicBezTo>
                <a:cubicBezTo>
                  <a:pt x="1434" y="1599"/>
                  <a:pt x="1410" y="1616"/>
                  <a:pt x="1386" y="1632"/>
                </a:cubicBezTo>
                <a:cubicBezTo>
                  <a:pt x="1362" y="1648"/>
                  <a:pt x="1337" y="1663"/>
                  <a:pt x="1311" y="1677"/>
                </a:cubicBezTo>
                <a:cubicBezTo>
                  <a:pt x="1285" y="1691"/>
                  <a:pt x="1259" y="1703"/>
                  <a:pt x="1231" y="1714"/>
                </a:cubicBezTo>
                <a:cubicBezTo>
                  <a:pt x="1204" y="1726"/>
                  <a:pt x="1177" y="1735"/>
                  <a:pt x="1149" y="1744"/>
                </a:cubicBezTo>
                <a:cubicBezTo>
                  <a:pt x="1121" y="1752"/>
                  <a:pt x="1093" y="1759"/>
                  <a:pt x="1064" y="1765"/>
                </a:cubicBezTo>
                <a:cubicBezTo>
                  <a:pt x="1036" y="1771"/>
                  <a:pt x="1007" y="1775"/>
                  <a:pt x="978" y="1778"/>
                </a:cubicBezTo>
                <a:cubicBezTo>
                  <a:pt x="949" y="1781"/>
                  <a:pt x="920" y="1782"/>
                  <a:pt x="890" y="1782"/>
                </a:cubicBezTo>
                <a:cubicBezTo>
                  <a:pt x="861" y="1782"/>
                  <a:pt x="832" y="1781"/>
                  <a:pt x="803" y="1778"/>
                </a:cubicBezTo>
                <a:cubicBezTo>
                  <a:pt x="774" y="1775"/>
                  <a:pt x="745" y="1771"/>
                  <a:pt x="717" y="1765"/>
                </a:cubicBezTo>
                <a:cubicBezTo>
                  <a:pt x="688" y="1759"/>
                  <a:pt x="660" y="1752"/>
                  <a:pt x="632" y="1744"/>
                </a:cubicBezTo>
                <a:cubicBezTo>
                  <a:pt x="604" y="1735"/>
                  <a:pt x="577" y="1726"/>
                  <a:pt x="550" y="1714"/>
                </a:cubicBezTo>
                <a:cubicBezTo>
                  <a:pt x="523" y="1703"/>
                  <a:pt x="496" y="1691"/>
                  <a:pt x="471" y="1677"/>
                </a:cubicBezTo>
                <a:cubicBezTo>
                  <a:pt x="445" y="1663"/>
                  <a:pt x="420" y="1648"/>
                  <a:pt x="396" y="1632"/>
                </a:cubicBezTo>
                <a:cubicBezTo>
                  <a:pt x="371" y="1616"/>
                  <a:pt x="348" y="1599"/>
                  <a:pt x="326" y="1580"/>
                </a:cubicBezTo>
                <a:cubicBezTo>
                  <a:pt x="303" y="1562"/>
                  <a:pt x="281" y="1542"/>
                  <a:pt x="261" y="1521"/>
                </a:cubicBezTo>
                <a:cubicBezTo>
                  <a:pt x="240" y="1501"/>
                  <a:pt x="221" y="1479"/>
                  <a:pt x="202" y="1457"/>
                </a:cubicBezTo>
                <a:cubicBezTo>
                  <a:pt x="184" y="1434"/>
                  <a:pt x="166" y="1411"/>
                  <a:pt x="150" y="1386"/>
                </a:cubicBezTo>
                <a:cubicBezTo>
                  <a:pt x="134" y="1362"/>
                  <a:pt x="119" y="1337"/>
                  <a:pt x="105" y="1311"/>
                </a:cubicBezTo>
                <a:cubicBezTo>
                  <a:pt x="91" y="1286"/>
                  <a:pt x="79" y="1259"/>
                  <a:pt x="68" y="1232"/>
                </a:cubicBezTo>
                <a:cubicBezTo>
                  <a:pt x="57" y="1206"/>
                  <a:pt x="47" y="1178"/>
                  <a:pt x="38" y="1150"/>
                </a:cubicBezTo>
                <a:cubicBezTo>
                  <a:pt x="30" y="1122"/>
                  <a:pt x="23" y="1094"/>
                  <a:pt x="17" y="1065"/>
                </a:cubicBezTo>
                <a:cubicBezTo>
                  <a:pt x="11" y="1037"/>
                  <a:pt x="7" y="1008"/>
                  <a:pt x="4" y="979"/>
                </a:cubicBezTo>
                <a:cubicBezTo>
                  <a:pt x="1" y="950"/>
                  <a:pt x="0" y="921"/>
                  <a:pt x="0" y="892"/>
                </a:cubicBezTo>
                <a:cubicBezTo>
                  <a:pt x="0" y="863"/>
                  <a:pt x="1" y="834"/>
                  <a:pt x="4" y="803"/>
                </a:cubicBezTo>
                <a:cubicBezTo>
                  <a:pt x="7" y="774"/>
                  <a:pt x="11" y="746"/>
                  <a:pt x="17" y="717"/>
                </a:cubicBezTo>
                <a:cubicBezTo>
                  <a:pt x="23" y="688"/>
                  <a:pt x="30" y="660"/>
                  <a:pt x="38" y="632"/>
                </a:cubicBezTo>
                <a:cubicBezTo>
                  <a:pt x="47" y="604"/>
                  <a:pt x="57" y="577"/>
                  <a:pt x="68" y="550"/>
                </a:cubicBezTo>
                <a:cubicBezTo>
                  <a:pt x="79" y="523"/>
                  <a:pt x="91" y="497"/>
                  <a:pt x="105" y="471"/>
                </a:cubicBezTo>
                <a:cubicBezTo>
                  <a:pt x="119" y="445"/>
                  <a:pt x="134" y="420"/>
                  <a:pt x="150" y="396"/>
                </a:cubicBezTo>
                <a:cubicBezTo>
                  <a:pt x="166" y="372"/>
                  <a:pt x="184" y="348"/>
                  <a:pt x="202" y="326"/>
                </a:cubicBezTo>
                <a:cubicBezTo>
                  <a:pt x="221" y="303"/>
                  <a:pt x="240" y="282"/>
                  <a:pt x="261" y="261"/>
                </a:cubicBezTo>
                <a:cubicBezTo>
                  <a:pt x="281" y="241"/>
                  <a:pt x="303" y="221"/>
                  <a:pt x="326" y="202"/>
                </a:cubicBezTo>
                <a:cubicBezTo>
                  <a:pt x="348" y="184"/>
                  <a:pt x="371" y="167"/>
                  <a:pt x="396" y="150"/>
                </a:cubicBezTo>
                <a:cubicBezTo>
                  <a:pt x="420" y="134"/>
                  <a:pt x="445" y="119"/>
                  <a:pt x="471" y="106"/>
                </a:cubicBezTo>
                <a:cubicBezTo>
                  <a:pt x="496" y="92"/>
                  <a:pt x="523" y="79"/>
                  <a:pt x="550" y="68"/>
                </a:cubicBezTo>
                <a:cubicBezTo>
                  <a:pt x="577" y="57"/>
                  <a:pt x="604" y="47"/>
                  <a:pt x="632" y="39"/>
                </a:cubicBezTo>
                <a:cubicBezTo>
                  <a:pt x="660" y="30"/>
                  <a:pt x="688" y="23"/>
                  <a:pt x="717" y="17"/>
                </a:cubicBezTo>
                <a:cubicBezTo>
                  <a:pt x="745" y="12"/>
                  <a:pt x="774" y="8"/>
                  <a:pt x="803" y="5"/>
                </a:cubicBezTo>
                <a:cubicBezTo>
                  <a:pt x="832" y="2"/>
                  <a:pt x="861" y="0"/>
                  <a:pt x="890" y="0"/>
                </a:cubicBezTo>
                <a:cubicBezTo>
                  <a:pt x="920" y="0"/>
                  <a:pt x="949" y="2"/>
                  <a:pt x="978" y="5"/>
                </a:cubicBezTo>
                <a:cubicBezTo>
                  <a:pt x="1007" y="8"/>
                  <a:pt x="1036" y="12"/>
                  <a:pt x="1064" y="17"/>
                </a:cubicBezTo>
                <a:cubicBezTo>
                  <a:pt x="1093" y="23"/>
                  <a:pt x="1121" y="30"/>
                  <a:pt x="1149" y="39"/>
                </a:cubicBezTo>
                <a:cubicBezTo>
                  <a:pt x="1177" y="47"/>
                  <a:pt x="1204" y="57"/>
                  <a:pt x="1231" y="68"/>
                </a:cubicBezTo>
                <a:cubicBezTo>
                  <a:pt x="1259" y="79"/>
                  <a:pt x="1285" y="92"/>
                  <a:pt x="1311" y="106"/>
                </a:cubicBezTo>
                <a:cubicBezTo>
                  <a:pt x="1337" y="119"/>
                  <a:pt x="1362" y="134"/>
                  <a:pt x="1386" y="150"/>
                </a:cubicBezTo>
                <a:cubicBezTo>
                  <a:pt x="1410" y="167"/>
                  <a:pt x="1434" y="184"/>
                  <a:pt x="1456" y="202"/>
                </a:cubicBezTo>
                <a:cubicBezTo>
                  <a:pt x="1479" y="221"/>
                  <a:pt x="1500" y="241"/>
                  <a:pt x="1521" y="261"/>
                </a:cubicBezTo>
                <a:cubicBezTo>
                  <a:pt x="1542" y="282"/>
                  <a:pt x="1561" y="303"/>
                  <a:pt x="1580" y="326"/>
                </a:cubicBezTo>
                <a:cubicBezTo>
                  <a:pt x="1598" y="348"/>
                  <a:pt x="1616" y="372"/>
                  <a:pt x="1632" y="396"/>
                </a:cubicBezTo>
                <a:cubicBezTo>
                  <a:pt x="1648" y="420"/>
                  <a:pt x="1663" y="445"/>
                  <a:pt x="1677" y="471"/>
                </a:cubicBezTo>
                <a:cubicBezTo>
                  <a:pt x="1690" y="497"/>
                  <a:pt x="1703" y="523"/>
                  <a:pt x="1714" y="550"/>
                </a:cubicBezTo>
                <a:cubicBezTo>
                  <a:pt x="1725" y="577"/>
                  <a:pt x="1735" y="604"/>
                  <a:pt x="1743" y="632"/>
                </a:cubicBezTo>
                <a:cubicBezTo>
                  <a:pt x="1752" y="660"/>
                  <a:pt x="1759" y="688"/>
                  <a:pt x="1765" y="717"/>
                </a:cubicBezTo>
                <a:cubicBezTo>
                  <a:pt x="1770" y="746"/>
                  <a:pt x="1775" y="774"/>
                  <a:pt x="1778" y="803"/>
                </a:cubicBezTo>
                <a:cubicBezTo>
                  <a:pt x="1780" y="834"/>
                  <a:pt x="1782" y="863"/>
                  <a:pt x="1782" y="892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511920" y="1945800"/>
            <a:ext cx="641520" cy="641520"/>
          </a:xfrm>
          <a:custGeom>
            <a:avLst/>
            <a:gdLst/>
            <a:ahLst/>
            <a:rect l="0" t="0" r="r" b="b"/>
            <a:pathLst>
              <a:path w="1782" h="1782">
                <a:moveTo>
                  <a:pt x="1782" y="892"/>
                </a:moveTo>
                <a:cubicBezTo>
                  <a:pt x="1782" y="921"/>
                  <a:pt x="1780" y="950"/>
                  <a:pt x="1778" y="979"/>
                </a:cubicBezTo>
                <a:cubicBezTo>
                  <a:pt x="1775" y="1008"/>
                  <a:pt x="1770" y="1037"/>
                  <a:pt x="1765" y="1065"/>
                </a:cubicBezTo>
                <a:cubicBezTo>
                  <a:pt x="1759" y="1094"/>
                  <a:pt x="1752" y="1122"/>
                  <a:pt x="1743" y="1150"/>
                </a:cubicBezTo>
                <a:cubicBezTo>
                  <a:pt x="1735" y="1178"/>
                  <a:pt x="1725" y="1206"/>
                  <a:pt x="1714" y="1232"/>
                </a:cubicBezTo>
                <a:cubicBezTo>
                  <a:pt x="1703" y="1259"/>
                  <a:pt x="1690" y="1286"/>
                  <a:pt x="1677" y="1311"/>
                </a:cubicBezTo>
                <a:cubicBezTo>
                  <a:pt x="1663" y="1337"/>
                  <a:pt x="1648" y="1362"/>
                  <a:pt x="1632" y="1386"/>
                </a:cubicBezTo>
                <a:cubicBezTo>
                  <a:pt x="1616" y="1411"/>
                  <a:pt x="1598" y="1434"/>
                  <a:pt x="1580" y="1457"/>
                </a:cubicBezTo>
                <a:cubicBezTo>
                  <a:pt x="1561" y="1479"/>
                  <a:pt x="1542" y="1501"/>
                  <a:pt x="1521" y="1521"/>
                </a:cubicBezTo>
                <a:cubicBezTo>
                  <a:pt x="1500" y="1542"/>
                  <a:pt x="1479" y="1562"/>
                  <a:pt x="1456" y="1580"/>
                </a:cubicBezTo>
                <a:cubicBezTo>
                  <a:pt x="1434" y="1599"/>
                  <a:pt x="1410" y="1616"/>
                  <a:pt x="1386" y="1632"/>
                </a:cubicBezTo>
                <a:cubicBezTo>
                  <a:pt x="1362" y="1648"/>
                  <a:pt x="1337" y="1663"/>
                  <a:pt x="1311" y="1677"/>
                </a:cubicBezTo>
                <a:cubicBezTo>
                  <a:pt x="1285" y="1691"/>
                  <a:pt x="1259" y="1703"/>
                  <a:pt x="1231" y="1714"/>
                </a:cubicBezTo>
                <a:cubicBezTo>
                  <a:pt x="1204" y="1726"/>
                  <a:pt x="1177" y="1735"/>
                  <a:pt x="1149" y="1744"/>
                </a:cubicBezTo>
                <a:cubicBezTo>
                  <a:pt x="1121" y="1752"/>
                  <a:pt x="1093" y="1759"/>
                  <a:pt x="1064" y="1765"/>
                </a:cubicBezTo>
                <a:cubicBezTo>
                  <a:pt x="1036" y="1771"/>
                  <a:pt x="1007" y="1775"/>
                  <a:pt x="978" y="1778"/>
                </a:cubicBezTo>
                <a:cubicBezTo>
                  <a:pt x="949" y="1781"/>
                  <a:pt x="920" y="1782"/>
                  <a:pt x="890" y="1782"/>
                </a:cubicBezTo>
                <a:cubicBezTo>
                  <a:pt x="861" y="1782"/>
                  <a:pt x="832" y="1781"/>
                  <a:pt x="803" y="1778"/>
                </a:cubicBezTo>
                <a:cubicBezTo>
                  <a:pt x="774" y="1775"/>
                  <a:pt x="745" y="1771"/>
                  <a:pt x="717" y="1765"/>
                </a:cubicBezTo>
                <a:cubicBezTo>
                  <a:pt x="688" y="1759"/>
                  <a:pt x="660" y="1752"/>
                  <a:pt x="632" y="1744"/>
                </a:cubicBezTo>
                <a:cubicBezTo>
                  <a:pt x="604" y="1735"/>
                  <a:pt x="577" y="1726"/>
                  <a:pt x="550" y="1714"/>
                </a:cubicBezTo>
                <a:cubicBezTo>
                  <a:pt x="523" y="1703"/>
                  <a:pt x="496" y="1691"/>
                  <a:pt x="471" y="1677"/>
                </a:cubicBezTo>
                <a:cubicBezTo>
                  <a:pt x="445" y="1663"/>
                  <a:pt x="420" y="1648"/>
                  <a:pt x="396" y="1632"/>
                </a:cubicBezTo>
                <a:cubicBezTo>
                  <a:pt x="371" y="1616"/>
                  <a:pt x="348" y="1599"/>
                  <a:pt x="326" y="1580"/>
                </a:cubicBezTo>
                <a:cubicBezTo>
                  <a:pt x="303" y="1562"/>
                  <a:pt x="281" y="1542"/>
                  <a:pt x="261" y="1521"/>
                </a:cubicBezTo>
                <a:cubicBezTo>
                  <a:pt x="240" y="1501"/>
                  <a:pt x="221" y="1479"/>
                  <a:pt x="202" y="1457"/>
                </a:cubicBezTo>
                <a:cubicBezTo>
                  <a:pt x="184" y="1434"/>
                  <a:pt x="166" y="1411"/>
                  <a:pt x="150" y="1386"/>
                </a:cubicBezTo>
                <a:cubicBezTo>
                  <a:pt x="134" y="1362"/>
                  <a:pt x="119" y="1337"/>
                  <a:pt x="105" y="1311"/>
                </a:cubicBezTo>
                <a:cubicBezTo>
                  <a:pt x="91" y="1286"/>
                  <a:pt x="79" y="1259"/>
                  <a:pt x="68" y="1232"/>
                </a:cubicBezTo>
                <a:cubicBezTo>
                  <a:pt x="57" y="1206"/>
                  <a:pt x="47" y="1178"/>
                  <a:pt x="38" y="1150"/>
                </a:cubicBezTo>
                <a:cubicBezTo>
                  <a:pt x="30" y="1122"/>
                  <a:pt x="23" y="1094"/>
                  <a:pt x="17" y="1065"/>
                </a:cubicBezTo>
                <a:cubicBezTo>
                  <a:pt x="11" y="1037"/>
                  <a:pt x="7" y="1008"/>
                  <a:pt x="4" y="979"/>
                </a:cubicBezTo>
                <a:cubicBezTo>
                  <a:pt x="1" y="950"/>
                  <a:pt x="0" y="921"/>
                  <a:pt x="0" y="892"/>
                </a:cubicBezTo>
                <a:cubicBezTo>
                  <a:pt x="0" y="863"/>
                  <a:pt x="1" y="834"/>
                  <a:pt x="4" y="803"/>
                </a:cubicBezTo>
                <a:cubicBezTo>
                  <a:pt x="7" y="774"/>
                  <a:pt x="11" y="746"/>
                  <a:pt x="17" y="717"/>
                </a:cubicBezTo>
                <a:cubicBezTo>
                  <a:pt x="23" y="688"/>
                  <a:pt x="30" y="660"/>
                  <a:pt x="38" y="632"/>
                </a:cubicBezTo>
                <a:cubicBezTo>
                  <a:pt x="47" y="604"/>
                  <a:pt x="57" y="577"/>
                  <a:pt x="68" y="550"/>
                </a:cubicBezTo>
                <a:cubicBezTo>
                  <a:pt x="79" y="523"/>
                  <a:pt x="91" y="497"/>
                  <a:pt x="105" y="471"/>
                </a:cubicBezTo>
                <a:cubicBezTo>
                  <a:pt x="119" y="445"/>
                  <a:pt x="134" y="420"/>
                  <a:pt x="150" y="396"/>
                </a:cubicBezTo>
                <a:cubicBezTo>
                  <a:pt x="166" y="372"/>
                  <a:pt x="184" y="348"/>
                  <a:pt x="202" y="326"/>
                </a:cubicBezTo>
                <a:cubicBezTo>
                  <a:pt x="221" y="303"/>
                  <a:pt x="240" y="282"/>
                  <a:pt x="261" y="261"/>
                </a:cubicBezTo>
                <a:cubicBezTo>
                  <a:pt x="281" y="241"/>
                  <a:pt x="303" y="221"/>
                  <a:pt x="326" y="202"/>
                </a:cubicBezTo>
                <a:cubicBezTo>
                  <a:pt x="348" y="184"/>
                  <a:pt x="371" y="167"/>
                  <a:pt x="396" y="150"/>
                </a:cubicBezTo>
                <a:cubicBezTo>
                  <a:pt x="420" y="134"/>
                  <a:pt x="445" y="119"/>
                  <a:pt x="471" y="106"/>
                </a:cubicBezTo>
                <a:cubicBezTo>
                  <a:pt x="496" y="92"/>
                  <a:pt x="523" y="79"/>
                  <a:pt x="550" y="68"/>
                </a:cubicBezTo>
                <a:cubicBezTo>
                  <a:pt x="577" y="57"/>
                  <a:pt x="604" y="47"/>
                  <a:pt x="632" y="39"/>
                </a:cubicBezTo>
                <a:cubicBezTo>
                  <a:pt x="660" y="30"/>
                  <a:pt x="688" y="23"/>
                  <a:pt x="717" y="17"/>
                </a:cubicBezTo>
                <a:cubicBezTo>
                  <a:pt x="745" y="12"/>
                  <a:pt x="774" y="8"/>
                  <a:pt x="803" y="5"/>
                </a:cubicBezTo>
                <a:cubicBezTo>
                  <a:pt x="832" y="2"/>
                  <a:pt x="861" y="0"/>
                  <a:pt x="890" y="0"/>
                </a:cubicBezTo>
                <a:cubicBezTo>
                  <a:pt x="920" y="0"/>
                  <a:pt x="949" y="2"/>
                  <a:pt x="978" y="5"/>
                </a:cubicBezTo>
                <a:cubicBezTo>
                  <a:pt x="1007" y="8"/>
                  <a:pt x="1036" y="12"/>
                  <a:pt x="1064" y="17"/>
                </a:cubicBezTo>
                <a:cubicBezTo>
                  <a:pt x="1093" y="23"/>
                  <a:pt x="1121" y="30"/>
                  <a:pt x="1149" y="39"/>
                </a:cubicBezTo>
                <a:cubicBezTo>
                  <a:pt x="1177" y="47"/>
                  <a:pt x="1204" y="57"/>
                  <a:pt x="1231" y="68"/>
                </a:cubicBezTo>
                <a:cubicBezTo>
                  <a:pt x="1259" y="79"/>
                  <a:pt x="1285" y="92"/>
                  <a:pt x="1311" y="106"/>
                </a:cubicBezTo>
                <a:cubicBezTo>
                  <a:pt x="1337" y="119"/>
                  <a:pt x="1362" y="134"/>
                  <a:pt x="1386" y="150"/>
                </a:cubicBezTo>
                <a:cubicBezTo>
                  <a:pt x="1410" y="167"/>
                  <a:pt x="1434" y="184"/>
                  <a:pt x="1456" y="202"/>
                </a:cubicBezTo>
                <a:cubicBezTo>
                  <a:pt x="1479" y="221"/>
                  <a:pt x="1500" y="241"/>
                  <a:pt x="1521" y="261"/>
                </a:cubicBezTo>
                <a:cubicBezTo>
                  <a:pt x="1542" y="282"/>
                  <a:pt x="1561" y="303"/>
                  <a:pt x="1580" y="326"/>
                </a:cubicBezTo>
                <a:cubicBezTo>
                  <a:pt x="1598" y="348"/>
                  <a:pt x="1616" y="372"/>
                  <a:pt x="1632" y="396"/>
                </a:cubicBezTo>
                <a:cubicBezTo>
                  <a:pt x="1648" y="420"/>
                  <a:pt x="1663" y="445"/>
                  <a:pt x="1677" y="471"/>
                </a:cubicBezTo>
                <a:cubicBezTo>
                  <a:pt x="1690" y="497"/>
                  <a:pt x="1703" y="523"/>
                  <a:pt x="1714" y="550"/>
                </a:cubicBezTo>
                <a:cubicBezTo>
                  <a:pt x="1725" y="577"/>
                  <a:pt x="1735" y="604"/>
                  <a:pt x="1743" y="632"/>
                </a:cubicBezTo>
                <a:cubicBezTo>
                  <a:pt x="1752" y="660"/>
                  <a:pt x="1759" y="688"/>
                  <a:pt x="1765" y="717"/>
                </a:cubicBezTo>
                <a:cubicBezTo>
                  <a:pt x="1770" y="746"/>
                  <a:pt x="1775" y="774"/>
                  <a:pt x="1778" y="803"/>
                </a:cubicBezTo>
                <a:cubicBezTo>
                  <a:pt x="1780" y="834"/>
                  <a:pt x="1782" y="863"/>
                  <a:pt x="1782" y="892"/>
                </a:cubicBezTo>
                <a:close/>
              </a:path>
            </a:pathLst>
          </a:custGeom>
          <a:noFill/>
          <a:ln w="6840">
            <a:solidFill>
              <a:srgbClr val="d4a017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 txBox="1"/>
          <p:nvPr/>
        </p:nvSpPr>
        <p:spPr>
          <a:xfrm>
            <a:off x="1604160" y="2349720"/>
            <a:ext cx="3056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2359080" y="1999440"/>
            <a:ext cx="1253880" cy="534240"/>
          </a:xfrm>
          <a:custGeom>
            <a:avLst/>
            <a:gdLst/>
            <a:ahLst/>
            <a:rect l="0" t="0" r="r" b="b"/>
            <a:pathLst>
              <a:path w="3483" h="1484">
                <a:moveTo>
                  <a:pt x="0" y="0"/>
                </a:moveTo>
                <a:lnTo>
                  <a:pt x="3483" y="0"/>
                </a:lnTo>
                <a:lnTo>
                  <a:pt x="3483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2359080" y="1999440"/>
            <a:ext cx="1253880" cy="534240"/>
          </a:xfrm>
          <a:custGeom>
            <a:avLst/>
            <a:gdLst/>
            <a:ahLst/>
            <a:rect l="0" t="0" r="r" b="b"/>
            <a:pathLst>
              <a:path w="3483" h="1484">
                <a:moveTo>
                  <a:pt x="0" y="0"/>
                </a:moveTo>
                <a:lnTo>
                  <a:pt x="3483" y="0"/>
                </a:lnTo>
                <a:lnTo>
                  <a:pt x="3483" y="1484"/>
                </a:lnTo>
                <a:lnTo>
                  <a:pt x="0" y="1484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 txBox="1"/>
          <p:nvPr/>
        </p:nvSpPr>
        <p:spPr>
          <a:xfrm>
            <a:off x="563400" y="2199240"/>
            <a:ext cx="546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 txBox="1"/>
          <p:nvPr/>
        </p:nvSpPr>
        <p:spPr>
          <a:xfrm>
            <a:off x="2564280" y="211716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4470120" y="1917360"/>
            <a:ext cx="1779480" cy="698400"/>
          </a:xfrm>
          <a:custGeom>
            <a:avLst/>
            <a:gdLst/>
            <a:ahLst/>
            <a:rect l="0" t="0" r="r" b="b"/>
            <a:pathLst>
              <a:path w="4943" h="1940">
                <a:moveTo>
                  <a:pt x="0" y="0"/>
                </a:moveTo>
                <a:lnTo>
                  <a:pt x="4943" y="0"/>
                </a:lnTo>
                <a:lnTo>
                  <a:pt x="4943" y="1940"/>
                </a:lnTo>
                <a:lnTo>
                  <a:pt x="0" y="194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4470120" y="1917360"/>
            <a:ext cx="1779480" cy="698400"/>
          </a:xfrm>
          <a:custGeom>
            <a:avLst/>
            <a:gdLst/>
            <a:ahLst/>
            <a:rect l="0" t="0" r="r" b="b"/>
            <a:pathLst>
              <a:path w="4943" h="1940">
                <a:moveTo>
                  <a:pt x="0" y="0"/>
                </a:moveTo>
                <a:lnTo>
                  <a:pt x="4943" y="0"/>
                </a:lnTo>
                <a:lnTo>
                  <a:pt x="4943" y="1940"/>
                </a:lnTo>
                <a:lnTo>
                  <a:pt x="0" y="1940"/>
                </a:lnTo>
                <a:lnTo>
                  <a:pt x="0" y="0"/>
                </a:lnTo>
                <a:close/>
              </a:path>
            </a:pathLst>
          </a:custGeom>
          <a:noFill/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 txBox="1"/>
          <p:nvPr/>
        </p:nvSpPr>
        <p:spPr>
          <a:xfrm>
            <a:off x="2619000" y="2281320"/>
            <a:ext cx="739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5052960" y="203508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 txBox="1"/>
          <p:nvPr/>
        </p:nvSpPr>
        <p:spPr>
          <a:xfrm>
            <a:off x="4828320" y="2199240"/>
            <a:ext cx="10735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7811280" y="1911960"/>
            <a:ext cx="1011240" cy="709560"/>
          </a:xfrm>
          <a:custGeom>
            <a:avLst/>
            <a:gdLst/>
            <a:ahLst/>
            <a:rect l="0" t="0" r="r" b="b"/>
            <a:pathLst>
              <a:path w="2809" h="1971">
                <a:moveTo>
                  <a:pt x="0" y="257"/>
                </a:moveTo>
                <a:cubicBezTo>
                  <a:pt x="0" y="266"/>
                  <a:pt x="3" y="274"/>
                  <a:pt x="7" y="283"/>
                </a:cubicBezTo>
                <a:cubicBezTo>
                  <a:pt x="12" y="291"/>
                  <a:pt x="18" y="299"/>
                  <a:pt x="27" y="308"/>
                </a:cubicBezTo>
                <a:cubicBezTo>
                  <a:pt x="36" y="316"/>
                  <a:pt x="47" y="324"/>
                  <a:pt x="61" y="332"/>
                </a:cubicBezTo>
                <a:cubicBezTo>
                  <a:pt x="74" y="340"/>
                  <a:pt x="90" y="348"/>
                  <a:pt x="107" y="356"/>
                </a:cubicBezTo>
                <a:cubicBezTo>
                  <a:pt x="125" y="364"/>
                  <a:pt x="144" y="371"/>
                  <a:pt x="166" y="379"/>
                </a:cubicBezTo>
                <a:cubicBezTo>
                  <a:pt x="188" y="386"/>
                  <a:pt x="211" y="393"/>
                  <a:pt x="237" y="400"/>
                </a:cubicBezTo>
                <a:cubicBezTo>
                  <a:pt x="263" y="407"/>
                  <a:pt x="290" y="414"/>
                  <a:pt x="319" y="421"/>
                </a:cubicBezTo>
                <a:cubicBezTo>
                  <a:pt x="348" y="427"/>
                  <a:pt x="379" y="433"/>
                  <a:pt x="412" y="439"/>
                </a:cubicBezTo>
                <a:cubicBezTo>
                  <a:pt x="444" y="445"/>
                  <a:pt x="478" y="451"/>
                  <a:pt x="514" y="456"/>
                </a:cubicBezTo>
                <a:cubicBezTo>
                  <a:pt x="549" y="462"/>
                  <a:pt x="586" y="467"/>
                  <a:pt x="624" y="471"/>
                </a:cubicBezTo>
                <a:cubicBezTo>
                  <a:pt x="663" y="476"/>
                  <a:pt x="702" y="480"/>
                  <a:pt x="742" y="484"/>
                </a:cubicBezTo>
                <a:cubicBezTo>
                  <a:pt x="783" y="488"/>
                  <a:pt x="825" y="492"/>
                  <a:pt x="867" y="495"/>
                </a:cubicBezTo>
                <a:cubicBezTo>
                  <a:pt x="909" y="498"/>
                  <a:pt x="953" y="501"/>
                  <a:pt x="997" y="504"/>
                </a:cubicBezTo>
                <a:cubicBezTo>
                  <a:pt x="1041" y="506"/>
                  <a:pt x="1085" y="508"/>
                  <a:pt x="1130" y="510"/>
                </a:cubicBezTo>
                <a:cubicBezTo>
                  <a:pt x="1175" y="511"/>
                  <a:pt x="1221" y="513"/>
                  <a:pt x="1267" y="513"/>
                </a:cubicBezTo>
                <a:cubicBezTo>
                  <a:pt x="1312" y="514"/>
                  <a:pt x="1358" y="515"/>
                  <a:pt x="1404" y="515"/>
                </a:cubicBezTo>
                <a:cubicBezTo>
                  <a:pt x="1450" y="515"/>
                  <a:pt x="1496" y="514"/>
                  <a:pt x="1542" y="513"/>
                </a:cubicBezTo>
                <a:cubicBezTo>
                  <a:pt x="1588" y="513"/>
                  <a:pt x="1633" y="511"/>
                  <a:pt x="1678" y="510"/>
                </a:cubicBezTo>
                <a:cubicBezTo>
                  <a:pt x="1723" y="508"/>
                  <a:pt x="1768" y="506"/>
                  <a:pt x="1812" y="504"/>
                </a:cubicBezTo>
                <a:cubicBezTo>
                  <a:pt x="1856" y="501"/>
                  <a:pt x="1899" y="498"/>
                  <a:pt x="1942" y="495"/>
                </a:cubicBezTo>
                <a:cubicBezTo>
                  <a:pt x="1984" y="492"/>
                  <a:pt x="2025" y="488"/>
                  <a:pt x="2066" y="484"/>
                </a:cubicBezTo>
                <a:cubicBezTo>
                  <a:pt x="2107" y="480"/>
                  <a:pt x="2146" y="476"/>
                  <a:pt x="2185" y="471"/>
                </a:cubicBezTo>
                <a:cubicBezTo>
                  <a:pt x="2223" y="467"/>
                  <a:pt x="2260" y="462"/>
                  <a:pt x="2296" y="456"/>
                </a:cubicBezTo>
                <a:cubicBezTo>
                  <a:pt x="2331" y="451"/>
                  <a:pt x="2365" y="445"/>
                  <a:pt x="2398" y="439"/>
                </a:cubicBezTo>
                <a:cubicBezTo>
                  <a:pt x="2430" y="433"/>
                  <a:pt x="2461" y="427"/>
                  <a:pt x="2490" y="421"/>
                </a:cubicBezTo>
                <a:cubicBezTo>
                  <a:pt x="2520" y="414"/>
                  <a:pt x="2547" y="407"/>
                  <a:pt x="2573" y="400"/>
                </a:cubicBezTo>
                <a:cubicBezTo>
                  <a:pt x="2598" y="393"/>
                  <a:pt x="2622" y="386"/>
                  <a:pt x="2643" y="379"/>
                </a:cubicBezTo>
                <a:cubicBezTo>
                  <a:pt x="2665" y="371"/>
                  <a:pt x="2685" y="364"/>
                  <a:pt x="2702" y="356"/>
                </a:cubicBezTo>
                <a:cubicBezTo>
                  <a:pt x="2720" y="348"/>
                  <a:pt x="2735" y="340"/>
                  <a:pt x="2749" y="332"/>
                </a:cubicBezTo>
                <a:cubicBezTo>
                  <a:pt x="2762" y="324"/>
                  <a:pt x="2773" y="316"/>
                  <a:pt x="2782" y="308"/>
                </a:cubicBezTo>
                <a:cubicBezTo>
                  <a:pt x="2791" y="299"/>
                  <a:pt x="2798" y="291"/>
                  <a:pt x="2802" y="283"/>
                </a:cubicBezTo>
                <a:cubicBezTo>
                  <a:pt x="2807" y="274"/>
                  <a:pt x="2809" y="266"/>
                  <a:pt x="2809" y="257"/>
                </a:cubicBezTo>
                <a:cubicBezTo>
                  <a:pt x="2809" y="249"/>
                  <a:pt x="2807" y="240"/>
                  <a:pt x="2802" y="232"/>
                </a:cubicBezTo>
                <a:cubicBezTo>
                  <a:pt x="2798" y="224"/>
                  <a:pt x="2791" y="215"/>
                  <a:pt x="2782" y="207"/>
                </a:cubicBezTo>
                <a:cubicBezTo>
                  <a:pt x="2773" y="199"/>
                  <a:pt x="2762" y="191"/>
                  <a:pt x="2749" y="183"/>
                </a:cubicBezTo>
                <a:cubicBezTo>
                  <a:pt x="2735" y="175"/>
                  <a:pt x="2720" y="167"/>
                  <a:pt x="2702" y="159"/>
                </a:cubicBezTo>
                <a:cubicBezTo>
                  <a:pt x="2685" y="151"/>
                  <a:pt x="2665" y="143"/>
                  <a:pt x="2643" y="136"/>
                </a:cubicBezTo>
                <a:cubicBezTo>
                  <a:pt x="2622" y="129"/>
                  <a:pt x="2598" y="121"/>
                  <a:pt x="2573" y="114"/>
                </a:cubicBezTo>
                <a:cubicBezTo>
                  <a:pt x="2547" y="107"/>
                  <a:pt x="2520" y="101"/>
                  <a:pt x="2490" y="94"/>
                </a:cubicBezTo>
                <a:cubicBezTo>
                  <a:pt x="2461" y="88"/>
                  <a:pt x="2430" y="81"/>
                  <a:pt x="2398" y="75"/>
                </a:cubicBezTo>
                <a:cubicBezTo>
                  <a:pt x="2365" y="69"/>
                  <a:pt x="2331" y="64"/>
                  <a:pt x="2296" y="58"/>
                </a:cubicBezTo>
                <a:cubicBezTo>
                  <a:pt x="2260" y="53"/>
                  <a:pt x="2223" y="48"/>
                  <a:pt x="2185" y="43"/>
                </a:cubicBezTo>
                <a:cubicBezTo>
                  <a:pt x="2146" y="39"/>
                  <a:pt x="2107" y="34"/>
                  <a:pt x="2066" y="30"/>
                </a:cubicBezTo>
                <a:cubicBezTo>
                  <a:pt x="2025" y="26"/>
                  <a:pt x="1984" y="23"/>
                  <a:pt x="1942" y="20"/>
                </a:cubicBezTo>
                <a:cubicBezTo>
                  <a:pt x="1899" y="16"/>
                  <a:pt x="1856" y="13"/>
                  <a:pt x="1812" y="11"/>
                </a:cubicBezTo>
                <a:cubicBezTo>
                  <a:pt x="1768" y="9"/>
                  <a:pt x="1723" y="7"/>
                  <a:pt x="1678" y="5"/>
                </a:cubicBezTo>
                <a:cubicBezTo>
                  <a:pt x="1633" y="3"/>
                  <a:pt x="1588" y="2"/>
                  <a:pt x="1542" y="1"/>
                </a:cubicBezTo>
                <a:cubicBezTo>
                  <a:pt x="1496" y="0"/>
                  <a:pt x="1450" y="0"/>
                  <a:pt x="1404" y="0"/>
                </a:cubicBezTo>
                <a:cubicBezTo>
                  <a:pt x="1358" y="0"/>
                  <a:pt x="1312" y="0"/>
                  <a:pt x="1267" y="1"/>
                </a:cubicBezTo>
                <a:cubicBezTo>
                  <a:pt x="1221" y="2"/>
                  <a:pt x="1175" y="3"/>
                  <a:pt x="1130" y="5"/>
                </a:cubicBezTo>
                <a:cubicBezTo>
                  <a:pt x="1085" y="7"/>
                  <a:pt x="1041" y="9"/>
                  <a:pt x="997" y="11"/>
                </a:cubicBezTo>
                <a:cubicBezTo>
                  <a:pt x="953" y="13"/>
                  <a:pt x="909" y="16"/>
                  <a:pt x="867" y="20"/>
                </a:cubicBezTo>
                <a:cubicBezTo>
                  <a:pt x="825" y="23"/>
                  <a:pt x="783" y="26"/>
                  <a:pt x="742" y="30"/>
                </a:cubicBezTo>
                <a:cubicBezTo>
                  <a:pt x="702" y="34"/>
                  <a:pt x="663" y="39"/>
                  <a:pt x="624" y="43"/>
                </a:cubicBezTo>
                <a:cubicBezTo>
                  <a:pt x="586" y="48"/>
                  <a:pt x="549" y="53"/>
                  <a:pt x="514" y="58"/>
                </a:cubicBezTo>
                <a:cubicBezTo>
                  <a:pt x="478" y="64"/>
                  <a:pt x="444" y="69"/>
                  <a:pt x="412" y="75"/>
                </a:cubicBezTo>
                <a:cubicBezTo>
                  <a:pt x="379" y="81"/>
                  <a:pt x="348" y="88"/>
                  <a:pt x="319" y="94"/>
                </a:cubicBezTo>
                <a:cubicBezTo>
                  <a:pt x="290" y="101"/>
                  <a:pt x="263" y="107"/>
                  <a:pt x="237" y="114"/>
                </a:cubicBezTo>
                <a:cubicBezTo>
                  <a:pt x="211" y="121"/>
                  <a:pt x="188" y="129"/>
                  <a:pt x="166" y="136"/>
                </a:cubicBezTo>
                <a:cubicBezTo>
                  <a:pt x="144" y="143"/>
                  <a:pt x="125" y="151"/>
                  <a:pt x="107" y="159"/>
                </a:cubicBezTo>
                <a:cubicBezTo>
                  <a:pt x="90" y="167"/>
                  <a:pt x="74" y="175"/>
                  <a:pt x="61" y="183"/>
                </a:cubicBezTo>
                <a:cubicBezTo>
                  <a:pt x="47" y="191"/>
                  <a:pt x="36" y="199"/>
                  <a:pt x="27" y="207"/>
                </a:cubicBezTo>
                <a:cubicBezTo>
                  <a:pt x="18" y="215"/>
                  <a:pt x="12" y="224"/>
                  <a:pt x="7" y="232"/>
                </a:cubicBezTo>
                <a:cubicBezTo>
                  <a:pt x="3" y="240"/>
                  <a:pt x="0" y="249"/>
                  <a:pt x="0" y="257"/>
                </a:cubicBezTo>
                <a:lnTo>
                  <a:pt x="0" y="1713"/>
                </a:lnTo>
                <a:cubicBezTo>
                  <a:pt x="0" y="1722"/>
                  <a:pt x="3" y="1730"/>
                  <a:pt x="7" y="1738"/>
                </a:cubicBezTo>
                <a:cubicBezTo>
                  <a:pt x="12" y="1747"/>
                  <a:pt x="18" y="1755"/>
                  <a:pt x="27" y="1763"/>
                </a:cubicBezTo>
                <a:cubicBezTo>
                  <a:pt x="36" y="1772"/>
                  <a:pt x="47" y="1780"/>
                  <a:pt x="61" y="1788"/>
                </a:cubicBezTo>
                <a:cubicBezTo>
                  <a:pt x="74" y="1796"/>
                  <a:pt x="90" y="1804"/>
                  <a:pt x="107" y="1812"/>
                </a:cubicBezTo>
                <a:cubicBezTo>
                  <a:pt x="125" y="1819"/>
                  <a:pt x="144" y="1827"/>
                  <a:pt x="166" y="1835"/>
                </a:cubicBezTo>
                <a:cubicBezTo>
                  <a:pt x="188" y="1842"/>
                  <a:pt x="211" y="1849"/>
                  <a:pt x="237" y="1856"/>
                </a:cubicBezTo>
                <a:cubicBezTo>
                  <a:pt x="263" y="1863"/>
                  <a:pt x="290" y="1870"/>
                  <a:pt x="319" y="1876"/>
                </a:cubicBezTo>
                <a:cubicBezTo>
                  <a:pt x="348" y="1883"/>
                  <a:pt x="379" y="1889"/>
                  <a:pt x="412" y="1895"/>
                </a:cubicBezTo>
                <a:cubicBezTo>
                  <a:pt x="444" y="1901"/>
                  <a:pt x="478" y="1907"/>
                  <a:pt x="514" y="1912"/>
                </a:cubicBezTo>
                <a:cubicBezTo>
                  <a:pt x="549" y="1918"/>
                  <a:pt x="586" y="1923"/>
                  <a:pt x="624" y="1927"/>
                </a:cubicBezTo>
                <a:cubicBezTo>
                  <a:pt x="663" y="1932"/>
                  <a:pt x="702" y="1936"/>
                  <a:pt x="742" y="1940"/>
                </a:cubicBezTo>
                <a:cubicBezTo>
                  <a:pt x="783" y="1944"/>
                  <a:pt x="825" y="1948"/>
                  <a:pt x="867" y="1951"/>
                </a:cubicBezTo>
                <a:cubicBezTo>
                  <a:pt x="909" y="1954"/>
                  <a:pt x="953" y="1957"/>
                  <a:pt x="997" y="1959"/>
                </a:cubicBezTo>
                <a:cubicBezTo>
                  <a:pt x="1041" y="1962"/>
                  <a:pt x="1085" y="1964"/>
                  <a:pt x="1130" y="1966"/>
                </a:cubicBezTo>
                <a:cubicBezTo>
                  <a:pt x="1175" y="1967"/>
                  <a:pt x="1221" y="1969"/>
                  <a:pt x="1267" y="1969"/>
                </a:cubicBezTo>
                <a:cubicBezTo>
                  <a:pt x="1312" y="1970"/>
                  <a:pt x="1358" y="1971"/>
                  <a:pt x="1404" y="1971"/>
                </a:cubicBezTo>
                <a:cubicBezTo>
                  <a:pt x="1450" y="1971"/>
                  <a:pt x="1496" y="1970"/>
                  <a:pt x="1542" y="1969"/>
                </a:cubicBezTo>
                <a:cubicBezTo>
                  <a:pt x="1588" y="1969"/>
                  <a:pt x="1633" y="1967"/>
                  <a:pt x="1678" y="1966"/>
                </a:cubicBezTo>
                <a:cubicBezTo>
                  <a:pt x="1723" y="1964"/>
                  <a:pt x="1768" y="1962"/>
                  <a:pt x="1812" y="1959"/>
                </a:cubicBezTo>
                <a:cubicBezTo>
                  <a:pt x="1856" y="1957"/>
                  <a:pt x="1899" y="1954"/>
                  <a:pt x="1942" y="1951"/>
                </a:cubicBezTo>
                <a:cubicBezTo>
                  <a:pt x="1984" y="1948"/>
                  <a:pt x="2025" y="1944"/>
                  <a:pt x="2066" y="1940"/>
                </a:cubicBezTo>
                <a:cubicBezTo>
                  <a:pt x="2107" y="1936"/>
                  <a:pt x="2146" y="1932"/>
                  <a:pt x="2185" y="1927"/>
                </a:cubicBezTo>
                <a:cubicBezTo>
                  <a:pt x="2223" y="1923"/>
                  <a:pt x="2260" y="1918"/>
                  <a:pt x="2296" y="1912"/>
                </a:cubicBezTo>
                <a:cubicBezTo>
                  <a:pt x="2331" y="1907"/>
                  <a:pt x="2365" y="1901"/>
                  <a:pt x="2398" y="1895"/>
                </a:cubicBezTo>
                <a:cubicBezTo>
                  <a:pt x="2430" y="1889"/>
                  <a:pt x="2461" y="1883"/>
                  <a:pt x="2490" y="1876"/>
                </a:cubicBezTo>
                <a:cubicBezTo>
                  <a:pt x="2520" y="1870"/>
                  <a:pt x="2547" y="1863"/>
                  <a:pt x="2573" y="1856"/>
                </a:cubicBezTo>
                <a:cubicBezTo>
                  <a:pt x="2598" y="1849"/>
                  <a:pt x="2622" y="1842"/>
                  <a:pt x="2643" y="1835"/>
                </a:cubicBezTo>
                <a:cubicBezTo>
                  <a:pt x="2665" y="1827"/>
                  <a:pt x="2685" y="1819"/>
                  <a:pt x="2702" y="1812"/>
                </a:cubicBezTo>
                <a:cubicBezTo>
                  <a:pt x="2720" y="1804"/>
                  <a:pt x="2735" y="1796"/>
                  <a:pt x="2749" y="1788"/>
                </a:cubicBezTo>
                <a:cubicBezTo>
                  <a:pt x="2762" y="1780"/>
                  <a:pt x="2773" y="1772"/>
                  <a:pt x="2782" y="1763"/>
                </a:cubicBezTo>
                <a:cubicBezTo>
                  <a:pt x="2791" y="1755"/>
                  <a:pt x="2798" y="1747"/>
                  <a:pt x="2802" y="1738"/>
                </a:cubicBezTo>
                <a:cubicBezTo>
                  <a:pt x="2807" y="1730"/>
                  <a:pt x="2809" y="1722"/>
                  <a:pt x="2809" y="1713"/>
                </a:cubicBezTo>
                <a:lnTo>
                  <a:pt x="2809" y="257"/>
                </a:lnTo>
                <a:lnTo>
                  <a:pt x="0" y="25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7811280" y="1911960"/>
            <a:ext cx="1011240" cy="709560"/>
          </a:xfrm>
          <a:custGeom>
            <a:avLst/>
            <a:gdLst/>
            <a:ahLst/>
            <a:rect l="0" t="0" r="r" b="b"/>
            <a:pathLst>
              <a:path fill="none" w="2809" h="1971">
                <a:moveTo>
                  <a:pt x="0" y="257"/>
                </a:moveTo>
                <a:cubicBezTo>
                  <a:pt x="0" y="266"/>
                  <a:pt x="3" y="274"/>
                  <a:pt x="7" y="283"/>
                </a:cubicBezTo>
                <a:cubicBezTo>
                  <a:pt x="12" y="291"/>
                  <a:pt x="18" y="299"/>
                  <a:pt x="27" y="308"/>
                </a:cubicBezTo>
                <a:cubicBezTo>
                  <a:pt x="36" y="316"/>
                  <a:pt x="47" y="324"/>
                  <a:pt x="61" y="332"/>
                </a:cubicBezTo>
                <a:cubicBezTo>
                  <a:pt x="74" y="340"/>
                  <a:pt x="90" y="348"/>
                  <a:pt x="107" y="356"/>
                </a:cubicBezTo>
                <a:cubicBezTo>
                  <a:pt x="125" y="364"/>
                  <a:pt x="144" y="371"/>
                  <a:pt x="166" y="379"/>
                </a:cubicBezTo>
                <a:cubicBezTo>
                  <a:pt x="188" y="386"/>
                  <a:pt x="211" y="393"/>
                  <a:pt x="237" y="400"/>
                </a:cubicBezTo>
                <a:cubicBezTo>
                  <a:pt x="263" y="407"/>
                  <a:pt x="290" y="414"/>
                  <a:pt x="319" y="421"/>
                </a:cubicBezTo>
                <a:cubicBezTo>
                  <a:pt x="348" y="427"/>
                  <a:pt x="379" y="433"/>
                  <a:pt x="412" y="439"/>
                </a:cubicBezTo>
                <a:cubicBezTo>
                  <a:pt x="444" y="445"/>
                  <a:pt x="478" y="451"/>
                  <a:pt x="514" y="456"/>
                </a:cubicBezTo>
                <a:cubicBezTo>
                  <a:pt x="549" y="462"/>
                  <a:pt x="586" y="467"/>
                  <a:pt x="624" y="471"/>
                </a:cubicBezTo>
                <a:cubicBezTo>
                  <a:pt x="663" y="476"/>
                  <a:pt x="702" y="480"/>
                  <a:pt x="742" y="484"/>
                </a:cubicBezTo>
                <a:cubicBezTo>
                  <a:pt x="783" y="488"/>
                  <a:pt x="825" y="492"/>
                  <a:pt x="867" y="495"/>
                </a:cubicBezTo>
                <a:cubicBezTo>
                  <a:pt x="909" y="498"/>
                  <a:pt x="953" y="501"/>
                  <a:pt x="997" y="504"/>
                </a:cubicBezTo>
                <a:cubicBezTo>
                  <a:pt x="1041" y="506"/>
                  <a:pt x="1085" y="508"/>
                  <a:pt x="1130" y="510"/>
                </a:cubicBezTo>
                <a:cubicBezTo>
                  <a:pt x="1175" y="511"/>
                  <a:pt x="1221" y="513"/>
                  <a:pt x="1267" y="513"/>
                </a:cubicBezTo>
                <a:cubicBezTo>
                  <a:pt x="1312" y="514"/>
                  <a:pt x="1358" y="515"/>
                  <a:pt x="1404" y="515"/>
                </a:cubicBezTo>
                <a:cubicBezTo>
                  <a:pt x="1450" y="515"/>
                  <a:pt x="1496" y="514"/>
                  <a:pt x="1542" y="513"/>
                </a:cubicBezTo>
                <a:cubicBezTo>
                  <a:pt x="1588" y="513"/>
                  <a:pt x="1633" y="511"/>
                  <a:pt x="1678" y="510"/>
                </a:cubicBezTo>
                <a:cubicBezTo>
                  <a:pt x="1723" y="508"/>
                  <a:pt x="1768" y="506"/>
                  <a:pt x="1812" y="504"/>
                </a:cubicBezTo>
                <a:cubicBezTo>
                  <a:pt x="1856" y="501"/>
                  <a:pt x="1899" y="498"/>
                  <a:pt x="1942" y="495"/>
                </a:cubicBezTo>
                <a:cubicBezTo>
                  <a:pt x="1984" y="492"/>
                  <a:pt x="2025" y="488"/>
                  <a:pt x="2066" y="484"/>
                </a:cubicBezTo>
                <a:cubicBezTo>
                  <a:pt x="2107" y="480"/>
                  <a:pt x="2146" y="476"/>
                  <a:pt x="2185" y="471"/>
                </a:cubicBezTo>
                <a:cubicBezTo>
                  <a:pt x="2223" y="467"/>
                  <a:pt x="2260" y="462"/>
                  <a:pt x="2296" y="456"/>
                </a:cubicBezTo>
                <a:cubicBezTo>
                  <a:pt x="2331" y="451"/>
                  <a:pt x="2365" y="445"/>
                  <a:pt x="2398" y="439"/>
                </a:cubicBezTo>
                <a:cubicBezTo>
                  <a:pt x="2430" y="433"/>
                  <a:pt x="2461" y="427"/>
                  <a:pt x="2490" y="421"/>
                </a:cubicBezTo>
                <a:cubicBezTo>
                  <a:pt x="2520" y="414"/>
                  <a:pt x="2547" y="407"/>
                  <a:pt x="2573" y="400"/>
                </a:cubicBezTo>
                <a:cubicBezTo>
                  <a:pt x="2598" y="393"/>
                  <a:pt x="2622" y="386"/>
                  <a:pt x="2643" y="379"/>
                </a:cubicBezTo>
                <a:cubicBezTo>
                  <a:pt x="2665" y="371"/>
                  <a:pt x="2685" y="364"/>
                  <a:pt x="2702" y="356"/>
                </a:cubicBezTo>
                <a:cubicBezTo>
                  <a:pt x="2720" y="348"/>
                  <a:pt x="2735" y="340"/>
                  <a:pt x="2749" y="332"/>
                </a:cubicBezTo>
                <a:cubicBezTo>
                  <a:pt x="2762" y="324"/>
                  <a:pt x="2773" y="316"/>
                  <a:pt x="2782" y="308"/>
                </a:cubicBezTo>
                <a:cubicBezTo>
                  <a:pt x="2791" y="299"/>
                  <a:pt x="2798" y="291"/>
                  <a:pt x="2802" y="283"/>
                </a:cubicBezTo>
                <a:cubicBezTo>
                  <a:pt x="2807" y="274"/>
                  <a:pt x="2809" y="266"/>
                  <a:pt x="2809" y="257"/>
                </a:cubicBezTo>
                <a:cubicBezTo>
                  <a:pt x="2809" y="249"/>
                  <a:pt x="2807" y="240"/>
                  <a:pt x="2802" y="232"/>
                </a:cubicBezTo>
                <a:cubicBezTo>
                  <a:pt x="2798" y="224"/>
                  <a:pt x="2791" y="215"/>
                  <a:pt x="2782" y="207"/>
                </a:cubicBezTo>
                <a:cubicBezTo>
                  <a:pt x="2773" y="199"/>
                  <a:pt x="2762" y="191"/>
                  <a:pt x="2749" y="183"/>
                </a:cubicBezTo>
                <a:cubicBezTo>
                  <a:pt x="2735" y="175"/>
                  <a:pt x="2720" y="167"/>
                  <a:pt x="2702" y="159"/>
                </a:cubicBezTo>
                <a:cubicBezTo>
                  <a:pt x="2685" y="151"/>
                  <a:pt x="2665" y="143"/>
                  <a:pt x="2643" y="136"/>
                </a:cubicBezTo>
                <a:cubicBezTo>
                  <a:pt x="2622" y="129"/>
                  <a:pt x="2598" y="121"/>
                  <a:pt x="2573" y="114"/>
                </a:cubicBezTo>
                <a:cubicBezTo>
                  <a:pt x="2547" y="107"/>
                  <a:pt x="2520" y="101"/>
                  <a:pt x="2490" y="94"/>
                </a:cubicBezTo>
                <a:cubicBezTo>
                  <a:pt x="2461" y="88"/>
                  <a:pt x="2430" y="81"/>
                  <a:pt x="2398" y="75"/>
                </a:cubicBezTo>
                <a:cubicBezTo>
                  <a:pt x="2365" y="69"/>
                  <a:pt x="2331" y="64"/>
                  <a:pt x="2296" y="58"/>
                </a:cubicBezTo>
                <a:cubicBezTo>
                  <a:pt x="2260" y="53"/>
                  <a:pt x="2223" y="48"/>
                  <a:pt x="2185" y="43"/>
                </a:cubicBezTo>
                <a:cubicBezTo>
                  <a:pt x="2146" y="39"/>
                  <a:pt x="2107" y="34"/>
                  <a:pt x="2066" y="30"/>
                </a:cubicBezTo>
                <a:cubicBezTo>
                  <a:pt x="2025" y="26"/>
                  <a:pt x="1984" y="23"/>
                  <a:pt x="1942" y="20"/>
                </a:cubicBezTo>
                <a:cubicBezTo>
                  <a:pt x="1899" y="16"/>
                  <a:pt x="1856" y="13"/>
                  <a:pt x="1812" y="11"/>
                </a:cubicBezTo>
                <a:cubicBezTo>
                  <a:pt x="1768" y="9"/>
                  <a:pt x="1723" y="7"/>
                  <a:pt x="1678" y="5"/>
                </a:cubicBezTo>
                <a:cubicBezTo>
                  <a:pt x="1633" y="3"/>
                  <a:pt x="1588" y="2"/>
                  <a:pt x="1542" y="1"/>
                </a:cubicBezTo>
                <a:cubicBezTo>
                  <a:pt x="1496" y="0"/>
                  <a:pt x="1450" y="0"/>
                  <a:pt x="1404" y="0"/>
                </a:cubicBezTo>
                <a:cubicBezTo>
                  <a:pt x="1358" y="0"/>
                  <a:pt x="1312" y="0"/>
                  <a:pt x="1267" y="1"/>
                </a:cubicBezTo>
                <a:cubicBezTo>
                  <a:pt x="1221" y="2"/>
                  <a:pt x="1175" y="3"/>
                  <a:pt x="1130" y="5"/>
                </a:cubicBezTo>
                <a:cubicBezTo>
                  <a:pt x="1085" y="7"/>
                  <a:pt x="1041" y="9"/>
                  <a:pt x="997" y="11"/>
                </a:cubicBezTo>
                <a:cubicBezTo>
                  <a:pt x="953" y="13"/>
                  <a:pt x="909" y="16"/>
                  <a:pt x="867" y="20"/>
                </a:cubicBezTo>
                <a:cubicBezTo>
                  <a:pt x="825" y="23"/>
                  <a:pt x="783" y="26"/>
                  <a:pt x="742" y="30"/>
                </a:cubicBezTo>
                <a:cubicBezTo>
                  <a:pt x="702" y="34"/>
                  <a:pt x="663" y="39"/>
                  <a:pt x="624" y="43"/>
                </a:cubicBezTo>
                <a:cubicBezTo>
                  <a:pt x="586" y="48"/>
                  <a:pt x="549" y="53"/>
                  <a:pt x="514" y="58"/>
                </a:cubicBezTo>
                <a:cubicBezTo>
                  <a:pt x="478" y="64"/>
                  <a:pt x="444" y="69"/>
                  <a:pt x="412" y="75"/>
                </a:cubicBezTo>
                <a:cubicBezTo>
                  <a:pt x="379" y="81"/>
                  <a:pt x="348" y="88"/>
                  <a:pt x="319" y="94"/>
                </a:cubicBezTo>
                <a:cubicBezTo>
                  <a:pt x="290" y="101"/>
                  <a:pt x="263" y="107"/>
                  <a:pt x="237" y="114"/>
                </a:cubicBezTo>
                <a:cubicBezTo>
                  <a:pt x="211" y="121"/>
                  <a:pt x="188" y="129"/>
                  <a:pt x="166" y="136"/>
                </a:cubicBezTo>
                <a:cubicBezTo>
                  <a:pt x="144" y="143"/>
                  <a:pt x="125" y="151"/>
                  <a:pt x="107" y="159"/>
                </a:cubicBezTo>
                <a:cubicBezTo>
                  <a:pt x="90" y="167"/>
                  <a:pt x="74" y="175"/>
                  <a:pt x="61" y="183"/>
                </a:cubicBezTo>
                <a:cubicBezTo>
                  <a:pt x="47" y="191"/>
                  <a:pt x="36" y="199"/>
                  <a:pt x="27" y="207"/>
                </a:cubicBezTo>
                <a:cubicBezTo>
                  <a:pt x="18" y="215"/>
                  <a:pt x="12" y="224"/>
                  <a:pt x="7" y="232"/>
                </a:cubicBezTo>
                <a:cubicBezTo>
                  <a:pt x="3" y="240"/>
                  <a:pt x="0" y="249"/>
                  <a:pt x="0" y="257"/>
                </a:cubicBezTo>
                <a:lnTo>
                  <a:pt x="0" y="1713"/>
                </a:lnTo>
                <a:cubicBezTo>
                  <a:pt x="0" y="1722"/>
                  <a:pt x="3" y="1730"/>
                  <a:pt x="7" y="1738"/>
                </a:cubicBezTo>
                <a:cubicBezTo>
                  <a:pt x="12" y="1747"/>
                  <a:pt x="18" y="1755"/>
                  <a:pt x="27" y="1763"/>
                </a:cubicBezTo>
                <a:cubicBezTo>
                  <a:pt x="36" y="1772"/>
                  <a:pt x="47" y="1780"/>
                  <a:pt x="61" y="1788"/>
                </a:cubicBezTo>
                <a:cubicBezTo>
                  <a:pt x="74" y="1796"/>
                  <a:pt x="90" y="1804"/>
                  <a:pt x="107" y="1812"/>
                </a:cubicBezTo>
                <a:cubicBezTo>
                  <a:pt x="125" y="1819"/>
                  <a:pt x="144" y="1827"/>
                  <a:pt x="166" y="1835"/>
                </a:cubicBezTo>
                <a:cubicBezTo>
                  <a:pt x="188" y="1842"/>
                  <a:pt x="211" y="1849"/>
                  <a:pt x="237" y="1856"/>
                </a:cubicBezTo>
                <a:cubicBezTo>
                  <a:pt x="263" y="1863"/>
                  <a:pt x="290" y="1870"/>
                  <a:pt x="319" y="1876"/>
                </a:cubicBezTo>
                <a:cubicBezTo>
                  <a:pt x="348" y="1883"/>
                  <a:pt x="379" y="1889"/>
                  <a:pt x="412" y="1895"/>
                </a:cubicBezTo>
                <a:cubicBezTo>
                  <a:pt x="444" y="1901"/>
                  <a:pt x="478" y="1907"/>
                  <a:pt x="514" y="1912"/>
                </a:cubicBezTo>
                <a:cubicBezTo>
                  <a:pt x="549" y="1918"/>
                  <a:pt x="586" y="1923"/>
                  <a:pt x="624" y="1927"/>
                </a:cubicBezTo>
                <a:cubicBezTo>
                  <a:pt x="663" y="1932"/>
                  <a:pt x="702" y="1936"/>
                  <a:pt x="742" y="1940"/>
                </a:cubicBezTo>
                <a:cubicBezTo>
                  <a:pt x="783" y="1944"/>
                  <a:pt x="825" y="1948"/>
                  <a:pt x="867" y="1951"/>
                </a:cubicBezTo>
                <a:cubicBezTo>
                  <a:pt x="909" y="1954"/>
                  <a:pt x="953" y="1957"/>
                  <a:pt x="997" y="1959"/>
                </a:cubicBezTo>
                <a:cubicBezTo>
                  <a:pt x="1041" y="1962"/>
                  <a:pt x="1085" y="1964"/>
                  <a:pt x="1130" y="1966"/>
                </a:cubicBezTo>
                <a:cubicBezTo>
                  <a:pt x="1175" y="1967"/>
                  <a:pt x="1221" y="1969"/>
                  <a:pt x="1267" y="1969"/>
                </a:cubicBezTo>
                <a:cubicBezTo>
                  <a:pt x="1312" y="1970"/>
                  <a:pt x="1358" y="1971"/>
                  <a:pt x="1404" y="1971"/>
                </a:cubicBezTo>
                <a:cubicBezTo>
                  <a:pt x="1450" y="1971"/>
                  <a:pt x="1496" y="1970"/>
                  <a:pt x="1542" y="1969"/>
                </a:cubicBezTo>
                <a:cubicBezTo>
                  <a:pt x="1588" y="1969"/>
                  <a:pt x="1633" y="1967"/>
                  <a:pt x="1678" y="1966"/>
                </a:cubicBezTo>
                <a:cubicBezTo>
                  <a:pt x="1723" y="1964"/>
                  <a:pt x="1768" y="1962"/>
                  <a:pt x="1812" y="1959"/>
                </a:cubicBezTo>
                <a:cubicBezTo>
                  <a:pt x="1856" y="1957"/>
                  <a:pt x="1899" y="1954"/>
                  <a:pt x="1942" y="1951"/>
                </a:cubicBezTo>
                <a:cubicBezTo>
                  <a:pt x="1984" y="1948"/>
                  <a:pt x="2025" y="1944"/>
                  <a:pt x="2066" y="1940"/>
                </a:cubicBezTo>
                <a:cubicBezTo>
                  <a:pt x="2107" y="1936"/>
                  <a:pt x="2146" y="1932"/>
                  <a:pt x="2185" y="1927"/>
                </a:cubicBezTo>
                <a:cubicBezTo>
                  <a:pt x="2223" y="1923"/>
                  <a:pt x="2260" y="1918"/>
                  <a:pt x="2296" y="1912"/>
                </a:cubicBezTo>
                <a:cubicBezTo>
                  <a:pt x="2331" y="1907"/>
                  <a:pt x="2365" y="1901"/>
                  <a:pt x="2398" y="1895"/>
                </a:cubicBezTo>
                <a:cubicBezTo>
                  <a:pt x="2430" y="1889"/>
                  <a:pt x="2461" y="1883"/>
                  <a:pt x="2490" y="1876"/>
                </a:cubicBezTo>
                <a:cubicBezTo>
                  <a:pt x="2520" y="1870"/>
                  <a:pt x="2547" y="1863"/>
                  <a:pt x="2573" y="1856"/>
                </a:cubicBezTo>
                <a:cubicBezTo>
                  <a:pt x="2598" y="1849"/>
                  <a:pt x="2622" y="1842"/>
                  <a:pt x="2643" y="1835"/>
                </a:cubicBezTo>
                <a:cubicBezTo>
                  <a:pt x="2665" y="1827"/>
                  <a:pt x="2685" y="1819"/>
                  <a:pt x="2702" y="1812"/>
                </a:cubicBezTo>
                <a:cubicBezTo>
                  <a:pt x="2720" y="1804"/>
                  <a:pt x="2735" y="1796"/>
                  <a:pt x="2749" y="1788"/>
                </a:cubicBezTo>
                <a:cubicBezTo>
                  <a:pt x="2762" y="1780"/>
                  <a:pt x="2773" y="1772"/>
                  <a:pt x="2782" y="1763"/>
                </a:cubicBezTo>
                <a:cubicBezTo>
                  <a:pt x="2791" y="1755"/>
                  <a:pt x="2798" y="1747"/>
                  <a:pt x="2802" y="1738"/>
                </a:cubicBezTo>
                <a:cubicBezTo>
                  <a:pt x="2807" y="1730"/>
                  <a:pt x="2809" y="1722"/>
                  <a:pt x="2809" y="1713"/>
                </a:cubicBezTo>
                <a:lnTo>
                  <a:pt x="2809" y="257"/>
                </a:lnTo>
              </a:path>
            </a:pathLst>
          </a:custGeom>
          <a:ln w="6840">
            <a:solidFill>
              <a:srgbClr val="94a3b0"/>
            </a:solidFill>
            <a:miter/>
          </a:ln>
        </p:spPr>
        <p:txBody>
          <a:bodyPr lIns="3240" rIns="3240" tIns="3240" bIns="32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 txBox="1"/>
          <p:nvPr/>
        </p:nvSpPr>
        <p:spPr>
          <a:xfrm>
            <a:off x="5056560" y="2363400"/>
            <a:ext cx="6102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7862760" y="2185560"/>
            <a:ext cx="913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8063280" y="2349720"/>
            <a:ext cx="509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457200" y="3003480"/>
            <a:ext cx="895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Drie blokken en een kringloop. De gebruiker geeft invoer of stelt een vraag aan de gebruikersschil, die stuurt een verzoek naar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/>
          <p:nvPr/>
        </p:nvSpPr>
        <p:spPr>
          <a:xfrm>
            <a:off x="456840" y="367632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9"/>
                </a:moveTo>
                <a:cubicBezTo>
                  <a:pt x="0" y="335"/>
                  <a:pt x="3" y="312"/>
                  <a:pt x="7" y="289"/>
                </a:cubicBezTo>
                <a:cubicBezTo>
                  <a:pt x="12" y="266"/>
                  <a:pt x="19" y="244"/>
                  <a:pt x="28" y="222"/>
                </a:cubicBezTo>
                <a:cubicBezTo>
                  <a:pt x="37" y="200"/>
                  <a:pt x="48" y="180"/>
                  <a:pt x="61" y="160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8"/>
                  <a:pt x="140" y="74"/>
                  <a:pt x="159" y="61"/>
                </a:cubicBezTo>
                <a:cubicBezTo>
                  <a:pt x="179" y="48"/>
                  <a:pt x="199" y="37"/>
                  <a:pt x="221" y="28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8"/>
                </a:cubicBezTo>
                <a:cubicBezTo>
                  <a:pt x="2024" y="37"/>
                  <a:pt x="2045" y="48"/>
                  <a:pt x="2065" y="61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2"/>
                  <a:pt x="2151" y="140"/>
                  <a:pt x="2164" y="160"/>
                </a:cubicBezTo>
                <a:cubicBezTo>
                  <a:pt x="2177" y="180"/>
                  <a:pt x="2188" y="200"/>
                  <a:pt x="2197" y="222"/>
                </a:cubicBezTo>
                <a:cubicBezTo>
                  <a:pt x="2206" y="244"/>
                  <a:pt x="2213" y="266"/>
                  <a:pt x="2217" y="289"/>
                </a:cubicBezTo>
                <a:cubicBezTo>
                  <a:pt x="2222" y="312"/>
                  <a:pt x="2224" y="335"/>
                  <a:pt x="2224" y="359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4"/>
                  <a:pt x="2197" y="495"/>
                </a:cubicBezTo>
                <a:cubicBezTo>
                  <a:pt x="2188" y="517"/>
                  <a:pt x="2177" y="538"/>
                  <a:pt x="2164" y="557"/>
                </a:cubicBezTo>
                <a:cubicBezTo>
                  <a:pt x="2151" y="577"/>
                  <a:pt x="2136" y="595"/>
                  <a:pt x="2119" y="611"/>
                </a:cubicBezTo>
                <a:cubicBezTo>
                  <a:pt x="2103" y="628"/>
                  <a:pt x="2085" y="643"/>
                  <a:pt x="2065" y="656"/>
                </a:cubicBezTo>
                <a:cubicBezTo>
                  <a:pt x="2045" y="669"/>
                  <a:pt x="2024" y="680"/>
                  <a:pt x="2003" y="689"/>
                </a:cubicBezTo>
                <a:cubicBezTo>
                  <a:pt x="1981" y="698"/>
                  <a:pt x="1958" y="704"/>
                  <a:pt x="1935" y="709"/>
                </a:cubicBezTo>
                <a:cubicBezTo>
                  <a:pt x="1912" y="714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4"/>
                  <a:pt x="288" y="709"/>
                </a:cubicBezTo>
                <a:cubicBezTo>
                  <a:pt x="265" y="704"/>
                  <a:pt x="243" y="698"/>
                  <a:pt x="221" y="689"/>
                </a:cubicBezTo>
                <a:cubicBezTo>
                  <a:pt x="199" y="680"/>
                  <a:pt x="179" y="669"/>
                  <a:pt x="159" y="656"/>
                </a:cubicBezTo>
                <a:cubicBezTo>
                  <a:pt x="140" y="643"/>
                  <a:pt x="122" y="628"/>
                  <a:pt x="105" y="611"/>
                </a:cubicBezTo>
                <a:cubicBezTo>
                  <a:pt x="89" y="595"/>
                  <a:pt x="74" y="577"/>
                  <a:pt x="61" y="557"/>
                </a:cubicBezTo>
                <a:cubicBezTo>
                  <a:pt x="48" y="538"/>
                  <a:pt x="37" y="517"/>
                  <a:pt x="28" y="495"/>
                </a:cubicBezTo>
                <a:cubicBezTo>
                  <a:pt x="19" y="474"/>
                  <a:pt x="12" y="451"/>
                  <a:pt x="7" y="428"/>
                </a:cubicBezTo>
                <a:cubicBezTo>
                  <a:pt x="3" y="405"/>
                  <a:pt x="0" y="382"/>
                  <a:pt x="0" y="359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457200" y="3232080"/>
            <a:ext cx="8192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verwerking, die haalt of schrijft in de gegevensopslag en stuurt het antwoord terug. Alles binnen een organisatie.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563760" y="373500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1367280" y="3718080"/>
            <a:ext cx="6653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schooladministratie op een server in de kelder. Een applicatie, een gebruiker, een gebouw.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36" name=""/>
          <p:cNvSpPr/>
          <p:nvPr/>
        </p:nvSpPr>
        <p:spPr>
          <a:xfrm>
            <a:off x="5651640" y="2338200"/>
            <a:ext cx="1235160" cy="279000"/>
          </a:xfrm>
          <a:custGeom>
            <a:avLst/>
            <a:gdLst/>
            <a:ahLst/>
            <a:rect l="0" t="0" r="r" b="b"/>
            <a:pathLst>
              <a:path fill="none" w="3431" h="775">
                <a:moveTo>
                  <a:pt x="0" y="0"/>
                </a:moveTo>
                <a:lnTo>
                  <a:pt x="285" y="0"/>
                </a:lnTo>
                <a:cubicBezTo>
                  <a:pt x="571" y="0"/>
                  <a:pt x="1141" y="0"/>
                  <a:pt x="1713" y="130"/>
                </a:cubicBezTo>
                <a:cubicBezTo>
                  <a:pt x="2285" y="259"/>
                  <a:pt x="2858" y="517"/>
                  <a:pt x="3144" y="646"/>
                </a:cubicBezTo>
                <a:lnTo>
                  <a:pt x="3431" y="775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5630400" y="23148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0" y="66"/>
                </a:moveTo>
                <a:lnTo>
                  <a:pt x="131" y="131"/>
                </a:lnTo>
                <a:lnTo>
                  <a:pt x="131" y="0"/>
                </a:lnTo>
                <a:lnTo>
                  <a:pt x="0" y="6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5625360" y="2311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30" y="75"/>
                </a:moveTo>
                <a:lnTo>
                  <a:pt x="41" y="81"/>
                </a:lnTo>
                <a:lnTo>
                  <a:pt x="36" y="93"/>
                </a:lnTo>
                <a:lnTo>
                  <a:pt x="24" y="87"/>
                </a:lnTo>
                <a:lnTo>
                  <a:pt x="30" y="75"/>
                </a:lnTo>
                <a:moveTo>
                  <a:pt x="41" y="81"/>
                </a:moveTo>
                <a:lnTo>
                  <a:pt x="53" y="87"/>
                </a:lnTo>
                <a:lnTo>
                  <a:pt x="47" y="98"/>
                </a:lnTo>
                <a:lnTo>
                  <a:pt x="36" y="93"/>
                </a:lnTo>
                <a:lnTo>
                  <a:pt x="41" y="81"/>
                </a:lnTo>
                <a:moveTo>
                  <a:pt x="53" y="87"/>
                </a:moveTo>
                <a:lnTo>
                  <a:pt x="65" y="93"/>
                </a:lnTo>
                <a:lnTo>
                  <a:pt x="59" y="104"/>
                </a:lnTo>
                <a:lnTo>
                  <a:pt x="47" y="98"/>
                </a:lnTo>
                <a:lnTo>
                  <a:pt x="53" y="87"/>
                </a:lnTo>
                <a:moveTo>
                  <a:pt x="65" y="93"/>
                </a:moveTo>
                <a:lnTo>
                  <a:pt x="76" y="98"/>
                </a:lnTo>
                <a:lnTo>
                  <a:pt x="71" y="110"/>
                </a:lnTo>
                <a:lnTo>
                  <a:pt x="59" y="104"/>
                </a:lnTo>
                <a:lnTo>
                  <a:pt x="65" y="93"/>
                </a:lnTo>
                <a:moveTo>
                  <a:pt x="76" y="98"/>
                </a:moveTo>
                <a:lnTo>
                  <a:pt x="88" y="104"/>
                </a:lnTo>
                <a:lnTo>
                  <a:pt x="82" y="116"/>
                </a:lnTo>
                <a:lnTo>
                  <a:pt x="71" y="110"/>
                </a:lnTo>
                <a:lnTo>
                  <a:pt x="76" y="98"/>
                </a:lnTo>
                <a:moveTo>
                  <a:pt x="88" y="104"/>
                </a:moveTo>
                <a:lnTo>
                  <a:pt x="100" y="110"/>
                </a:lnTo>
                <a:lnTo>
                  <a:pt x="94" y="122"/>
                </a:lnTo>
                <a:lnTo>
                  <a:pt x="82" y="116"/>
                </a:lnTo>
                <a:lnTo>
                  <a:pt x="88" y="104"/>
                </a:lnTo>
                <a:moveTo>
                  <a:pt x="100" y="110"/>
                </a:moveTo>
                <a:lnTo>
                  <a:pt x="111" y="116"/>
                </a:lnTo>
                <a:lnTo>
                  <a:pt x="105" y="127"/>
                </a:lnTo>
                <a:lnTo>
                  <a:pt x="94" y="122"/>
                </a:lnTo>
                <a:lnTo>
                  <a:pt x="100" y="110"/>
                </a:lnTo>
                <a:moveTo>
                  <a:pt x="111" y="116"/>
                </a:moveTo>
                <a:lnTo>
                  <a:pt x="123" y="122"/>
                </a:lnTo>
                <a:lnTo>
                  <a:pt x="117" y="133"/>
                </a:lnTo>
                <a:lnTo>
                  <a:pt x="105" y="127"/>
                </a:lnTo>
                <a:lnTo>
                  <a:pt x="111" y="116"/>
                </a:lnTo>
                <a:moveTo>
                  <a:pt x="123" y="122"/>
                </a:moveTo>
                <a:lnTo>
                  <a:pt x="135" y="127"/>
                </a:lnTo>
                <a:lnTo>
                  <a:pt x="129" y="139"/>
                </a:lnTo>
                <a:lnTo>
                  <a:pt x="117" y="133"/>
                </a:lnTo>
                <a:lnTo>
                  <a:pt x="123" y="122"/>
                </a:lnTo>
                <a:moveTo>
                  <a:pt x="135" y="127"/>
                </a:moveTo>
                <a:lnTo>
                  <a:pt x="146" y="133"/>
                </a:lnTo>
                <a:lnTo>
                  <a:pt x="140" y="145"/>
                </a:lnTo>
                <a:lnTo>
                  <a:pt x="129" y="139"/>
                </a:lnTo>
                <a:lnTo>
                  <a:pt x="135" y="127"/>
                </a:lnTo>
                <a:moveTo>
                  <a:pt x="146" y="133"/>
                </a:moveTo>
                <a:lnTo>
                  <a:pt x="148" y="134"/>
                </a:lnTo>
                <a:lnTo>
                  <a:pt x="145" y="140"/>
                </a:lnTo>
                <a:lnTo>
                  <a:pt x="139" y="140"/>
                </a:lnTo>
                <a:lnTo>
                  <a:pt x="139" y="129"/>
                </a:lnTo>
                <a:lnTo>
                  <a:pt x="152" y="129"/>
                </a:lnTo>
                <a:lnTo>
                  <a:pt x="152" y="152"/>
                </a:lnTo>
                <a:lnTo>
                  <a:pt x="140" y="145"/>
                </a:lnTo>
                <a:lnTo>
                  <a:pt x="146" y="133"/>
                </a:lnTo>
                <a:moveTo>
                  <a:pt x="139" y="129"/>
                </a:moveTo>
                <a:lnTo>
                  <a:pt x="139" y="116"/>
                </a:lnTo>
                <a:lnTo>
                  <a:pt x="152" y="116"/>
                </a:lnTo>
                <a:lnTo>
                  <a:pt x="152" y="129"/>
                </a:lnTo>
                <a:lnTo>
                  <a:pt x="139" y="129"/>
                </a:lnTo>
                <a:moveTo>
                  <a:pt x="139" y="116"/>
                </a:moveTo>
                <a:lnTo>
                  <a:pt x="139" y="103"/>
                </a:lnTo>
                <a:lnTo>
                  <a:pt x="152" y="103"/>
                </a:lnTo>
                <a:lnTo>
                  <a:pt x="152" y="116"/>
                </a:lnTo>
                <a:lnTo>
                  <a:pt x="139" y="116"/>
                </a:lnTo>
                <a:moveTo>
                  <a:pt x="139" y="103"/>
                </a:moveTo>
                <a:lnTo>
                  <a:pt x="139" y="90"/>
                </a:lnTo>
                <a:lnTo>
                  <a:pt x="152" y="90"/>
                </a:lnTo>
                <a:lnTo>
                  <a:pt x="152" y="103"/>
                </a:lnTo>
                <a:lnTo>
                  <a:pt x="139" y="103"/>
                </a:lnTo>
                <a:moveTo>
                  <a:pt x="139" y="90"/>
                </a:moveTo>
                <a:lnTo>
                  <a:pt x="139" y="77"/>
                </a:lnTo>
                <a:lnTo>
                  <a:pt x="152" y="77"/>
                </a:lnTo>
                <a:lnTo>
                  <a:pt x="152" y="90"/>
                </a:lnTo>
                <a:lnTo>
                  <a:pt x="139" y="90"/>
                </a:lnTo>
                <a:moveTo>
                  <a:pt x="139" y="77"/>
                </a:moveTo>
                <a:lnTo>
                  <a:pt x="139" y="64"/>
                </a:lnTo>
                <a:lnTo>
                  <a:pt x="152" y="64"/>
                </a:lnTo>
                <a:lnTo>
                  <a:pt x="152" y="77"/>
                </a:lnTo>
                <a:lnTo>
                  <a:pt x="139" y="77"/>
                </a:lnTo>
                <a:moveTo>
                  <a:pt x="139" y="64"/>
                </a:moveTo>
                <a:lnTo>
                  <a:pt x="139" y="51"/>
                </a:lnTo>
                <a:lnTo>
                  <a:pt x="152" y="51"/>
                </a:lnTo>
                <a:lnTo>
                  <a:pt x="152" y="64"/>
                </a:lnTo>
                <a:lnTo>
                  <a:pt x="139" y="64"/>
                </a:lnTo>
                <a:moveTo>
                  <a:pt x="139" y="51"/>
                </a:moveTo>
                <a:lnTo>
                  <a:pt x="139" y="38"/>
                </a:lnTo>
                <a:lnTo>
                  <a:pt x="152" y="38"/>
                </a:lnTo>
                <a:lnTo>
                  <a:pt x="152" y="51"/>
                </a:lnTo>
                <a:lnTo>
                  <a:pt x="139" y="51"/>
                </a:lnTo>
                <a:moveTo>
                  <a:pt x="139" y="38"/>
                </a:moveTo>
                <a:lnTo>
                  <a:pt x="139" y="25"/>
                </a:lnTo>
                <a:lnTo>
                  <a:pt x="152" y="25"/>
                </a:lnTo>
                <a:lnTo>
                  <a:pt x="152" y="38"/>
                </a:lnTo>
                <a:lnTo>
                  <a:pt x="139" y="38"/>
                </a:lnTo>
                <a:moveTo>
                  <a:pt x="139" y="25"/>
                </a:moveTo>
                <a:lnTo>
                  <a:pt x="139" y="12"/>
                </a:lnTo>
                <a:lnTo>
                  <a:pt x="152" y="12"/>
                </a:lnTo>
                <a:lnTo>
                  <a:pt x="152" y="25"/>
                </a:lnTo>
                <a:lnTo>
                  <a:pt x="139" y="25"/>
                </a:lnTo>
                <a:moveTo>
                  <a:pt x="139" y="12"/>
                </a:moveTo>
                <a:lnTo>
                  <a:pt x="139" y="10"/>
                </a:lnTo>
                <a:lnTo>
                  <a:pt x="145" y="10"/>
                </a:lnTo>
                <a:lnTo>
                  <a:pt x="148" y="16"/>
                </a:lnTo>
                <a:lnTo>
                  <a:pt x="139" y="21"/>
                </a:lnTo>
                <a:lnTo>
                  <a:pt x="133" y="9"/>
                </a:lnTo>
                <a:lnTo>
                  <a:pt x="152" y="0"/>
                </a:lnTo>
                <a:lnTo>
                  <a:pt x="152" y="12"/>
                </a:lnTo>
                <a:lnTo>
                  <a:pt x="139" y="12"/>
                </a:lnTo>
                <a:moveTo>
                  <a:pt x="139" y="21"/>
                </a:moveTo>
                <a:lnTo>
                  <a:pt x="127" y="26"/>
                </a:lnTo>
                <a:lnTo>
                  <a:pt x="121" y="15"/>
                </a:lnTo>
                <a:lnTo>
                  <a:pt x="133" y="9"/>
                </a:lnTo>
                <a:lnTo>
                  <a:pt x="139" y="21"/>
                </a:lnTo>
                <a:moveTo>
                  <a:pt x="127" y="26"/>
                </a:moveTo>
                <a:lnTo>
                  <a:pt x="115" y="32"/>
                </a:lnTo>
                <a:lnTo>
                  <a:pt x="110" y="21"/>
                </a:lnTo>
                <a:lnTo>
                  <a:pt x="121" y="15"/>
                </a:lnTo>
                <a:lnTo>
                  <a:pt x="127" y="26"/>
                </a:lnTo>
                <a:moveTo>
                  <a:pt x="115" y="32"/>
                </a:moveTo>
                <a:lnTo>
                  <a:pt x="104" y="38"/>
                </a:lnTo>
                <a:lnTo>
                  <a:pt x="98" y="26"/>
                </a:lnTo>
                <a:lnTo>
                  <a:pt x="110" y="21"/>
                </a:lnTo>
                <a:lnTo>
                  <a:pt x="115" y="32"/>
                </a:lnTo>
                <a:moveTo>
                  <a:pt x="104" y="38"/>
                </a:moveTo>
                <a:lnTo>
                  <a:pt x="92" y="44"/>
                </a:lnTo>
                <a:lnTo>
                  <a:pt x="86" y="32"/>
                </a:lnTo>
                <a:lnTo>
                  <a:pt x="98" y="26"/>
                </a:lnTo>
                <a:lnTo>
                  <a:pt x="104" y="38"/>
                </a:lnTo>
                <a:moveTo>
                  <a:pt x="92" y="44"/>
                </a:moveTo>
                <a:lnTo>
                  <a:pt x="81" y="50"/>
                </a:lnTo>
                <a:lnTo>
                  <a:pt x="75" y="38"/>
                </a:lnTo>
                <a:lnTo>
                  <a:pt x="86" y="32"/>
                </a:lnTo>
                <a:lnTo>
                  <a:pt x="92" y="44"/>
                </a:lnTo>
                <a:moveTo>
                  <a:pt x="81" y="50"/>
                </a:moveTo>
                <a:lnTo>
                  <a:pt x="69" y="56"/>
                </a:lnTo>
                <a:lnTo>
                  <a:pt x="63" y="44"/>
                </a:lnTo>
                <a:lnTo>
                  <a:pt x="75" y="38"/>
                </a:lnTo>
                <a:lnTo>
                  <a:pt x="81" y="50"/>
                </a:lnTo>
                <a:moveTo>
                  <a:pt x="69" y="56"/>
                </a:moveTo>
                <a:lnTo>
                  <a:pt x="57" y="61"/>
                </a:lnTo>
                <a:lnTo>
                  <a:pt x="51" y="50"/>
                </a:lnTo>
                <a:lnTo>
                  <a:pt x="63" y="44"/>
                </a:lnTo>
                <a:lnTo>
                  <a:pt x="69" y="56"/>
                </a:lnTo>
                <a:moveTo>
                  <a:pt x="57" y="61"/>
                </a:moveTo>
                <a:lnTo>
                  <a:pt x="46" y="67"/>
                </a:lnTo>
                <a:lnTo>
                  <a:pt x="40" y="56"/>
                </a:lnTo>
                <a:lnTo>
                  <a:pt x="51" y="50"/>
                </a:lnTo>
                <a:lnTo>
                  <a:pt x="57" y="61"/>
                </a:lnTo>
                <a:moveTo>
                  <a:pt x="46" y="67"/>
                </a:moveTo>
                <a:lnTo>
                  <a:pt x="34" y="73"/>
                </a:lnTo>
                <a:lnTo>
                  <a:pt x="28" y="61"/>
                </a:lnTo>
                <a:lnTo>
                  <a:pt x="40" y="56"/>
                </a:lnTo>
                <a:lnTo>
                  <a:pt x="46" y="67"/>
                </a:lnTo>
                <a:moveTo>
                  <a:pt x="34" y="73"/>
                </a:moveTo>
                <a:lnTo>
                  <a:pt x="22" y="79"/>
                </a:lnTo>
                <a:lnTo>
                  <a:pt x="17" y="67"/>
                </a:lnTo>
                <a:lnTo>
                  <a:pt x="28" y="61"/>
                </a:lnTo>
                <a:lnTo>
                  <a:pt x="34" y="73"/>
                </a:lnTo>
                <a:moveTo>
                  <a:pt x="22" y="79"/>
                </a:moveTo>
                <a:lnTo>
                  <a:pt x="18" y="81"/>
                </a:lnTo>
                <a:lnTo>
                  <a:pt x="15" y="75"/>
                </a:lnTo>
                <a:lnTo>
                  <a:pt x="18" y="69"/>
                </a:lnTo>
                <a:lnTo>
                  <a:pt x="30" y="75"/>
                </a:lnTo>
                <a:lnTo>
                  <a:pt x="24" y="87"/>
                </a:lnTo>
                <a:lnTo>
                  <a:pt x="0" y="75"/>
                </a:lnTo>
                <a:lnTo>
                  <a:pt x="17" y="67"/>
                </a:lnTo>
                <a:lnTo>
                  <a:pt x="22" y="7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6855840" y="2585880"/>
            <a:ext cx="52560" cy="43200"/>
          </a:xfrm>
          <a:custGeom>
            <a:avLst/>
            <a:gdLst/>
            <a:ahLst/>
            <a:rect l="0" t="0" r="r" b="b"/>
            <a:pathLst>
              <a:path w="146" h="120">
                <a:moveTo>
                  <a:pt x="54" y="0"/>
                </a:moveTo>
                <a:lnTo>
                  <a:pt x="146" y="114"/>
                </a:lnTo>
                <a:lnTo>
                  <a:pt x="0" y="120"/>
                </a:lnTo>
                <a:lnTo>
                  <a:pt x="54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6851880" y="258156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78" y="18"/>
                </a:moveTo>
                <a:lnTo>
                  <a:pt x="86" y="29"/>
                </a:lnTo>
                <a:lnTo>
                  <a:pt x="76" y="37"/>
                </a:lnTo>
                <a:lnTo>
                  <a:pt x="68" y="27"/>
                </a:lnTo>
                <a:lnTo>
                  <a:pt x="78" y="18"/>
                </a:lnTo>
                <a:moveTo>
                  <a:pt x="86" y="29"/>
                </a:moveTo>
                <a:lnTo>
                  <a:pt x="95" y="39"/>
                </a:lnTo>
                <a:lnTo>
                  <a:pt x="85" y="48"/>
                </a:lnTo>
                <a:lnTo>
                  <a:pt x="76" y="37"/>
                </a:lnTo>
                <a:lnTo>
                  <a:pt x="86" y="29"/>
                </a:lnTo>
                <a:moveTo>
                  <a:pt x="95" y="39"/>
                </a:moveTo>
                <a:lnTo>
                  <a:pt x="103" y="49"/>
                </a:lnTo>
                <a:lnTo>
                  <a:pt x="93" y="58"/>
                </a:lnTo>
                <a:lnTo>
                  <a:pt x="85" y="48"/>
                </a:lnTo>
                <a:lnTo>
                  <a:pt x="95" y="39"/>
                </a:lnTo>
                <a:moveTo>
                  <a:pt x="103" y="49"/>
                </a:moveTo>
                <a:lnTo>
                  <a:pt x="111" y="60"/>
                </a:lnTo>
                <a:lnTo>
                  <a:pt x="101" y="68"/>
                </a:lnTo>
                <a:lnTo>
                  <a:pt x="93" y="58"/>
                </a:lnTo>
                <a:lnTo>
                  <a:pt x="103" y="49"/>
                </a:lnTo>
                <a:moveTo>
                  <a:pt x="111" y="60"/>
                </a:moveTo>
                <a:lnTo>
                  <a:pt x="119" y="70"/>
                </a:lnTo>
                <a:lnTo>
                  <a:pt x="109" y="78"/>
                </a:lnTo>
                <a:lnTo>
                  <a:pt x="101" y="68"/>
                </a:lnTo>
                <a:lnTo>
                  <a:pt x="111" y="60"/>
                </a:lnTo>
                <a:moveTo>
                  <a:pt x="119" y="70"/>
                </a:moveTo>
                <a:lnTo>
                  <a:pt x="127" y="80"/>
                </a:lnTo>
                <a:lnTo>
                  <a:pt x="117" y="88"/>
                </a:lnTo>
                <a:lnTo>
                  <a:pt x="109" y="78"/>
                </a:lnTo>
                <a:lnTo>
                  <a:pt x="119" y="70"/>
                </a:lnTo>
                <a:moveTo>
                  <a:pt x="127" y="80"/>
                </a:moveTo>
                <a:lnTo>
                  <a:pt x="136" y="90"/>
                </a:lnTo>
                <a:lnTo>
                  <a:pt x="126" y="98"/>
                </a:lnTo>
                <a:lnTo>
                  <a:pt x="117" y="88"/>
                </a:lnTo>
                <a:lnTo>
                  <a:pt x="127" y="80"/>
                </a:lnTo>
                <a:moveTo>
                  <a:pt x="136" y="90"/>
                </a:moveTo>
                <a:lnTo>
                  <a:pt x="144" y="100"/>
                </a:lnTo>
                <a:lnTo>
                  <a:pt x="134" y="108"/>
                </a:lnTo>
                <a:lnTo>
                  <a:pt x="126" y="98"/>
                </a:lnTo>
                <a:lnTo>
                  <a:pt x="136" y="90"/>
                </a:lnTo>
                <a:moveTo>
                  <a:pt x="144" y="100"/>
                </a:moveTo>
                <a:lnTo>
                  <a:pt x="152" y="110"/>
                </a:lnTo>
                <a:lnTo>
                  <a:pt x="142" y="118"/>
                </a:lnTo>
                <a:lnTo>
                  <a:pt x="134" y="108"/>
                </a:lnTo>
                <a:lnTo>
                  <a:pt x="144" y="100"/>
                </a:lnTo>
                <a:moveTo>
                  <a:pt x="152" y="110"/>
                </a:moveTo>
                <a:lnTo>
                  <a:pt x="160" y="120"/>
                </a:lnTo>
                <a:lnTo>
                  <a:pt x="150" y="128"/>
                </a:lnTo>
                <a:lnTo>
                  <a:pt x="142" y="118"/>
                </a:lnTo>
                <a:lnTo>
                  <a:pt x="152" y="110"/>
                </a:lnTo>
                <a:moveTo>
                  <a:pt x="160" y="120"/>
                </a:moveTo>
                <a:lnTo>
                  <a:pt x="170" y="132"/>
                </a:lnTo>
                <a:lnTo>
                  <a:pt x="146" y="133"/>
                </a:lnTo>
                <a:lnTo>
                  <a:pt x="146" y="120"/>
                </a:lnTo>
                <a:lnTo>
                  <a:pt x="157" y="119"/>
                </a:lnTo>
                <a:lnTo>
                  <a:pt x="157" y="126"/>
                </a:lnTo>
                <a:lnTo>
                  <a:pt x="152" y="130"/>
                </a:lnTo>
                <a:lnTo>
                  <a:pt x="150" y="128"/>
                </a:lnTo>
                <a:lnTo>
                  <a:pt x="160" y="120"/>
                </a:lnTo>
                <a:moveTo>
                  <a:pt x="146" y="133"/>
                </a:moveTo>
                <a:lnTo>
                  <a:pt x="133" y="133"/>
                </a:lnTo>
                <a:lnTo>
                  <a:pt x="133" y="120"/>
                </a:lnTo>
                <a:lnTo>
                  <a:pt x="146" y="120"/>
                </a:lnTo>
                <a:lnTo>
                  <a:pt x="146" y="133"/>
                </a:lnTo>
                <a:moveTo>
                  <a:pt x="133" y="133"/>
                </a:moveTo>
                <a:lnTo>
                  <a:pt x="120" y="134"/>
                </a:lnTo>
                <a:lnTo>
                  <a:pt x="120" y="121"/>
                </a:lnTo>
                <a:lnTo>
                  <a:pt x="133" y="120"/>
                </a:lnTo>
                <a:lnTo>
                  <a:pt x="133" y="133"/>
                </a:lnTo>
                <a:moveTo>
                  <a:pt x="120" y="134"/>
                </a:moveTo>
                <a:lnTo>
                  <a:pt x="107" y="134"/>
                </a:lnTo>
                <a:lnTo>
                  <a:pt x="107" y="121"/>
                </a:lnTo>
                <a:lnTo>
                  <a:pt x="120" y="121"/>
                </a:lnTo>
                <a:lnTo>
                  <a:pt x="120" y="134"/>
                </a:lnTo>
                <a:moveTo>
                  <a:pt x="107" y="134"/>
                </a:moveTo>
                <a:lnTo>
                  <a:pt x="94" y="135"/>
                </a:lnTo>
                <a:lnTo>
                  <a:pt x="94" y="122"/>
                </a:lnTo>
                <a:lnTo>
                  <a:pt x="107" y="121"/>
                </a:lnTo>
                <a:lnTo>
                  <a:pt x="107" y="134"/>
                </a:lnTo>
                <a:moveTo>
                  <a:pt x="94" y="135"/>
                </a:moveTo>
                <a:lnTo>
                  <a:pt x="81" y="135"/>
                </a:lnTo>
                <a:lnTo>
                  <a:pt x="81" y="122"/>
                </a:lnTo>
                <a:lnTo>
                  <a:pt x="94" y="122"/>
                </a:lnTo>
                <a:lnTo>
                  <a:pt x="94" y="135"/>
                </a:lnTo>
                <a:moveTo>
                  <a:pt x="81" y="135"/>
                </a:moveTo>
                <a:lnTo>
                  <a:pt x="68" y="136"/>
                </a:lnTo>
                <a:lnTo>
                  <a:pt x="68" y="123"/>
                </a:lnTo>
                <a:lnTo>
                  <a:pt x="81" y="122"/>
                </a:lnTo>
                <a:lnTo>
                  <a:pt x="81" y="135"/>
                </a:lnTo>
                <a:moveTo>
                  <a:pt x="68" y="136"/>
                </a:moveTo>
                <a:lnTo>
                  <a:pt x="55" y="137"/>
                </a:lnTo>
                <a:lnTo>
                  <a:pt x="55" y="124"/>
                </a:lnTo>
                <a:lnTo>
                  <a:pt x="68" y="123"/>
                </a:lnTo>
                <a:lnTo>
                  <a:pt x="68" y="136"/>
                </a:lnTo>
                <a:moveTo>
                  <a:pt x="55" y="137"/>
                </a:moveTo>
                <a:lnTo>
                  <a:pt x="42" y="137"/>
                </a:lnTo>
                <a:lnTo>
                  <a:pt x="42" y="124"/>
                </a:lnTo>
                <a:lnTo>
                  <a:pt x="55" y="124"/>
                </a:lnTo>
                <a:lnTo>
                  <a:pt x="55" y="137"/>
                </a:lnTo>
                <a:moveTo>
                  <a:pt x="42" y="137"/>
                </a:moveTo>
                <a:lnTo>
                  <a:pt x="28" y="138"/>
                </a:lnTo>
                <a:lnTo>
                  <a:pt x="28" y="125"/>
                </a:lnTo>
                <a:lnTo>
                  <a:pt x="42" y="124"/>
                </a:lnTo>
                <a:lnTo>
                  <a:pt x="42" y="137"/>
                </a:lnTo>
                <a:moveTo>
                  <a:pt x="28" y="138"/>
                </a:moveTo>
                <a:lnTo>
                  <a:pt x="15" y="138"/>
                </a:lnTo>
                <a:lnTo>
                  <a:pt x="15" y="125"/>
                </a:lnTo>
                <a:lnTo>
                  <a:pt x="28" y="125"/>
                </a:lnTo>
                <a:lnTo>
                  <a:pt x="28" y="138"/>
                </a:lnTo>
                <a:moveTo>
                  <a:pt x="15" y="138"/>
                </a:moveTo>
                <a:lnTo>
                  <a:pt x="0" y="139"/>
                </a:lnTo>
                <a:lnTo>
                  <a:pt x="8" y="122"/>
                </a:lnTo>
                <a:lnTo>
                  <a:pt x="20" y="127"/>
                </a:lnTo>
                <a:lnTo>
                  <a:pt x="16" y="134"/>
                </a:lnTo>
                <a:lnTo>
                  <a:pt x="11" y="132"/>
                </a:lnTo>
                <a:lnTo>
                  <a:pt x="10" y="125"/>
                </a:lnTo>
                <a:lnTo>
                  <a:pt x="15" y="125"/>
                </a:lnTo>
                <a:lnTo>
                  <a:pt x="15" y="138"/>
                </a:lnTo>
                <a:moveTo>
                  <a:pt x="8" y="122"/>
                </a:moveTo>
                <a:lnTo>
                  <a:pt x="13" y="110"/>
                </a:lnTo>
                <a:lnTo>
                  <a:pt x="25" y="115"/>
                </a:lnTo>
                <a:lnTo>
                  <a:pt x="20" y="127"/>
                </a:lnTo>
                <a:lnTo>
                  <a:pt x="8" y="122"/>
                </a:lnTo>
                <a:moveTo>
                  <a:pt x="13" y="110"/>
                </a:moveTo>
                <a:lnTo>
                  <a:pt x="19" y="98"/>
                </a:lnTo>
                <a:lnTo>
                  <a:pt x="31" y="103"/>
                </a:lnTo>
                <a:lnTo>
                  <a:pt x="25" y="115"/>
                </a:lnTo>
                <a:lnTo>
                  <a:pt x="13" y="110"/>
                </a:lnTo>
                <a:moveTo>
                  <a:pt x="19" y="98"/>
                </a:moveTo>
                <a:lnTo>
                  <a:pt x="24" y="86"/>
                </a:lnTo>
                <a:lnTo>
                  <a:pt x="37" y="91"/>
                </a:lnTo>
                <a:lnTo>
                  <a:pt x="31" y="103"/>
                </a:lnTo>
                <a:lnTo>
                  <a:pt x="19" y="98"/>
                </a:lnTo>
                <a:moveTo>
                  <a:pt x="24" y="86"/>
                </a:moveTo>
                <a:lnTo>
                  <a:pt x="29" y="74"/>
                </a:lnTo>
                <a:lnTo>
                  <a:pt x="42" y="79"/>
                </a:lnTo>
                <a:lnTo>
                  <a:pt x="37" y="91"/>
                </a:lnTo>
                <a:lnTo>
                  <a:pt x="24" y="86"/>
                </a:lnTo>
                <a:moveTo>
                  <a:pt x="29" y="74"/>
                </a:moveTo>
                <a:lnTo>
                  <a:pt x="36" y="62"/>
                </a:lnTo>
                <a:lnTo>
                  <a:pt x="48" y="68"/>
                </a:lnTo>
                <a:lnTo>
                  <a:pt x="42" y="79"/>
                </a:lnTo>
                <a:lnTo>
                  <a:pt x="29" y="74"/>
                </a:lnTo>
                <a:moveTo>
                  <a:pt x="36" y="62"/>
                </a:moveTo>
                <a:lnTo>
                  <a:pt x="41" y="50"/>
                </a:lnTo>
                <a:lnTo>
                  <a:pt x="53" y="56"/>
                </a:lnTo>
                <a:lnTo>
                  <a:pt x="48" y="68"/>
                </a:lnTo>
                <a:lnTo>
                  <a:pt x="36" y="62"/>
                </a:lnTo>
                <a:moveTo>
                  <a:pt x="41" y="50"/>
                </a:moveTo>
                <a:lnTo>
                  <a:pt x="46" y="39"/>
                </a:lnTo>
                <a:lnTo>
                  <a:pt x="58" y="44"/>
                </a:lnTo>
                <a:lnTo>
                  <a:pt x="53" y="56"/>
                </a:lnTo>
                <a:lnTo>
                  <a:pt x="41" y="50"/>
                </a:lnTo>
                <a:moveTo>
                  <a:pt x="46" y="39"/>
                </a:moveTo>
                <a:lnTo>
                  <a:pt x="52" y="27"/>
                </a:lnTo>
                <a:lnTo>
                  <a:pt x="64" y="32"/>
                </a:lnTo>
                <a:lnTo>
                  <a:pt x="58" y="44"/>
                </a:lnTo>
                <a:lnTo>
                  <a:pt x="46" y="39"/>
                </a:lnTo>
                <a:moveTo>
                  <a:pt x="52" y="27"/>
                </a:moveTo>
                <a:lnTo>
                  <a:pt x="57" y="14"/>
                </a:lnTo>
                <a:lnTo>
                  <a:pt x="69" y="19"/>
                </a:lnTo>
                <a:lnTo>
                  <a:pt x="64" y="32"/>
                </a:lnTo>
                <a:lnTo>
                  <a:pt x="52" y="27"/>
                </a:lnTo>
                <a:moveTo>
                  <a:pt x="57" y="14"/>
                </a:moveTo>
                <a:lnTo>
                  <a:pt x="63" y="0"/>
                </a:lnTo>
                <a:lnTo>
                  <a:pt x="78" y="18"/>
                </a:lnTo>
                <a:lnTo>
                  <a:pt x="68" y="27"/>
                </a:lnTo>
                <a:lnTo>
                  <a:pt x="60" y="16"/>
                </a:lnTo>
                <a:lnTo>
                  <a:pt x="65" y="12"/>
                </a:lnTo>
                <a:lnTo>
                  <a:pt x="71" y="15"/>
                </a:lnTo>
                <a:lnTo>
                  <a:pt x="69" y="19"/>
                </a:lnTo>
                <a:lnTo>
                  <a:pt x="57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1" name=""/>
          <p:cNvSpPr/>
          <p:nvPr/>
        </p:nvSpPr>
        <p:spPr>
          <a:xfrm>
            <a:off x="2447640" y="3502080"/>
            <a:ext cx="4439160" cy="279360"/>
          </a:xfrm>
          <a:custGeom>
            <a:avLst/>
            <a:gdLst/>
            <a:ahLst/>
            <a:rect l="0" t="0" r="r" b="b"/>
            <a:pathLst>
              <a:path fill="none" w="12331" h="776">
                <a:moveTo>
                  <a:pt x="0" y="0"/>
                </a:moveTo>
                <a:lnTo>
                  <a:pt x="286" y="129"/>
                </a:lnTo>
                <a:cubicBezTo>
                  <a:pt x="572" y="258"/>
                  <a:pt x="1145" y="516"/>
                  <a:pt x="2173" y="645"/>
                </a:cubicBezTo>
                <a:cubicBezTo>
                  <a:pt x="3200" y="776"/>
                  <a:pt x="4683" y="776"/>
                  <a:pt x="6165" y="776"/>
                </a:cubicBezTo>
                <a:cubicBezTo>
                  <a:pt x="7647" y="776"/>
                  <a:pt x="9130" y="776"/>
                  <a:pt x="10157" y="645"/>
                </a:cubicBezTo>
                <a:cubicBezTo>
                  <a:pt x="11185" y="516"/>
                  <a:pt x="11759" y="258"/>
                  <a:pt x="12045" y="129"/>
                </a:cubicBezTo>
                <a:lnTo>
                  <a:pt x="12331" y="0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2" name=""/>
          <p:cNvSpPr/>
          <p:nvPr/>
        </p:nvSpPr>
        <p:spPr>
          <a:xfrm>
            <a:off x="2428200" y="3491280"/>
            <a:ext cx="52920" cy="43200"/>
          </a:xfrm>
          <a:custGeom>
            <a:avLst/>
            <a:gdLst/>
            <a:ahLst/>
            <a:rect l="0" t="0" r="r" b="b"/>
            <a:pathLst>
              <a:path w="147" h="120">
                <a:moveTo>
                  <a:pt x="0" y="6"/>
                </a:moveTo>
                <a:lnTo>
                  <a:pt x="92" y="120"/>
                </a:lnTo>
                <a:lnTo>
                  <a:pt x="147" y="0"/>
                </a:lnTo>
                <a:lnTo>
                  <a:pt x="0" y="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/>
          <p:nvPr/>
        </p:nvSpPr>
        <p:spPr>
          <a:xfrm>
            <a:off x="2423520" y="3489120"/>
            <a:ext cx="61200" cy="49680"/>
          </a:xfrm>
          <a:custGeom>
            <a:avLst/>
            <a:gdLst/>
            <a:ahLst/>
            <a:rect l="0" t="0" r="r" b="b"/>
            <a:pathLst>
              <a:path w="170" h="138">
                <a:moveTo>
                  <a:pt x="27" y="18"/>
                </a:moveTo>
                <a:lnTo>
                  <a:pt x="35" y="28"/>
                </a:lnTo>
                <a:lnTo>
                  <a:pt x="25" y="37"/>
                </a:lnTo>
                <a:lnTo>
                  <a:pt x="16" y="27"/>
                </a:lnTo>
                <a:lnTo>
                  <a:pt x="27" y="18"/>
                </a:lnTo>
                <a:moveTo>
                  <a:pt x="35" y="28"/>
                </a:moveTo>
                <a:lnTo>
                  <a:pt x="43" y="38"/>
                </a:lnTo>
                <a:lnTo>
                  <a:pt x="33" y="47"/>
                </a:lnTo>
                <a:lnTo>
                  <a:pt x="25" y="37"/>
                </a:lnTo>
                <a:lnTo>
                  <a:pt x="35" y="28"/>
                </a:lnTo>
                <a:moveTo>
                  <a:pt x="43" y="38"/>
                </a:moveTo>
                <a:lnTo>
                  <a:pt x="51" y="49"/>
                </a:lnTo>
                <a:lnTo>
                  <a:pt x="41" y="57"/>
                </a:lnTo>
                <a:lnTo>
                  <a:pt x="33" y="47"/>
                </a:lnTo>
                <a:lnTo>
                  <a:pt x="43" y="38"/>
                </a:lnTo>
                <a:moveTo>
                  <a:pt x="51" y="49"/>
                </a:moveTo>
                <a:lnTo>
                  <a:pt x="59" y="59"/>
                </a:lnTo>
                <a:lnTo>
                  <a:pt x="49" y="67"/>
                </a:lnTo>
                <a:lnTo>
                  <a:pt x="41" y="57"/>
                </a:lnTo>
                <a:lnTo>
                  <a:pt x="51" y="49"/>
                </a:lnTo>
                <a:moveTo>
                  <a:pt x="59" y="59"/>
                </a:moveTo>
                <a:lnTo>
                  <a:pt x="68" y="69"/>
                </a:lnTo>
                <a:lnTo>
                  <a:pt x="58" y="77"/>
                </a:lnTo>
                <a:lnTo>
                  <a:pt x="49" y="67"/>
                </a:lnTo>
                <a:lnTo>
                  <a:pt x="59" y="59"/>
                </a:lnTo>
                <a:moveTo>
                  <a:pt x="68" y="69"/>
                </a:moveTo>
                <a:lnTo>
                  <a:pt x="77" y="79"/>
                </a:lnTo>
                <a:lnTo>
                  <a:pt x="66" y="87"/>
                </a:lnTo>
                <a:lnTo>
                  <a:pt x="58" y="77"/>
                </a:lnTo>
                <a:lnTo>
                  <a:pt x="68" y="69"/>
                </a:lnTo>
                <a:moveTo>
                  <a:pt x="77" y="79"/>
                </a:moveTo>
                <a:lnTo>
                  <a:pt x="85" y="89"/>
                </a:lnTo>
                <a:lnTo>
                  <a:pt x="75" y="97"/>
                </a:lnTo>
                <a:lnTo>
                  <a:pt x="66" y="87"/>
                </a:lnTo>
                <a:lnTo>
                  <a:pt x="77" y="79"/>
                </a:lnTo>
                <a:moveTo>
                  <a:pt x="85" y="89"/>
                </a:moveTo>
                <a:lnTo>
                  <a:pt x="93" y="99"/>
                </a:lnTo>
                <a:lnTo>
                  <a:pt x="83" y="108"/>
                </a:lnTo>
                <a:lnTo>
                  <a:pt x="75" y="97"/>
                </a:lnTo>
                <a:lnTo>
                  <a:pt x="85" y="89"/>
                </a:lnTo>
                <a:moveTo>
                  <a:pt x="93" y="99"/>
                </a:moveTo>
                <a:lnTo>
                  <a:pt x="102" y="110"/>
                </a:lnTo>
                <a:lnTo>
                  <a:pt x="91" y="118"/>
                </a:lnTo>
                <a:lnTo>
                  <a:pt x="83" y="108"/>
                </a:lnTo>
                <a:lnTo>
                  <a:pt x="93" y="99"/>
                </a:lnTo>
                <a:moveTo>
                  <a:pt x="102" y="110"/>
                </a:moveTo>
                <a:lnTo>
                  <a:pt x="110" y="120"/>
                </a:lnTo>
                <a:lnTo>
                  <a:pt x="100" y="128"/>
                </a:lnTo>
                <a:lnTo>
                  <a:pt x="91" y="118"/>
                </a:lnTo>
                <a:lnTo>
                  <a:pt x="102" y="110"/>
                </a:lnTo>
                <a:moveTo>
                  <a:pt x="110" y="120"/>
                </a:moveTo>
                <a:lnTo>
                  <a:pt x="111" y="122"/>
                </a:lnTo>
                <a:lnTo>
                  <a:pt x="106" y="126"/>
                </a:lnTo>
                <a:lnTo>
                  <a:pt x="100" y="123"/>
                </a:lnTo>
                <a:lnTo>
                  <a:pt x="105" y="114"/>
                </a:lnTo>
                <a:lnTo>
                  <a:pt x="116" y="119"/>
                </a:lnTo>
                <a:lnTo>
                  <a:pt x="108" y="138"/>
                </a:lnTo>
                <a:lnTo>
                  <a:pt x="100" y="128"/>
                </a:lnTo>
                <a:lnTo>
                  <a:pt x="110" y="120"/>
                </a:lnTo>
                <a:moveTo>
                  <a:pt x="105" y="114"/>
                </a:moveTo>
                <a:lnTo>
                  <a:pt x="110" y="101"/>
                </a:lnTo>
                <a:lnTo>
                  <a:pt x="122" y="107"/>
                </a:lnTo>
                <a:lnTo>
                  <a:pt x="116" y="119"/>
                </a:lnTo>
                <a:lnTo>
                  <a:pt x="105" y="114"/>
                </a:lnTo>
                <a:moveTo>
                  <a:pt x="110" y="101"/>
                </a:moveTo>
                <a:lnTo>
                  <a:pt x="115" y="89"/>
                </a:lnTo>
                <a:lnTo>
                  <a:pt x="127" y="94"/>
                </a:lnTo>
                <a:lnTo>
                  <a:pt x="122" y="107"/>
                </a:lnTo>
                <a:lnTo>
                  <a:pt x="110" y="101"/>
                </a:lnTo>
                <a:moveTo>
                  <a:pt x="115" y="89"/>
                </a:moveTo>
                <a:lnTo>
                  <a:pt x="121" y="77"/>
                </a:lnTo>
                <a:lnTo>
                  <a:pt x="132" y="82"/>
                </a:lnTo>
                <a:lnTo>
                  <a:pt x="127" y="94"/>
                </a:lnTo>
                <a:lnTo>
                  <a:pt x="115" y="89"/>
                </a:lnTo>
                <a:moveTo>
                  <a:pt x="121" y="77"/>
                </a:moveTo>
                <a:lnTo>
                  <a:pt x="126" y="65"/>
                </a:lnTo>
                <a:lnTo>
                  <a:pt x="138" y="71"/>
                </a:lnTo>
                <a:lnTo>
                  <a:pt x="132" y="82"/>
                </a:lnTo>
                <a:lnTo>
                  <a:pt x="121" y="77"/>
                </a:lnTo>
                <a:moveTo>
                  <a:pt x="126" y="65"/>
                </a:moveTo>
                <a:lnTo>
                  <a:pt x="131" y="53"/>
                </a:lnTo>
                <a:lnTo>
                  <a:pt x="143" y="59"/>
                </a:lnTo>
                <a:lnTo>
                  <a:pt x="138" y="71"/>
                </a:lnTo>
                <a:lnTo>
                  <a:pt x="126" y="65"/>
                </a:lnTo>
                <a:moveTo>
                  <a:pt x="131" y="53"/>
                </a:moveTo>
                <a:lnTo>
                  <a:pt x="137" y="41"/>
                </a:lnTo>
                <a:lnTo>
                  <a:pt x="149" y="47"/>
                </a:lnTo>
                <a:lnTo>
                  <a:pt x="143" y="59"/>
                </a:lnTo>
                <a:lnTo>
                  <a:pt x="131" y="53"/>
                </a:lnTo>
                <a:moveTo>
                  <a:pt x="137" y="41"/>
                </a:moveTo>
                <a:lnTo>
                  <a:pt x="142" y="30"/>
                </a:lnTo>
                <a:lnTo>
                  <a:pt x="154" y="35"/>
                </a:lnTo>
                <a:lnTo>
                  <a:pt x="149" y="47"/>
                </a:lnTo>
                <a:lnTo>
                  <a:pt x="137" y="41"/>
                </a:lnTo>
                <a:moveTo>
                  <a:pt x="142" y="30"/>
                </a:moveTo>
                <a:lnTo>
                  <a:pt x="147" y="18"/>
                </a:lnTo>
                <a:lnTo>
                  <a:pt x="159" y="23"/>
                </a:lnTo>
                <a:lnTo>
                  <a:pt x="154" y="35"/>
                </a:lnTo>
                <a:lnTo>
                  <a:pt x="142" y="30"/>
                </a:lnTo>
                <a:moveTo>
                  <a:pt x="147" y="18"/>
                </a:moveTo>
                <a:lnTo>
                  <a:pt x="153" y="6"/>
                </a:lnTo>
                <a:lnTo>
                  <a:pt x="165" y="11"/>
                </a:lnTo>
                <a:lnTo>
                  <a:pt x="159" y="23"/>
                </a:lnTo>
                <a:lnTo>
                  <a:pt x="147" y="18"/>
                </a:lnTo>
                <a:moveTo>
                  <a:pt x="153" y="6"/>
                </a:moveTo>
                <a:lnTo>
                  <a:pt x="154" y="4"/>
                </a:lnTo>
                <a:lnTo>
                  <a:pt x="160" y="6"/>
                </a:lnTo>
                <a:lnTo>
                  <a:pt x="160" y="13"/>
                </a:lnTo>
                <a:lnTo>
                  <a:pt x="149" y="13"/>
                </a:lnTo>
                <a:lnTo>
                  <a:pt x="149" y="0"/>
                </a:lnTo>
                <a:lnTo>
                  <a:pt x="170" y="0"/>
                </a:lnTo>
                <a:lnTo>
                  <a:pt x="165" y="11"/>
                </a:lnTo>
                <a:lnTo>
                  <a:pt x="153" y="6"/>
                </a:lnTo>
                <a:moveTo>
                  <a:pt x="149" y="13"/>
                </a:moveTo>
                <a:lnTo>
                  <a:pt x="136" y="14"/>
                </a:lnTo>
                <a:lnTo>
                  <a:pt x="136" y="1"/>
                </a:lnTo>
                <a:lnTo>
                  <a:pt x="149" y="0"/>
                </a:lnTo>
                <a:lnTo>
                  <a:pt x="149" y="13"/>
                </a:lnTo>
                <a:moveTo>
                  <a:pt x="136" y="14"/>
                </a:moveTo>
                <a:lnTo>
                  <a:pt x="123" y="14"/>
                </a:lnTo>
                <a:lnTo>
                  <a:pt x="123" y="1"/>
                </a:lnTo>
                <a:lnTo>
                  <a:pt x="136" y="1"/>
                </a:lnTo>
                <a:lnTo>
                  <a:pt x="136" y="14"/>
                </a:lnTo>
                <a:moveTo>
                  <a:pt x="123" y="14"/>
                </a:moveTo>
                <a:lnTo>
                  <a:pt x="110" y="15"/>
                </a:lnTo>
                <a:lnTo>
                  <a:pt x="110" y="2"/>
                </a:lnTo>
                <a:lnTo>
                  <a:pt x="123" y="1"/>
                </a:lnTo>
                <a:lnTo>
                  <a:pt x="123" y="14"/>
                </a:lnTo>
                <a:moveTo>
                  <a:pt x="110" y="15"/>
                </a:moveTo>
                <a:lnTo>
                  <a:pt x="97" y="15"/>
                </a:lnTo>
                <a:lnTo>
                  <a:pt x="97" y="2"/>
                </a:lnTo>
                <a:lnTo>
                  <a:pt x="110" y="2"/>
                </a:lnTo>
                <a:lnTo>
                  <a:pt x="110" y="15"/>
                </a:lnTo>
                <a:moveTo>
                  <a:pt x="97" y="15"/>
                </a:moveTo>
                <a:lnTo>
                  <a:pt x="84" y="16"/>
                </a:lnTo>
                <a:lnTo>
                  <a:pt x="84" y="3"/>
                </a:lnTo>
                <a:lnTo>
                  <a:pt x="97" y="2"/>
                </a:lnTo>
                <a:lnTo>
                  <a:pt x="97" y="15"/>
                </a:lnTo>
                <a:moveTo>
                  <a:pt x="84" y="16"/>
                </a:moveTo>
                <a:lnTo>
                  <a:pt x="70" y="17"/>
                </a:lnTo>
                <a:lnTo>
                  <a:pt x="70" y="4"/>
                </a:lnTo>
                <a:lnTo>
                  <a:pt x="84" y="3"/>
                </a:lnTo>
                <a:lnTo>
                  <a:pt x="84" y="16"/>
                </a:lnTo>
                <a:moveTo>
                  <a:pt x="70" y="17"/>
                </a:moveTo>
                <a:lnTo>
                  <a:pt x="57" y="17"/>
                </a:lnTo>
                <a:lnTo>
                  <a:pt x="57" y="4"/>
                </a:lnTo>
                <a:lnTo>
                  <a:pt x="70" y="4"/>
                </a:lnTo>
                <a:lnTo>
                  <a:pt x="70" y="17"/>
                </a:lnTo>
                <a:moveTo>
                  <a:pt x="57" y="17"/>
                </a:moveTo>
                <a:lnTo>
                  <a:pt x="44" y="18"/>
                </a:lnTo>
                <a:lnTo>
                  <a:pt x="44" y="5"/>
                </a:lnTo>
                <a:lnTo>
                  <a:pt x="57" y="4"/>
                </a:lnTo>
                <a:lnTo>
                  <a:pt x="57" y="17"/>
                </a:lnTo>
                <a:moveTo>
                  <a:pt x="44" y="18"/>
                </a:moveTo>
                <a:lnTo>
                  <a:pt x="31" y="18"/>
                </a:lnTo>
                <a:lnTo>
                  <a:pt x="31" y="5"/>
                </a:lnTo>
                <a:lnTo>
                  <a:pt x="44" y="5"/>
                </a:lnTo>
                <a:lnTo>
                  <a:pt x="44" y="18"/>
                </a:lnTo>
                <a:moveTo>
                  <a:pt x="31" y="18"/>
                </a:moveTo>
                <a:lnTo>
                  <a:pt x="18" y="19"/>
                </a:lnTo>
                <a:lnTo>
                  <a:pt x="18" y="6"/>
                </a:lnTo>
                <a:lnTo>
                  <a:pt x="31" y="5"/>
                </a:lnTo>
                <a:lnTo>
                  <a:pt x="31" y="18"/>
                </a:lnTo>
                <a:moveTo>
                  <a:pt x="18" y="19"/>
                </a:moveTo>
                <a:lnTo>
                  <a:pt x="14" y="19"/>
                </a:lnTo>
                <a:lnTo>
                  <a:pt x="13" y="12"/>
                </a:lnTo>
                <a:lnTo>
                  <a:pt x="18" y="8"/>
                </a:lnTo>
                <a:lnTo>
                  <a:pt x="27" y="18"/>
                </a:lnTo>
                <a:lnTo>
                  <a:pt x="16" y="27"/>
                </a:lnTo>
                <a:lnTo>
                  <a:pt x="0" y="6"/>
                </a:lnTo>
                <a:lnTo>
                  <a:pt x="18" y="6"/>
                </a:lnTo>
                <a:lnTo>
                  <a:pt x="18" y="1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/>
          <p:nvPr/>
        </p:nvSpPr>
        <p:spPr>
          <a:xfrm>
            <a:off x="6855840" y="3490560"/>
            <a:ext cx="52560" cy="42840"/>
          </a:xfrm>
          <a:custGeom>
            <a:avLst/>
            <a:gdLst/>
            <a:ahLst/>
            <a:rect l="0" t="0" r="r" b="b"/>
            <a:pathLst>
              <a:path w="146" h="119">
                <a:moveTo>
                  <a:pt x="0" y="0"/>
                </a:moveTo>
                <a:lnTo>
                  <a:pt x="146" y="6"/>
                </a:lnTo>
                <a:lnTo>
                  <a:pt x="54" y="119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6851880" y="348804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24" y="1"/>
                </a:moveTo>
                <a:lnTo>
                  <a:pt x="38" y="1"/>
                </a:lnTo>
                <a:lnTo>
                  <a:pt x="37" y="14"/>
                </a:lnTo>
                <a:lnTo>
                  <a:pt x="23" y="14"/>
                </a:lnTo>
                <a:lnTo>
                  <a:pt x="24" y="1"/>
                </a:lnTo>
                <a:moveTo>
                  <a:pt x="38" y="1"/>
                </a:moveTo>
                <a:lnTo>
                  <a:pt x="51" y="2"/>
                </a:lnTo>
                <a:lnTo>
                  <a:pt x="50" y="15"/>
                </a:lnTo>
                <a:lnTo>
                  <a:pt x="37" y="14"/>
                </a:lnTo>
                <a:lnTo>
                  <a:pt x="38" y="1"/>
                </a:lnTo>
                <a:moveTo>
                  <a:pt x="51" y="2"/>
                </a:moveTo>
                <a:lnTo>
                  <a:pt x="64" y="2"/>
                </a:lnTo>
                <a:lnTo>
                  <a:pt x="63" y="15"/>
                </a:lnTo>
                <a:lnTo>
                  <a:pt x="50" y="15"/>
                </a:lnTo>
                <a:lnTo>
                  <a:pt x="51" y="2"/>
                </a:lnTo>
                <a:moveTo>
                  <a:pt x="64" y="2"/>
                </a:moveTo>
                <a:lnTo>
                  <a:pt x="77" y="3"/>
                </a:lnTo>
                <a:lnTo>
                  <a:pt x="76" y="16"/>
                </a:lnTo>
                <a:lnTo>
                  <a:pt x="63" y="15"/>
                </a:lnTo>
                <a:lnTo>
                  <a:pt x="64" y="2"/>
                </a:lnTo>
                <a:moveTo>
                  <a:pt x="77" y="3"/>
                </a:moveTo>
                <a:lnTo>
                  <a:pt x="90" y="3"/>
                </a:lnTo>
                <a:lnTo>
                  <a:pt x="89" y="16"/>
                </a:lnTo>
                <a:lnTo>
                  <a:pt x="76" y="16"/>
                </a:lnTo>
                <a:lnTo>
                  <a:pt x="77" y="3"/>
                </a:lnTo>
                <a:moveTo>
                  <a:pt x="90" y="3"/>
                </a:moveTo>
                <a:lnTo>
                  <a:pt x="103" y="4"/>
                </a:lnTo>
                <a:lnTo>
                  <a:pt x="102" y="17"/>
                </a:lnTo>
                <a:lnTo>
                  <a:pt x="89" y="16"/>
                </a:lnTo>
                <a:lnTo>
                  <a:pt x="90" y="3"/>
                </a:lnTo>
                <a:moveTo>
                  <a:pt x="103" y="4"/>
                </a:moveTo>
                <a:lnTo>
                  <a:pt x="116" y="4"/>
                </a:lnTo>
                <a:lnTo>
                  <a:pt x="115" y="17"/>
                </a:lnTo>
                <a:lnTo>
                  <a:pt x="102" y="17"/>
                </a:lnTo>
                <a:lnTo>
                  <a:pt x="103" y="4"/>
                </a:lnTo>
                <a:moveTo>
                  <a:pt x="116" y="4"/>
                </a:moveTo>
                <a:lnTo>
                  <a:pt x="129" y="5"/>
                </a:lnTo>
                <a:lnTo>
                  <a:pt x="128" y="18"/>
                </a:lnTo>
                <a:lnTo>
                  <a:pt x="115" y="17"/>
                </a:lnTo>
                <a:lnTo>
                  <a:pt x="116" y="4"/>
                </a:lnTo>
                <a:moveTo>
                  <a:pt x="129" y="5"/>
                </a:moveTo>
                <a:lnTo>
                  <a:pt x="142" y="6"/>
                </a:lnTo>
                <a:lnTo>
                  <a:pt x="141" y="19"/>
                </a:lnTo>
                <a:lnTo>
                  <a:pt x="128" y="18"/>
                </a:lnTo>
                <a:lnTo>
                  <a:pt x="129" y="5"/>
                </a:lnTo>
                <a:moveTo>
                  <a:pt x="142" y="6"/>
                </a:moveTo>
                <a:lnTo>
                  <a:pt x="155" y="6"/>
                </a:lnTo>
                <a:lnTo>
                  <a:pt x="154" y="19"/>
                </a:lnTo>
                <a:lnTo>
                  <a:pt x="141" y="19"/>
                </a:lnTo>
                <a:lnTo>
                  <a:pt x="142" y="6"/>
                </a:lnTo>
                <a:moveTo>
                  <a:pt x="155" y="6"/>
                </a:moveTo>
                <a:lnTo>
                  <a:pt x="170" y="7"/>
                </a:lnTo>
                <a:lnTo>
                  <a:pt x="155" y="25"/>
                </a:lnTo>
                <a:lnTo>
                  <a:pt x="145" y="17"/>
                </a:lnTo>
                <a:lnTo>
                  <a:pt x="152" y="9"/>
                </a:lnTo>
                <a:lnTo>
                  <a:pt x="157" y="13"/>
                </a:lnTo>
                <a:lnTo>
                  <a:pt x="157" y="19"/>
                </a:lnTo>
                <a:lnTo>
                  <a:pt x="154" y="19"/>
                </a:lnTo>
                <a:lnTo>
                  <a:pt x="155" y="6"/>
                </a:lnTo>
                <a:moveTo>
                  <a:pt x="155" y="25"/>
                </a:moveTo>
                <a:lnTo>
                  <a:pt x="147" y="35"/>
                </a:lnTo>
                <a:lnTo>
                  <a:pt x="137" y="27"/>
                </a:lnTo>
                <a:lnTo>
                  <a:pt x="145" y="17"/>
                </a:lnTo>
                <a:lnTo>
                  <a:pt x="155" y="25"/>
                </a:lnTo>
                <a:moveTo>
                  <a:pt x="147" y="35"/>
                </a:moveTo>
                <a:lnTo>
                  <a:pt x="139" y="45"/>
                </a:lnTo>
                <a:lnTo>
                  <a:pt x="129" y="37"/>
                </a:lnTo>
                <a:lnTo>
                  <a:pt x="137" y="27"/>
                </a:lnTo>
                <a:lnTo>
                  <a:pt x="147" y="35"/>
                </a:lnTo>
                <a:moveTo>
                  <a:pt x="139" y="45"/>
                </a:moveTo>
                <a:lnTo>
                  <a:pt x="130" y="55"/>
                </a:lnTo>
                <a:lnTo>
                  <a:pt x="120" y="47"/>
                </a:lnTo>
                <a:lnTo>
                  <a:pt x="129" y="37"/>
                </a:lnTo>
                <a:lnTo>
                  <a:pt x="139" y="45"/>
                </a:lnTo>
                <a:moveTo>
                  <a:pt x="130" y="55"/>
                </a:moveTo>
                <a:lnTo>
                  <a:pt x="122" y="65"/>
                </a:lnTo>
                <a:lnTo>
                  <a:pt x="112" y="57"/>
                </a:lnTo>
                <a:lnTo>
                  <a:pt x="120" y="47"/>
                </a:lnTo>
                <a:lnTo>
                  <a:pt x="130" y="55"/>
                </a:lnTo>
                <a:moveTo>
                  <a:pt x="122" y="65"/>
                </a:moveTo>
                <a:lnTo>
                  <a:pt x="114" y="75"/>
                </a:lnTo>
                <a:lnTo>
                  <a:pt x="104" y="67"/>
                </a:lnTo>
                <a:lnTo>
                  <a:pt x="112" y="57"/>
                </a:lnTo>
                <a:lnTo>
                  <a:pt x="122" y="65"/>
                </a:lnTo>
                <a:moveTo>
                  <a:pt x="114" y="75"/>
                </a:moveTo>
                <a:lnTo>
                  <a:pt x="106" y="86"/>
                </a:lnTo>
                <a:lnTo>
                  <a:pt x="96" y="77"/>
                </a:lnTo>
                <a:lnTo>
                  <a:pt x="104" y="67"/>
                </a:lnTo>
                <a:lnTo>
                  <a:pt x="114" y="75"/>
                </a:lnTo>
                <a:moveTo>
                  <a:pt x="106" y="86"/>
                </a:moveTo>
                <a:lnTo>
                  <a:pt x="98" y="96"/>
                </a:lnTo>
                <a:lnTo>
                  <a:pt x="87" y="87"/>
                </a:lnTo>
                <a:lnTo>
                  <a:pt x="96" y="77"/>
                </a:lnTo>
                <a:lnTo>
                  <a:pt x="106" y="86"/>
                </a:lnTo>
                <a:moveTo>
                  <a:pt x="98" y="96"/>
                </a:moveTo>
                <a:lnTo>
                  <a:pt x="89" y="106"/>
                </a:lnTo>
                <a:lnTo>
                  <a:pt x="79" y="97"/>
                </a:lnTo>
                <a:lnTo>
                  <a:pt x="87" y="87"/>
                </a:lnTo>
                <a:lnTo>
                  <a:pt x="98" y="96"/>
                </a:lnTo>
                <a:moveTo>
                  <a:pt x="89" y="106"/>
                </a:moveTo>
                <a:lnTo>
                  <a:pt x="81" y="117"/>
                </a:lnTo>
                <a:lnTo>
                  <a:pt x="71" y="109"/>
                </a:lnTo>
                <a:lnTo>
                  <a:pt x="79" y="97"/>
                </a:lnTo>
                <a:lnTo>
                  <a:pt x="89" y="106"/>
                </a:lnTo>
                <a:moveTo>
                  <a:pt x="81" y="117"/>
                </a:moveTo>
                <a:lnTo>
                  <a:pt x="73" y="127"/>
                </a:lnTo>
                <a:lnTo>
                  <a:pt x="63" y="119"/>
                </a:lnTo>
                <a:lnTo>
                  <a:pt x="71" y="109"/>
                </a:lnTo>
                <a:lnTo>
                  <a:pt x="81" y="117"/>
                </a:lnTo>
                <a:moveTo>
                  <a:pt x="73" y="127"/>
                </a:moveTo>
                <a:lnTo>
                  <a:pt x="63" y="139"/>
                </a:lnTo>
                <a:lnTo>
                  <a:pt x="56" y="121"/>
                </a:lnTo>
                <a:lnTo>
                  <a:pt x="67" y="116"/>
                </a:lnTo>
                <a:lnTo>
                  <a:pt x="71" y="124"/>
                </a:lnTo>
                <a:lnTo>
                  <a:pt x="65" y="126"/>
                </a:lnTo>
                <a:lnTo>
                  <a:pt x="60" y="122"/>
                </a:lnTo>
                <a:lnTo>
                  <a:pt x="63" y="119"/>
                </a:lnTo>
                <a:lnTo>
                  <a:pt x="73" y="127"/>
                </a:lnTo>
                <a:moveTo>
                  <a:pt x="56" y="121"/>
                </a:moveTo>
                <a:lnTo>
                  <a:pt x="50" y="110"/>
                </a:lnTo>
                <a:lnTo>
                  <a:pt x="62" y="103"/>
                </a:lnTo>
                <a:lnTo>
                  <a:pt x="67" y="116"/>
                </a:lnTo>
                <a:lnTo>
                  <a:pt x="56" y="121"/>
                </a:lnTo>
                <a:moveTo>
                  <a:pt x="50" y="110"/>
                </a:moveTo>
                <a:lnTo>
                  <a:pt x="45" y="97"/>
                </a:lnTo>
                <a:lnTo>
                  <a:pt x="57" y="91"/>
                </a:lnTo>
                <a:lnTo>
                  <a:pt x="62" y="103"/>
                </a:lnTo>
                <a:lnTo>
                  <a:pt x="50" y="110"/>
                </a:lnTo>
                <a:moveTo>
                  <a:pt x="45" y="97"/>
                </a:moveTo>
                <a:lnTo>
                  <a:pt x="40" y="85"/>
                </a:lnTo>
                <a:lnTo>
                  <a:pt x="51" y="80"/>
                </a:lnTo>
                <a:lnTo>
                  <a:pt x="57" y="91"/>
                </a:lnTo>
                <a:lnTo>
                  <a:pt x="45" y="97"/>
                </a:lnTo>
                <a:moveTo>
                  <a:pt x="40" y="85"/>
                </a:moveTo>
                <a:lnTo>
                  <a:pt x="33" y="73"/>
                </a:lnTo>
                <a:lnTo>
                  <a:pt x="46" y="68"/>
                </a:lnTo>
                <a:lnTo>
                  <a:pt x="51" y="80"/>
                </a:lnTo>
                <a:lnTo>
                  <a:pt x="40" y="85"/>
                </a:lnTo>
                <a:moveTo>
                  <a:pt x="33" y="73"/>
                </a:moveTo>
                <a:lnTo>
                  <a:pt x="28" y="61"/>
                </a:lnTo>
                <a:lnTo>
                  <a:pt x="41" y="56"/>
                </a:lnTo>
                <a:lnTo>
                  <a:pt x="46" y="68"/>
                </a:lnTo>
                <a:lnTo>
                  <a:pt x="33" y="73"/>
                </a:lnTo>
                <a:moveTo>
                  <a:pt x="28" y="61"/>
                </a:moveTo>
                <a:lnTo>
                  <a:pt x="23" y="49"/>
                </a:lnTo>
                <a:lnTo>
                  <a:pt x="34" y="44"/>
                </a:lnTo>
                <a:lnTo>
                  <a:pt x="41" y="56"/>
                </a:lnTo>
                <a:lnTo>
                  <a:pt x="28" y="61"/>
                </a:lnTo>
                <a:moveTo>
                  <a:pt x="23" y="49"/>
                </a:moveTo>
                <a:lnTo>
                  <a:pt x="17" y="37"/>
                </a:lnTo>
                <a:lnTo>
                  <a:pt x="29" y="32"/>
                </a:lnTo>
                <a:lnTo>
                  <a:pt x="34" y="44"/>
                </a:lnTo>
                <a:lnTo>
                  <a:pt x="23" y="49"/>
                </a:lnTo>
                <a:moveTo>
                  <a:pt x="17" y="37"/>
                </a:moveTo>
                <a:lnTo>
                  <a:pt x="12" y="26"/>
                </a:lnTo>
                <a:lnTo>
                  <a:pt x="24" y="20"/>
                </a:lnTo>
                <a:lnTo>
                  <a:pt x="29" y="32"/>
                </a:lnTo>
                <a:lnTo>
                  <a:pt x="17" y="37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24" y="1"/>
                </a:lnTo>
                <a:lnTo>
                  <a:pt x="23" y="14"/>
                </a:lnTo>
                <a:lnTo>
                  <a:pt x="10" y="13"/>
                </a:lnTo>
                <a:lnTo>
                  <a:pt x="11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/>
          <p:nvPr/>
        </p:nvSpPr>
        <p:spPr>
          <a:xfrm>
            <a:off x="2447640" y="2338200"/>
            <a:ext cx="1235160" cy="279000"/>
          </a:xfrm>
          <a:custGeom>
            <a:avLst/>
            <a:gdLst/>
            <a:ahLst/>
            <a:rect l="0" t="0" r="r" b="b"/>
            <a:pathLst>
              <a:path fill="none" w="3431" h="775">
                <a:moveTo>
                  <a:pt x="0" y="775"/>
                </a:moveTo>
                <a:lnTo>
                  <a:pt x="286" y="646"/>
                </a:lnTo>
                <a:cubicBezTo>
                  <a:pt x="572" y="517"/>
                  <a:pt x="1145" y="259"/>
                  <a:pt x="1717" y="130"/>
                </a:cubicBezTo>
                <a:cubicBezTo>
                  <a:pt x="2290" y="0"/>
                  <a:pt x="2861" y="0"/>
                  <a:pt x="3146" y="0"/>
                </a:cubicBezTo>
                <a:lnTo>
                  <a:pt x="3431" y="0"/>
                </a:lnTo>
              </a:path>
            </a:pathLst>
          </a:custGeom>
          <a:ln w="20160">
            <a:solidFill>
              <a:srgbClr val="d4a017"/>
            </a:solidFill>
            <a:miter/>
          </a:ln>
        </p:spPr>
        <p:txBody>
          <a:bodyPr lIns="10080" rIns="10080" tIns="10080" bIns="100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/>
          <p:nvPr/>
        </p:nvSpPr>
        <p:spPr>
          <a:xfrm>
            <a:off x="2428200" y="2585160"/>
            <a:ext cx="52920" cy="42840"/>
          </a:xfrm>
          <a:custGeom>
            <a:avLst/>
            <a:gdLst/>
            <a:ahLst/>
            <a:rect l="0" t="0" r="r" b="b"/>
            <a:pathLst>
              <a:path w="147" h="119">
                <a:moveTo>
                  <a:pt x="0" y="113"/>
                </a:moveTo>
                <a:lnTo>
                  <a:pt x="147" y="119"/>
                </a:lnTo>
                <a:lnTo>
                  <a:pt x="92" y="0"/>
                </a:lnTo>
                <a:lnTo>
                  <a:pt x="0" y="11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/>
          <p:nvPr/>
        </p:nvSpPr>
        <p:spPr>
          <a:xfrm>
            <a:off x="2423520" y="2580480"/>
            <a:ext cx="61200" cy="50040"/>
          </a:xfrm>
          <a:custGeom>
            <a:avLst/>
            <a:gdLst/>
            <a:ahLst/>
            <a:rect l="0" t="0" r="r" b="b"/>
            <a:pathLst>
              <a:path w="170" h="139">
                <a:moveTo>
                  <a:pt x="27" y="120"/>
                </a:moveTo>
                <a:lnTo>
                  <a:pt x="40" y="121"/>
                </a:lnTo>
                <a:lnTo>
                  <a:pt x="39" y="134"/>
                </a:lnTo>
                <a:lnTo>
                  <a:pt x="26" y="133"/>
                </a:lnTo>
                <a:lnTo>
                  <a:pt x="27" y="120"/>
                </a:lnTo>
                <a:moveTo>
                  <a:pt x="40" y="121"/>
                </a:moveTo>
                <a:lnTo>
                  <a:pt x="53" y="121"/>
                </a:lnTo>
                <a:lnTo>
                  <a:pt x="52" y="134"/>
                </a:lnTo>
                <a:lnTo>
                  <a:pt x="39" y="134"/>
                </a:lnTo>
                <a:lnTo>
                  <a:pt x="40" y="121"/>
                </a:lnTo>
                <a:moveTo>
                  <a:pt x="53" y="121"/>
                </a:moveTo>
                <a:lnTo>
                  <a:pt x="66" y="122"/>
                </a:lnTo>
                <a:lnTo>
                  <a:pt x="65" y="135"/>
                </a:lnTo>
                <a:lnTo>
                  <a:pt x="52" y="134"/>
                </a:lnTo>
                <a:lnTo>
                  <a:pt x="53" y="121"/>
                </a:lnTo>
                <a:moveTo>
                  <a:pt x="66" y="122"/>
                </a:moveTo>
                <a:lnTo>
                  <a:pt x="80" y="122"/>
                </a:lnTo>
                <a:lnTo>
                  <a:pt x="79" y="135"/>
                </a:lnTo>
                <a:lnTo>
                  <a:pt x="65" y="135"/>
                </a:lnTo>
                <a:lnTo>
                  <a:pt x="66" y="122"/>
                </a:lnTo>
                <a:moveTo>
                  <a:pt x="80" y="122"/>
                </a:moveTo>
                <a:lnTo>
                  <a:pt x="93" y="123"/>
                </a:lnTo>
                <a:lnTo>
                  <a:pt x="92" y="136"/>
                </a:lnTo>
                <a:lnTo>
                  <a:pt x="79" y="135"/>
                </a:lnTo>
                <a:lnTo>
                  <a:pt x="80" y="122"/>
                </a:lnTo>
                <a:moveTo>
                  <a:pt x="93" y="123"/>
                </a:moveTo>
                <a:lnTo>
                  <a:pt x="106" y="123"/>
                </a:lnTo>
                <a:lnTo>
                  <a:pt x="105" y="136"/>
                </a:lnTo>
                <a:lnTo>
                  <a:pt x="92" y="136"/>
                </a:lnTo>
                <a:lnTo>
                  <a:pt x="93" y="123"/>
                </a:lnTo>
                <a:moveTo>
                  <a:pt x="106" y="123"/>
                </a:moveTo>
                <a:lnTo>
                  <a:pt x="119" y="124"/>
                </a:lnTo>
                <a:lnTo>
                  <a:pt x="118" y="137"/>
                </a:lnTo>
                <a:lnTo>
                  <a:pt x="105" y="136"/>
                </a:lnTo>
                <a:lnTo>
                  <a:pt x="106" y="123"/>
                </a:lnTo>
                <a:moveTo>
                  <a:pt x="119" y="124"/>
                </a:moveTo>
                <a:lnTo>
                  <a:pt x="132" y="124"/>
                </a:lnTo>
                <a:lnTo>
                  <a:pt x="131" y="137"/>
                </a:lnTo>
                <a:lnTo>
                  <a:pt x="118" y="137"/>
                </a:lnTo>
                <a:lnTo>
                  <a:pt x="119" y="124"/>
                </a:lnTo>
                <a:moveTo>
                  <a:pt x="132" y="124"/>
                </a:moveTo>
                <a:lnTo>
                  <a:pt x="145" y="125"/>
                </a:lnTo>
                <a:lnTo>
                  <a:pt x="144" y="138"/>
                </a:lnTo>
                <a:lnTo>
                  <a:pt x="131" y="137"/>
                </a:lnTo>
                <a:lnTo>
                  <a:pt x="132" y="124"/>
                </a:lnTo>
                <a:moveTo>
                  <a:pt x="145" y="125"/>
                </a:moveTo>
                <a:lnTo>
                  <a:pt x="158" y="126"/>
                </a:lnTo>
                <a:lnTo>
                  <a:pt x="157" y="139"/>
                </a:lnTo>
                <a:lnTo>
                  <a:pt x="144" y="138"/>
                </a:lnTo>
                <a:lnTo>
                  <a:pt x="145" y="125"/>
                </a:lnTo>
                <a:moveTo>
                  <a:pt x="158" y="126"/>
                </a:moveTo>
                <a:lnTo>
                  <a:pt x="160" y="126"/>
                </a:lnTo>
                <a:lnTo>
                  <a:pt x="160" y="132"/>
                </a:lnTo>
                <a:lnTo>
                  <a:pt x="154" y="135"/>
                </a:lnTo>
                <a:lnTo>
                  <a:pt x="149" y="125"/>
                </a:lnTo>
                <a:lnTo>
                  <a:pt x="161" y="120"/>
                </a:lnTo>
                <a:lnTo>
                  <a:pt x="170" y="139"/>
                </a:lnTo>
                <a:lnTo>
                  <a:pt x="157" y="139"/>
                </a:lnTo>
                <a:lnTo>
                  <a:pt x="158" y="126"/>
                </a:lnTo>
                <a:moveTo>
                  <a:pt x="149" y="125"/>
                </a:moveTo>
                <a:lnTo>
                  <a:pt x="144" y="113"/>
                </a:lnTo>
                <a:lnTo>
                  <a:pt x="156" y="108"/>
                </a:lnTo>
                <a:lnTo>
                  <a:pt x="161" y="120"/>
                </a:lnTo>
                <a:lnTo>
                  <a:pt x="149" y="125"/>
                </a:lnTo>
                <a:moveTo>
                  <a:pt x="144" y="113"/>
                </a:moveTo>
                <a:lnTo>
                  <a:pt x="139" y="101"/>
                </a:lnTo>
                <a:lnTo>
                  <a:pt x="150" y="96"/>
                </a:lnTo>
                <a:lnTo>
                  <a:pt x="156" y="108"/>
                </a:lnTo>
                <a:lnTo>
                  <a:pt x="144" y="113"/>
                </a:lnTo>
                <a:moveTo>
                  <a:pt x="139" y="101"/>
                </a:moveTo>
                <a:lnTo>
                  <a:pt x="133" y="90"/>
                </a:lnTo>
                <a:lnTo>
                  <a:pt x="145" y="84"/>
                </a:lnTo>
                <a:lnTo>
                  <a:pt x="150" y="96"/>
                </a:lnTo>
                <a:lnTo>
                  <a:pt x="139" y="101"/>
                </a:lnTo>
                <a:moveTo>
                  <a:pt x="133" y="90"/>
                </a:moveTo>
                <a:lnTo>
                  <a:pt x="128" y="78"/>
                </a:lnTo>
                <a:lnTo>
                  <a:pt x="140" y="72"/>
                </a:lnTo>
                <a:lnTo>
                  <a:pt x="145" y="84"/>
                </a:lnTo>
                <a:lnTo>
                  <a:pt x="133" y="90"/>
                </a:lnTo>
                <a:moveTo>
                  <a:pt x="128" y="78"/>
                </a:moveTo>
                <a:lnTo>
                  <a:pt x="123" y="66"/>
                </a:lnTo>
                <a:lnTo>
                  <a:pt x="134" y="60"/>
                </a:lnTo>
                <a:lnTo>
                  <a:pt x="140" y="72"/>
                </a:lnTo>
                <a:lnTo>
                  <a:pt x="128" y="78"/>
                </a:lnTo>
                <a:moveTo>
                  <a:pt x="123" y="66"/>
                </a:moveTo>
                <a:lnTo>
                  <a:pt x="117" y="54"/>
                </a:lnTo>
                <a:lnTo>
                  <a:pt x="129" y="49"/>
                </a:lnTo>
                <a:lnTo>
                  <a:pt x="134" y="60"/>
                </a:lnTo>
                <a:lnTo>
                  <a:pt x="123" y="66"/>
                </a:lnTo>
                <a:moveTo>
                  <a:pt x="117" y="54"/>
                </a:moveTo>
                <a:lnTo>
                  <a:pt x="112" y="42"/>
                </a:lnTo>
                <a:lnTo>
                  <a:pt x="124" y="37"/>
                </a:lnTo>
                <a:lnTo>
                  <a:pt x="129" y="49"/>
                </a:lnTo>
                <a:lnTo>
                  <a:pt x="117" y="54"/>
                </a:lnTo>
                <a:moveTo>
                  <a:pt x="112" y="42"/>
                </a:moveTo>
                <a:lnTo>
                  <a:pt x="107" y="30"/>
                </a:lnTo>
                <a:lnTo>
                  <a:pt x="118" y="24"/>
                </a:lnTo>
                <a:lnTo>
                  <a:pt x="124" y="37"/>
                </a:lnTo>
                <a:lnTo>
                  <a:pt x="112" y="42"/>
                </a:lnTo>
                <a:moveTo>
                  <a:pt x="107" y="30"/>
                </a:moveTo>
                <a:lnTo>
                  <a:pt x="101" y="17"/>
                </a:lnTo>
                <a:lnTo>
                  <a:pt x="113" y="12"/>
                </a:lnTo>
                <a:lnTo>
                  <a:pt x="118" y="24"/>
                </a:lnTo>
                <a:lnTo>
                  <a:pt x="107" y="30"/>
                </a:lnTo>
                <a:moveTo>
                  <a:pt x="101" y="17"/>
                </a:moveTo>
                <a:lnTo>
                  <a:pt x="100" y="15"/>
                </a:lnTo>
                <a:lnTo>
                  <a:pt x="106" y="13"/>
                </a:lnTo>
                <a:lnTo>
                  <a:pt x="111" y="17"/>
                </a:lnTo>
                <a:lnTo>
                  <a:pt x="104" y="26"/>
                </a:lnTo>
                <a:lnTo>
                  <a:pt x="94" y="17"/>
                </a:lnTo>
                <a:lnTo>
                  <a:pt x="108" y="0"/>
                </a:lnTo>
                <a:lnTo>
                  <a:pt x="113" y="12"/>
                </a:lnTo>
                <a:lnTo>
                  <a:pt x="101" y="17"/>
                </a:lnTo>
                <a:moveTo>
                  <a:pt x="104" y="26"/>
                </a:moveTo>
                <a:lnTo>
                  <a:pt x="96" y="36"/>
                </a:lnTo>
                <a:lnTo>
                  <a:pt x="86" y="28"/>
                </a:lnTo>
                <a:lnTo>
                  <a:pt x="94" y="17"/>
                </a:lnTo>
                <a:lnTo>
                  <a:pt x="104" y="26"/>
                </a:lnTo>
                <a:moveTo>
                  <a:pt x="96" y="36"/>
                </a:moveTo>
                <a:lnTo>
                  <a:pt x="88" y="46"/>
                </a:lnTo>
                <a:lnTo>
                  <a:pt x="78" y="38"/>
                </a:lnTo>
                <a:lnTo>
                  <a:pt x="86" y="28"/>
                </a:lnTo>
                <a:lnTo>
                  <a:pt x="96" y="36"/>
                </a:lnTo>
                <a:moveTo>
                  <a:pt x="88" y="46"/>
                </a:moveTo>
                <a:lnTo>
                  <a:pt x="80" y="56"/>
                </a:lnTo>
                <a:lnTo>
                  <a:pt x="69" y="48"/>
                </a:lnTo>
                <a:lnTo>
                  <a:pt x="78" y="38"/>
                </a:lnTo>
                <a:lnTo>
                  <a:pt x="88" y="46"/>
                </a:lnTo>
                <a:moveTo>
                  <a:pt x="80" y="56"/>
                </a:moveTo>
                <a:lnTo>
                  <a:pt x="71" y="66"/>
                </a:lnTo>
                <a:lnTo>
                  <a:pt x="61" y="58"/>
                </a:lnTo>
                <a:lnTo>
                  <a:pt x="69" y="48"/>
                </a:lnTo>
                <a:lnTo>
                  <a:pt x="80" y="56"/>
                </a:lnTo>
                <a:moveTo>
                  <a:pt x="71" y="66"/>
                </a:moveTo>
                <a:lnTo>
                  <a:pt x="62" y="76"/>
                </a:lnTo>
                <a:lnTo>
                  <a:pt x="52" y="68"/>
                </a:lnTo>
                <a:lnTo>
                  <a:pt x="61" y="58"/>
                </a:lnTo>
                <a:lnTo>
                  <a:pt x="71" y="66"/>
                </a:lnTo>
                <a:moveTo>
                  <a:pt x="62" y="76"/>
                </a:moveTo>
                <a:lnTo>
                  <a:pt x="54" y="86"/>
                </a:lnTo>
                <a:lnTo>
                  <a:pt x="44" y="78"/>
                </a:lnTo>
                <a:lnTo>
                  <a:pt x="52" y="68"/>
                </a:lnTo>
                <a:lnTo>
                  <a:pt x="62" y="76"/>
                </a:lnTo>
                <a:moveTo>
                  <a:pt x="54" y="86"/>
                </a:moveTo>
                <a:lnTo>
                  <a:pt x="46" y="96"/>
                </a:lnTo>
                <a:lnTo>
                  <a:pt x="36" y="88"/>
                </a:lnTo>
                <a:lnTo>
                  <a:pt x="44" y="78"/>
                </a:lnTo>
                <a:lnTo>
                  <a:pt x="54" y="86"/>
                </a:lnTo>
                <a:moveTo>
                  <a:pt x="46" y="96"/>
                </a:moveTo>
                <a:lnTo>
                  <a:pt x="38" y="107"/>
                </a:lnTo>
                <a:lnTo>
                  <a:pt x="28" y="98"/>
                </a:lnTo>
                <a:lnTo>
                  <a:pt x="36" y="88"/>
                </a:lnTo>
                <a:lnTo>
                  <a:pt x="46" y="96"/>
                </a:lnTo>
                <a:moveTo>
                  <a:pt x="38" y="107"/>
                </a:moveTo>
                <a:lnTo>
                  <a:pt x="30" y="117"/>
                </a:lnTo>
                <a:lnTo>
                  <a:pt x="19" y="108"/>
                </a:lnTo>
                <a:lnTo>
                  <a:pt x="28" y="98"/>
                </a:lnTo>
                <a:lnTo>
                  <a:pt x="38" y="107"/>
                </a:lnTo>
                <a:moveTo>
                  <a:pt x="30" y="117"/>
                </a:moveTo>
                <a:lnTo>
                  <a:pt x="21" y="127"/>
                </a:lnTo>
                <a:lnTo>
                  <a:pt x="11" y="119"/>
                </a:lnTo>
                <a:lnTo>
                  <a:pt x="19" y="108"/>
                </a:lnTo>
                <a:lnTo>
                  <a:pt x="30" y="117"/>
                </a:lnTo>
                <a:moveTo>
                  <a:pt x="21" y="127"/>
                </a:moveTo>
                <a:lnTo>
                  <a:pt x="18" y="130"/>
                </a:lnTo>
                <a:lnTo>
                  <a:pt x="13" y="126"/>
                </a:lnTo>
                <a:lnTo>
                  <a:pt x="14" y="120"/>
                </a:lnTo>
                <a:lnTo>
                  <a:pt x="27" y="120"/>
                </a:lnTo>
                <a:lnTo>
                  <a:pt x="26" y="133"/>
                </a:lnTo>
                <a:lnTo>
                  <a:pt x="0" y="132"/>
                </a:lnTo>
                <a:lnTo>
                  <a:pt x="11" y="119"/>
                </a:lnTo>
                <a:lnTo>
                  <a:pt x="21" y="127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3659040" y="23148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0" y="0"/>
                </a:moveTo>
                <a:lnTo>
                  <a:pt x="131" y="66"/>
                </a:lnTo>
                <a:lnTo>
                  <a:pt x="0" y="131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/>
          <p:nvPr/>
        </p:nvSpPr>
        <p:spPr>
          <a:xfrm>
            <a:off x="3656880" y="2311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21" y="10"/>
                </a:moveTo>
                <a:lnTo>
                  <a:pt x="33" y="16"/>
                </a:lnTo>
                <a:lnTo>
                  <a:pt x="27" y="27"/>
                </a:lnTo>
                <a:lnTo>
                  <a:pt x="15" y="22"/>
                </a:lnTo>
                <a:lnTo>
                  <a:pt x="21" y="10"/>
                </a:lnTo>
                <a:moveTo>
                  <a:pt x="33" y="16"/>
                </a:moveTo>
                <a:lnTo>
                  <a:pt x="45" y="22"/>
                </a:lnTo>
                <a:lnTo>
                  <a:pt x="39" y="33"/>
                </a:lnTo>
                <a:lnTo>
                  <a:pt x="27" y="27"/>
                </a:lnTo>
                <a:lnTo>
                  <a:pt x="33" y="16"/>
                </a:lnTo>
                <a:moveTo>
                  <a:pt x="45" y="22"/>
                </a:moveTo>
                <a:lnTo>
                  <a:pt x="57" y="27"/>
                </a:lnTo>
                <a:lnTo>
                  <a:pt x="51" y="39"/>
                </a:lnTo>
                <a:lnTo>
                  <a:pt x="39" y="33"/>
                </a:lnTo>
                <a:lnTo>
                  <a:pt x="45" y="22"/>
                </a:lnTo>
                <a:moveTo>
                  <a:pt x="57" y="27"/>
                </a:moveTo>
                <a:lnTo>
                  <a:pt x="68" y="33"/>
                </a:lnTo>
                <a:lnTo>
                  <a:pt x="63" y="45"/>
                </a:lnTo>
                <a:lnTo>
                  <a:pt x="51" y="39"/>
                </a:lnTo>
                <a:lnTo>
                  <a:pt x="57" y="27"/>
                </a:lnTo>
                <a:moveTo>
                  <a:pt x="68" y="33"/>
                </a:moveTo>
                <a:lnTo>
                  <a:pt x="80" y="39"/>
                </a:lnTo>
                <a:lnTo>
                  <a:pt x="74" y="51"/>
                </a:lnTo>
                <a:lnTo>
                  <a:pt x="63" y="45"/>
                </a:lnTo>
                <a:lnTo>
                  <a:pt x="68" y="33"/>
                </a:lnTo>
                <a:moveTo>
                  <a:pt x="80" y="39"/>
                </a:moveTo>
                <a:lnTo>
                  <a:pt x="92" y="45"/>
                </a:lnTo>
                <a:lnTo>
                  <a:pt x="86" y="57"/>
                </a:lnTo>
                <a:lnTo>
                  <a:pt x="74" y="51"/>
                </a:lnTo>
                <a:lnTo>
                  <a:pt x="80" y="39"/>
                </a:lnTo>
                <a:moveTo>
                  <a:pt x="92" y="45"/>
                </a:moveTo>
                <a:lnTo>
                  <a:pt x="103" y="51"/>
                </a:lnTo>
                <a:lnTo>
                  <a:pt x="97" y="62"/>
                </a:lnTo>
                <a:lnTo>
                  <a:pt x="86" y="57"/>
                </a:lnTo>
                <a:lnTo>
                  <a:pt x="92" y="45"/>
                </a:lnTo>
                <a:moveTo>
                  <a:pt x="103" y="51"/>
                </a:moveTo>
                <a:lnTo>
                  <a:pt x="115" y="57"/>
                </a:lnTo>
                <a:lnTo>
                  <a:pt x="109" y="68"/>
                </a:lnTo>
                <a:lnTo>
                  <a:pt x="97" y="62"/>
                </a:lnTo>
                <a:lnTo>
                  <a:pt x="103" y="51"/>
                </a:lnTo>
                <a:moveTo>
                  <a:pt x="115" y="57"/>
                </a:moveTo>
                <a:lnTo>
                  <a:pt x="127" y="62"/>
                </a:lnTo>
                <a:lnTo>
                  <a:pt x="121" y="74"/>
                </a:lnTo>
                <a:lnTo>
                  <a:pt x="109" y="68"/>
                </a:lnTo>
                <a:lnTo>
                  <a:pt x="115" y="57"/>
                </a:lnTo>
                <a:moveTo>
                  <a:pt x="127" y="62"/>
                </a:moveTo>
                <a:lnTo>
                  <a:pt x="138" y="68"/>
                </a:lnTo>
                <a:lnTo>
                  <a:pt x="132" y="80"/>
                </a:lnTo>
                <a:lnTo>
                  <a:pt x="121" y="74"/>
                </a:lnTo>
                <a:lnTo>
                  <a:pt x="127" y="62"/>
                </a:lnTo>
                <a:moveTo>
                  <a:pt x="138" y="68"/>
                </a:moveTo>
                <a:lnTo>
                  <a:pt x="152" y="75"/>
                </a:lnTo>
                <a:lnTo>
                  <a:pt x="131" y="86"/>
                </a:lnTo>
                <a:lnTo>
                  <a:pt x="125" y="74"/>
                </a:lnTo>
                <a:lnTo>
                  <a:pt x="134" y="69"/>
                </a:lnTo>
                <a:lnTo>
                  <a:pt x="137" y="75"/>
                </a:lnTo>
                <a:lnTo>
                  <a:pt x="134" y="81"/>
                </a:lnTo>
                <a:lnTo>
                  <a:pt x="132" y="80"/>
                </a:lnTo>
                <a:lnTo>
                  <a:pt x="138" y="68"/>
                </a:lnTo>
                <a:moveTo>
                  <a:pt x="131" y="86"/>
                </a:moveTo>
                <a:lnTo>
                  <a:pt x="119" y="91"/>
                </a:lnTo>
                <a:lnTo>
                  <a:pt x="113" y="80"/>
                </a:lnTo>
                <a:lnTo>
                  <a:pt x="125" y="74"/>
                </a:lnTo>
                <a:lnTo>
                  <a:pt x="131" y="86"/>
                </a:lnTo>
                <a:moveTo>
                  <a:pt x="119" y="91"/>
                </a:moveTo>
                <a:lnTo>
                  <a:pt x="108" y="97"/>
                </a:lnTo>
                <a:lnTo>
                  <a:pt x="102" y="86"/>
                </a:lnTo>
                <a:lnTo>
                  <a:pt x="113" y="80"/>
                </a:lnTo>
                <a:lnTo>
                  <a:pt x="119" y="91"/>
                </a:lnTo>
                <a:moveTo>
                  <a:pt x="108" y="97"/>
                </a:moveTo>
                <a:lnTo>
                  <a:pt x="96" y="103"/>
                </a:lnTo>
                <a:lnTo>
                  <a:pt x="90" y="91"/>
                </a:lnTo>
                <a:lnTo>
                  <a:pt x="102" y="86"/>
                </a:lnTo>
                <a:lnTo>
                  <a:pt x="108" y="97"/>
                </a:lnTo>
                <a:moveTo>
                  <a:pt x="96" y="103"/>
                </a:moveTo>
                <a:lnTo>
                  <a:pt x="84" y="109"/>
                </a:lnTo>
                <a:lnTo>
                  <a:pt x="78" y="97"/>
                </a:lnTo>
                <a:lnTo>
                  <a:pt x="90" y="91"/>
                </a:lnTo>
                <a:lnTo>
                  <a:pt x="96" y="103"/>
                </a:lnTo>
                <a:moveTo>
                  <a:pt x="84" y="109"/>
                </a:moveTo>
                <a:lnTo>
                  <a:pt x="73" y="115"/>
                </a:lnTo>
                <a:lnTo>
                  <a:pt x="67" y="103"/>
                </a:lnTo>
                <a:lnTo>
                  <a:pt x="78" y="97"/>
                </a:lnTo>
                <a:lnTo>
                  <a:pt x="84" y="109"/>
                </a:lnTo>
                <a:moveTo>
                  <a:pt x="73" y="115"/>
                </a:moveTo>
                <a:lnTo>
                  <a:pt x="61" y="121"/>
                </a:lnTo>
                <a:lnTo>
                  <a:pt x="55" y="109"/>
                </a:lnTo>
                <a:lnTo>
                  <a:pt x="67" y="103"/>
                </a:lnTo>
                <a:lnTo>
                  <a:pt x="73" y="115"/>
                </a:lnTo>
                <a:moveTo>
                  <a:pt x="61" y="121"/>
                </a:moveTo>
                <a:lnTo>
                  <a:pt x="49" y="126"/>
                </a:lnTo>
                <a:lnTo>
                  <a:pt x="44" y="115"/>
                </a:lnTo>
                <a:lnTo>
                  <a:pt x="55" y="109"/>
                </a:lnTo>
                <a:lnTo>
                  <a:pt x="61" y="121"/>
                </a:lnTo>
                <a:moveTo>
                  <a:pt x="49" y="126"/>
                </a:moveTo>
                <a:lnTo>
                  <a:pt x="38" y="132"/>
                </a:lnTo>
                <a:lnTo>
                  <a:pt x="31" y="121"/>
                </a:lnTo>
                <a:lnTo>
                  <a:pt x="44" y="115"/>
                </a:lnTo>
                <a:lnTo>
                  <a:pt x="49" y="126"/>
                </a:lnTo>
                <a:moveTo>
                  <a:pt x="38" y="132"/>
                </a:moveTo>
                <a:lnTo>
                  <a:pt x="25" y="138"/>
                </a:lnTo>
                <a:lnTo>
                  <a:pt x="19" y="126"/>
                </a:lnTo>
                <a:lnTo>
                  <a:pt x="31" y="121"/>
                </a:lnTo>
                <a:lnTo>
                  <a:pt x="38" y="132"/>
                </a:lnTo>
                <a:moveTo>
                  <a:pt x="25" y="138"/>
                </a:moveTo>
                <a:lnTo>
                  <a:pt x="13" y="144"/>
                </a:lnTo>
                <a:lnTo>
                  <a:pt x="8" y="132"/>
                </a:lnTo>
                <a:lnTo>
                  <a:pt x="19" y="126"/>
                </a:lnTo>
                <a:lnTo>
                  <a:pt x="25" y="138"/>
                </a:lnTo>
                <a:moveTo>
                  <a:pt x="13" y="144"/>
                </a:moveTo>
                <a:lnTo>
                  <a:pt x="0" y="152"/>
                </a:lnTo>
                <a:lnTo>
                  <a:pt x="0" y="132"/>
                </a:lnTo>
                <a:lnTo>
                  <a:pt x="13" y="132"/>
                </a:lnTo>
                <a:lnTo>
                  <a:pt x="13" y="140"/>
                </a:lnTo>
                <a:lnTo>
                  <a:pt x="6" y="140"/>
                </a:lnTo>
                <a:lnTo>
                  <a:pt x="3" y="134"/>
                </a:lnTo>
                <a:lnTo>
                  <a:pt x="8" y="132"/>
                </a:lnTo>
                <a:lnTo>
                  <a:pt x="13" y="144"/>
                </a:lnTo>
                <a:moveTo>
                  <a:pt x="0" y="132"/>
                </a:moveTo>
                <a:lnTo>
                  <a:pt x="0" y="119"/>
                </a:lnTo>
                <a:lnTo>
                  <a:pt x="13" y="119"/>
                </a:lnTo>
                <a:lnTo>
                  <a:pt x="13" y="132"/>
                </a:lnTo>
                <a:lnTo>
                  <a:pt x="0" y="132"/>
                </a:lnTo>
                <a:moveTo>
                  <a:pt x="0" y="119"/>
                </a:moveTo>
                <a:lnTo>
                  <a:pt x="0" y="106"/>
                </a:lnTo>
                <a:lnTo>
                  <a:pt x="13" y="106"/>
                </a:lnTo>
                <a:lnTo>
                  <a:pt x="13" y="119"/>
                </a:lnTo>
                <a:lnTo>
                  <a:pt x="0" y="119"/>
                </a:lnTo>
                <a:moveTo>
                  <a:pt x="0" y="106"/>
                </a:moveTo>
                <a:lnTo>
                  <a:pt x="0" y="93"/>
                </a:lnTo>
                <a:lnTo>
                  <a:pt x="13" y="93"/>
                </a:lnTo>
                <a:lnTo>
                  <a:pt x="13" y="106"/>
                </a:lnTo>
                <a:lnTo>
                  <a:pt x="0" y="106"/>
                </a:lnTo>
                <a:moveTo>
                  <a:pt x="0" y="93"/>
                </a:moveTo>
                <a:lnTo>
                  <a:pt x="0" y="80"/>
                </a:lnTo>
                <a:lnTo>
                  <a:pt x="13" y="80"/>
                </a:lnTo>
                <a:lnTo>
                  <a:pt x="13" y="93"/>
                </a:lnTo>
                <a:lnTo>
                  <a:pt x="0" y="93"/>
                </a:lnTo>
                <a:moveTo>
                  <a:pt x="0" y="80"/>
                </a:moveTo>
                <a:lnTo>
                  <a:pt x="0" y="67"/>
                </a:lnTo>
                <a:lnTo>
                  <a:pt x="13" y="67"/>
                </a:lnTo>
                <a:lnTo>
                  <a:pt x="13" y="80"/>
                </a:lnTo>
                <a:lnTo>
                  <a:pt x="0" y="80"/>
                </a:lnTo>
                <a:moveTo>
                  <a:pt x="0" y="67"/>
                </a:moveTo>
                <a:lnTo>
                  <a:pt x="0" y="54"/>
                </a:lnTo>
                <a:lnTo>
                  <a:pt x="13" y="54"/>
                </a:lnTo>
                <a:lnTo>
                  <a:pt x="13" y="67"/>
                </a:lnTo>
                <a:lnTo>
                  <a:pt x="0" y="67"/>
                </a:lnTo>
                <a:moveTo>
                  <a:pt x="0" y="54"/>
                </a:moveTo>
                <a:lnTo>
                  <a:pt x="0" y="41"/>
                </a:lnTo>
                <a:lnTo>
                  <a:pt x="13" y="41"/>
                </a:lnTo>
                <a:lnTo>
                  <a:pt x="13" y="54"/>
                </a:lnTo>
                <a:lnTo>
                  <a:pt x="0" y="54"/>
                </a:lnTo>
                <a:moveTo>
                  <a:pt x="0" y="41"/>
                </a:moveTo>
                <a:lnTo>
                  <a:pt x="0" y="28"/>
                </a:lnTo>
                <a:lnTo>
                  <a:pt x="13" y="28"/>
                </a:lnTo>
                <a:lnTo>
                  <a:pt x="13" y="41"/>
                </a:lnTo>
                <a:lnTo>
                  <a:pt x="0" y="41"/>
                </a:lnTo>
                <a:moveTo>
                  <a:pt x="0" y="28"/>
                </a:moveTo>
                <a:lnTo>
                  <a:pt x="0" y="15"/>
                </a:lnTo>
                <a:lnTo>
                  <a:pt x="13" y="15"/>
                </a:lnTo>
                <a:lnTo>
                  <a:pt x="13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1" y="10"/>
                </a:lnTo>
                <a:lnTo>
                  <a:pt x="15" y="22"/>
                </a:lnTo>
                <a:lnTo>
                  <a:pt x="3" y="16"/>
                </a:lnTo>
                <a:lnTo>
                  <a:pt x="6" y="10"/>
                </a:lnTo>
                <a:lnTo>
                  <a:pt x="13" y="10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/>
          <p:nvPr/>
        </p:nvSpPr>
        <p:spPr>
          <a:xfrm>
            <a:off x="577440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/>
          <p:nvPr/>
        </p:nvSpPr>
        <p:spPr>
          <a:xfrm>
            <a:off x="577440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439920" y="586800"/>
            <a:ext cx="6649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 internet: systemen aan elkaar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/>
          <p:nvPr/>
        </p:nvSpPr>
        <p:spPr>
          <a:xfrm>
            <a:off x="4173480" y="3710520"/>
            <a:ext cx="989280" cy="141120"/>
          </a:xfrm>
          <a:custGeom>
            <a:avLst/>
            <a:gdLst/>
            <a:ahLst/>
            <a:rect l="0" t="0" r="r" b="b"/>
            <a:pathLst>
              <a:path w="2748" h="392">
                <a:moveTo>
                  <a:pt x="0" y="0"/>
                </a:moveTo>
                <a:lnTo>
                  <a:pt x="2748" y="0"/>
                </a:lnTo>
                <a:lnTo>
                  <a:pt x="2748" y="392"/>
                </a:lnTo>
                <a:lnTo>
                  <a:pt x="0" y="39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/>
          <p:nvPr/>
        </p:nvSpPr>
        <p:spPr>
          <a:xfrm>
            <a:off x="4173480" y="3710520"/>
            <a:ext cx="989280" cy="141120"/>
          </a:xfrm>
          <a:custGeom>
            <a:avLst/>
            <a:gdLst/>
            <a:ahLst/>
            <a:rect l="0" t="0" r="r" b="b"/>
            <a:pathLst>
              <a:path w="2748" h="392">
                <a:moveTo>
                  <a:pt x="0" y="0"/>
                </a:moveTo>
                <a:lnTo>
                  <a:pt x="2748" y="0"/>
                </a:lnTo>
                <a:lnTo>
                  <a:pt x="2748" y="392"/>
                </a:lnTo>
                <a:lnTo>
                  <a:pt x="0" y="39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5774760" y="228060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257256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/>
          <p:nvPr/>
        </p:nvSpPr>
        <p:spPr>
          <a:xfrm>
            <a:off x="2572560" y="2268000"/>
            <a:ext cx="989280" cy="140760"/>
          </a:xfrm>
          <a:custGeom>
            <a:avLst/>
            <a:gdLst/>
            <a:ahLst/>
            <a:rect l="0" t="0" r="r" b="b"/>
            <a:pathLst>
              <a:path w="2748" h="391">
                <a:moveTo>
                  <a:pt x="0" y="0"/>
                </a:moveTo>
                <a:lnTo>
                  <a:pt x="2748" y="0"/>
                </a:lnTo>
                <a:lnTo>
                  <a:pt x="2748" y="391"/>
                </a:lnTo>
                <a:lnTo>
                  <a:pt x="0" y="39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 txBox="1"/>
          <p:nvPr/>
        </p:nvSpPr>
        <p:spPr>
          <a:xfrm>
            <a:off x="4173480" y="372348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690804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690804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 txBox="1"/>
          <p:nvPr/>
        </p:nvSpPr>
        <p:spPr>
          <a:xfrm>
            <a:off x="2572560" y="2280600"/>
            <a:ext cx="9820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 en antwoord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7858080" y="242748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1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2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/>
          <p:nvPr/>
        </p:nvSpPr>
        <p:spPr>
          <a:xfrm>
            <a:off x="7834680" y="28195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5" name=""/>
          <p:cNvSpPr/>
          <p:nvPr/>
        </p:nvSpPr>
        <p:spPr>
          <a:xfrm>
            <a:off x="7831080" y="2817000"/>
            <a:ext cx="54720" cy="55080"/>
          </a:xfrm>
          <a:custGeom>
            <a:avLst/>
            <a:gdLst/>
            <a:ahLst/>
            <a:rect l="0" t="0" r="r" b="b"/>
            <a:pathLst>
              <a:path w="152" h="153">
                <a:moveTo>
                  <a:pt x="141" y="22"/>
                </a:moveTo>
                <a:lnTo>
                  <a:pt x="136" y="33"/>
                </a:lnTo>
                <a:lnTo>
                  <a:pt x="124" y="27"/>
                </a:lnTo>
                <a:lnTo>
                  <a:pt x="130" y="16"/>
                </a:lnTo>
                <a:lnTo>
                  <a:pt x="141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7"/>
                </a:lnTo>
                <a:lnTo>
                  <a:pt x="136" y="33"/>
                </a:lnTo>
                <a:moveTo>
                  <a:pt x="130" y="45"/>
                </a:moveTo>
                <a:lnTo>
                  <a:pt x="124" y="56"/>
                </a:lnTo>
                <a:lnTo>
                  <a:pt x="112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6"/>
                </a:moveTo>
                <a:lnTo>
                  <a:pt x="118" y="68"/>
                </a:lnTo>
                <a:lnTo>
                  <a:pt x="107" y="62"/>
                </a:lnTo>
                <a:lnTo>
                  <a:pt x="112" y="51"/>
                </a:lnTo>
                <a:lnTo>
                  <a:pt x="124" y="56"/>
                </a:lnTo>
                <a:moveTo>
                  <a:pt x="118" y="68"/>
                </a:moveTo>
                <a:lnTo>
                  <a:pt x="112" y="80"/>
                </a:lnTo>
                <a:lnTo>
                  <a:pt x="101" y="74"/>
                </a:lnTo>
                <a:lnTo>
                  <a:pt x="107" y="62"/>
                </a:lnTo>
                <a:lnTo>
                  <a:pt x="118" y="68"/>
                </a:lnTo>
                <a:moveTo>
                  <a:pt x="112" y="80"/>
                </a:moveTo>
                <a:lnTo>
                  <a:pt x="107" y="91"/>
                </a:lnTo>
                <a:lnTo>
                  <a:pt x="95" y="85"/>
                </a:lnTo>
                <a:lnTo>
                  <a:pt x="101" y="74"/>
                </a:lnTo>
                <a:lnTo>
                  <a:pt x="112" y="80"/>
                </a:lnTo>
                <a:moveTo>
                  <a:pt x="107" y="91"/>
                </a:moveTo>
                <a:lnTo>
                  <a:pt x="101" y="104"/>
                </a:lnTo>
                <a:lnTo>
                  <a:pt x="89" y="97"/>
                </a:lnTo>
                <a:lnTo>
                  <a:pt x="95" y="85"/>
                </a:lnTo>
                <a:lnTo>
                  <a:pt x="107" y="91"/>
                </a:lnTo>
                <a:moveTo>
                  <a:pt x="101" y="104"/>
                </a:moveTo>
                <a:lnTo>
                  <a:pt x="95" y="116"/>
                </a:lnTo>
                <a:lnTo>
                  <a:pt x="83" y="110"/>
                </a:lnTo>
                <a:lnTo>
                  <a:pt x="89" y="97"/>
                </a:lnTo>
                <a:lnTo>
                  <a:pt x="101" y="104"/>
                </a:lnTo>
                <a:moveTo>
                  <a:pt x="95" y="116"/>
                </a:moveTo>
                <a:lnTo>
                  <a:pt x="89" y="127"/>
                </a:lnTo>
                <a:lnTo>
                  <a:pt x="77" y="121"/>
                </a:lnTo>
                <a:lnTo>
                  <a:pt x="83" y="110"/>
                </a:lnTo>
                <a:lnTo>
                  <a:pt x="95" y="116"/>
                </a:lnTo>
                <a:moveTo>
                  <a:pt x="89" y="127"/>
                </a:moveTo>
                <a:lnTo>
                  <a:pt x="83" y="139"/>
                </a:lnTo>
                <a:lnTo>
                  <a:pt x="72" y="133"/>
                </a:lnTo>
                <a:lnTo>
                  <a:pt x="77" y="121"/>
                </a:lnTo>
                <a:lnTo>
                  <a:pt x="89" y="127"/>
                </a:lnTo>
                <a:moveTo>
                  <a:pt x="83" y="139"/>
                </a:moveTo>
                <a:lnTo>
                  <a:pt x="76" y="153"/>
                </a:lnTo>
                <a:lnTo>
                  <a:pt x="65" y="131"/>
                </a:lnTo>
                <a:lnTo>
                  <a:pt x="77" y="126"/>
                </a:lnTo>
                <a:lnTo>
                  <a:pt x="82" y="135"/>
                </a:lnTo>
                <a:lnTo>
                  <a:pt x="76" y="138"/>
                </a:lnTo>
                <a:lnTo>
                  <a:pt x="71" y="135"/>
                </a:lnTo>
                <a:lnTo>
                  <a:pt x="72" y="133"/>
                </a:lnTo>
                <a:lnTo>
                  <a:pt x="83" y="139"/>
                </a:lnTo>
                <a:moveTo>
                  <a:pt x="65" y="131"/>
                </a:moveTo>
                <a:lnTo>
                  <a:pt x="59" y="120"/>
                </a:lnTo>
                <a:lnTo>
                  <a:pt x="72" y="114"/>
                </a:lnTo>
                <a:lnTo>
                  <a:pt x="77" y="126"/>
                </a:lnTo>
                <a:lnTo>
                  <a:pt x="65" y="131"/>
                </a:lnTo>
                <a:moveTo>
                  <a:pt x="59" y="120"/>
                </a:moveTo>
                <a:lnTo>
                  <a:pt x="53" y="108"/>
                </a:lnTo>
                <a:lnTo>
                  <a:pt x="65" y="101"/>
                </a:lnTo>
                <a:lnTo>
                  <a:pt x="72" y="114"/>
                </a:lnTo>
                <a:lnTo>
                  <a:pt x="59" y="120"/>
                </a:lnTo>
                <a:moveTo>
                  <a:pt x="53" y="108"/>
                </a:moveTo>
                <a:lnTo>
                  <a:pt x="47" y="95"/>
                </a:lnTo>
                <a:lnTo>
                  <a:pt x="59" y="90"/>
                </a:lnTo>
                <a:lnTo>
                  <a:pt x="65" y="101"/>
                </a:lnTo>
                <a:lnTo>
                  <a:pt x="53" y="108"/>
                </a:lnTo>
                <a:moveTo>
                  <a:pt x="47" y="95"/>
                </a:moveTo>
                <a:lnTo>
                  <a:pt x="42" y="84"/>
                </a:lnTo>
                <a:lnTo>
                  <a:pt x="53" y="78"/>
                </a:lnTo>
                <a:lnTo>
                  <a:pt x="59" y="90"/>
                </a:lnTo>
                <a:lnTo>
                  <a:pt x="47" y="95"/>
                </a:lnTo>
                <a:moveTo>
                  <a:pt x="42" y="84"/>
                </a:moveTo>
                <a:lnTo>
                  <a:pt x="36" y="72"/>
                </a:lnTo>
                <a:lnTo>
                  <a:pt x="47" y="66"/>
                </a:lnTo>
                <a:lnTo>
                  <a:pt x="53" y="78"/>
                </a:lnTo>
                <a:lnTo>
                  <a:pt x="42" y="84"/>
                </a:lnTo>
                <a:moveTo>
                  <a:pt x="36" y="72"/>
                </a:moveTo>
                <a:lnTo>
                  <a:pt x="30" y="61"/>
                </a:lnTo>
                <a:lnTo>
                  <a:pt x="42" y="55"/>
                </a:lnTo>
                <a:lnTo>
                  <a:pt x="47" y="66"/>
                </a:lnTo>
                <a:lnTo>
                  <a:pt x="36" y="72"/>
                </a:lnTo>
                <a:moveTo>
                  <a:pt x="30" y="61"/>
                </a:moveTo>
                <a:lnTo>
                  <a:pt x="24" y="49"/>
                </a:lnTo>
                <a:lnTo>
                  <a:pt x="36" y="43"/>
                </a:lnTo>
                <a:lnTo>
                  <a:pt x="42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7"/>
                </a:lnTo>
                <a:lnTo>
                  <a:pt x="30" y="32"/>
                </a:lnTo>
                <a:lnTo>
                  <a:pt x="36" y="43"/>
                </a:lnTo>
                <a:lnTo>
                  <a:pt x="24" y="49"/>
                </a:lnTo>
                <a:moveTo>
                  <a:pt x="18" y="37"/>
                </a:moveTo>
                <a:lnTo>
                  <a:pt x="12" y="26"/>
                </a:lnTo>
                <a:lnTo>
                  <a:pt x="24" y="20"/>
                </a:lnTo>
                <a:lnTo>
                  <a:pt x="30" y="32"/>
                </a:lnTo>
                <a:lnTo>
                  <a:pt x="18" y="37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0" y="13"/>
                </a:lnTo>
                <a:lnTo>
                  <a:pt x="10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2" y="0"/>
                </a:lnTo>
                <a:lnTo>
                  <a:pt x="72" y="13"/>
                </a:lnTo>
                <a:lnTo>
                  <a:pt x="58" y="13"/>
                </a:lnTo>
                <a:lnTo>
                  <a:pt x="58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2"/>
                </a:lnTo>
                <a:lnTo>
                  <a:pt x="130" y="16"/>
                </a:lnTo>
                <a:lnTo>
                  <a:pt x="136" y="4"/>
                </a:lnTo>
                <a:lnTo>
                  <a:pt x="141" y="7"/>
                </a:lnTo>
                <a:lnTo>
                  <a:pt x="141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7484040" y="3182400"/>
            <a:ext cx="217800" cy="415800"/>
          </a:xfrm>
          <a:custGeom>
            <a:avLst/>
            <a:gdLst/>
            <a:ahLst/>
            <a:rect l="0" t="0" r="r" b="b"/>
            <a:pathLst>
              <a:path fill="none" w="605" h="1155">
                <a:moveTo>
                  <a:pt x="605" y="0"/>
                </a:moveTo>
                <a:lnTo>
                  <a:pt x="504" y="101"/>
                </a:lnTo>
                <a:cubicBezTo>
                  <a:pt x="404" y="203"/>
                  <a:pt x="202" y="406"/>
                  <a:pt x="101" y="599"/>
                </a:cubicBezTo>
                <a:cubicBezTo>
                  <a:pt x="0" y="791"/>
                  <a:pt x="0" y="973"/>
                  <a:pt x="0" y="1064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/>
          <p:nvPr/>
        </p:nvSpPr>
        <p:spPr>
          <a:xfrm>
            <a:off x="7460640" y="35744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8" name=""/>
          <p:cNvSpPr/>
          <p:nvPr/>
        </p:nvSpPr>
        <p:spPr>
          <a:xfrm>
            <a:off x="7456680" y="357228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2" y="21"/>
                </a:moveTo>
                <a:lnTo>
                  <a:pt x="136" y="32"/>
                </a:lnTo>
                <a:lnTo>
                  <a:pt x="124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4" y="26"/>
                </a:lnTo>
                <a:lnTo>
                  <a:pt x="136" y="32"/>
                </a:lnTo>
                <a:moveTo>
                  <a:pt x="130" y="44"/>
                </a:moveTo>
                <a:lnTo>
                  <a:pt x="124" y="55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4" y="55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4" y="55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0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0"/>
                </a:moveTo>
                <a:lnTo>
                  <a:pt x="101" y="102"/>
                </a:lnTo>
                <a:lnTo>
                  <a:pt x="89" y="96"/>
                </a:lnTo>
                <a:lnTo>
                  <a:pt x="95" y="85"/>
                </a:lnTo>
                <a:lnTo>
                  <a:pt x="107" y="90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89" y="96"/>
                </a:lnTo>
                <a:lnTo>
                  <a:pt x="101" y="102"/>
                </a:lnTo>
                <a:moveTo>
                  <a:pt x="95" y="114"/>
                </a:moveTo>
                <a:lnTo>
                  <a:pt x="89" y="126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89" y="126"/>
                </a:moveTo>
                <a:lnTo>
                  <a:pt x="84" y="138"/>
                </a:lnTo>
                <a:lnTo>
                  <a:pt x="72" y="132"/>
                </a:lnTo>
                <a:lnTo>
                  <a:pt x="78" y="120"/>
                </a:lnTo>
                <a:lnTo>
                  <a:pt x="89" y="126"/>
                </a:lnTo>
                <a:moveTo>
                  <a:pt x="84" y="138"/>
                </a:moveTo>
                <a:lnTo>
                  <a:pt x="77" y="152"/>
                </a:lnTo>
                <a:lnTo>
                  <a:pt x="66" y="130"/>
                </a:lnTo>
                <a:lnTo>
                  <a:pt x="78" y="125"/>
                </a:lnTo>
                <a:lnTo>
                  <a:pt x="83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4" y="138"/>
                </a:lnTo>
                <a:moveTo>
                  <a:pt x="66" y="130"/>
                </a:moveTo>
                <a:lnTo>
                  <a:pt x="60" y="118"/>
                </a:lnTo>
                <a:lnTo>
                  <a:pt x="72" y="112"/>
                </a:lnTo>
                <a:lnTo>
                  <a:pt x="78" y="125"/>
                </a:lnTo>
                <a:lnTo>
                  <a:pt x="66" y="130"/>
                </a:lnTo>
                <a:moveTo>
                  <a:pt x="60" y="118"/>
                </a:moveTo>
                <a:lnTo>
                  <a:pt x="55" y="106"/>
                </a:lnTo>
                <a:lnTo>
                  <a:pt x="66" y="100"/>
                </a:lnTo>
                <a:lnTo>
                  <a:pt x="72" y="112"/>
                </a:lnTo>
                <a:lnTo>
                  <a:pt x="60" y="118"/>
                </a:lnTo>
                <a:moveTo>
                  <a:pt x="55" y="106"/>
                </a:moveTo>
                <a:lnTo>
                  <a:pt x="48" y="95"/>
                </a:lnTo>
                <a:lnTo>
                  <a:pt x="60" y="89"/>
                </a:lnTo>
                <a:lnTo>
                  <a:pt x="66" y="100"/>
                </a:lnTo>
                <a:lnTo>
                  <a:pt x="55" y="106"/>
                </a:lnTo>
                <a:moveTo>
                  <a:pt x="48" y="95"/>
                </a:moveTo>
                <a:lnTo>
                  <a:pt x="42" y="83"/>
                </a:lnTo>
                <a:lnTo>
                  <a:pt x="55" y="77"/>
                </a:lnTo>
                <a:lnTo>
                  <a:pt x="60" y="89"/>
                </a:lnTo>
                <a:lnTo>
                  <a:pt x="48" y="95"/>
                </a:lnTo>
                <a:moveTo>
                  <a:pt x="42" y="83"/>
                </a:moveTo>
                <a:lnTo>
                  <a:pt x="36" y="71"/>
                </a:lnTo>
                <a:lnTo>
                  <a:pt x="48" y="65"/>
                </a:lnTo>
                <a:lnTo>
                  <a:pt x="55" y="77"/>
                </a:lnTo>
                <a:lnTo>
                  <a:pt x="42" y="83"/>
                </a:lnTo>
                <a:moveTo>
                  <a:pt x="36" y="71"/>
                </a:moveTo>
                <a:lnTo>
                  <a:pt x="30" y="60"/>
                </a:lnTo>
                <a:lnTo>
                  <a:pt x="42" y="54"/>
                </a:lnTo>
                <a:lnTo>
                  <a:pt x="48" y="65"/>
                </a:lnTo>
                <a:lnTo>
                  <a:pt x="36" y="71"/>
                </a:lnTo>
                <a:moveTo>
                  <a:pt x="30" y="60"/>
                </a:moveTo>
                <a:lnTo>
                  <a:pt x="24" y="48"/>
                </a:lnTo>
                <a:lnTo>
                  <a:pt x="36" y="42"/>
                </a:lnTo>
                <a:lnTo>
                  <a:pt x="42" y="54"/>
                </a:lnTo>
                <a:lnTo>
                  <a:pt x="30" y="60"/>
                </a:lnTo>
                <a:moveTo>
                  <a:pt x="24" y="48"/>
                </a:moveTo>
                <a:lnTo>
                  <a:pt x="19" y="36"/>
                </a:lnTo>
                <a:lnTo>
                  <a:pt x="30" y="31"/>
                </a:lnTo>
                <a:lnTo>
                  <a:pt x="36" y="42"/>
                </a:lnTo>
                <a:lnTo>
                  <a:pt x="24" y="48"/>
                </a:lnTo>
                <a:moveTo>
                  <a:pt x="19" y="36"/>
                </a:moveTo>
                <a:lnTo>
                  <a:pt x="13" y="25"/>
                </a:lnTo>
                <a:lnTo>
                  <a:pt x="24" y="19"/>
                </a:lnTo>
                <a:lnTo>
                  <a:pt x="30" y="31"/>
                </a:lnTo>
                <a:lnTo>
                  <a:pt x="19" y="36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4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8015040" y="3182400"/>
            <a:ext cx="217800" cy="451080"/>
          </a:xfrm>
          <a:custGeom>
            <a:avLst/>
            <a:gdLst/>
            <a:ahLst/>
            <a:rect l="0" t="0" r="r" b="b"/>
            <a:pathLst>
              <a:path fill="none" w="605" h="1253">
                <a:moveTo>
                  <a:pt x="0" y="0"/>
                </a:moveTo>
                <a:lnTo>
                  <a:pt x="100" y="101"/>
                </a:lnTo>
                <a:cubicBezTo>
                  <a:pt x="201" y="203"/>
                  <a:pt x="404" y="406"/>
                  <a:pt x="504" y="616"/>
                </a:cubicBezTo>
                <a:cubicBezTo>
                  <a:pt x="605" y="825"/>
                  <a:pt x="605" y="1039"/>
                  <a:pt x="605" y="1146"/>
                </a:cubicBezTo>
                <a:lnTo>
                  <a:pt x="605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8209080" y="36097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6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8205120" y="360720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4"/>
                </a:lnTo>
                <a:lnTo>
                  <a:pt x="125" y="28"/>
                </a:lnTo>
                <a:lnTo>
                  <a:pt x="130" y="16"/>
                </a:lnTo>
                <a:lnTo>
                  <a:pt x="142" y="21"/>
                </a:lnTo>
                <a:moveTo>
                  <a:pt x="136" y="34"/>
                </a:moveTo>
                <a:lnTo>
                  <a:pt x="130" y="46"/>
                </a:lnTo>
                <a:lnTo>
                  <a:pt x="119" y="40"/>
                </a:lnTo>
                <a:lnTo>
                  <a:pt x="125" y="28"/>
                </a:lnTo>
                <a:lnTo>
                  <a:pt x="136" y="34"/>
                </a:lnTo>
                <a:moveTo>
                  <a:pt x="130" y="46"/>
                </a:moveTo>
                <a:lnTo>
                  <a:pt x="125" y="57"/>
                </a:lnTo>
                <a:lnTo>
                  <a:pt x="113" y="51"/>
                </a:lnTo>
                <a:lnTo>
                  <a:pt x="119" y="40"/>
                </a:lnTo>
                <a:lnTo>
                  <a:pt x="130" y="46"/>
                </a:lnTo>
                <a:moveTo>
                  <a:pt x="125" y="57"/>
                </a:moveTo>
                <a:lnTo>
                  <a:pt x="119" y="69"/>
                </a:lnTo>
                <a:lnTo>
                  <a:pt x="107" y="63"/>
                </a:lnTo>
                <a:lnTo>
                  <a:pt x="113" y="51"/>
                </a:lnTo>
                <a:lnTo>
                  <a:pt x="125" y="57"/>
                </a:lnTo>
                <a:moveTo>
                  <a:pt x="119" y="69"/>
                </a:moveTo>
                <a:lnTo>
                  <a:pt x="113" y="81"/>
                </a:lnTo>
                <a:lnTo>
                  <a:pt x="101" y="75"/>
                </a:lnTo>
                <a:lnTo>
                  <a:pt x="107" y="63"/>
                </a:lnTo>
                <a:lnTo>
                  <a:pt x="119" y="69"/>
                </a:lnTo>
                <a:moveTo>
                  <a:pt x="113" y="81"/>
                </a:moveTo>
                <a:lnTo>
                  <a:pt x="107" y="92"/>
                </a:lnTo>
                <a:lnTo>
                  <a:pt x="96" y="86"/>
                </a:lnTo>
                <a:lnTo>
                  <a:pt x="101" y="75"/>
                </a:lnTo>
                <a:lnTo>
                  <a:pt x="113" y="81"/>
                </a:lnTo>
                <a:moveTo>
                  <a:pt x="107" y="92"/>
                </a:moveTo>
                <a:lnTo>
                  <a:pt x="101" y="104"/>
                </a:lnTo>
                <a:lnTo>
                  <a:pt x="90" y="98"/>
                </a:lnTo>
                <a:lnTo>
                  <a:pt x="96" y="86"/>
                </a:lnTo>
                <a:lnTo>
                  <a:pt x="107" y="92"/>
                </a:lnTo>
                <a:moveTo>
                  <a:pt x="101" y="104"/>
                </a:moveTo>
                <a:lnTo>
                  <a:pt x="96" y="115"/>
                </a:lnTo>
                <a:lnTo>
                  <a:pt x="83" y="110"/>
                </a:lnTo>
                <a:lnTo>
                  <a:pt x="90" y="98"/>
                </a:lnTo>
                <a:lnTo>
                  <a:pt x="101" y="104"/>
                </a:lnTo>
                <a:moveTo>
                  <a:pt x="96" y="115"/>
                </a:moveTo>
                <a:lnTo>
                  <a:pt x="90" y="127"/>
                </a:lnTo>
                <a:lnTo>
                  <a:pt x="77" y="121"/>
                </a:lnTo>
                <a:lnTo>
                  <a:pt x="83" y="110"/>
                </a:lnTo>
                <a:lnTo>
                  <a:pt x="96" y="115"/>
                </a:lnTo>
                <a:moveTo>
                  <a:pt x="90" y="127"/>
                </a:moveTo>
                <a:lnTo>
                  <a:pt x="83" y="139"/>
                </a:lnTo>
                <a:lnTo>
                  <a:pt x="71" y="133"/>
                </a:lnTo>
                <a:lnTo>
                  <a:pt x="77" y="121"/>
                </a:lnTo>
                <a:lnTo>
                  <a:pt x="90" y="127"/>
                </a:lnTo>
                <a:moveTo>
                  <a:pt x="83" y="139"/>
                </a:moveTo>
                <a:lnTo>
                  <a:pt x="76" y="152"/>
                </a:lnTo>
                <a:lnTo>
                  <a:pt x="65" y="131"/>
                </a:lnTo>
                <a:lnTo>
                  <a:pt x="77" y="125"/>
                </a:lnTo>
                <a:lnTo>
                  <a:pt x="82" y="135"/>
                </a:lnTo>
                <a:lnTo>
                  <a:pt x="76" y="138"/>
                </a:lnTo>
                <a:lnTo>
                  <a:pt x="70" y="135"/>
                </a:lnTo>
                <a:lnTo>
                  <a:pt x="71" y="133"/>
                </a:lnTo>
                <a:lnTo>
                  <a:pt x="83" y="139"/>
                </a:lnTo>
                <a:moveTo>
                  <a:pt x="65" y="131"/>
                </a:moveTo>
                <a:lnTo>
                  <a:pt x="60" y="120"/>
                </a:lnTo>
                <a:lnTo>
                  <a:pt x="71" y="114"/>
                </a:lnTo>
                <a:lnTo>
                  <a:pt x="77" y="125"/>
                </a:lnTo>
                <a:lnTo>
                  <a:pt x="65" y="131"/>
                </a:lnTo>
                <a:moveTo>
                  <a:pt x="60" y="120"/>
                </a:moveTo>
                <a:lnTo>
                  <a:pt x="54" y="108"/>
                </a:lnTo>
                <a:lnTo>
                  <a:pt x="65" y="102"/>
                </a:lnTo>
                <a:lnTo>
                  <a:pt x="71" y="114"/>
                </a:lnTo>
                <a:lnTo>
                  <a:pt x="60" y="120"/>
                </a:lnTo>
                <a:moveTo>
                  <a:pt x="54" y="108"/>
                </a:moveTo>
                <a:lnTo>
                  <a:pt x="48" y="96"/>
                </a:lnTo>
                <a:lnTo>
                  <a:pt x="60" y="91"/>
                </a:lnTo>
                <a:lnTo>
                  <a:pt x="65" y="102"/>
                </a:lnTo>
                <a:lnTo>
                  <a:pt x="54" y="108"/>
                </a:lnTo>
                <a:moveTo>
                  <a:pt x="48" y="96"/>
                </a:moveTo>
                <a:lnTo>
                  <a:pt x="42" y="85"/>
                </a:lnTo>
                <a:lnTo>
                  <a:pt x="54" y="79"/>
                </a:lnTo>
                <a:lnTo>
                  <a:pt x="60" y="91"/>
                </a:lnTo>
                <a:lnTo>
                  <a:pt x="48" y="96"/>
                </a:lnTo>
                <a:moveTo>
                  <a:pt x="42" y="85"/>
                </a:moveTo>
                <a:lnTo>
                  <a:pt x="36" y="73"/>
                </a:lnTo>
                <a:lnTo>
                  <a:pt x="48" y="67"/>
                </a:lnTo>
                <a:lnTo>
                  <a:pt x="54" y="79"/>
                </a:lnTo>
                <a:lnTo>
                  <a:pt x="42" y="85"/>
                </a:lnTo>
                <a:moveTo>
                  <a:pt x="36" y="73"/>
                </a:moveTo>
                <a:lnTo>
                  <a:pt x="31" y="61"/>
                </a:lnTo>
                <a:lnTo>
                  <a:pt x="42" y="56"/>
                </a:lnTo>
                <a:lnTo>
                  <a:pt x="48" y="67"/>
                </a:lnTo>
                <a:lnTo>
                  <a:pt x="36" y="73"/>
                </a:lnTo>
                <a:moveTo>
                  <a:pt x="31" y="61"/>
                </a:moveTo>
                <a:lnTo>
                  <a:pt x="25" y="50"/>
                </a:lnTo>
                <a:lnTo>
                  <a:pt x="36" y="44"/>
                </a:lnTo>
                <a:lnTo>
                  <a:pt x="42" y="56"/>
                </a:lnTo>
                <a:lnTo>
                  <a:pt x="31" y="61"/>
                </a:lnTo>
                <a:moveTo>
                  <a:pt x="25" y="50"/>
                </a:moveTo>
                <a:lnTo>
                  <a:pt x="19" y="38"/>
                </a:lnTo>
                <a:lnTo>
                  <a:pt x="31" y="32"/>
                </a:lnTo>
                <a:lnTo>
                  <a:pt x="36" y="44"/>
                </a:lnTo>
                <a:lnTo>
                  <a:pt x="25" y="50"/>
                </a:lnTo>
                <a:moveTo>
                  <a:pt x="19" y="38"/>
                </a:moveTo>
                <a:lnTo>
                  <a:pt x="13" y="27"/>
                </a:lnTo>
                <a:lnTo>
                  <a:pt x="25" y="20"/>
                </a:lnTo>
                <a:lnTo>
                  <a:pt x="31" y="32"/>
                </a:lnTo>
                <a:lnTo>
                  <a:pt x="19" y="38"/>
                </a:lnTo>
                <a:moveTo>
                  <a:pt x="13" y="27"/>
                </a:moveTo>
                <a:lnTo>
                  <a:pt x="7" y="14"/>
                </a:lnTo>
                <a:lnTo>
                  <a:pt x="19" y="8"/>
                </a:lnTo>
                <a:lnTo>
                  <a:pt x="25" y="20"/>
                </a:lnTo>
                <a:lnTo>
                  <a:pt x="13" y="27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7"/>
                </a:lnTo>
                <a:lnTo>
                  <a:pt x="17" y="4"/>
                </a:lnTo>
                <a:lnTo>
                  <a:pt x="19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1" y="0"/>
                </a:lnTo>
                <a:lnTo>
                  <a:pt x="71" y="13"/>
                </a:lnTo>
                <a:lnTo>
                  <a:pt x="58" y="13"/>
                </a:lnTo>
                <a:lnTo>
                  <a:pt x="58" y="0"/>
                </a:lnTo>
                <a:moveTo>
                  <a:pt x="71" y="0"/>
                </a:moveTo>
                <a:lnTo>
                  <a:pt x="84" y="0"/>
                </a:lnTo>
                <a:lnTo>
                  <a:pt x="84" y="13"/>
                </a:lnTo>
                <a:lnTo>
                  <a:pt x="71" y="13"/>
                </a:lnTo>
                <a:lnTo>
                  <a:pt x="71" y="0"/>
                </a:lnTo>
                <a:moveTo>
                  <a:pt x="84" y="0"/>
                </a:moveTo>
                <a:lnTo>
                  <a:pt x="98" y="0"/>
                </a:lnTo>
                <a:lnTo>
                  <a:pt x="98" y="13"/>
                </a:lnTo>
                <a:lnTo>
                  <a:pt x="84" y="13"/>
                </a:lnTo>
                <a:lnTo>
                  <a:pt x="84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6"/>
                </a:lnTo>
                <a:lnTo>
                  <a:pt x="136" y="4"/>
                </a:lnTo>
                <a:lnTo>
                  <a:pt x="142" y="7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732204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732204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4" name=""/>
          <p:cNvSpPr txBox="1"/>
          <p:nvPr/>
        </p:nvSpPr>
        <p:spPr>
          <a:xfrm>
            <a:off x="7589520" y="1904760"/>
            <a:ext cx="55836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C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5" name=""/>
          <p:cNvSpPr/>
          <p:nvPr/>
        </p:nvSpPr>
        <p:spPr>
          <a:xfrm>
            <a:off x="742032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/>
          <p:nvPr/>
        </p:nvSpPr>
        <p:spPr>
          <a:xfrm>
            <a:off x="742032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7498080" y="221184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/>
          <p:nvPr/>
        </p:nvSpPr>
        <p:spPr>
          <a:xfrm>
            <a:off x="7277760" y="362124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8"/>
                </a:moveTo>
                <a:cubicBezTo>
                  <a:pt x="0" y="157"/>
                  <a:pt x="3" y="167"/>
                  <a:pt x="11" y="176"/>
                </a:cubicBezTo>
                <a:cubicBezTo>
                  <a:pt x="18" y="186"/>
                  <a:pt x="29" y="195"/>
                  <a:pt x="43" y="204"/>
                </a:cubicBezTo>
                <a:cubicBezTo>
                  <a:pt x="58" y="213"/>
                  <a:pt x="75" y="221"/>
                  <a:pt x="96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4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1" y="291"/>
                </a:cubicBezTo>
                <a:cubicBezTo>
                  <a:pt x="498" y="293"/>
                  <a:pt x="535" y="294"/>
                  <a:pt x="573" y="294"/>
                </a:cubicBezTo>
                <a:cubicBezTo>
                  <a:pt x="610" y="294"/>
                  <a:pt x="648" y="293"/>
                  <a:pt x="685" y="291"/>
                </a:cubicBezTo>
                <a:cubicBezTo>
                  <a:pt x="721" y="289"/>
                  <a:pt x="757" y="287"/>
                  <a:pt x="792" y="283"/>
                </a:cubicBezTo>
                <a:cubicBezTo>
                  <a:pt x="827" y="279"/>
                  <a:pt x="860" y="275"/>
                  <a:pt x="891" y="269"/>
                </a:cubicBezTo>
                <a:cubicBezTo>
                  <a:pt x="922" y="264"/>
                  <a:pt x="951" y="258"/>
                  <a:pt x="978" y="251"/>
                </a:cubicBezTo>
                <a:cubicBezTo>
                  <a:pt x="1005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8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8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5" y="50"/>
                  <a:pt x="978" y="43"/>
                </a:cubicBezTo>
                <a:cubicBezTo>
                  <a:pt x="951" y="36"/>
                  <a:pt x="922" y="30"/>
                  <a:pt x="891" y="25"/>
                </a:cubicBezTo>
                <a:cubicBezTo>
                  <a:pt x="860" y="19"/>
                  <a:pt x="827" y="15"/>
                  <a:pt x="792" y="11"/>
                </a:cubicBezTo>
                <a:cubicBezTo>
                  <a:pt x="757" y="8"/>
                  <a:pt x="721" y="5"/>
                  <a:pt x="685" y="3"/>
                </a:cubicBezTo>
                <a:cubicBezTo>
                  <a:pt x="648" y="1"/>
                  <a:pt x="610" y="0"/>
                  <a:pt x="573" y="0"/>
                </a:cubicBezTo>
                <a:cubicBezTo>
                  <a:pt x="535" y="0"/>
                  <a:pt x="498" y="1"/>
                  <a:pt x="461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4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6" y="65"/>
                </a:cubicBezTo>
                <a:cubicBezTo>
                  <a:pt x="75" y="73"/>
                  <a:pt x="58" y="82"/>
                  <a:pt x="43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3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3" y="947"/>
                  <a:pt x="11" y="957"/>
                </a:cubicBezTo>
                <a:cubicBezTo>
                  <a:pt x="18" y="966"/>
                  <a:pt x="29" y="975"/>
                  <a:pt x="43" y="984"/>
                </a:cubicBezTo>
                <a:cubicBezTo>
                  <a:pt x="58" y="993"/>
                  <a:pt x="75" y="1002"/>
                  <a:pt x="96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4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1" y="1072"/>
                </a:cubicBezTo>
                <a:cubicBezTo>
                  <a:pt x="498" y="1074"/>
                  <a:pt x="535" y="1075"/>
                  <a:pt x="573" y="1075"/>
                </a:cubicBezTo>
                <a:cubicBezTo>
                  <a:pt x="610" y="1075"/>
                  <a:pt x="648" y="1074"/>
                  <a:pt x="685" y="1072"/>
                </a:cubicBezTo>
                <a:cubicBezTo>
                  <a:pt x="721" y="1070"/>
                  <a:pt x="757" y="1067"/>
                  <a:pt x="792" y="1063"/>
                </a:cubicBezTo>
                <a:cubicBezTo>
                  <a:pt x="827" y="1060"/>
                  <a:pt x="860" y="1055"/>
                  <a:pt x="891" y="1050"/>
                </a:cubicBezTo>
                <a:cubicBezTo>
                  <a:pt x="922" y="1045"/>
                  <a:pt x="951" y="1039"/>
                  <a:pt x="978" y="1032"/>
                </a:cubicBezTo>
                <a:cubicBezTo>
                  <a:pt x="1005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8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7277760" y="362124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8"/>
                </a:moveTo>
                <a:cubicBezTo>
                  <a:pt x="0" y="157"/>
                  <a:pt x="3" y="167"/>
                  <a:pt x="11" y="176"/>
                </a:cubicBezTo>
                <a:cubicBezTo>
                  <a:pt x="18" y="186"/>
                  <a:pt x="29" y="195"/>
                  <a:pt x="43" y="204"/>
                </a:cubicBezTo>
                <a:cubicBezTo>
                  <a:pt x="58" y="213"/>
                  <a:pt x="75" y="221"/>
                  <a:pt x="96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4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1" y="291"/>
                </a:cubicBezTo>
                <a:cubicBezTo>
                  <a:pt x="498" y="293"/>
                  <a:pt x="535" y="294"/>
                  <a:pt x="573" y="294"/>
                </a:cubicBezTo>
                <a:cubicBezTo>
                  <a:pt x="610" y="294"/>
                  <a:pt x="648" y="293"/>
                  <a:pt x="685" y="291"/>
                </a:cubicBezTo>
                <a:cubicBezTo>
                  <a:pt x="721" y="289"/>
                  <a:pt x="757" y="287"/>
                  <a:pt x="792" y="283"/>
                </a:cubicBezTo>
                <a:cubicBezTo>
                  <a:pt x="827" y="279"/>
                  <a:pt x="860" y="275"/>
                  <a:pt x="891" y="269"/>
                </a:cubicBezTo>
                <a:cubicBezTo>
                  <a:pt x="922" y="264"/>
                  <a:pt x="951" y="258"/>
                  <a:pt x="978" y="251"/>
                </a:cubicBezTo>
                <a:cubicBezTo>
                  <a:pt x="1005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8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8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5" y="50"/>
                  <a:pt x="978" y="43"/>
                </a:cubicBezTo>
                <a:cubicBezTo>
                  <a:pt x="951" y="36"/>
                  <a:pt x="922" y="30"/>
                  <a:pt x="891" y="25"/>
                </a:cubicBezTo>
                <a:cubicBezTo>
                  <a:pt x="860" y="19"/>
                  <a:pt x="827" y="15"/>
                  <a:pt x="792" y="11"/>
                </a:cubicBezTo>
                <a:cubicBezTo>
                  <a:pt x="757" y="8"/>
                  <a:pt x="721" y="5"/>
                  <a:pt x="685" y="3"/>
                </a:cubicBezTo>
                <a:cubicBezTo>
                  <a:pt x="648" y="1"/>
                  <a:pt x="610" y="0"/>
                  <a:pt x="573" y="0"/>
                </a:cubicBezTo>
                <a:cubicBezTo>
                  <a:pt x="535" y="0"/>
                  <a:pt x="498" y="1"/>
                  <a:pt x="461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4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6" y="65"/>
                </a:cubicBezTo>
                <a:cubicBezTo>
                  <a:pt x="75" y="73"/>
                  <a:pt x="58" y="82"/>
                  <a:pt x="43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3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3" y="947"/>
                  <a:pt x="11" y="957"/>
                </a:cubicBezTo>
                <a:cubicBezTo>
                  <a:pt x="18" y="966"/>
                  <a:pt x="29" y="975"/>
                  <a:pt x="43" y="984"/>
                </a:cubicBezTo>
                <a:cubicBezTo>
                  <a:pt x="58" y="993"/>
                  <a:pt x="75" y="1002"/>
                  <a:pt x="96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4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1" y="1072"/>
                </a:cubicBezTo>
                <a:cubicBezTo>
                  <a:pt x="498" y="1074"/>
                  <a:pt x="535" y="1075"/>
                  <a:pt x="573" y="1075"/>
                </a:cubicBezTo>
                <a:cubicBezTo>
                  <a:pt x="610" y="1075"/>
                  <a:pt x="648" y="1074"/>
                  <a:pt x="685" y="1072"/>
                </a:cubicBezTo>
                <a:cubicBezTo>
                  <a:pt x="721" y="1070"/>
                  <a:pt x="757" y="1067"/>
                  <a:pt x="792" y="1063"/>
                </a:cubicBezTo>
                <a:cubicBezTo>
                  <a:pt x="827" y="1060"/>
                  <a:pt x="860" y="1055"/>
                  <a:pt x="891" y="1050"/>
                </a:cubicBezTo>
                <a:cubicBezTo>
                  <a:pt x="922" y="1045"/>
                  <a:pt x="951" y="1039"/>
                  <a:pt x="978" y="1032"/>
                </a:cubicBezTo>
                <a:cubicBezTo>
                  <a:pt x="1005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8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 txBox="1"/>
          <p:nvPr/>
        </p:nvSpPr>
        <p:spPr>
          <a:xfrm>
            <a:off x="7596000" y="296676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7983000" y="3656520"/>
            <a:ext cx="499320" cy="316440"/>
          </a:xfrm>
          <a:custGeom>
            <a:avLst/>
            <a:gdLst/>
            <a:ahLst/>
            <a:rect l="0" t="0" r="r" b="b"/>
            <a:pathLst>
              <a:path w="1387" h="879">
                <a:moveTo>
                  <a:pt x="0" y="0"/>
                </a:moveTo>
                <a:lnTo>
                  <a:pt x="1387" y="0"/>
                </a:lnTo>
                <a:lnTo>
                  <a:pt x="1387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7983000" y="3656520"/>
            <a:ext cx="499320" cy="316440"/>
          </a:xfrm>
          <a:custGeom>
            <a:avLst/>
            <a:gdLst/>
            <a:ahLst/>
            <a:rect l="0" t="0" r="r" b="b"/>
            <a:pathLst>
              <a:path w="1387" h="879">
                <a:moveTo>
                  <a:pt x="0" y="0"/>
                </a:moveTo>
                <a:lnTo>
                  <a:pt x="1387" y="0"/>
                </a:lnTo>
                <a:lnTo>
                  <a:pt x="1387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 txBox="1"/>
          <p:nvPr/>
        </p:nvSpPr>
        <p:spPr>
          <a:xfrm>
            <a:off x="7321680" y="381564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3705840" y="1170720"/>
            <a:ext cx="1922760" cy="2335320"/>
          </a:xfrm>
          <a:custGeom>
            <a:avLst/>
            <a:gdLst/>
            <a:ahLst/>
            <a:rect l="0" t="0" r="r" b="b"/>
            <a:pathLst>
              <a:path w="5341" h="6487">
                <a:moveTo>
                  <a:pt x="0" y="0"/>
                </a:moveTo>
                <a:lnTo>
                  <a:pt x="5341" y="0"/>
                </a:lnTo>
                <a:lnTo>
                  <a:pt x="5341" y="6487"/>
                </a:lnTo>
                <a:lnTo>
                  <a:pt x="0" y="6487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3705840" y="1170720"/>
            <a:ext cx="1922760" cy="2335320"/>
          </a:xfrm>
          <a:custGeom>
            <a:avLst/>
            <a:gdLst/>
            <a:ahLst/>
            <a:rect l="0" t="0" r="r" b="b"/>
            <a:pathLst>
              <a:path w="5341" h="6487">
                <a:moveTo>
                  <a:pt x="0" y="0"/>
                </a:moveTo>
                <a:lnTo>
                  <a:pt x="5341" y="0"/>
                </a:lnTo>
                <a:lnTo>
                  <a:pt x="5341" y="6487"/>
                </a:lnTo>
                <a:lnTo>
                  <a:pt x="0" y="6487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8158680" y="375696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4656240" y="170604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2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3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4632840" y="209808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4628880" y="209592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2"/>
                </a:lnTo>
                <a:lnTo>
                  <a:pt x="125" y="27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5" y="27"/>
                </a:lnTo>
                <a:lnTo>
                  <a:pt x="136" y="32"/>
                </a:lnTo>
                <a:moveTo>
                  <a:pt x="130" y="44"/>
                </a:moveTo>
                <a:lnTo>
                  <a:pt x="125" y="56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5" y="56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5" y="56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1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1"/>
                </a:moveTo>
                <a:lnTo>
                  <a:pt x="101" y="102"/>
                </a:lnTo>
                <a:lnTo>
                  <a:pt x="90" y="96"/>
                </a:lnTo>
                <a:lnTo>
                  <a:pt x="95" y="85"/>
                </a:lnTo>
                <a:lnTo>
                  <a:pt x="107" y="91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90" y="96"/>
                </a:lnTo>
                <a:lnTo>
                  <a:pt x="101" y="102"/>
                </a:lnTo>
                <a:moveTo>
                  <a:pt x="95" y="114"/>
                </a:moveTo>
                <a:lnTo>
                  <a:pt x="90" y="125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90" y="125"/>
                </a:moveTo>
                <a:lnTo>
                  <a:pt x="84" y="137"/>
                </a:lnTo>
                <a:lnTo>
                  <a:pt x="72" y="131"/>
                </a:lnTo>
                <a:lnTo>
                  <a:pt x="78" y="120"/>
                </a:lnTo>
                <a:lnTo>
                  <a:pt x="90" y="125"/>
                </a:lnTo>
                <a:moveTo>
                  <a:pt x="84" y="137"/>
                </a:moveTo>
                <a:lnTo>
                  <a:pt x="77" y="152"/>
                </a:lnTo>
                <a:lnTo>
                  <a:pt x="66" y="130"/>
                </a:lnTo>
                <a:lnTo>
                  <a:pt x="78" y="124"/>
                </a:lnTo>
                <a:lnTo>
                  <a:pt x="83" y="133"/>
                </a:lnTo>
                <a:lnTo>
                  <a:pt x="77" y="136"/>
                </a:lnTo>
                <a:lnTo>
                  <a:pt x="71" y="133"/>
                </a:lnTo>
                <a:lnTo>
                  <a:pt x="72" y="131"/>
                </a:lnTo>
                <a:lnTo>
                  <a:pt x="84" y="137"/>
                </a:lnTo>
                <a:moveTo>
                  <a:pt x="66" y="130"/>
                </a:moveTo>
                <a:lnTo>
                  <a:pt x="61" y="118"/>
                </a:lnTo>
                <a:lnTo>
                  <a:pt x="72" y="112"/>
                </a:lnTo>
                <a:lnTo>
                  <a:pt x="78" y="124"/>
                </a:lnTo>
                <a:lnTo>
                  <a:pt x="66" y="130"/>
                </a:lnTo>
                <a:moveTo>
                  <a:pt x="61" y="118"/>
                </a:moveTo>
                <a:lnTo>
                  <a:pt x="55" y="106"/>
                </a:lnTo>
                <a:lnTo>
                  <a:pt x="66" y="101"/>
                </a:lnTo>
                <a:lnTo>
                  <a:pt x="72" y="112"/>
                </a:lnTo>
                <a:lnTo>
                  <a:pt x="61" y="118"/>
                </a:lnTo>
                <a:moveTo>
                  <a:pt x="55" y="106"/>
                </a:moveTo>
                <a:lnTo>
                  <a:pt x="48" y="95"/>
                </a:lnTo>
                <a:lnTo>
                  <a:pt x="61" y="89"/>
                </a:lnTo>
                <a:lnTo>
                  <a:pt x="66" y="101"/>
                </a:lnTo>
                <a:lnTo>
                  <a:pt x="55" y="106"/>
                </a:lnTo>
                <a:moveTo>
                  <a:pt x="48" y="95"/>
                </a:moveTo>
                <a:lnTo>
                  <a:pt x="42" y="83"/>
                </a:lnTo>
                <a:lnTo>
                  <a:pt x="55" y="77"/>
                </a:lnTo>
                <a:lnTo>
                  <a:pt x="61" y="89"/>
                </a:lnTo>
                <a:lnTo>
                  <a:pt x="48" y="95"/>
                </a:lnTo>
                <a:moveTo>
                  <a:pt x="42" y="83"/>
                </a:moveTo>
                <a:lnTo>
                  <a:pt x="36" y="71"/>
                </a:lnTo>
                <a:lnTo>
                  <a:pt x="48" y="66"/>
                </a:lnTo>
                <a:lnTo>
                  <a:pt x="55" y="77"/>
                </a:lnTo>
                <a:lnTo>
                  <a:pt x="42" y="83"/>
                </a:lnTo>
                <a:moveTo>
                  <a:pt x="36" y="71"/>
                </a:moveTo>
                <a:lnTo>
                  <a:pt x="31" y="60"/>
                </a:lnTo>
                <a:lnTo>
                  <a:pt x="42" y="54"/>
                </a:lnTo>
                <a:lnTo>
                  <a:pt x="48" y="66"/>
                </a:lnTo>
                <a:lnTo>
                  <a:pt x="36" y="71"/>
                </a:lnTo>
                <a:moveTo>
                  <a:pt x="31" y="60"/>
                </a:moveTo>
                <a:lnTo>
                  <a:pt x="25" y="48"/>
                </a:lnTo>
                <a:lnTo>
                  <a:pt x="36" y="42"/>
                </a:lnTo>
                <a:lnTo>
                  <a:pt x="42" y="54"/>
                </a:lnTo>
                <a:lnTo>
                  <a:pt x="31" y="60"/>
                </a:lnTo>
                <a:moveTo>
                  <a:pt x="25" y="48"/>
                </a:moveTo>
                <a:lnTo>
                  <a:pt x="19" y="37"/>
                </a:lnTo>
                <a:lnTo>
                  <a:pt x="31" y="31"/>
                </a:lnTo>
                <a:lnTo>
                  <a:pt x="36" y="42"/>
                </a:lnTo>
                <a:lnTo>
                  <a:pt x="25" y="48"/>
                </a:lnTo>
                <a:moveTo>
                  <a:pt x="19" y="37"/>
                </a:moveTo>
                <a:lnTo>
                  <a:pt x="13" y="25"/>
                </a:lnTo>
                <a:lnTo>
                  <a:pt x="25" y="19"/>
                </a:lnTo>
                <a:lnTo>
                  <a:pt x="31" y="31"/>
                </a:lnTo>
                <a:lnTo>
                  <a:pt x="19" y="37"/>
                </a:lnTo>
                <a:moveTo>
                  <a:pt x="13" y="25"/>
                </a:moveTo>
                <a:lnTo>
                  <a:pt x="7" y="13"/>
                </a:lnTo>
                <a:lnTo>
                  <a:pt x="19" y="8"/>
                </a:lnTo>
                <a:lnTo>
                  <a:pt x="25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8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4281840" y="2460960"/>
            <a:ext cx="218160" cy="415800"/>
          </a:xfrm>
          <a:custGeom>
            <a:avLst/>
            <a:gdLst/>
            <a:ahLst/>
            <a:rect l="0" t="0" r="r" b="b"/>
            <a:pathLst>
              <a:path fill="none" w="606" h="1155">
                <a:moveTo>
                  <a:pt x="606" y="0"/>
                </a:moveTo>
                <a:lnTo>
                  <a:pt x="505" y="102"/>
                </a:lnTo>
                <a:cubicBezTo>
                  <a:pt x="403" y="203"/>
                  <a:pt x="202" y="407"/>
                  <a:pt x="101" y="599"/>
                </a:cubicBezTo>
                <a:cubicBezTo>
                  <a:pt x="0" y="792"/>
                  <a:pt x="0" y="974"/>
                  <a:pt x="0" y="1065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4258440" y="285300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4254840" y="285084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1" y="22"/>
                </a:moveTo>
                <a:lnTo>
                  <a:pt x="136" y="33"/>
                </a:lnTo>
                <a:lnTo>
                  <a:pt x="124" y="28"/>
                </a:lnTo>
                <a:lnTo>
                  <a:pt x="130" y="16"/>
                </a:lnTo>
                <a:lnTo>
                  <a:pt x="141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8"/>
                </a:lnTo>
                <a:lnTo>
                  <a:pt x="136" y="33"/>
                </a:lnTo>
                <a:moveTo>
                  <a:pt x="130" y="45"/>
                </a:moveTo>
                <a:lnTo>
                  <a:pt x="124" y="57"/>
                </a:lnTo>
                <a:lnTo>
                  <a:pt x="112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7"/>
                </a:moveTo>
                <a:lnTo>
                  <a:pt x="118" y="68"/>
                </a:lnTo>
                <a:lnTo>
                  <a:pt x="106" y="63"/>
                </a:lnTo>
                <a:lnTo>
                  <a:pt x="112" y="51"/>
                </a:lnTo>
                <a:lnTo>
                  <a:pt x="124" y="57"/>
                </a:lnTo>
                <a:moveTo>
                  <a:pt x="118" y="68"/>
                </a:moveTo>
                <a:lnTo>
                  <a:pt x="112" y="80"/>
                </a:lnTo>
                <a:lnTo>
                  <a:pt x="101" y="74"/>
                </a:lnTo>
                <a:lnTo>
                  <a:pt x="106" y="63"/>
                </a:lnTo>
                <a:lnTo>
                  <a:pt x="118" y="68"/>
                </a:lnTo>
                <a:moveTo>
                  <a:pt x="112" y="80"/>
                </a:moveTo>
                <a:lnTo>
                  <a:pt x="106" y="92"/>
                </a:lnTo>
                <a:lnTo>
                  <a:pt x="95" y="86"/>
                </a:lnTo>
                <a:lnTo>
                  <a:pt x="101" y="74"/>
                </a:lnTo>
                <a:lnTo>
                  <a:pt x="112" y="80"/>
                </a:lnTo>
                <a:moveTo>
                  <a:pt x="106" y="92"/>
                </a:moveTo>
                <a:lnTo>
                  <a:pt x="101" y="103"/>
                </a:lnTo>
                <a:lnTo>
                  <a:pt x="89" y="97"/>
                </a:lnTo>
                <a:lnTo>
                  <a:pt x="95" y="86"/>
                </a:lnTo>
                <a:lnTo>
                  <a:pt x="106" y="92"/>
                </a:lnTo>
                <a:moveTo>
                  <a:pt x="101" y="103"/>
                </a:moveTo>
                <a:lnTo>
                  <a:pt x="95" y="115"/>
                </a:lnTo>
                <a:lnTo>
                  <a:pt x="83" y="109"/>
                </a:lnTo>
                <a:lnTo>
                  <a:pt x="89" y="97"/>
                </a:lnTo>
                <a:lnTo>
                  <a:pt x="101" y="103"/>
                </a:lnTo>
                <a:moveTo>
                  <a:pt x="95" y="115"/>
                </a:moveTo>
                <a:lnTo>
                  <a:pt x="89" y="127"/>
                </a:lnTo>
                <a:lnTo>
                  <a:pt x="77" y="121"/>
                </a:lnTo>
                <a:lnTo>
                  <a:pt x="83" y="109"/>
                </a:lnTo>
                <a:lnTo>
                  <a:pt x="95" y="115"/>
                </a:lnTo>
                <a:moveTo>
                  <a:pt x="89" y="127"/>
                </a:moveTo>
                <a:lnTo>
                  <a:pt x="83" y="138"/>
                </a:lnTo>
                <a:lnTo>
                  <a:pt x="72" y="132"/>
                </a:lnTo>
                <a:lnTo>
                  <a:pt x="77" y="121"/>
                </a:lnTo>
                <a:lnTo>
                  <a:pt x="89" y="127"/>
                </a:lnTo>
                <a:moveTo>
                  <a:pt x="83" y="138"/>
                </a:moveTo>
                <a:lnTo>
                  <a:pt x="76" y="152"/>
                </a:lnTo>
                <a:lnTo>
                  <a:pt x="66" y="131"/>
                </a:lnTo>
                <a:lnTo>
                  <a:pt x="77" y="125"/>
                </a:lnTo>
                <a:lnTo>
                  <a:pt x="82" y="134"/>
                </a:lnTo>
                <a:lnTo>
                  <a:pt x="76" y="137"/>
                </a:lnTo>
                <a:lnTo>
                  <a:pt x="71" y="134"/>
                </a:lnTo>
                <a:lnTo>
                  <a:pt x="72" y="132"/>
                </a:lnTo>
                <a:lnTo>
                  <a:pt x="83" y="138"/>
                </a:lnTo>
                <a:moveTo>
                  <a:pt x="66" y="131"/>
                </a:moveTo>
                <a:lnTo>
                  <a:pt x="60" y="119"/>
                </a:lnTo>
                <a:lnTo>
                  <a:pt x="72" y="113"/>
                </a:lnTo>
                <a:lnTo>
                  <a:pt x="77" y="125"/>
                </a:lnTo>
                <a:lnTo>
                  <a:pt x="66" y="131"/>
                </a:lnTo>
                <a:moveTo>
                  <a:pt x="60" y="119"/>
                </a:moveTo>
                <a:lnTo>
                  <a:pt x="54" y="107"/>
                </a:lnTo>
                <a:lnTo>
                  <a:pt x="66" y="102"/>
                </a:lnTo>
                <a:lnTo>
                  <a:pt x="72" y="113"/>
                </a:lnTo>
                <a:lnTo>
                  <a:pt x="60" y="119"/>
                </a:lnTo>
                <a:moveTo>
                  <a:pt x="54" y="107"/>
                </a:moveTo>
                <a:lnTo>
                  <a:pt x="48" y="96"/>
                </a:lnTo>
                <a:lnTo>
                  <a:pt x="60" y="90"/>
                </a:lnTo>
                <a:lnTo>
                  <a:pt x="66" y="102"/>
                </a:lnTo>
                <a:lnTo>
                  <a:pt x="54" y="107"/>
                </a:lnTo>
                <a:moveTo>
                  <a:pt x="48" y="96"/>
                </a:moveTo>
                <a:lnTo>
                  <a:pt x="43" y="84"/>
                </a:lnTo>
                <a:lnTo>
                  <a:pt x="54" y="78"/>
                </a:lnTo>
                <a:lnTo>
                  <a:pt x="60" y="90"/>
                </a:lnTo>
                <a:lnTo>
                  <a:pt x="48" y="96"/>
                </a:lnTo>
                <a:moveTo>
                  <a:pt x="43" y="84"/>
                </a:moveTo>
                <a:lnTo>
                  <a:pt x="37" y="73"/>
                </a:lnTo>
                <a:lnTo>
                  <a:pt x="48" y="67"/>
                </a:lnTo>
                <a:lnTo>
                  <a:pt x="54" y="78"/>
                </a:lnTo>
                <a:lnTo>
                  <a:pt x="43" y="84"/>
                </a:lnTo>
                <a:moveTo>
                  <a:pt x="37" y="73"/>
                </a:moveTo>
                <a:lnTo>
                  <a:pt x="30" y="61"/>
                </a:lnTo>
                <a:lnTo>
                  <a:pt x="43" y="55"/>
                </a:lnTo>
                <a:lnTo>
                  <a:pt x="48" y="67"/>
                </a:lnTo>
                <a:lnTo>
                  <a:pt x="37" y="73"/>
                </a:lnTo>
                <a:moveTo>
                  <a:pt x="30" y="61"/>
                </a:moveTo>
                <a:lnTo>
                  <a:pt x="24" y="49"/>
                </a:lnTo>
                <a:lnTo>
                  <a:pt x="37" y="43"/>
                </a:lnTo>
                <a:lnTo>
                  <a:pt x="43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8"/>
                </a:lnTo>
                <a:lnTo>
                  <a:pt x="30" y="32"/>
                </a:lnTo>
                <a:lnTo>
                  <a:pt x="37" y="43"/>
                </a:lnTo>
                <a:lnTo>
                  <a:pt x="24" y="49"/>
                </a:lnTo>
                <a:moveTo>
                  <a:pt x="18" y="38"/>
                </a:moveTo>
                <a:lnTo>
                  <a:pt x="12" y="26"/>
                </a:lnTo>
                <a:lnTo>
                  <a:pt x="24" y="20"/>
                </a:lnTo>
                <a:lnTo>
                  <a:pt x="30" y="32"/>
                </a:lnTo>
                <a:lnTo>
                  <a:pt x="18" y="38"/>
                </a:lnTo>
                <a:moveTo>
                  <a:pt x="12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2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4"/>
                </a:lnTo>
                <a:lnTo>
                  <a:pt x="10" y="14"/>
                </a:lnTo>
                <a:lnTo>
                  <a:pt x="10" y="6"/>
                </a:lnTo>
                <a:lnTo>
                  <a:pt x="16" y="3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4"/>
                </a:lnTo>
                <a:lnTo>
                  <a:pt x="19" y="14"/>
                </a:lnTo>
                <a:lnTo>
                  <a:pt x="19" y="0"/>
                </a:lnTo>
                <a:moveTo>
                  <a:pt x="32" y="0"/>
                </a:moveTo>
                <a:lnTo>
                  <a:pt x="46" y="0"/>
                </a:lnTo>
                <a:lnTo>
                  <a:pt x="46" y="14"/>
                </a:lnTo>
                <a:lnTo>
                  <a:pt x="32" y="14"/>
                </a:lnTo>
                <a:lnTo>
                  <a:pt x="32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4"/>
                </a:lnTo>
                <a:lnTo>
                  <a:pt x="46" y="14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4"/>
                </a:lnTo>
                <a:lnTo>
                  <a:pt x="59" y="14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4"/>
                </a:lnTo>
                <a:lnTo>
                  <a:pt x="72" y="14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4"/>
                </a:lnTo>
                <a:lnTo>
                  <a:pt x="85" y="14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4"/>
                </a:lnTo>
                <a:lnTo>
                  <a:pt x="98" y="14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4"/>
                </a:lnTo>
                <a:lnTo>
                  <a:pt x="111" y="14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4"/>
                </a:lnTo>
                <a:lnTo>
                  <a:pt x="124" y="14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2"/>
                </a:lnTo>
                <a:lnTo>
                  <a:pt x="130" y="16"/>
                </a:lnTo>
                <a:lnTo>
                  <a:pt x="136" y="3"/>
                </a:lnTo>
                <a:lnTo>
                  <a:pt x="141" y="6"/>
                </a:lnTo>
                <a:lnTo>
                  <a:pt x="141" y="14"/>
                </a:lnTo>
                <a:lnTo>
                  <a:pt x="137" y="14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4812840" y="2460960"/>
            <a:ext cx="218160" cy="451080"/>
          </a:xfrm>
          <a:custGeom>
            <a:avLst/>
            <a:gdLst/>
            <a:ahLst/>
            <a:rect l="0" t="0" r="r" b="b"/>
            <a:pathLst>
              <a:path fill="none" w="606" h="1253">
                <a:moveTo>
                  <a:pt x="0" y="0"/>
                </a:moveTo>
                <a:lnTo>
                  <a:pt x="101" y="103"/>
                </a:lnTo>
                <a:cubicBezTo>
                  <a:pt x="202" y="204"/>
                  <a:pt x="404" y="408"/>
                  <a:pt x="505" y="616"/>
                </a:cubicBezTo>
                <a:cubicBezTo>
                  <a:pt x="606" y="825"/>
                  <a:pt x="606" y="1039"/>
                  <a:pt x="606" y="1146"/>
                </a:cubicBezTo>
                <a:lnTo>
                  <a:pt x="606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5007240" y="288828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5003280" y="288612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2" y="21"/>
                </a:moveTo>
                <a:lnTo>
                  <a:pt x="136" y="32"/>
                </a:lnTo>
                <a:lnTo>
                  <a:pt x="124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8" y="38"/>
                </a:lnTo>
                <a:lnTo>
                  <a:pt x="124" y="26"/>
                </a:lnTo>
                <a:lnTo>
                  <a:pt x="136" y="32"/>
                </a:lnTo>
                <a:moveTo>
                  <a:pt x="130" y="44"/>
                </a:moveTo>
                <a:lnTo>
                  <a:pt x="124" y="56"/>
                </a:lnTo>
                <a:lnTo>
                  <a:pt x="113" y="50"/>
                </a:lnTo>
                <a:lnTo>
                  <a:pt x="118" y="38"/>
                </a:lnTo>
                <a:lnTo>
                  <a:pt x="130" y="44"/>
                </a:lnTo>
                <a:moveTo>
                  <a:pt x="124" y="56"/>
                </a:moveTo>
                <a:lnTo>
                  <a:pt x="118" y="68"/>
                </a:lnTo>
                <a:lnTo>
                  <a:pt x="107" y="61"/>
                </a:lnTo>
                <a:lnTo>
                  <a:pt x="113" y="50"/>
                </a:lnTo>
                <a:lnTo>
                  <a:pt x="124" y="56"/>
                </a:lnTo>
                <a:moveTo>
                  <a:pt x="118" y="68"/>
                </a:moveTo>
                <a:lnTo>
                  <a:pt x="113" y="80"/>
                </a:lnTo>
                <a:lnTo>
                  <a:pt x="101" y="74"/>
                </a:lnTo>
                <a:lnTo>
                  <a:pt x="107" y="61"/>
                </a:lnTo>
                <a:lnTo>
                  <a:pt x="118" y="68"/>
                </a:lnTo>
                <a:moveTo>
                  <a:pt x="113" y="80"/>
                </a:moveTo>
                <a:lnTo>
                  <a:pt x="107" y="91"/>
                </a:lnTo>
                <a:lnTo>
                  <a:pt x="95" y="86"/>
                </a:lnTo>
                <a:lnTo>
                  <a:pt x="101" y="74"/>
                </a:lnTo>
                <a:lnTo>
                  <a:pt x="113" y="80"/>
                </a:lnTo>
                <a:moveTo>
                  <a:pt x="107" y="91"/>
                </a:moveTo>
                <a:lnTo>
                  <a:pt x="101" y="103"/>
                </a:lnTo>
                <a:lnTo>
                  <a:pt x="89" y="97"/>
                </a:lnTo>
                <a:lnTo>
                  <a:pt x="95" y="86"/>
                </a:lnTo>
                <a:lnTo>
                  <a:pt x="107" y="91"/>
                </a:lnTo>
                <a:moveTo>
                  <a:pt x="101" y="103"/>
                </a:moveTo>
                <a:lnTo>
                  <a:pt x="95" y="115"/>
                </a:lnTo>
                <a:lnTo>
                  <a:pt x="83" y="109"/>
                </a:lnTo>
                <a:lnTo>
                  <a:pt x="89" y="97"/>
                </a:lnTo>
                <a:lnTo>
                  <a:pt x="101" y="103"/>
                </a:lnTo>
                <a:moveTo>
                  <a:pt x="95" y="115"/>
                </a:moveTo>
                <a:lnTo>
                  <a:pt x="89" y="126"/>
                </a:lnTo>
                <a:lnTo>
                  <a:pt x="78" y="121"/>
                </a:lnTo>
                <a:lnTo>
                  <a:pt x="83" y="109"/>
                </a:lnTo>
                <a:lnTo>
                  <a:pt x="95" y="115"/>
                </a:lnTo>
                <a:moveTo>
                  <a:pt x="89" y="126"/>
                </a:moveTo>
                <a:lnTo>
                  <a:pt x="83" y="138"/>
                </a:lnTo>
                <a:lnTo>
                  <a:pt x="72" y="132"/>
                </a:lnTo>
                <a:lnTo>
                  <a:pt x="78" y="121"/>
                </a:lnTo>
                <a:lnTo>
                  <a:pt x="89" y="126"/>
                </a:lnTo>
                <a:moveTo>
                  <a:pt x="83" y="138"/>
                </a:moveTo>
                <a:lnTo>
                  <a:pt x="77" y="152"/>
                </a:lnTo>
                <a:lnTo>
                  <a:pt x="65" y="131"/>
                </a:lnTo>
                <a:lnTo>
                  <a:pt x="78" y="125"/>
                </a:lnTo>
                <a:lnTo>
                  <a:pt x="82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3" y="138"/>
                </a:lnTo>
                <a:moveTo>
                  <a:pt x="65" y="131"/>
                </a:moveTo>
                <a:lnTo>
                  <a:pt x="59" y="119"/>
                </a:lnTo>
                <a:lnTo>
                  <a:pt x="72" y="113"/>
                </a:lnTo>
                <a:lnTo>
                  <a:pt x="78" y="125"/>
                </a:lnTo>
                <a:lnTo>
                  <a:pt x="65" y="131"/>
                </a:lnTo>
                <a:moveTo>
                  <a:pt x="59" y="119"/>
                </a:moveTo>
                <a:lnTo>
                  <a:pt x="53" y="107"/>
                </a:lnTo>
                <a:lnTo>
                  <a:pt x="65" y="101"/>
                </a:lnTo>
                <a:lnTo>
                  <a:pt x="72" y="113"/>
                </a:lnTo>
                <a:lnTo>
                  <a:pt x="59" y="119"/>
                </a:lnTo>
                <a:moveTo>
                  <a:pt x="53" y="107"/>
                </a:moveTo>
                <a:lnTo>
                  <a:pt x="48" y="96"/>
                </a:lnTo>
                <a:lnTo>
                  <a:pt x="59" y="90"/>
                </a:lnTo>
                <a:lnTo>
                  <a:pt x="65" y="101"/>
                </a:lnTo>
                <a:lnTo>
                  <a:pt x="53" y="107"/>
                </a:lnTo>
                <a:moveTo>
                  <a:pt x="48" y="96"/>
                </a:moveTo>
                <a:lnTo>
                  <a:pt x="42" y="84"/>
                </a:lnTo>
                <a:lnTo>
                  <a:pt x="53" y="78"/>
                </a:lnTo>
                <a:lnTo>
                  <a:pt x="59" y="90"/>
                </a:lnTo>
                <a:lnTo>
                  <a:pt x="48" y="96"/>
                </a:lnTo>
                <a:moveTo>
                  <a:pt x="42" y="84"/>
                </a:moveTo>
                <a:lnTo>
                  <a:pt x="36" y="72"/>
                </a:lnTo>
                <a:lnTo>
                  <a:pt x="48" y="67"/>
                </a:lnTo>
                <a:lnTo>
                  <a:pt x="53" y="78"/>
                </a:lnTo>
                <a:lnTo>
                  <a:pt x="42" y="84"/>
                </a:lnTo>
                <a:moveTo>
                  <a:pt x="36" y="72"/>
                </a:moveTo>
                <a:lnTo>
                  <a:pt x="30" y="60"/>
                </a:lnTo>
                <a:lnTo>
                  <a:pt x="42" y="54"/>
                </a:lnTo>
                <a:lnTo>
                  <a:pt x="48" y="67"/>
                </a:lnTo>
                <a:lnTo>
                  <a:pt x="36" y="72"/>
                </a:lnTo>
                <a:moveTo>
                  <a:pt x="30" y="60"/>
                </a:moveTo>
                <a:lnTo>
                  <a:pt x="24" y="48"/>
                </a:lnTo>
                <a:lnTo>
                  <a:pt x="36" y="42"/>
                </a:lnTo>
                <a:lnTo>
                  <a:pt x="42" y="54"/>
                </a:lnTo>
                <a:lnTo>
                  <a:pt x="30" y="60"/>
                </a:lnTo>
                <a:moveTo>
                  <a:pt x="24" y="48"/>
                </a:moveTo>
                <a:lnTo>
                  <a:pt x="19" y="37"/>
                </a:lnTo>
                <a:lnTo>
                  <a:pt x="30" y="31"/>
                </a:lnTo>
                <a:lnTo>
                  <a:pt x="36" y="42"/>
                </a:lnTo>
                <a:lnTo>
                  <a:pt x="24" y="48"/>
                </a:lnTo>
                <a:moveTo>
                  <a:pt x="19" y="37"/>
                </a:moveTo>
                <a:lnTo>
                  <a:pt x="13" y="25"/>
                </a:lnTo>
                <a:lnTo>
                  <a:pt x="24" y="19"/>
                </a:lnTo>
                <a:lnTo>
                  <a:pt x="30" y="31"/>
                </a:lnTo>
                <a:lnTo>
                  <a:pt x="19" y="37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4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6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8" y="0"/>
                </a:lnTo>
                <a:lnTo>
                  <a:pt x="58" y="13"/>
                </a:lnTo>
                <a:lnTo>
                  <a:pt x="45" y="13"/>
                </a:lnTo>
                <a:lnTo>
                  <a:pt x="45" y="0"/>
                </a:lnTo>
                <a:moveTo>
                  <a:pt x="58" y="0"/>
                </a:moveTo>
                <a:lnTo>
                  <a:pt x="72" y="0"/>
                </a:lnTo>
                <a:lnTo>
                  <a:pt x="72" y="13"/>
                </a:lnTo>
                <a:lnTo>
                  <a:pt x="58" y="13"/>
                </a:lnTo>
                <a:lnTo>
                  <a:pt x="58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4120200" y="138996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4120200" y="138996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4388040" y="1183320"/>
            <a:ext cx="55692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B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4218480" y="2144880"/>
            <a:ext cx="875880" cy="316440"/>
          </a:xfrm>
          <a:custGeom>
            <a:avLst/>
            <a:gdLst/>
            <a:ahLst/>
            <a:rect l="0" t="0" r="r" b="b"/>
            <a:pathLst>
              <a:path w="2433" h="879">
                <a:moveTo>
                  <a:pt x="0" y="0"/>
                </a:moveTo>
                <a:lnTo>
                  <a:pt x="2433" y="0"/>
                </a:lnTo>
                <a:lnTo>
                  <a:pt x="2433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/>
          <p:nvPr/>
        </p:nvSpPr>
        <p:spPr>
          <a:xfrm>
            <a:off x="4218480" y="2144880"/>
            <a:ext cx="875880" cy="316440"/>
          </a:xfrm>
          <a:custGeom>
            <a:avLst/>
            <a:gdLst/>
            <a:ahLst/>
            <a:rect l="0" t="0" r="r" b="b"/>
            <a:pathLst>
              <a:path w="2433" h="879">
                <a:moveTo>
                  <a:pt x="0" y="0"/>
                </a:moveTo>
                <a:lnTo>
                  <a:pt x="2433" y="0"/>
                </a:lnTo>
                <a:lnTo>
                  <a:pt x="2433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 txBox="1"/>
          <p:nvPr/>
        </p:nvSpPr>
        <p:spPr>
          <a:xfrm>
            <a:off x="4295880" y="149076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4075560" y="289980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7"/>
                </a:moveTo>
                <a:cubicBezTo>
                  <a:pt x="0" y="156"/>
                  <a:pt x="4" y="166"/>
                  <a:pt x="11" y="175"/>
                </a:cubicBezTo>
                <a:cubicBezTo>
                  <a:pt x="19" y="185"/>
                  <a:pt x="30" y="194"/>
                  <a:pt x="44" y="203"/>
                </a:cubicBezTo>
                <a:cubicBezTo>
                  <a:pt x="58" y="212"/>
                  <a:pt x="76" y="220"/>
                  <a:pt x="97" y="228"/>
                </a:cubicBezTo>
                <a:cubicBezTo>
                  <a:pt x="118" y="236"/>
                  <a:pt x="142" y="244"/>
                  <a:pt x="168" y="250"/>
                </a:cubicBezTo>
                <a:cubicBezTo>
                  <a:pt x="195" y="257"/>
                  <a:pt x="224" y="263"/>
                  <a:pt x="255" y="269"/>
                </a:cubicBezTo>
                <a:cubicBezTo>
                  <a:pt x="286" y="274"/>
                  <a:pt x="319" y="279"/>
                  <a:pt x="354" y="282"/>
                </a:cubicBezTo>
                <a:cubicBezTo>
                  <a:pt x="389" y="286"/>
                  <a:pt x="425" y="289"/>
                  <a:pt x="462" y="291"/>
                </a:cubicBezTo>
                <a:cubicBezTo>
                  <a:pt x="498" y="292"/>
                  <a:pt x="536" y="293"/>
                  <a:pt x="573" y="293"/>
                </a:cubicBezTo>
                <a:cubicBezTo>
                  <a:pt x="611" y="293"/>
                  <a:pt x="648" y="292"/>
                  <a:pt x="685" y="291"/>
                </a:cubicBezTo>
                <a:cubicBezTo>
                  <a:pt x="723" y="289"/>
                  <a:pt x="759" y="286"/>
                  <a:pt x="794" y="282"/>
                </a:cubicBezTo>
                <a:cubicBezTo>
                  <a:pt x="828" y="279"/>
                  <a:pt x="861" y="274"/>
                  <a:pt x="893" y="269"/>
                </a:cubicBezTo>
                <a:cubicBezTo>
                  <a:pt x="924" y="263"/>
                  <a:pt x="953" y="257"/>
                  <a:pt x="979" y="250"/>
                </a:cubicBezTo>
                <a:cubicBezTo>
                  <a:pt x="1006" y="244"/>
                  <a:pt x="1030" y="236"/>
                  <a:pt x="1051" y="228"/>
                </a:cubicBezTo>
                <a:cubicBezTo>
                  <a:pt x="1072" y="220"/>
                  <a:pt x="1089" y="212"/>
                  <a:pt x="1104" y="203"/>
                </a:cubicBezTo>
                <a:cubicBezTo>
                  <a:pt x="1118" y="194"/>
                  <a:pt x="1129" y="185"/>
                  <a:pt x="1136" y="175"/>
                </a:cubicBezTo>
                <a:cubicBezTo>
                  <a:pt x="1144" y="166"/>
                  <a:pt x="1147" y="156"/>
                  <a:pt x="1147" y="147"/>
                </a:cubicBezTo>
                <a:cubicBezTo>
                  <a:pt x="1147" y="137"/>
                  <a:pt x="1144" y="128"/>
                  <a:pt x="1136" y="118"/>
                </a:cubicBezTo>
                <a:cubicBezTo>
                  <a:pt x="1129" y="109"/>
                  <a:pt x="1118" y="100"/>
                  <a:pt x="1104" y="91"/>
                </a:cubicBezTo>
                <a:cubicBezTo>
                  <a:pt x="1089" y="82"/>
                  <a:pt x="1072" y="73"/>
                  <a:pt x="1051" y="65"/>
                </a:cubicBezTo>
                <a:cubicBezTo>
                  <a:pt x="1030" y="57"/>
                  <a:pt x="1006" y="50"/>
                  <a:pt x="979" y="43"/>
                </a:cubicBezTo>
                <a:cubicBezTo>
                  <a:pt x="953" y="36"/>
                  <a:pt x="924" y="30"/>
                  <a:pt x="893" y="25"/>
                </a:cubicBezTo>
                <a:cubicBezTo>
                  <a:pt x="861" y="20"/>
                  <a:pt x="828" y="15"/>
                  <a:pt x="794" y="11"/>
                </a:cubicBezTo>
                <a:cubicBezTo>
                  <a:pt x="759" y="8"/>
                  <a:pt x="723" y="5"/>
                  <a:pt x="685" y="3"/>
                </a:cubicBezTo>
                <a:cubicBezTo>
                  <a:pt x="648" y="1"/>
                  <a:pt x="611" y="0"/>
                  <a:pt x="573" y="0"/>
                </a:cubicBezTo>
                <a:cubicBezTo>
                  <a:pt x="536" y="0"/>
                  <a:pt x="498" y="1"/>
                  <a:pt x="462" y="3"/>
                </a:cubicBezTo>
                <a:cubicBezTo>
                  <a:pt x="425" y="5"/>
                  <a:pt x="389" y="8"/>
                  <a:pt x="354" y="11"/>
                </a:cubicBezTo>
                <a:cubicBezTo>
                  <a:pt x="319" y="15"/>
                  <a:pt x="286" y="20"/>
                  <a:pt x="255" y="25"/>
                </a:cubicBezTo>
                <a:cubicBezTo>
                  <a:pt x="224" y="30"/>
                  <a:pt x="195" y="36"/>
                  <a:pt x="168" y="43"/>
                </a:cubicBezTo>
                <a:cubicBezTo>
                  <a:pt x="142" y="50"/>
                  <a:pt x="118" y="57"/>
                  <a:pt x="97" y="65"/>
                </a:cubicBezTo>
                <a:cubicBezTo>
                  <a:pt x="76" y="73"/>
                  <a:pt x="58" y="82"/>
                  <a:pt x="44" y="91"/>
                </a:cubicBezTo>
                <a:cubicBezTo>
                  <a:pt x="30" y="100"/>
                  <a:pt x="19" y="109"/>
                  <a:pt x="11" y="118"/>
                </a:cubicBezTo>
                <a:cubicBezTo>
                  <a:pt x="4" y="128"/>
                  <a:pt x="0" y="137"/>
                  <a:pt x="0" y="147"/>
                </a:cubicBezTo>
                <a:lnTo>
                  <a:pt x="0" y="927"/>
                </a:lnTo>
                <a:cubicBezTo>
                  <a:pt x="0" y="937"/>
                  <a:pt x="4" y="947"/>
                  <a:pt x="11" y="956"/>
                </a:cubicBezTo>
                <a:cubicBezTo>
                  <a:pt x="19" y="965"/>
                  <a:pt x="30" y="975"/>
                  <a:pt x="44" y="983"/>
                </a:cubicBezTo>
                <a:cubicBezTo>
                  <a:pt x="58" y="992"/>
                  <a:pt x="76" y="1001"/>
                  <a:pt x="97" y="1009"/>
                </a:cubicBezTo>
                <a:cubicBezTo>
                  <a:pt x="118" y="1017"/>
                  <a:pt x="142" y="1024"/>
                  <a:pt x="168" y="1031"/>
                </a:cubicBezTo>
                <a:cubicBezTo>
                  <a:pt x="195" y="1038"/>
                  <a:pt x="224" y="1044"/>
                  <a:pt x="255" y="1049"/>
                </a:cubicBezTo>
                <a:cubicBezTo>
                  <a:pt x="286" y="1055"/>
                  <a:pt x="319" y="1059"/>
                  <a:pt x="354" y="1063"/>
                </a:cubicBezTo>
                <a:cubicBezTo>
                  <a:pt x="389" y="1067"/>
                  <a:pt x="425" y="1070"/>
                  <a:pt x="462" y="1072"/>
                </a:cubicBezTo>
                <a:cubicBezTo>
                  <a:pt x="498" y="1074"/>
                  <a:pt x="536" y="1075"/>
                  <a:pt x="573" y="1075"/>
                </a:cubicBezTo>
                <a:cubicBezTo>
                  <a:pt x="611" y="1075"/>
                  <a:pt x="648" y="1074"/>
                  <a:pt x="685" y="1072"/>
                </a:cubicBezTo>
                <a:cubicBezTo>
                  <a:pt x="723" y="1070"/>
                  <a:pt x="759" y="1067"/>
                  <a:pt x="794" y="1063"/>
                </a:cubicBezTo>
                <a:cubicBezTo>
                  <a:pt x="828" y="1059"/>
                  <a:pt x="861" y="1055"/>
                  <a:pt x="893" y="1049"/>
                </a:cubicBezTo>
                <a:cubicBezTo>
                  <a:pt x="924" y="1044"/>
                  <a:pt x="953" y="1038"/>
                  <a:pt x="979" y="1031"/>
                </a:cubicBezTo>
                <a:cubicBezTo>
                  <a:pt x="1006" y="1024"/>
                  <a:pt x="1030" y="1017"/>
                  <a:pt x="1051" y="1009"/>
                </a:cubicBezTo>
                <a:cubicBezTo>
                  <a:pt x="1072" y="1001"/>
                  <a:pt x="1089" y="992"/>
                  <a:pt x="1104" y="983"/>
                </a:cubicBezTo>
                <a:cubicBezTo>
                  <a:pt x="1118" y="975"/>
                  <a:pt x="1129" y="965"/>
                  <a:pt x="1136" y="956"/>
                </a:cubicBezTo>
                <a:cubicBezTo>
                  <a:pt x="1144" y="947"/>
                  <a:pt x="1147" y="937"/>
                  <a:pt x="1147" y="927"/>
                </a:cubicBezTo>
                <a:lnTo>
                  <a:pt x="1147" y="147"/>
                </a:lnTo>
                <a:lnTo>
                  <a:pt x="0" y="14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4075560" y="289980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7"/>
                </a:moveTo>
                <a:cubicBezTo>
                  <a:pt x="0" y="156"/>
                  <a:pt x="4" y="166"/>
                  <a:pt x="11" y="175"/>
                </a:cubicBezTo>
                <a:cubicBezTo>
                  <a:pt x="19" y="185"/>
                  <a:pt x="30" y="194"/>
                  <a:pt x="44" y="203"/>
                </a:cubicBezTo>
                <a:cubicBezTo>
                  <a:pt x="58" y="212"/>
                  <a:pt x="76" y="220"/>
                  <a:pt x="97" y="228"/>
                </a:cubicBezTo>
                <a:cubicBezTo>
                  <a:pt x="118" y="236"/>
                  <a:pt x="142" y="244"/>
                  <a:pt x="168" y="250"/>
                </a:cubicBezTo>
                <a:cubicBezTo>
                  <a:pt x="195" y="257"/>
                  <a:pt x="224" y="263"/>
                  <a:pt x="255" y="269"/>
                </a:cubicBezTo>
                <a:cubicBezTo>
                  <a:pt x="286" y="274"/>
                  <a:pt x="319" y="279"/>
                  <a:pt x="354" y="282"/>
                </a:cubicBezTo>
                <a:cubicBezTo>
                  <a:pt x="389" y="286"/>
                  <a:pt x="425" y="289"/>
                  <a:pt x="462" y="291"/>
                </a:cubicBezTo>
                <a:cubicBezTo>
                  <a:pt x="498" y="292"/>
                  <a:pt x="536" y="293"/>
                  <a:pt x="573" y="293"/>
                </a:cubicBezTo>
                <a:cubicBezTo>
                  <a:pt x="611" y="293"/>
                  <a:pt x="648" y="292"/>
                  <a:pt x="685" y="291"/>
                </a:cubicBezTo>
                <a:cubicBezTo>
                  <a:pt x="723" y="289"/>
                  <a:pt x="759" y="286"/>
                  <a:pt x="794" y="282"/>
                </a:cubicBezTo>
                <a:cubicBezTo>
                  <a:pt x="828" y="279"/>
                  <a:pt x="861" y="274"/>
                  <a:pt x="893" y="269"/>
                </a:cubicBezTo>
                <a:cubicBezTo>
                  <a:pt x="924" y="263"/>
                  <a:pt x="953" y="257"/>
                  <a:pt x="979" y="250"/>
                </a:cubicBezTo>
                <a:cubicBezTo>
                  <a:pt x="1006" y="244"/>
                  <a:pt x="1030" y="236"/>
                  <a:pt x="1051" y="228"/>
                </a:cubicBezTo>
                <a:cubicBezTo>
                  <a:pt x="1072" y="220"/>
                  <a:pt x="1089" y="212"/>
                  <a:pt x="1104" y="203"/>
                </a:cubicBezTo>
                <a:cubicBezTo>
                  <a:pt x="1118" y="194"/>
                  <a:pt x="1129" y="185"/>
                  <a:pt x="1136" y="175"/>
                </a:cubicBezTo>
                <a:cubicBezTo>
                  <a:pt x="1144" y="166"/>
                  <a:pt x="1147" y="156"/>
                  <a:pt x="1147" y="147"/>
                </a:cubicBezTo>
                <a:cubicBezTo>
                  <a:pt x="1147" y="137"/>
                  <a:pt x="1144" y="128"/>
                  <a:pt x="1136" y="118"/>
                </a:cubicBezTo>
                <a:cubicBezTo>
                  <a:pt x="1129" y="109"/>
                  <a:pt x="1118" y="100"/>
                  <a:pt x="1104" y="91"/>
                </a:cubicBezTo>
                <a:cubicBezTo>
                  <a:pt x="1089" y="82"/>
                  <a:pt x="1072" y="73"/>
                  <a:pt x="1051" y="65"/>
                </a:cubicBezTo>
                <a:cubicBezTo>
                  <a:pt x="1030" y="57"/>
                  <a:pt x="1006" y="50"/>
                  <a:pt x="979" y="43"/>
                </a:cubicBezTo>
                <a:cubicBezTo>
                  <a:pt x="953" y="36"/>
                  <a:pt x="924" y="30"/>
                  <a:pt x="893" y="25"/>
                </a:cubicBezTo>
                <a:cubicBezTo>
                  <a:pt x="861" y="20"/>
                  <a:pt x="828" y="15"/>
                  <a:pt x="794" y="11"/>
                </a:cubicBezTo>
                <a:cubicBezTo>
                  <a:pt x="759" y="8"/>
                  <a:pt x="723" y="5"/>
                  <a:pt x="685" y="3"/>
                </a:cubicBezTo>
                <a:cubicBezTo>
                  <a:pt x="648" y="1"/>
                  <a:pt x="611" y="0"/>
                  <a:pt x="573" y="0"/>
                </a:cubicBezTo>
                <a:cubicBezTo>
                  <a:pt x="536" y="0"/>
                  <a:pt x="498" y="1"/>
                  <a:pt x="462" y="3"/>
                </a:cubicBezTo>
                <a:cubicBezTo>
                  <a:pt x="425" y="5"/>
                  <a:pt x="389" y="8"/>
                  <a:pt x="354" y="11"/>
                </a:cubicBezTo>
                <a:cubicBezTo>
                  <a:pt x="319" y="15"/>
                  <a:pt x="286" y="20"/>
                  <a:pt x="255" y="25"/>
                </a:cubicBezTo>
                <a:cubicBezTo>
                  <a:pt x="224" y="30"/>
                  <a:pt x="195" y="36"/>
                  <a:pt x="168" y="43"/>
                </a:cubicBezTo>
                <a:cubicBezTo>
                  <a:pt x="142" y="50"/>
                  <a:pt x="118" y="57"/>
                  <a:pt x="97" y="65"/>
                </a:cubicBezTo>
                <a:cubicBezTo>
                  <a:pt x="76" y="73"/>
                  <a:pt x="58" y="82"/>
                  <a:pt x="44" y="91"/>
                </a:cubicBezTo>
                <a:cubicBezTo>
                  <a:pt x="30" y="100"/>
                  <a:pt x="19" y="109"/>
                  <a:pt x="11" y="118"/>
                </a:cubicBezTo>
                <a:cubicBezTo>
                  <a:pt x="4" y="128"/>
                  <a:pt x="0" y="137"/>
                  <a:pt x="0" y="147"/>
                </a:cubicBezTo>
                <a:lnTo>
                  <a:pt x="0" y="927"/>
                </a:lnTo>
                <a:cubicBezTo>
                  <a:pt x="0" y="937"/>
                  <a:pt x="4" y="947"/>
                  <a:pt x="11" y="956"/>
                </a:cubicBezTo>
                <a:cubicBezTo>
                  <a:pt x="19" y="965"/>
                  <a:pt x="30" y="975"/>
                  <a:pt x="44" y="983"/>
                </a:cubicBezTo>
                <a:cubicBezTo>
                  <a:pt x="58" y="992"/>
                  <a:pt x="76" y="1001"/>
                  <a:pt x="97" y="1009"/>
                </a:cubicBezTo>
                <a:cubicBezTo>
                  <a:pt x="118" y="1017"/>
                  <a:pt x="142" y="1024"/>
                  <a:pt x="168" y="1031"/>
                </a:cubicBezTo>
                <a:cubicBezTo>
                  <a:pt x="195" y="1038"/>
                  <a:pt x="224" y="1044"/>
                  <a:pt x="255" y="1049"/>
                </a:cubicBezTo>
                <a:cubicBezTo>
                  <a:pt x="286" y="1055"/>
                  <a:pt x="319" y="1059"/>
                  <a:pt x="354" y="1063"/>
                </a:cubicBezTo>
                <a:cubicBezTo>
                  <a:pt x="389" y="1067"/>
                  <a:pt x="425" y="1070"/>
                  <a:pt x="462" y="1072"/>
                </a:cubicBezTo>
                <a:cubicBezTo>
                  <a:pt x="498" y="1074"/>
                  <a:pt x="536" y="1075"/>
                  <a:pt x="573" y="1075"/>
                </a:cubicBezTo>
                <a:cubicBezTo>
                  <a:pt x="611" y="1075"/>
                  <a:pt x="648" y="1074"/>
                  <a:pt x="685" y="1072"/>
                </a:cubicBezTo>
                <a:cubicBezTo>
                  <a:pt x="723" y="1070"/>
                  <a:pt x="759" y="1067"/>
                  <a:pt x="794" y="1063"/>
                </a:cubicBezTo>
                <a:cubicBezTo>
                  <a:pt x="828" y="1059"/>
                  <a:pt x="861" y="1055"/>
                  <a:pt x="893" y="1049"/>
                </a:cubicBezTo>
                <a:cubicBezTo>
                  <a:pt x="924" y="1044"/>
                  <a:pt x="953" y="1038"/>
                  <a:pt x="979" y="1031"/>
                </a:cubicBezTo>
                <a:cubicBezTo>
                  <a:pt x="1006" y="1024"/>
                  <a:pt x="1030" y="1017"/>
                  <a:pt x="1051" y="1009"/>
                </a:cubicBezTo>
                <a:cubicBezTo>
                  <a:pt x="1072" y="1001"/>
                  <a:pt x="1089" y="992"/>
                  <a:pt x="1104" y="983"/>
                </a:cubicBezTo>
                <a:cubicBezTo>
                  <a:pt x="1118" y="975"/>
                  <a:pt x="1129" y="965"/>
                  <a:pt x="1136" y="956"/>
                </a:cubicBezTo>
                <a:cubicBezTo>
                  <a:pt x="1144" y="947"/>
                  <a:pt x="1147" y="937"/>
                  <a:pt x="1147" y="927"/>
                </a:cubicBezTo>
                <a:lnTo>
                  <a:pt x="1147" y="147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4394160" y="224568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/>
          <p:nvPr/>
        </p:nvSpPr>
        <p:spPr>
          <a:xfrm>
            <a:off x="4780800" y="293508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/>
          <p:nvPr/>
        </p:nvSpPr>
        <p:spPr>
          <a:xfrm>
            <a:off x="4780800" y="293508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4119840" y="309420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50400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504000" y="1891800"/>
            <a:ext cx="1922400" cy="2335680"/>
          </a:xfrm>
          <a:custGeom>
            <a:avLst/>
            <a:gdLst/>
            <a:ahLst/>
            <a:rect l="0" t="0" r="r" b="b"/>
            <a:pathLst>
              <a:path w="5340" h="6488">
                <a:moveTo>
                  <a:pt x="0" y="0"/>
                </a:moveTo>
                <a:lnTo>
                  <a:pt x="5340" y="0"/>
                </a:lnTo>
                <a:lnTo>
                  <a:pt x="5340" y="6488"/>
                </a:lnTo>
                <a:lnTo>
                  <a:pt x="0" y="6488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b7c0ca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4956480" y="303588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1454400" y="2427480"/>
            <a:ext cx="0" cy="415440"/>
          </a:xfrm>
          <a:custGeom>
            <a:avLst/>
            <a:gdLst/>
            <a:ahLst/>
            <a:rect l="0" t="0" r="r" b="b"/>
            <a:pathLst>
              <a:path fill="none" w="0" h="1154">
                <a:moveTo>
                  <a:pt x="0" y="0"/>
                </a:moveTo>
                <a:lnTo>
                  <a:pt x="0" y="101"/>
                </a:lnTo>
                <a:cubicBezTo>
                  <a:pt x="0" y="203"/>
                  <a:pt x="0" y="406"/>
                  <a:pt x="0" y="599"/>
                </a:cubicBezTo>
                <a:cubicBezTo>
                  <a:pt x="0" y="791"/>
                  <a:pt x="0" y="972"/>
                  <a:pt x="0" y="1063"/>
                </a:cubicBezTo>
                <a:lnTo>
                  <a:pt x="0" y="1154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1431000" y="28195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1427040" y="2817000"/>
            <a:ext cx="54720" cy="55080"/>
          </a:xfrm>
          <a:custGeom>
            <a:avLst/>
            <a:gdLst/>
            <a:ahLst/>
            <a:rect l="0" t="0" r="r" b="b"/>
            <a:pathLst>
              <a:path w="152" h="153">
                <a:moveTo>
                  <a:pt x="142" y="22"/>
                </a:moveTo>
                <a:lnTo>
                  <a:pt x="136" y="33"/>
                </a:lnTo>
                <a:lnTo>
                  <a:pt x="124" y="27"/>
                </a:lnTo>
                <a:lnTo>
                  <a:pt x="130" y="16"/>
                </a:lnTo>
                <a:lnTo>
                  <a:pt x="142" y="22"/>
                </a:lnTo>
                <a:moveTo>
                  <a:pt x="136" y="33"/>
                </a:moveTo>
                <a:lnTo>
                  <a:pt x="130" y="45"/>
                </a:lnTo>
                <a:lnTo>
                  <a:pt x="118" y="39"/>
                </a:lnTo>
                <a:lnTo>
                  <a:pt x="124" y="27"/>
                </a:lnTo>
                <a:lnTo>
                  <a:pt x="136" y="33"/>
                </a:lnTo>
                <a:moveTo>
                  <a:pt x="130" y="45"/>
                </a:moveTo>
                <a:lnTo>
                  <a:pt x="124" y="56"/>
                </a:lnTo>
                <a:lnTo>
                  <a:pt x="113" y="51"/>
                </a:lnTo>
                <a:lnTo>
                  <a:pt x="118" y="39"/>
                </a:lnTo>
                <a:lnTo>
                  <a:pt x="130" y="45"/>
                </a:lnTo>
                <a:moveTo>
                  <a:pt x="124" y="56"/>
                </a:moveTo>
                <a:lnTo>
                  <a:pt x="118" y="68"/>
                </a:lnTo>
                <a:lnTo>
                  <a:pt x="107" y="62"/>
                </a:lnTo>
                <a:lnTo>
                  <a:pt x="113" y="51"/>
                </a:lnTo>
                <a:lnTo>
                  <a:pt x="124" y="56"/>
                </a:lnTo>
                <a:moveTo>
                  <a:pt x="118" y="68"/>
                </a:moveTo>
                <a:lnTo>
                  <a:pt x="113" y="80"/>
                </a:lnTo>
                <a:lnTo>
                  <a:pt x="101" y="74"/>
                </a:lnTo>
                <a:lnTo>
                  <a:pt x="107" y="62"/>
                </a:lnTo>
                <a:lnTo>
                  <a:pt x="118" y="68"/>
                </a:lnTo>
                <a:moveTo>
                  <a:pt x="113" y="80"/>
                </a:moveTo>
                <a:lnTo>
                  <a:pt x="107" y="91"/>
                </a:lnTo>
                <a:lnTo>
                  <a:pt x="95" y="85"/>
                </a:lnTo>
                <a:lnTo>
                  <a:pt x="101" y="74"/>
                </a:lnTo>
                <a:lnTo>
                  <a:pt x="113" y="80"/>
                </a:lnTo>
                <a:moveTo>
                  <a:pt x="107" y="91"/>
                </a:moveTo>
                <a:lnTo>
                  <a:pt x="101" y="104"/>
                </a:lnTo>
                <a:lnTo>
                  <a:pt x="89" y="97"/>
                </a:lnTo>
                <a:lnTo>
                  <a:pt x="95" y="85"/>
                </a:lnTo>
                <a:lnTo>
                  <a:pt x="107" y="91"/>
                </a:lnTo>
                <a:moveTo>
                  <a:pt x="101" y="104"/>
                </a:moveTo>
                <a:lnTo>
                  <a:pt x="95" y="116"/>
                </a:lnTo>
                <a:lnTo>
                  <a:pt x="83" y="110"/>
                </a:lnTo>
                <a:lnTo>
                  <a:pt x="89" y="97"/>
                </a:lnTo>
                <a:lnTo>
                  <a:pt x="101" y="104"/>
                </a:lnTo>
                <a:moveTo>
                  <a:pt x="95" y="116"/>
                </a:moveTo>
                <a:lnTo>
                  <a:pt x="89" y="127"/>
                </a:lnTo>
                <a:lnTo>
                  <a:pt x="78" y="121"/>
                </a:lnTo>
                <a:lnTo>
                  <a:pt x="83" y="110"/>
                </a:lnTo>
                <a:lnTo>
                  <a:pt x="95" y="116"/>
                </a:lnTo>
                <a:moveTo>
                  <a:pt x="89" y="127"/>
                </a:moveTo>
                <a:lnTo>
                  <a:pt x="83" y="139"/>
                </a:lnTo>
                <a:lnTo>
                  <a:pt x="72" y="133"/>
                </a:lnTo>
                <a:lnTo>
                  <a:pt x="78" y="121"/>
                </a:lnTo>
                <a:lnTo>
                  <a:pt x="89" y="127"/>
                </a:lnTo>
                <a:moveTo>
                  <a:pt x="83" y="139"/>
                </a:moveTo>
                <a:lnTo>
                  <a:pt x="77" y="153"/>
                </a:lnTo>
                <a:lnTo>
                  <a:pt x="66" y="131"/>
                </a:lnTo>
                <a:lnTo>
                  <a:pt x="78" y="126"/>
                </a:lnTo>
                <a:lnTo>
                  <a:pt x="82" y="135"/>
                </a:lnTo>
                <a:lnTo>
                  <a:pt x="77" y="138"/>
                </a:lnTo>
                <a:lnTo>
                  <a:pt x="71" y="135"/>
                </a:lnTo>
                <a:lnTo>
                  <a:pt x="72" y="133"/>
                </a:lnTo>
                <a:lnTo>
                  <a:pt x="83" y="139"/>
                </a:lnTo>
                <a:moveTo>
                  <a:pt x="66" y="131"/>
                </a:moveTo>
                <a:lnTo>
                  <a:pt x="60" y="120"/>
                </a:lnTo>
                <a:lnTo>
                  <a:pt x="72" y="114"/>
                </a:lnTo>
                <a:lnTo>
                  <a:pt x="78" y="126"/>
                </a:lnTo>
                <a:lnTo>
                  <a:pt x="66" y="131"/>
                </a:lnTo>
                <a:moveTo>
                  <a:pt x="60" y="120"/>
                </a:moveTo>
                <a:lnTo>
                  <a:pt x="54" y="108"/>
                </a:lnTo>
                <a:lnTo>
                  <a:pt x="66" y="101"/>
                </a:lnTo>
                <a:lnTo>
                  <a:pt x="72" y="114"/>
                </a:lnTo>
                <a:lnTo>
                  <a:pt x="60" y="120"/>
                </a:lnTo>
                <a:moveTo>
                  <a:pt x="54" y="108"/>
                </a:moveTo>
                <a:lnTo>
                  <a:pt x="49" y="95"/>
                </a:lnTo>
                <a:lnTo>
                  <a:pt x="60" y="90"/>
                </a:lnTo>
                <a:lnTo>
                  <a:pt x="66" y="101"/>
                </a:lnTo>
                <a:lnTo>
                  <a:pt x="54" y="108"/>
                </a:lnTo>
                <a:moveTo>
                  <a:pt x="49" y="95"/>
                </a:moveTo>
                <a:lnTo>
                  <a:pt x="43" y="84"/>
                </a:lnTo>
                <a:lnTo>
                  <a:pt x="54" y="78"/>
                </a:lnTo>
                <a:lnTo>
                  <a:pt x="60" y="90"/>
                </a:lnTo>
                <a:lnTo>
                  <a:pt x="49" y="95"/>
                </a:lnTo>
                <a:moveTo>
                  <a:pt x="43" y="84"/>
                </a:moveTo>
                <a:lnTo>
                  <a:pt x="36" y="72"/>
                </a:lnTo>
                <a:lnTo>
                  <a:pt x="49" y="66"/>
                </a:lnTo>
                <a:lnTo>
                  <a:pt x="54" y="78"/>
                </a:lnTo>
                <a:lnTo>
                  <a:pt x="43" y="84"/>
                </a:lnTo>
                <a:moveTo>
                  <a:pt x="36" y="72"/>
                </a:moveTo>
                <a:lnTo>
                  <a:pt x="30" y="61"/>
                </a:lnTo>
                <a:lnTo>
                  <a:pt x="43" y="55"/>
                </a:lnTo>
                <a:lnTo>
                  <a:pt x="49" y="66"/>
                </a:lnTo>
                <a:lnTo>
                  <a:pt x="36" y="72"/>
                </a:lnTo>
                <a:moveTo>
                  <a:pt x="30" y="61"/>
                </a:moveTo>
                <a:lnTo>
                  <a:pt x="24" y="49"/>
                </a:lnTo>
                <a:lnTo>
                  <a:pt x="36" y="43"/>
                </a:lnTo>
                <a:lnTo>
                  <a:pt x="43" y="55"/>
                </a:lnTo>
                <a:lnTo>
                  <a:pt x="30" y="61"/>
                </a:lnTo>
                <a:moveTo>
                  <a:pt x="24" y="49"/>
                </a:moveTo>
                <a:lnTo>
                  <a:pt x="18" y="37"/>
                </a:lnTo>
                <a:lnTo>
                  <a:pt x="30" y="32"/>
                </a:lnTo>
                <a:lnTo>
                  <a:pt x="36" y="43"/>
                </a:lnTo>
                <a:lnTo>
                  <a:pt x="24" y="49"/>
                </a:lnTo>
                <a:moveTo>
                  <a:pt x="18" y="37"/>
                </a:moveTo>
                <a:lnTo>
                  <a:pt x="13" y="26"/>
                </a:lnTo>
                <a:lnTo>
                  <a:pt x="24" y="20"/>
                </a:lnTo>
                <a:lnTo>
                  <a:pt x="30" y="32"/>
                </a:lnTo>
                <a:lnTo>
                  <a:pt x="18" y="37"/>
                </a:lnTo>
                <a:moveTo>
                  <a:pt x="13" y="26"/>
                </a:moveTo>
                <a:lnTo>
                  <a:pt x="7" y="14"/>
                </a:lnTo>
                <a:lnTo>
                  <a:pt x="18" y="8"/>
                </a:lnTo>
                <a:lnTo>
                  <a:pt x="24" y="20"/>
                </a:lnTo>
                <a:lnTo>
                  <a:pt x="13" y="26"/>
                </a:lnTo>
                <a:moveTo>
                  <a:pt x="7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7"/>
                </a:lnTo>
                <a:lnTo>
                  <a:pt x="16" y="4"/>
                </a:lnTo>
                <a:lnTo>
                  <a:pt x="18" y="8"/>
                </a:lnTo>
                <a:lnTo>
                  <a:pt x="7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6" y="0"/>
                </a:lnTo>
                <a:lnTo>
                  <a:pt x="46" y="13"/>
                </a:lnTo>
                <a:lnTo>
                  <a:pt x="32" y="13"/>
                </a:lnTo>
                <a:lnTo>
                  <a:pt x="32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3"/>
                </a:lnTo>
                <a:lnTo>
                  <a:pt x="46" y="13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2" y="22"/>
                </a:lnTo>
                <a:lnTo>
                  <a:pt x="130" y="16"/>
                </a:lnTo>
                <a:lnTo>
                  <a:pt x="136" y="4"/>
                </a:lnTo>
                <a:lnTo>
                  <a:pt x="142" y="7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1080000" y="3182400"/>
            <a:ext cx="217800" cy="415800"/>
          </a:xfrm>
          <a:custGeom>
            <a:avLst/>
            <a:gdLst/>
            <a:ahLst/>
            <a:rect l="0" t="0" r="r" b="b"/>
            <a:pathLst>
              <a:path fill="none" w="605" h="1155">
                <a:moveTo>
                  <a:pt x="605" y="0"/>
                </a:moveTo>
                <a:lnTo>
                  <a:pt x="505" y="101"/>
                </a:lnTo>
                <a:cubicBezTo>
                  <a:pt x="404" y="203"/>
                  <a:pt x="201" y="406"/>
                  <a:pt x="101" y="599"/>
                </a:cubicBezTo>
                <a:cubicBezTo>
                  <a:pt x="0" y="791"/>
                  <a:pt x="0" y="973"/>
                  <a:pt x="0" y="1064"/>
                </a:cubicBezTo>
                <a:lnTo>
                  <a:pt x="0" y="1155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1056600" y="357444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1052640" y="3572280"/>
            <a:ext cx="55080" cy="54720"/>
          </a:xfrm>
          <a:custGeom>
            <a:avLst/>
            <a:gdLst/>
            <a:ahLst/>
            <a:rect l="0" t="0" r="r" b="b"/>
            <a:pathLst>
              <a:path w="153" h="152">
                <a:moveTo>
                  <a:pt x="142" y="21"/>
                </a:moveTo>
                <a:lnTo>
                  <a:pt x="136" y="32"/>
                </a:lnTo>
                <a:lnTo>
                  <a:pt x="125" y="26"/>
                </a:lnTo>
                <a:lnTo>
                  <a:pt x="130" y="15"/>
                </a:lnTo>
                <a:lnTo>
                  <a:pt x="142" y="21"/>
                </a:lnTo>
                <a:moveTo>
                  <a:pt x="136" y="32"/>
                </a:moveTo>
                <a:lnTo>
                  <a:pt x="130" y="44"/>
                </a:lnTo>
                <a:lnTo>
                  <a:pt x="119" y="38"/>
                </a:lnTo>
                <a:lnTo>
                  <a:pt x="125" y="26"/>
                </a:lnTo>
                <a:lnTo>
                  <a:pt x="136" y="32"/>
                </a:lnTo>
                <a:moveTo>
                  <a:pt x="130" y="44"/>
                </a:moveTo>
                <a:lnTo>
                  <a:pt x="125" y="55"/>
                </a:lnTo>
                <a:lnTo>
                  <a:pt x="113" y="50"/>
                </a:lnTo>
                <a:lnTo>
                  <a:pt x="119" y="38"/>
                </a:lnTo>
                <a:lnTo>
                  <a:pt x="130" y="44"/>
                </a:lnTo>
                <a:moveTo>
                  <a:pt x="125" y="55"/>
                </a:moveTo>
                <a:lnTo>
                  <a:pt x="119" y="67"/>
                </a:lnTo>
                <a:lnTo>
                  <a:pt x="107" y="61"/>
                </a:lnTo>
                <a:lnTo>
                  <a:pt x="113" y="50"/>
                </a:lnTo>
                <a:lnTo>
                  <a:pt x="125" y="55"/>
                </a:lnTo>
                <a:moveTo>
                  <a:pt x="119" y="67"/>
                </a:moveTo>
                <a:lnTo>
                  <a:pt x="113" y="79"/>
                </a:lnTo>
                <a:lnTo>
                  <a:pt x="101" y="73"/>
                </a:lnTo>
                <a:lnTo>
                  <a:pt x="107" y="61"/>
                </a:lnTo>
                <a:lnTo>
                  <a:pt x="119" y="67"/>
                </a:lnTo>
                <a:moveTo>
                  <a:pt x="113" y="79"/>
                </a:moveTo>
                <a:lnTo>
                  <a:pt x="107" y="90"/>
                </a:lnTo>
                <a:lnTo>
                  <a:pt x="95" y="85"/>
                </a:lnTo>
                <a:lnTo>
                  <a:pt x="101" y="73"/>
                </a:lnTo>
                <a:lnTo>
                  <a:pt x="113" y="79"/>
                </a:lnTo>
                <a:moveTo>
                  <a:pt x="107" y="90"/>
                </a:moveTo>
                <a:lnTo>
                  <a:pt x="101" y="102"/>
                </a:lnTo>
                <a:lnTo>
                  <a:pt x="90" y="96"/>
                </a:lnTo>
                <a:lnTo>
                  <a:pt x="95" y="85"/>
                </a:lnTo>
                <a:lnTo>
                  <a:pt x="107" y="90"/>
                </a:lnTo>
                <a:moveTo>
                  <a:pt x="101" y="102"/>
                </a:moveTo>
                <a:lnTo>
                  <a:pt x="95" y="114"/>
                </a:lnTo>
                <a:lnTo>
                  <a:pt x="84" y="108"/>
                </a:lnTo>
                <a:lnTo>
                  <a:pt x="90" y="96"/>
                </a:lnTo>
                <a:lnTo>
                  <a:pt x="101" y="102"/>
                </a:lnTo>
                <a:moveTo>
                  <a:pt x="95" y="114"/>
                </a:moveTo>
                <a:lnTo>
                  <a:pt x="90" y="126"/>
                </a:lnTo>
                <a:lnTo>
                  <a:pt x="78" y="120"/>
                </a:lnTo>
                <a:lnTo>
                  <a:pt x="84" y="108"/>
                </a:lnTo>
                <a:lnTo>
                  <a:pt x="95" y="114"/>
                </a:lnTo>
                <a:moveTo>
                  <a:pt x="90" y="126"/>
                </a:moveTo>
                <a:lnTo>
                  <a:pt x="84" y="138"/>
                </a:lnTo>
                <a:lnTo>
                  <a:pt x="72" y="132"/>
                </a:lnTo>
                <a:lnTo>
                  <a:pt x="78" y="120"/>
                </a:lnTo>
                <a:lnTo>
                  <a:pt x="90" y="126"/>
                </a:lnTo>
                <a:moveTo>
                  <a:pt x="84" y="138"/>
                </a:moveTo>
                <a:lnTo>
                  <a:pt x="77" y="152"/>
                </a:lnTo>
                <a:lnTo>
                  <a:pt x="66" y="130"/>
                </a:lnTo>
                <a:lnTo>
                  <a:pt x="78" y="125"/>
                </a:lnTo>
                <a:lnTo>
                  <a:pt x="83" y="134"/>
                </a:lnTo>
                <a:lnTo>
                  <a:pt x="77" y="137"/>
                </a:lnTo>
                <a:lnTo>
                  <a:pt x="71" y="134"/>
                </a:lnTo>
                <a:lnTo>
                  <a:pt x="72" y="132"/>
                </a:lnTo>
                <a:lnTo>
                  <a:pt x="84" y="138"/>
                </a:lnTo>
                <a:moveTo>
                  <a:pt x="66" y="130"/>
                </a:moveTo>
                <a:lnTo>
                  <a:pt x="61" y="118"/>
                </a:lnTo>
                <a:lnTo>
                  <a:pt x="72" y="112"/>
                </a:lnTo>
                <a:lnTo>
                  <a:pt x="78" y="125"/>
                </a:lnTo>
                <a:lnTo>
                  <a:pt x="66" y="130"/>
                </a:lnTo>
                <a:moveTo>
                  <a:pt x="61" y="118"/>
                </a:moveTo>
                <a:lnTo>
                  <a:pt x="55" y="106"/>
                </a:lnTo>
                <a:lnTo>
                  <a:pt x="66" y="100"/>
                </a:lnTo>
                <a:lnTo>
                  <a:pt x="72" y="112"/>
                </a:lnTo>
                <a:lnTo>
                  <a:pt x="61" y="118"/>
                </a:lnTo>
                <a:moveTo>
                  <a:pt x="55" y="106"/>
                </a:moveTo>
                <a:lnTo>
                  <a:pt x="49" y="95"/>
                </a:lnTo>
                <a:lnTo>
                  <a:pt x="61" y="89"/>
                </a:lnTo>
                <a:lnTo>
                  <a:pt x="66" y="100"/>
                </a:lnTo>
                <a:lnTo>
                  <a:pt x="55" y="106"/>
                </a:lnTo>
                <a:moveTo>
                  <a:pt x="49" y="95"/>
                </a:moveTo>
                <a:lnTo>
                  <a:pt x="43" y="83"/>
                </a:lnTo>
                <a:lnTo>
                  <a:pt x="55" y="77"/>
                </a:lnTo>
                <a:lnTo>
                  <a:pt x="61" y="89"/>
                </a:lnTo>
                <a:lnTo>
                  <a:pt x="49" y="95"/>
                </a:lnTo>
                <a:moveTo>
                  <a:pt x="43" y="83"/>
                </a:moveTo>
                <a:lnTo>
                  <a:pt x="37" y="71"/>
                </a:lnTo>
                <a:lnTo>
                  <a:pt x="49" y="65"/>
                </a:lnTo>
                <a:lnTo>
                  <a:pt x="55" y="77"/>
                </a:lnTo>
                <a:lnTo>
                  <a:pt x="43" y="83"/>
                </a:lnTo>
                <a:moveTo>
                  <a:pt x="37" y="71"/>
                </a:moveTo>
                <a:lnTo>
                  <a:pt x="31" y="60"/>
                </a:lnTo>
                <a:lnTo>
                  <a:pt x="43" y="54"/>
                </a:lnTo>
                <a:lnTo>
                  <a:pt x="49" y="65"/>
                </a:lnTo>
                <a:lnTo>
                  <a:pt x="37" y="71"/>
                </a:lnTo>
                <a:moveTo>
                  <a:pt x="31" y="60"/>
                </a:moveTo>
                <a:lnTo>
                  <a:pt x="26" y="48"/>
                </a:lnTo>
                <a:lnTo>
                  <a:pt x="37" y="42"/>
                </a:lnTo>
                <a:lnTo>
                  <a:pt x="43" y="54"/>
                </a:lnTo>
                <a:lnTo>
                  <a:pt x="31" y="60"/>
                </a:lnTo>
                <a:moveTo>
                  <a:pt x="26" y="48"/>
                </a:moveTo>
                <a:lnTo>
                  <a:pt x="19" y="36"/>
                </a:lnTo>
                <a:lnTo>
                  <a:pt x="31" y="31"/>
                </a:lnTo>
                <a:lnTo>
                  <a:pt x="37" y="42"/>
                </a:lnTo>
                <a:lnTo>
                  <a:pt x="26" y="48"/>
                </a:lnTo>
                <a:moveTo>
                  <a:pt x="19" y="36"/>
                </a:moveTo>
                <a:lnTo>
                  <a:pt x="13" y="25"/>
                </a:lnTo>
                <a:lnTo>
                  <a:pt x="26" y="19"/>
                </a:lnTo>
                <a:lnTo>
                  <a:pt x="31" y="31"/>
                </a:lnTo>
                <a:lnTo>
                  <a:pt x="19" y="36"/>
                </a:lnTo>
                <a:moveTo>
                  <a:pt x="13" y="25"/>
                </a:moveTo>
                <a:lnTo>
                  <a:pt x="7" y="13"/>
                </a:lnTo>
                <a:lnTo>
                  <a:pt x="19" y="7"/>
                </a:lnTo>
                <a:lnTo>
                  <a:pt x="26" y="19"/>
                </a:lnTo>
                <a:lnTo>
                  <a:pt x="13" y="25"/>
                </a:lnTo>
                <a:moveTo>
                  <a:pt x="7" y="13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1" y="13"/>
                </a:lnTo>
                <a:lnTo>
                  <a:pt x="11" y="6"/>
                </a:lnTo>
                <a:lnTo>
                  <a:pt x="17" y="3"/>
                </a:lnTo>
                <a:lnTo>
                  <a:pt x="19" y="7"/>
                </a:lnTo>
                <a:lnTo>
                  <a:pt x="7" y="13"/>
                </a:lnTo>
                <a:moveTo>
                  <a:pt x="19" y="0"/>
                </a:moveTo>
                <a:lnTo>
                  <a:pt x="33" y="0"/>
                </a:lnTo>
                <a:lnTo>
                  <a:pt x="33" y="13"/>
                </a:lnTo>
                <a:lnTo>
                  <a:pt x="19" y="13"/>
                </a:lnTo>
                <a:lnTo>
                  <a:pt x="19" y="0"/>
                </a:lnTo>
                <a:moveTo>
                  <a:pt x="33" y="0"/>
                </a:moveTo>
                <a:lnTo>
                  <a:pt x="46" y="0"/>
                </a:lnTo>
                <a:lnTo>
                  <a:pt x="46" y="13"/>
                </a:lnTo>
                <a:lnTo>
                  <a:pt x="33" y="13"/>
                </a:lnTo>
                <a:lnTo>
                  <a:pt x="33" y="0"/>
                </a:lnTo>
                <a:moveTo>
                  <a:pt x="46" y="0"/>
                </a:moveTo>
                <a:lnTo>
                  <a:pt x="59" y="0"/>
                </a:lnTo>
                <a:lnTo>
                  <a:pt x="59" y="13"/>
                </a:lnTo>
                <a:lnTo>
                  <a:pt x="46" y="13"/>
                </a:lnTo>
                <a:lnTo>
                  <a:pt x="46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3" y="0"/>
                </a:lnTo>
                <a:lnTo>
                  <a:pt x="142" y="21"/>
                </a:lnTo>
                <a:lnTo>
                  <a:pt x="130" y="15"/>
                </a:lnTo>
                <a:lnTo>
                  <a:pt x="136" y="3"/>
                </a:lnTo>
                <a:lnTo>
                  <a:pt x="142" y="6"/>
                </a:lnTo>
                <a:lnTo>
                  <a:pt x="142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1611000" y="3182400"/>
            <a:ext cx="217800" cy="451080"/>
          </a:xfrm>
          <a:custGeom>
            <a:avLst/>
            <a:gdLst/>
            <a:ahLst/>
            <a:rect l="0" t="0" r="r" b="b"/>
            <a:pathLst>
              <a:path fill="none" w="605" h="1253">
                <a:moveTo>
                  <a:pt x="0" y="0"/>
                </a:moveTo>
                <a:lnTo>
                  <a:pt x="102" y="101"/>
                </a:lnTo>
                <a:cubicBezTo>
                  <a:pt x="202" y="203"/>
                  <a:pt x="404" y="406"/>
                  <a:pt x="504" y="616"/>
                </a:cubicBezTo>
                <a:cubicBezTo>
                  <a:pt x="605" y="825"/>
                  <a:pt x="605" y="1039"/>
                  <a:pt x="605" y="1146"/>
                </a:cubicBezTo>
                <a:lnTo>
                  <a:pt x="605" y="1253"/>
                </a:lnTo>
              </a:path>
            </a:pathLst>
          </a:custGeom>
          <a:ln w="5760">
            <a:solidFill>
              <a:srgbClr val="333333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1805040" y="3609720"/>
            <a:ext cx="47160" cy="47160"/>
          </a:xfrm>
          <a:custGeom>
            <a:avLst/>
            <a:gdLst/>
            <a:ahLst/>
            <a:rect l="0" t="0" r="r" b="b"/>
            <a:pathLst>
              <a:path w="131" h="131">
                <a:moveTo>
                  <a:pt x="131" y="0"/>
                </a:moveTo>
                <a:lnTo>
                  <a:pt x="65" y="131"/>
                </a:lnTo>
                <a:lnTo>
                  <a:pt x="0" y="0"/>
                </a:lnTo>
                <a:lnTo>
                  <a:pt x="131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1801440" y="3607200"/>
            <a:ext cx="54720" cy="54720"/>
          </a:xfrm>
          <a:custGeom>
            <a:avLst/>
            <a:gdLst/>
            <a:ahLst/>
            <a:rect l="0" t="0" r="r" b="b"/>
            <a:pathLst>
              <a:path w="152" h="152">
                <a:moveTo>
                  <a:pt x="141" y="21"/>
                </a:moveTo>
                <a:lnTo>
                  <a:pt x="135" y="34"/>
                </a:lnTo>
                <a:lnTo>
                  <a:pt x="124" y="28"/>
                </a:lnTo>
                <a:lnTo>
                  <a:pt x="130" y="16"/>
                </a:lnTo>
                <a:lnTo>
                  <a:pt x="141" y="21"/>
                </a:lnTo>
                <a:moveTo>
                  <a:pt x="135" y="34"/>
                </a:moveTo>
                <a:lnTo>
                  <a:pt x="130" y="46"/>
                </a:lnTo>
                <a:lnTo>
                  <a:pt x="118" y="40"/>
                </a:lnTo>
                <a:lnTo>
                  <a:pt x="124" y="28"/>
                </a:lnTo>
                <a:lnTo>
                  <a:pt x="135" y="34"/>
                </a:lnTo>
                <a:moveTo>
                  <a:pt x="130" y="46"/>
                </a:moveTo>
                <a:lnTo>
                  <a:pt x="124" y="57"/>
                </a:lnTo>
                <a:lnTo>
                  <a:pt x="112" y="51"/>
                </a:lnTo>
                <a:lnTo>
                  <a:pt x="118" y="40"/>
                </a:lnTo>
                <a:lnTo>
                  <a:pt x="130" y="46"/>
                </a:lnTo>
                <a:moveTo>
                  <a:pt x="124" y="57"/>
                </a:moveTo>
                <a:lnTo>
                  <a:pt x="118" y="69"/>
                </a:lnTo>
                <a:lnTo>
                  <a:pt x="106" y="63"/>
                </a:lnTo>
                <a:lnTo>
                  <a:pt x="112" y="51"/>
                </a:lnTo>
                <a:lnTo>
                  <a:pt x="124" y="57"/>
                </a:lnTo>
                <a:moveTo>
                  <a:pt x="118" y="69"/>
                </a:moveTo>
                <a:lnTo>
                  <a:pt x="112" y="81"/>
                </a:lnTo>
                <a:lnTo>
                  <a:pt x="101" y="75"/>
                </a:lnTo>
                <a:lnTo>
                  <a:pt x="106" y="63"/>
                </a:lnTo>
                <a:lnTo>
                  <a:pt x="118" y="69"/>
                </a:lnTo>
                <a:moveTo>
                  <a:pt x="112" y="81"/>
                </a:moveTo>
                <a:lnTo>
                  <a:pt x="106" y="92"/>
                </a:lnTo>
                <a:lnTo>
                  <a:pt x="95" y="86"/>
                </a:lnTo>
                <a:lnTo>
                  <a:pt x="101" y="75"/>
                </a:lnTo>
                <a:lnTo>
                  <a:pt x="112" y="81"/>
                </a:lnTo>
                <a:moveTo>
                  <a:pt x="106" y="92"/>
                </a:moveTo>
                <a:lnTo>
                  <a:pt x="101" y="104"/>
                </a:lnTo>
                <a:lnTo>
                  <a:pt x="89" y="98"/>
                </a:lnTo>
                <a:lnTo>
                  <a:pt x="95" y="86"/>
                </a:lnTo>
                <a:lnTo>
                  <a:pt x="106" y="92"/>
                </a:lnTo>
                <a:moveTo>
                  <a:pt x="101" y="104"/>
                </a:moveTo>
                <a:lnTo>
                  <a:pt x="95" y="115"/>
                </a:lnTo>
                <a:lnTo>
                  <a:pt x="83" y="110"/>
                </a:lnTo>
                <a:lnTo>
                  <a:pt x="89" y="98"/>
                </a:lnTo>
                <a:lnTo>
                  <a:pt x="101" y="104"/>
                </a:lnTo>
                <a:moveTo>
                  <a:pt x="95" y="115"/>
                </a:moveTo>
                <a:lnTo>
                  <a:pt x="89" y="127"/>
                </a:lnTo>
                <a:lnTo>
                  <a:pt x="77" y="121"/>
                </a:lnTo>
                <a:lnTo>
                  <a:pt x="83" y="110"/>
                </a:lnTo>
                <a:lnTo>
                  <a:pt x="95" y="115"/>
                </a:lnTo>
                <a:moveTo>
                  <a:pt x="89" y="127"/>
                </a:moveTo>
                <a:lnTo>
                  <a:pt x="83" y="139"/>
                </a:lnTo>
                <a:lnTo>
                  <a:pt x="71" y="133"/>
                </a:lnTo>
                <a:lnTo>
                  <a:pt x="77" y="121"/>
                </a:lnTo>
                <a:lnTo>
                  <a:pt x="89" y="127"/>
                </a:lnTo>
                <a:moveTo>
                  <a:pt x="83" y="139"/>
                </a:moveTo>
                <a:lnTo>
                  <a:pt x="76" y="152"/>
                </a:lnTo>
                <a:lnTo>
                  <a:pt x="66" y="131"/>
                </a:lnTo>
                <a:lnTo>
                  <a:pt x="77" y="125"/>
                </a:lnTo>
                <a:lnTo>
                  <a:pt x="82" y="135"/>
                </a:lnTo>
                <a:lnTo>
                  <a:pt x="76" y="138"/>
                </a:lnTo>
                <a:lnTo>
                  <a:pt x="70" y="135"/>
                </a:lnTo>
                <a:lnTo>
                  <a:pt x="71" y="133"/>
                </a:lnTo>
                <a:lnTo>
                  <a:pt x="83" y="139"/>
                </a:lnTo>
                <a:moveTo>
                  <a:pt x="66" y="131"/>
                </a:moveTo>
                <a:lnTo>
                  <a:pt x="60" y="120"/>
                </a:lnTo>
                <a:lnTo>
                  <a:pt x="71" y="114"/>
                </a:lnTo>
                <a:lnTo>
                  <a:pt x="77" y="125"/>
                </a:lnTo>
                <a:lnTo>
                  <a:pt x="66" y="131"/>
                </a:lnTo>
                <a:moveTo>
                  <a:pt x="60" y="120"/>
                </a:moveTo>
                <a:lnTo>
                  <a:pt x="53" y="108"/>
                </a:lnTo>
                <a:lnTo>
                  <a:pt x="66" y="102"/>
                </a:lnTo>
                <a:lnTo>
                  <a:pt x="71" y="114"/>
                </a:lnTo>
                <a:lnTo>
                  <a:pt x="60" y="120"/>
                </a:lnTo>
                <a:moveTo>
                  <a:pt x="53" y="108"/>
                </a:moveTo>
                <a:lnTo>
                  <a:pt x="47" y="96"/>
                </a:lnTo>
                <a:lnTo>
                  <a:pt x="60" y="91"/>
                </a:lnTo>
                <a:lnTo>
                  <a:pt x="66" y="102"/>
                </a:lnTo>
                <a:lnTo>
                  <a:pt x="53" y="108"/>
                </a:lnTo>
                <a:moveTo>
                  <a:pt x="47" y="96"/>
                </a:moveTo>
                <a:lnTo>
                  <a:pt x="41" y="85"/>
                </a:lnTo>
                <a:lnTo>
                  <a:pt x="53" y="79"/>
                </a:lnTo>
                <a:lnTo>
                  <a:pt x="60" y="91"/>
                </a:lnTo>
                <a:lnTo>
                  <a:pt x="47" y="96"/>
                </a:lnTo>
                <a:moveTo>
                  <a:pt x="41" y="85"/>
                </a:moveTo>
                <a:lnTo>
                  <a:pt x="36" y="73"/>
                </a:lnTo>
                <a:lnTo>
                  <a:pt x="47" y="67"/>
                </a:lnTo>
                <a:lnTo>
                  <a:pt x="53" y="79"/>
                </a:lnTo>
                <a:lnTo>
                  <a:pt x="41" y="85"/>
                </a:lnTo>
                <a:moveTo>
                  <a:pt x="36" y="73"/>
                </a:moveTo>
                <a:lnTo>
                  <a:pt x="30" y="61"/>
                </a:lnTo>
                <a:lnTo>
                  <a:pt x="41" y="56"/>
                </a:lnTo>
                <a:lnTo>
                  <a:pt x="47" y="67"/>
                </a:lnTo>
                <a:lnTo>
                  <a:pt x="36" y="73"/>
                </a:lnTo>
                <a:moveTo>
                  <a:pt x="30" y="61"/>
                </a:moveTo>
                <a:lnTo>
                  <a:pt x="24" y="50"/>
                </a:lnTo>
                <a:lnTo>
                  <a:pt x="36" y="44"/>
                </a:lnTo>
                <a:lnTo>
                  <a:pt x="41" y="56"/>
                </a:lnTo>
                <a:lnTo>
                  <a:pt x="30" y="61"/>
                </a:lnTo>
                <a:moveTo>
                  <a:pt x="24" y="50"/>
                </a:moveTo>
                <a:lnTo>
                  <a:pt x="18" y="38"/>
                </a:lnTo>
                <a:lnTo>
                  <a:pt x="30" y="32"/>
                </a:lnTo>
                <a:lnTo>
                  <a:pt x="36" y="44"/>
                </a:lnTo>
                <a:lnTo>
                  <a:pt x="24" y="50"/>
                </a:lnTo>
                <a:moveTo>
                  <a:pt x="18" y="38"/>
                </a:moveTo>
                <a:lnTo>
                  <a:pt x="12" y="27"/>
                </a:lnTo>
                <a:lnTo>
                  <a:pt x="24" y="20"/>
                </a:lnTo>
                <a:lnTo>
                  <a:pt x="30" y="32"/>
                </a:lnTo>
                <a:lnTo>
                  <a:pt x="18" y="38"/>
                </a:lnTo>
                <a:moveTo>
                  <a:pt x="12" y="27"/>
                </a:moveTo>
                <a:lnTo>
                  <a:pt x="6" y="14"/>
                </a:lnTo>
                <a:lnTo>
                  <a:pt x="18" y="8"/>
                </a:lnTo>
                <a:lnTo>
                  <a:pt x="24" y="20"/>
                </a:lnTo>
                <a:lnTo>
                  <a:pt x="12" y="27"/>
                </a:lnTo>
                <a:moveTo>
                  <a:pt x="6" y="14"/>
                </a:moveTo>
                <a:lnTo>
                  <a:pt x="0" y="0"/>
                </a:lnTo>
                <a:lnTo>
                  <a:pt x="19" y="0"/>
                </a:lnTo>
                <a:lnTo>
                  <a:pt x="19" y="13"/>
                </a:lnTo>
                <a:lnTo>
                  <a:pt x="10" y="13"/>
                </a:lnTo>
                <a:lnTo>
                  <a:pt x="10" y="7"/>
                </a:lnTo>
                <a:lnTo>
                  <a:pt x="16" y="4"/>
                </a:lnTo>
                <a:lnTo>
                  <a:pt x="18" y="8"/>
                </a:lnTo>
                <a:lnTo>
                  <a:pt x="6" y="14"/>
                </a:lnTo>
                <a:moveTo>
                  <a:pt x="19" y="0"/>
                </a:moveTo>
                <a:lnTo>
                  <a:pt x="32" y="0"/>
                </a:lnTo>
                <a:lnTo>
                  <a:pt x="32" y="13"/>
                </a:lnTo>
                <a:lnTo>
                  <a:pt x="19" y="13"/>
                </a:lnTo>
                <a:lnTo>
                  <a:pt x="19" y="0"/>
                </a:lnTo>
                <a:moveTo>
                  <a:pt x="32" y="0"/>
                </a:moveTo>
                <a:lnTo>
                  <a:pt x="45" y="0"/>
                </a:lnTo>
                <a:lnTo>
                  <a:pt x="45" y="13"/>
                </a:lnTo>
                <a:lnTo>
                  <a:pt x="32" y="13"/>
                </a:lnTo>
                <a:lnTo>
                  <a:pt x="32" y="0"/>
                </a:lnTo>
                <a:moveTo>
                  <a:pt x="45" y="0"/>
                </a:moveTo>
                <a:lnTo>
                  <a:pt x="59" y="0"/>
                </a:lnTo>
                <a:lnTo>
                  <a:pt x="59" y="13"/>
                </a:lnTo>
                <a:lnTo>
                  <a:pt x="45" y="13"/>
                </a:lnTo>
                <a:lnTo>
                  <a:pt x="45" y="0"/>
                </a:lnTo>
                <a:moveTo>
                  <a:pt x="59" y="0"/>
                </a:moveTo>
                <a:lnTo>
                  <a:pt x="72" y="0"/>
                </a:lnTo>
                <a:lnTo>
                  <a:pt x="72" y="13"/>
                </a:lnTo>
                <a:lnTo>
                  <a:pt x="59" y="13"/>
                </a:lnTo>
                <a:lnTo>
                  <a:pt x="59" y="0"/>
                </a:lnTo>
                <a:moveTo>
                  <a:pt x="72" y="0"/>
                </a:moveTo>
                <a:lnTo>
                  <a:pt x="85" y="0"/>
                </a:lnTo>
                <a:lnTo>
                  <a:pt x="85" y="13"/>
                </a:lnTo>
                <a:lnTo>
                  <a:pt x="72" y="13"/>
                </a:lnTo>
                <a:lnTo>
                  <a:pt x="72" y="0"/>
                </a:lnTo>
                <a:moveTo>
                  <a:pt x="85" y="0"/>
                </a:moveTo>
                <a:lnTo>
                  <a:pt x="98" y="0"/>
                </a:lnTo>
                <a:lnTo>
                  <a:pt x="98" y="13"/>
                </a:lnTo>
                <a:lnTo>
                  <a:pt x="85" y="13"/>
                </a:lnTo>
                <a:lnTo>
                  <a:pt x="85" y="0"/>
                </a:lnTo>
                <a:moveTo>
                  <a:pt x="98" y="0"/>
                </a:moveTo>
                <a:lnTo>
                  <a:pt x="111" y="0"/>
                </a:lnTo>
                <a:lnTo>
                  <a:pt x="111" y="13"/>
                </a:lnTo>
                <a:lnTo>
                  <a:pt x="98" y="13"/>
                </a:lnTo>
                <a:lnTo>
                  <a:pt x="98" y="0"/>
                </a:lnTo>
                <a:moveTo>
                  <a:pt x="111" y="0"/>
                </a:moveTo>
                <a:lnTo>
                  <a:pt x="124" y="0"/>
                </a:lnTo>
                <a:lnTo>
                  <a:pt x="124" y="13"/>
                </a:lnTo>
                <a:lnTo>
                  <a:pt x="111" y="13"/>
                </a:lnTo>
                <a:lnTo>
                  <a:pt x="111" y="0"/>
                </a:lnTo>
                <a:moveTo>
                  <a:pt x="124" y="0"/>
                </a:moveTo>
                <a:lnTo>
                  <a:pt x="137" y="0"/>
                </a:lnTo>
                <a:lnTo>
                  <a:pt x="137" y="13"/>
                </a:lnTo>
                <a:lnTo>
                  <a:pt x="124" y="13"/>
                </a:lnTo>
                <a:lnTo>
                  <a:pt x="124" y="0"/>
                </a:lnTo>
                <a:moveTo>
                  <a:pt x="137" y="0"/>
                </a:moveTo>
                <a:lnTo>
                  <a:pt x="152" y="0"/>
                </a:lnTo>
                <a:lnTo>
                  <a:pt x="141" y="21"/>
                </a:lnTo>
                <a:lnTo>
                  <a:pt x="130" y="16"/>
                </a:lnTo>
                <a:lnTo>
                  <a:pt x="135" y="4"/>
                </a:lnTo>
                <a:lnTo>
                  <a:pt x="141" y="7"/>
                </a:lnTo>
                <a:lnTo>
                  <a:pt x="141" y="13"/>
                </a:lnTo>
                <a:lnTo>
                  <a:pt x="137" y="13"/>
                </a:lnTo>
                <a:lnTo>
                  <a:pt x="137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91836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918360" y="2111400"/>
            <a:ext cx="1072440" cy="316440"/>
          </a:xfrm>
          <a:custGeom>
            <a:avLst/>
            <a:gdLst/>
            <a:ahLst/>
            <a:rect l="0" t="0" r="r" b="b"/>
            <a:pathLst>
              <a:path w="2979" h="879">
                <a:moveTo>
                  <a:pt x="0" y="0"/>
                </a:moveTo>
                <a:lnTo>
                  <a:pt x="2979" y="0"/>
                </a:lnTo>
                <a:lnTo>
                  <a:pt x="2979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 txBox="1"/>
          <p:nvPr/>
        </p:nvSpPr>
        <p:spPr>
          <a:xfrm>
            <a:off x="1186200" y="1904760"/>
            <a:ext cx="55692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Applicatie A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101628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1016280" y="2866320"/>
            <a:ext cx="876240" cy="316440"/>
          </a:xfrm>
          <a:custGeom>
            <a:avLst/>
            <a:gdLst/>
            <a:ahLst/>
            <a:rect l="0" t="0" r="r" b="b"/>
            <a:pathLst>
              <a:path w="2434" h="879">
                <a:moveTo>
                  <a:pt x="0" y="0"/>
                </a:moveTo>
                <a:lnTo>
                  <a:pt x="2434" y="0"/>
                </a:lnTo>
                <a:lnTo>
                  <a:pt x="2434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 txBox="1"/>
          <p:nvPr/>
        </p:nvSpPr>
        <p:spPr>
          <a:xfrm>
            <a:off x="1094040" y="2211840"/>
            <a:ext cx="7232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873720" y="3621240"/>
            <a:ext cx="412920" cy="387000"/>
          </a:xfrm>
          <a:custGeom>
            <a:avLst/>
            <a:gdLst/>
            <a:ahLst/>
            <a:rect l="0" t="0" r="r" b="b"/>
            <a:pathLst>
              <a:path w="1147" h="1075">
                <a:moveTo>
                  <a:pt x="0" y="148"/>
                </a:moveTo>
                <a:cubicBezTo>
                  <a:pt x="0" y="157"/>
                  <a:pt x="4" y="167"/>
                  <a:pt x="11" y="176"/>
                </a:cubicBezTo>
                <a:cubicBezTo>
                  <a:pt x="18" y="186"/>
                  <a:pt x="29" y="195"/>
                  <a:pt x="44" y="204"/>
                </a:cubicBezTo>
                <a:cubicBezTo>
                  <a:pt x="58" y="213"/>
                  <a:pt x="76" y="221"/>
                  <a:pt x="97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5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2" y="291"/>
                </a:cubicBezTo>
                <a:cubicBezTo>
                  <a:pt x="499" y="293"/>
                  <a:pt x="536" y="294"/>
                  <a:pt x="574" y="294"/>
                </a:cubicBezTo>
                <a:cubicBezTo>
                  <a:pt x="612" y="294"/>
                  <a:pt x="649" y="293"/>
                  <a:pt x="686" y="291"/>
                </a:cubicBezTo>
                <a:cubicBezTo>
                  <a:pt x="723" y="289"/>
                  <a:pt x="758" y="287"/>
                  <a:pt x="793" y="283"/>
                </a:cubicBezTo>
                <a:cubicBezTo>
                  <a:pt x="828" y="279"/>
                  <a:pt x="861" y="275"/>
                  <a:pt x="892" y="269"/>
                </a:cubicBezTo>
                <a:cubicBezTo>
                  <a:pt x="924" y="264"/>
                  <a:pt x="952" y="258"/>
                  <a:pt x="979" y="251"/>
                </a:cubicBezTo>
                <a:cubicBezTo>
                  <a:pt x="1006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9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9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6" y="50"/>
                  <a:pt x="979" y="43"/>
                </a:cubicBezTo>
                <a:cubicBezTo>
                  <a:pt x="952" y="36"/>
                  <a:pt x="924" y="30"/>
                  <a:pt x="892" y="25"/>
                </a:cubicBezTo>
                <a:cubicBezTo>
                  <a:pt x="861" y="19"/>
                  <a:pt x="828" y="15"/>
                  <a:pt x="793" y="11"/>
                </a:cubicBezTo>
                <a:cubicBezTo>
                  <a:pt x="758" y="8"/>
                  <a:pt x="723" y="5"/>
                  <a:pt x="686" y="3"/>
                </a:cubicBezTo>
                <a:cubicBezTo>
                  <a:pt x="649" y="1"/>
                  <a:pt x="612" y="0"/>
                  <a:pt x="574" y="0"/>
                </a:cubicBezTo>
                <a:cubicBezTo>
                  <a:pt x="536" y="0"/>
                  <a:pt x="499" y="1"/>
                  <a:pt x="462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5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7" y="65"/>
                </a:cubicBezTo>
                <a:cubicBezTo>
                  <a:pt x="76" y="73"/>
                  <a:pt x="58" y="82"/>
                  <a:pt x="44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4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4" y="947"/>
                  <a:pt x="11" y="957"/>
                </a:cubicBezTo>
                <a:cubicBezTo>
                  <a:pt x="18" y="966"/>
                  <a:pt x="29" y="975"/>
                  <a:pt x="44" y="984"/>
                </a:cubicBezTo>
                <a:cubicBezTo>
                  <a:pt x="58" y="993"/>
                  <a:pt x="76" y="1002"/>
                  <a:pt x="97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5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2" y="1072"/>
                </a:cubicBezTo>
                <a:cubicBezTo>
                  <a:pt x="499" y="1074"/>
                  <a:pt x="536" y="1075"/>
                  <a:pt x="574" y="1075"/>
                </a:cubicBezTo>
                <a:cubicBezTo>
                  <a:pt x="612" y="1075"/>
                  <a:pt x="649" y="1074"/>
                  <a:pt x="686" y="1072"/>
                </a:cubicBezTo>
                <a:cubicBezTo>
                  <a:pt x="723" y="1070"/>
                  <a:pt x="758" y="1067"/>
                  <a:pt x="793" y="1063"/>
                </a:cubicBezTo>
                <a:cubicBezTo>
                  <a:pt x="828" y="1060"/>
                  <a:pt x="861" y="1055"/>
                  <a:pt x="892" y="1050"/>
                </a:cubicBezTo>
                <a:cubicBezTo>
                  <a:pt x="924" y="1045"/>
                  <a:pt x="952" y="1039"/>
                  <a:pt x="979" y="1032"/>
                </a:cubicBezTo>
                <a:cubicBezTo>
                  <a:pt x="1006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9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873720" y="3621240"/>
            <a:ext cx="412920" cy="387000"/>
          </a:xfrm>
          <a:custGeom>
            <a:avLst/>
            <a:gdLst/>
            <a:ahLst/>
            <a:rect l="0" t="0" r="r" b="b"/>
            <a:pathLst>
              <a:path fill="none" w="1147" h="1075">
                <a:moveTo>
                  <a:pt x="0" y="148"/>
                </a:moveTo>
                <a:cubicBezTo>
                  <a:pt x="0" y="157"/>
                  <a:pt x="4" y="167"/>
                  <a:pt x="11" y="176"/>
                </a:cubicBezTo>
                <a:cubicBezTo>
                  <a:pt x="18" y="186"/>
                  <a:pt x="29" y="195"/>
                  <a:pt x="44" y="204"/>
                </a:cubicBezTo>
                <a:cubicBezTo>
                  <a:pt x="58" y="213"/>
                  <a:pt x="76" y="221"/>
                  <a:pt x="97" y="229"/>
                </a:cubicBezTo>
                <a:cubicBezTo>
                  <a:pt x="117" y="237"/>
                  <a:pt x="141" y="244"/>
                  <a:pt x="168" y="251"/>
                </a:cubicBezTo>
                <a:cubicBezTo>
                  <a:pt x="194" y="258"/>
                  <a:pt x="223" y="264"/>
                  <a:pt x="255" y="269"/>
                </a:cubicBezTo>
                <a:cubicBezTo>
                  <a:pt x="286" y="275"/>
                  <a:pt x="319" y="279"/>
                  <a:pt x="354" y="283"/>
                </a:cubicBezTo>
                <a:cubicBezTo>
                  <a:pt x="388" y="287"/>
                  <a:pt x="424" y="289"/>
                  <a:pt x="462" y="291"/>
                </a:cubicBezTo>
                <a:cubicBezTo>
                  <a:pt x="499" y="293"/>
                  <a:pt x="536" y="294"/>
                  <a:pt x="574" y="294"/>
                </a:cubicBezTo>
                <a:cubicBezTo>
                  <a:pt x="612" y="294"/>
                  <a:pt x="649" y="293"/>
                  <a:pt x="686" y="291"/>
                </a:cubicBezTo>
                <a:cubicBezTo>
                  <a:pt x="723" y="289"/>
                  <a:pt x="758" y="287"/>
                  <a:pt x="793" y="283"/>
                </a:cubicBezTo>
                <a:cubicBezTo>
                  <a:pt x="828" y="279"/>
                  <a:pt x="861" y="275"/>
                  <a:pt x="892" y="269"/>
                </a:cubicBezTo>
                <a:cubicBezTo>
                  <a:pt x="924" y="264"/>
                  <a:pt x="952" y="258"/>
                  <a:pt x="979" y="251"/>
                </a:cubicBezTo>
                <a:cubicBezTo>
                  <a:pt x="1006" y="244"/>
                  <a:pt x="1029" y="237"/>
                  <a:pt x="1050" y="229"/>
                </a:cubicBezTo>
                <a:cubicBezTo>
                  <a:pt x="1071" y="221"/>
                  <a:pt x="1089" y="213"/>
                  <a:pt x="1103" y="204"/>
                </a:cubicBezTo>
                <a:cubicBezTo>
                  <a:pt x="1118" y="195"/>
                  <a:pt x="1129" y="186"/>
                  <a:pt x="1136" y="176"/>
                </a:cubicBezTo>
                <a:cubicBezTo>
                  <a:pt x="1143" y="167"/>
                  <a:pt x="1147" y="157"/>
                  <a:pt x="1147" y="148"/>
                </a:cubicBezTo>
                <a:cubicBezTo>
                  <a:pt x="1147" y="138"/>
                  <a:pt x="1143" y="127"/>
                  <a:pt x="1136" y="118"/>
                </a:cubicBezTo>
                <a:cubicBezTo>
                  <a:pt x="1129" y="109"/>
                  <a:pt x="1118" y="99"/>
                  <a:pt x="1103" y="90"/>
                </a:cubicBezTo>
                <a:cubicBezTo>
                  <a:pt x="1089" y="82"/>
                  <a:pt x="1071" y="73"/>
                  <a:pt x="1050" y="65"/>
                </a:cubicBezTo>
                <a:cubicBezTo>
                  <a:pt x="1029" y="57"/>
                  <a:pt x="1006" y="50"/>
                  <a:pt x="979" y="43"/>
                </a:cubicBezTo>
                <a:cubicBezTo>
                  <a:pt x="952" y="36"/>
                  <a:pt x="924" y="30"/>
                  <a:pt x="892" y="25"/>
                </a:cubicBezTo>
                <a:cubicBezTo>
                  <a:pt x="861" y="19"/>
                  <a:pt x="828" y="15"/>
                  <a:pt x="793" y="11"/>
                </a:cubicBezTo>
                <a:cubicBezTo>
                  <a:pt x="758" y="8"/>
                  <a:pt x="723" y="5"/>
                  <a:pt x="686" y="3"/>
                </a:cubicBezTo>
                <a:cubicBezTo>
                  <a:pt x="649" y="1"/>
                  <a:pt x="612" y="0"/>
                  <a:pt x="574" y="0"/>
                </a:cubicBezTo>
                <a:cubicBezTo>
                  <a:pt x="536" y="0"/>
                  <a:pt x="499" y="1"/>
                  <a:pt x="462" y="3"/>
                </a:cubicBezTo>
                <a:cubicBezTo>
                  <a:pt x="424" y="5"/>
                  <a:pt x="388" y="8"/>
                  <a:pt x="354" y="11"/>
                </a:cubicBezTo>
                <a:cubicBezTo>
                  <a:pt x="319" y="15"/>
                  <a:pt x="286" y="19"/>
                  <a:pt x="255" y="25"/>
                </a:cubicBezTo>
                <a:cubicBezTo>
                  <a:pt x="223" y="30"/>
                  <a:pt x="194" y="36"/>
                  <a:pt x="168" y="43"/>
                </a:cubicBezTo>
                <a:cubicBezTo>
                  <a:pt x="141" y="50"/>
                  <a:pt x="117" y="57"/>
                  <a:pt x="97" y="65"/>
                </a:cubicBezTo>
                <a:cubicBezTo>
                  <a:pt x="76" y="73"/>
                  <a:pt x="58" y="82"/>
                  <a:pt x="44" y="90"/>
                </a:cubicBezTo>
                <a:cubicBezTo>
                  <a:pt x="29" y="99"/>
                  <a:pt x="18" y="109"/>
                  <a:pt x="11" y="118"/>
                </a:cubicBezTo>
                <a:cubicBezTo>
                  <a:pt x="4" y="127"/>
                  <a:pt x="0" y="138"/>
                  <a:pt x="0" y="148"/>
                </a:cubicBezTo>
                <a:lnTo>
                  <a:pt x="0" y="928"/>
                </a:lnTo>
                <a:cubicBezTo>
                  <a:pt x="0" y="938"/>
                  <a:pt x="4" y="947"/>
                  <a:pt x="11" y="957"/>
                </a:cubicBezTo>
                <a:cubicBezTo>
                  <a:pt x="18" y="966"/>
                  <a:pt x="29" y="975"/>
                  <a:pt x="44" y="984"/>
                </a:cubicBezTo>
                <a:cubicBezTo>
                  <a:pt x="58" y="993"/>
                  <a:pt x="76" y="1002"/>
                  <a:pt x="97" y="1010"/>
                </a:cubicBezTo>
                <a:cubicBezTo>
                  <a:pt x="117" y="1018"/>
                  <a:pt x="141" y="1025"/>
                  <a:pt x="168" y="1032"/>
                </a:cubicBezTo>
                <a:cubicBezTo>
                  <a:pt x="194" y="1039"/>
                  <a:pt x="223" y="1045"/>
                  <a:pt x="255" y="1050"/>
                </a:cubicBezTo>
                <a:cubicBezTo>
                  <a:pt x="286" y="1055"/>
                  <a:pt x="319" y="1060"/>
                  <a:pt x="354" y="1063"/>
                </a:cubicBezTo>
                <a:cubicBezTo>
                  <a:pt x="388" y="1067"/>
                  <a:pt x="424" y="1070"/>
                  <a:pt x="462" y="1072"/>
                </a:cubicBezTo>
                <a:cubicBezTo>
                  <a:pt x="499" y="1074"/>
                  <a:pt x="536" y="1075"/>
                  <a:pt x="574" y="1075"/>
                </a:cubicBezTo>
                <a:cubicBezTo>
                  <a:pt x="612" y="1075"/>
                  <a:pt x="649" y="1074"/>
                  <a:pt x="686" y="1072"/>
                </a:cubicBezTo>
                <a:cubicBezTo>
                  <a:pt x="723" y="1070"/>
                  <a:pt x="758" y="1067"/>
                  <a:pt x="793" y="1063"/>
                </a:cubicBezTo>
                <a:cubicBezTo>
                  <a:pt x="828" y="1060"/>
                  <a:pt x="861" y="1055"/>
                  <a:pt x="892" y="1050"/>
                </a:cubicBezTo>
                <a:cubicBezTo>
                  <a:pt x="924" y="1045"/>
                  <a:pt x="952" y="1039"/>
                  <a:pt x="979" y="1032"/>
                </a:cubicBezTo>
                <a:cubicBezTo>
                  <a:pt x="1006" y="1025"/>
                  <a:pt x="1029" y="1018"/>
                  <a:pt x="1050" y="1010"/>
                </a:cubicBezTo>
                <a:cubicBezTo>
                  <a:pt x="1071" y="1002"/>
                  <a:pt x="1089" y="993"/>
                  <a:pt x="1103" y="984"/>
                </a:cubicBezTo>
                <a:cubicBezTo>
                  <a:pt x="1118" y="975"/>
                  <a:pt x="1129" y="966"/>
                  <a:pt x="1136" y="957"/>
                </a:cubicBezTo>
                <a:cubicBezTo>
                  <a:pt x="1143" y="947"/>
                  <a:pt x="1147" y="938"/>
                  <a:pt x="1147" y="928"/>
                </a:cubicBezTo>
                <a:lnTo>
                  <a:pt x="1147" y="148"/>
                </a:lnTo>
              </a:path>
            </a:pathLst>
          </a:custGeom>
          <a:ln w="5760">
            <a:solidFill>
              <a:srgbClr val="94a3b0"/>
            </a:solidFill>
            <a:miter/>
          </a:ln>
        </p:spPr>
        <p:txBody>
          <a:bodyPr lIns="2880" rIns="2880" tIns="2880" bIns="28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 txBox="1"/>
          <p:nvPr/>
        </p:nvSpPr>
        <p:spPr>
          <a:xfrm>
            <a:off x="1191960" y="2966760"/>
            <a:ext cx="53100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1578960" y="365652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1578960" y="3656520"/>
            <a:ext cx="499680" cy="316440"/>
          </a:xfrm>
          <a:custGeom>
            <a:avLst/>
            <a:gdLst/>
            <a:ahLst/>
            <a:rect l="0" t="0" r="r" b="b"/>
            <a:pathLst>
              <a:path w="1388" h="879">
                <a:moveTo>
                  <a:pt x="0" y="0"/>
                </a:moveTo>
                <a:lnTo>
                  <a:pt x="1388" y="0"/>
                </a:lnTo>
                <a:lnTo>
                  <a:pt x="1388" y="879"/>
                </a:lnTo>
                <a:lnTo>
                  <a:pt x="0" y="879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0e9e7e"/>
            </a:solidFill>
            <a:miter/>
          </a:ln>
        </p:spPr>
        <p:txBody>
          <a:bodyPr lIns="5760" rIns="5760" tIns="5760" bIns="57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917640" y="3815640"/>
            <a:ext cx="32364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1f2937"/>
                </a:solidFill>
                <a:latin typeface="DejaVuSans"/>
                <a:ea typeface="DejaVuSans"/>
              </a:rPr>
              <a:t>Opslag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/>
          <p:nvPr/>
        </p:nvSpPr>
        <p:spPr>
          <a:xfrm>
            <a:off x="456840" y="4400280"/>
            <a:ext cx="800640" cy="267120"/>
          </a:xfrm>
          <a:custGeom>
            <a:avLst/>
            <a:gdLst/>
            <a:ahLst/>
            <a:rect l="0" t="0" r="r" b="b"/>
            <a:pathLst>
              <a:path w="2224" h="742">
                <a:moveTo>
                  <a:pt x="0" y="371"/>
                </a:moveTo>
                <a:cubicBezTo>
                  <a:pt x="0" y="346"/>
                  <a:pt x="3" y="322"/>
                  <a:pt x="8" y="298"/>
                </a:cubicBezTo>
                <a:cubicBezTo>
                  <a:pt x="12" y="275"/>
                  <a:pt x="19" y="251"/>
                  <a:pt x="29" y="229"/>
                </a:cubicBezTo>
                <a:cubicBezTo>
                  <a:pt x="38" y="206"/>
                  <a:pt x="49" y="185"/>
                  <a:pt x="63" y="165"/>
                </a:cubicBezTo>
                <a:cubicBezTo>
                  <a:pt x="76" y="145"/>
                  <a:pt x="92" y="126"/>
                  <a:pt x="109" y="109"/>
                </a:cubicBezTo>
                <a:cubicBezTo>
                  <a:pt x="126" y="92"/>
                  <a:pt x="145" y="76"/>
                  <a:pt x="165" y="63"/>
                </a:cubicBezTo>
                <a:cubicBezTo>
                  <a:pt x="185" y="49"/>
                  <a:pt x="207" y="38"/>
                  <a:pt x="229" y="28"/>
                </a:cubicBezTo>
                <a:cubicBezTo>
                  <a:pt x="252" y="19"/>
                  <a:pt x="275" y="12"/>
                  <a:pt x="299" y="7"/>
                </a:cubicBezTo>
                <a:cubicBezTo>
                  <a:pt x="323" y="3"/>
                  <a:pt x="347" y="0"/>
                  <a:pt x="371" y="0"/>
                </a:cubicBezTo>
                <a:lnTo>
                  <a:pt x="1853" y="0"/>
                </a:lnTo>
                <a:cubicBezTo>
                  <a:pt x="1877" y="0"/>
                  <a:pt x="1901" y="3"/>
                  <a:pt x="1925" y="7"/>
                </a:cubicBezTo>
                <a:cubicBezTo>
                  <a:pt x="1949" y="12"/>
                  <a:pt x="1972" y="19"/>
                  <a:pt x="1994" y="28"/>
                </a:cubicBezTo>
                <a:cubicBezTo>
                  <a:pt x="2017" y="38"/>
                  <a:pt x="2038" y="49"/>
                  <a:pt x="2058" y="63"/>
                </a:cubicBezTo>
                <a:cubicBezTo>
                  <a:pt x="2080" y="76"/>
                  <a:pt x="2098" y="92"/>
                  <a:pt x="2116" y="109"/>
                </a:cubicBezTo>
                <a:cubicBezTo>
                  <a:pt x="2133" y="126"/>
                  <a:pt x="2148" y="145"/>
                  <a:pt x="2162" y="165"/>
                </a:cubicBezTo>
                <a:cubicBezTo>
                  <a:pt x="2175" y="185"/>
                  <a:pt x="2186" y="206"/>
                  <a:pt x="2196" y="229"/>
                </a:cubicBezTo>
                <a:cubicBezTo>
                  <a:pt x="2205" y="251"/>
                  <a:pt x="2212" y="275"/>
                  <a:pt x="2217" y="298"/>
                </a:cubicBezTo>
                <a:cubicBezTo>
                  <a:pt x="2222" y="322"/>
                  <a:pt x="2224" y="346"/>
                  <a:pt x="2224" y="371"/>
                </a:cubicBezTo>
                <a:cubicBezTo>
                  <a:pt x="2224" y="395"/>
                  <a:pt x="2222" y="419"/>
                  <a:pt x="2217" y="443"/>
                </a:cubicBezTo>
                <a:cubicBezTo>
                  <a:pt x="2212" y="467"/>
                  <a:pt x="2205" y="490"/>
                  <a:pt x="2196" y="512"/>
                </a:cubicBezTo>
                <a:cubicBezTo>
                  <a:pt x="2186" y="535"/>
                  <a:pt x="2175" y="556"/>
                  <a:pt x="2162" y="576"/>
                </a:cubicBezTo>
                <a:cubicBezTo>
                  <a:pt x="2148" y="597"/>
                  <a:pt x="2133" y="615"/>
                  <a:pt x="2116" y="633"/>
                </a:cubicBezTo>
                <a:cubicBezTo>
                  <a:pt x="2098" y="650"/>
                  <a:pt x="2080" y="665"/>
                  <a:pt x="2058" y="679"/>
                </a:cubicBezTo>
                <a:cubicBezTo>
                  <a:pt x="2038" y="692"/>
                  <a:pt x="2017" y="704"/>
                  <a:pt x="1994" y="713"/>
                </a:cubicBezTo>
                <a:cubicBezTo>
                  <a:pt x="1972" y="722"/>
                  <a:pt x="1949" y="730"/>
                  <a:pt x="1925" y="735"/>
                </a:cubicBezTo>
                <a:cubicBezTo>
                  <a:pt x="1901" y="740"/>
                  <a:pt x="1877" y="742"/>
                  <a:pt x="1853" y="742"/>
                </a:cubicBezTo>
                <a:lnTo>
                  <a:pt x="371" y="742"/>
                </a:lnTo>
                <a:cubicBezTo>
                  <a:pt x="347" y="742"/>
                  <a:pt x="323" y="740"/>
                  <a:pt x="299" y="735"/>
                </a:cubicBezTo>
                <a:cubicBezTo>
                  <a:pt x="275" y="730"/>
                  <a:pt x="252" y="722"/>
                  <a:pt x="229" y="713"/>
                </a:cubicBezTo>
                <a:cubicBezTo>
                  <a:pt x="207" y="704"/>
                  <a:pt x="185" y="692"/>
                  <a:pt x="165" y="679"/>
                </a:cubicBezTo>
                <a:cubicBezTo>
                  <a:pt x="145" y="665"/>
                  <a:pt x="126" y="650"/>
                  <a:pt x="109" y="633"/>
                </a:cubicBezTo>
                <a:cubicBezTo>
                  <a:pt x="92" y="615"/>
                  <a:pt x="76" y="597"/>
                  <a:pt x="63" y="576"/>
                </a:cubicBezTo>
                <a:cubicBezTo>
                  <a:pt x="49" y="556"/>
                  <a:pt x="38" y="535"/>
                  <a:pt x="29" y="512"/>
                </a:cubicBezTo>
                <a:cubicBezTo>
                  <a:pt x="19" y="490"/>
                  <a:pt x="12" y="467"/>
                  <a:pt x="8" y="443"/>
                </a:cubicBezTo>
                <a:cubicBezTo>
                  <a:pt x="3" y="419"/>
                  <a:pt x="0" y="395"/>
                  <a:pt x="0" y="371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1754640" y="3756960"/>
            <a:ext cx="148680" cy="108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30" spc="-1" strike="noStrike">
                <a:solidFill>
                  <a:srgbClr val="0f3b2e"/>
                </a:solidFill>
                <a:latin typeface="DejaVuSans"/>
                <a:ea typeface="DejaVuSans"/>
              </a:rPr>
              <a:t>API</a:t>
            </a:r>
            <a:endParaRPr b="0" lang="en-US" sz="7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563760" y="445896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1367280" y="4451400"/>
            <a:ext cx="6099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iDEAL. De webwinkel praat met je bank, zonder dat die twee ooit samen zijn gebouwd.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04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043" name=""/>
          <p:cNvSpPr/>
          <p:nvPr/>
        </p:nvSpPr>
        <p:spPr>
          <a:xfrm>
            <a:off x="857160" y="2634120"/>
            <a:ext cx="684720" cy="41400"/>
          </a:xfrm>
          <a:custGeom>
            <a:avLst/>
            <a:gdLst/>
            <a:ahLst/>
            <a:rect l="0" t="0" r="r" b="b"/>
            <a:pathLst>
              <a:path fill="none" w="1902" h="115">
                <a:moveTo>
                  <a:pt x="0" y="115"/>
                </a:moveTo>
                <a:lnTo>
                  <a:pt x="163" y="89"/>
                </a:lnTo>
                <a:cubicBezTo>
                  <a:pt x="326" y="61"/>
                  <a:pt x="652" y="8"/>
                  <a:pt x="968" y="1"/>
                </a:cubicBezTo>
                <a:cubicBezTo>
                  <a:pt x="1285" y="-7"/>
                  <a:pt x="1593" y="31"/>
                  <a:pt x="1747" y="50"/>
                </a:cubicBezTo>
                <a:lnTo>
                  <a:pt x="1902" y="68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/>
          <p:nvPr/>
        </p:nvSpPr>
        <p:spPr>
          <a:xfrm>
            <a:off x="1523880" y="2640600"/>
            <a:ext cx="33480" cy="32040"/>
          </a:xfrm>
          <a:custGeom>
            <a:avLst/>
            <a:gdLst/>
            <a:ahLst/>
            <a:rect l="0" t="0" r="r" b="b"/>
            <a:pathLst>
              <a:path w="93" h="89">
                <a:moveTo>
                  <a:pt x="10" y="0"/>
                </a:moveTo>
                <a:lnTo>
                  <a:pt x="93" y="56"/>
                </a:lnTo>
                <a:lnTo>
                  <a:pt x="0" y="89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1521720" y="263808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26" y="9"/>
                </a:moveTo>
                <a:lnTo>
                  <a:pt x="33" y="14"/>
                </a:lnTo>
                <a:lnTo>
                  <a:pt x="28" y="21"/>
                </a:lnTo>
                <a:lnTo>
                  <a:pt x="21" y="16"/>
                </a:lnTo>
                <a:lnTo>
                  <a:pt x="26" y="9"/>
                </a:lnTo>
                <a:moveTo>
                  <a:pt x="33" y="14"/>
                </a:moveTo>
                <a:lnTo>
                  <a:pt x="41" y="18"/>
                </a:lnTo>
                <a:lnTo>
                  <a:pt x="36" y="26"/>
                </a:lnTo>
                <a:lnTo>
                  <a:pt x="28" y="21"/>
                </a:lnTo>
                <a:lnTo>
                  <a:pt x="33" y="14"/>
                </a:lnTo>
                <a:moveTo>
                  <a:pt x="41" y="18"/>
                </a:moveTo>
                <a:lnTo>
                  <a:pt x="48" y="23"/>
                </a:lnTo>
                <a:lnTo>
                  <a:pt x="43" y="31"/>
                </a:lnTo>
                <a:lnTo>
                  <a:pt x="36" y="26"/>
                </a:lnTo>
                <a:lnTo>
                  <a:pt x="41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5"/>
                </a:lnTo>
                <a:lnTo>
                  <a:pt x="43" y="31"/>
                </a:lnTo>
                <a:lnTo>
                  <a:pt x="48" y="23"/>
                </a:lnTo>
                <a:moveTo>
                  <a:pt x="55" y="28"/>
                </a:moveTo>
                <a:lnTo>
                  <a:pt x="63" y="33"/>
                </a:lnTo>
                <a:lnTo>
                  <a:pt x="58" y="40"/>
                </a:lnTo>
                <a:lnTo>
                  <a:pt x="50" y="35"/>
                </a:lnTo>
                <a:lnTo>
                  <a:pt x="55" y="28"/>
                </a:lnTo>
                <a:moveTo>
                  <a:pt x="63" y="33"/>
                </a:moveTo>
                <a:lnTo>
                  <a:pt x="70" y="38"/>
                </a:lnTo>
                <a:lnTo>
                  <a:pt x="65" y="45"/>
                </a:lnTo>
                <a:lnTo>
                  <a:pt x="58" y="40"/>
                </a:lnTo>
                <a:lnTo>
                  <a:pt x="63" y="33"/>
                </a:lnTo>
                <a:moveTo>
                  <a:pt x="70" y="38"/>
                </a:moveTo>
                <a:lnTo>
                  <a:pt x="77" y="43"/>
                </a:lnTo>
                <a:lnTo>
                  <a:pt x="72" y="50"/>
                </a:lnTo>
                <a:lnTo>
                  <a:pt x="65" y="45"/>
                </a:lnTo>
                <a:lnTo>
                  <a:pt x="70" y="38"/>
                </a:lnTo>
                <a:moveTo>
                  <a:pt x="77" y="43"/>
                </a:moveTo>
                <a:lnTo>
                  <a:pt x="85" y="48"/>
                </a:lnTo>
                <a:lnTo>
                  <a:pt x="80" y="55"/>
                </a:lnTo>
                <a:lnTo>
                  <a:pt x="72" y="50"/>
                </a:lnTo>
                <a:lnTo>
                  <a:pt x="77" y="43"/>
                </a:lnTo>
                <a:moveTo>
                  <a:pt x="85" y="48"/>
                </a:moveTo>
                <a:lnTo>
                  <a:pt x="92" y="52"/>
                </a:lnTo>
                <a:lnTo>
                  <a:pt x="87" y="60"/>
                </a:lnTo>
                <a:lnTo>
                  <a:pt x="80" y="55"/>
                </a:lnTo>
                <a:lnTo>
                  <a:pt x="85" y="48"/>
                </a:lnTo>
                <a:moveTo>
                  <a:pt x="92" y="52"/>
                </a:moveTo>
                <a:lnTo>
                  <a:pt x="99" y="57"/>
                </a:lnTo>
                <a:lnTo>
                  <a:pt x="94" y="65"/>
                </a:lnTo>
                <a:lnTo>
                  <a:pt x="87" y="60"/>
                </a:lnTo>
                <a:lnTo>
                  <a:pt x="92" y="52"/>
                </a:lnTo>
                <a:moveTo>
                  <a:pt x="99" y="57"/>
                </a:moveTo>
                <a:lnTo>
                  <a:pt x="109" y="63"/>
                </a:lnTo>
                <a:lnTo>
                  <a:pt x="93" y="68"/>
                </a:lnTo>
                <a:lnTo>
                  <a:pt x="90" y="60"/>
                </a:lnTo>
                <a:lnTo>
                  <a:pt x="97" y="58"/>
                </a:lnTo>
                <a:lnTo>
                  <a:pt x="98" y="62"/>
                </a:lnTo>
                <a:lnTo>
                  <a:pt x="96" y="65"/>
                </a:lnTo>
                <a:lnTo>
                  <a:pt x="94" y="65"/>
                </a:lnTo>
                <a:lnTo>
                  <a:pt x="99" y="57"/>
                </a:lnTo>
                <a:moveTo>
                  <a:pt x="93" y="68"/>
                </a:moveTo>
                <a:lnTo>
                  <a:pt x="85" y="71"/>
                </a:lnTo>
                <a:lnTo>
                  <a:pt x="82" y="63"/>
                </a:lnTo>
                <a:lnTo>
                  <a:pt x="90" y="60"/>
                </a:lnTo>
                <a:lnTo>
                  <a:pt x="93" y="68"/>
                </a:lnTo>
                <a:moveTo>
                  <a:pt x="85" y="71"/>
                </a:moveTo>
                <a:lnTo>
                  <a:pt x="76" y="74"/>
                </a:lnTo>
                <a:lnTo>
                  <a:pt x="73" y="66"/>
                </a:lnTo>
                <a:lnTo>
                  <a:pt x="82" y="63"/>
                </a:lnTo>
                <a:lnTo>
                  <a:pt x="85" y="71"/>
                </a:lnTo>
                <a:moveTo>
                  <a:pt x="76" y="74"/>
                </a:moveTo>
                <a:lnTo>
                  <a:pt x="68" y="77"/>
                </a:lnTo>
                <a:lnTo>
                  <a:pt x="65" y="69"/>
                </a:lnTo>
                <a:lnTo>
                  <a:pt x="73" y="66"/>
                </a:lnTo>
                <a:lnTo>
                  <a:pt x="76" y="74"/>
                </a:lnTo>
                <a:moveTo>
                  <a:pt x="68" y="77"/>
                </a:moveTo>
                <a:lnTo>
                  <a:pt x="60" y="80"/>
                </a:lnTo>
                <a:lnTo>
                  <a:pt x="57" y="72"/>
                </a:lnTo>
                <a:lnTo>
                  <a:pt x="65" y="69"/>
                </a:lnTo>
                <a:lnTo>
                  <a:pt x="68" y="77"/>
                </a:lnTo>
                <a:moveTo>
                  <a:pt x="60" y="80"/>
                </a:moveTo>
                <a:lnTo>
                  <a:pt x="51" y="83"/>
                </a:lnTo>
                <a:lnTo>
                  <a:pt x="49" y="75"/>
                </a:lnTo>
                <a:lnTo>
                  <a:pt x="57" y="72"/>
                </a:lnTo>
                <a:lnTo>
                  <a:pt x="60" y="80"/>
                </a:lnTo>
                <a:moveTo>
                  <a:pt x="51" y="83"/>
                </a:moveTo>
                <a:lnTo>
                  <a:pt x="43" y="86"/>
                </a:lnTo>
                <a:lnTo>
                  <a:pt x="40" y="78"/>
                </a:lnTo>
                <a:lnTo>
                  <a:pt x="49" y="75"/>
                </a:lnTo>
                <a:lnTo>
                  <a:pt x="51" y="83"/>
                </a:lnTo>
                <a:moveTo>
                  <a:pt x="43" y="86"/>
                </a:moveTo>
                <a:lnTo>
                  <a:pt x="35" y="89"/>
                </a:lnTo>
                <a:lnTo>
                  <a:pt x="32" y="81"/>
                </a:lnTo>
                <a:lnTo>
                  <a:pt x="40" y="78"/>
                </a:lnTo>
                <a:lnTo>
                  <a:pt x="43" y="86"/>
                </a:lnTo>
                <a:moveTo>
                  <a:pt x="35" y="89"/>
                </a:moveTo>
                <a:lnTo>
                  <a:pt x="27" y="92"/>
                </a:lnTo>
                <a:lnTo>
                  <a:pt x="24" y="84"/>
                </a:lnTo>
                <a:lnTo>
                  <a:pt x="32" y="81"/>
                </a:lnTo>
                <a:lnTo>
                  <a:pt x="35" y="89"/>
                </a:lnTo>
                <a:moveTo>
                  <a:pt x="27" y="92"/>
                </a:moveTo>
                <a:lnTo>
                  <a:pt x="18" y="95"/>
                </a:lnTo>
                <a:lnTo>
                  <a:pt x="15" y="87"/>
                </a:lnTo>
                <a:lnTo>
                  <a:pt x="24" y="84"/>
                </a:lnTo>
                <a:lnTo>
                  <a:pt x="27" y="92"/>
                </a:lnTo>
                <a:moveTo>
                  <a:pt x="18" y="95"/>
                </a:moveTo>
                <a:lnTo>
                  <a:pt x="10" y="99"/>
                </a:lnTo>
                <a:lnTo>
                  <a:pt x="7" y="90"/>
                </a:lnTo>
                <a:lnTo>
                  <a:pt x="15" y="87"/>
                </a:lnTo>
                <a:lnTo>
                  <a:pt x="18" y="95"/>
                </a:lnTo>
                <a:moveTo>
                  <a:pt x="10" y="99"/>
                </a:moveTo>
                <a:lnTo>
                  <a:pt x="0" y="102"/>
                </a:lnTo>
                <a:lnTo>
                  <a:pt x="2" y="89"/>
                </a:lnTo>
                <a:lnTo>
                  <a:pt x="11" y="90"/>
                </a:lnTo>
                <a:lnTo>
                  <a:pt x="10" y="95"/>
                </a:lnTo>
                <a:lnTo>
                  <a:pt x="6" y="95"/>
                </a:lnTo>
                <a:lnTo>
                  <a:pt x="4" y="91"/>
                </a:lnTo>
                <a:lnTo>
                  <a:pt x="7" y="90"/>
                </a:lnTo>
                <a:lnTo>
                  <a:pt x="10" y="99"/>
                </a:lnTo>
                <a:moveTo>
                  <a:pt x="2" y="89"/>
                </a:moveTo>
                <a:lnTo>
                  <a:pt x="3" y="80"/>
                </a:lnTo>
                <a:lnTo>
                  <a:pt x="12" y="81"/>
                </a:lnTo>
                <a:lnTo>
                  <a:pt x="11" y="90"/>
                </a:lnTo>
                <a:lnTo>
                  <a:pt x="2" y="89"/>
                </a:lnTo>
                <a:moveTo>
                  <a:pt x="3" y="80"/>
                </a:moveTo>
                <a:lnTo>
                  <a:pt x="4" y="71"/>
                </a:lnTo>
                <a:lnTo>
                  <a:pt x="13" y="72"/>
                </a:lnTo>
                <a:lnTo>
                  <a:pt x="12" y="81"/>
                </a:lnTo>
                <a:lnTo>
                  <a:pt x="3" y="80"/>
                </a:lnTo>
                <a:moveTo>
                  <a:pt x="4" y="71"/>
                </a:moveTo>
                <a:lnTo>
                  <a:pt x="5" y="62"/>
                </a:lnTo>
                <a:lnTo>
                  <a:pt x="14" y="64"/>
                </a:lnTo>
                <a:lnTo>
                  <a:pt x="13" y="72"/>
                </a:lnTo>
                <a:lnTo>
                  <a:pt x="4" y="71"/>
                </a:lnTo>
                <a:moveTo>
                  <a:pt x="5" y="62"/>
                </a:moveTo>
                <a:lnTo>
                  <a:pt x="6" y="54"/>
                </a:lnTo>
                <a:lnTo>
                  <a:pt x="15" y="55"/>
                </a:lnTo>
                <a:lnTo>
                  <a:pt x="14" y="64"/>
                </a:lnTo>
                <a:lnTo>
                  <a:pt x="5" y="62"/>
                </a:lnTo>
                <a:moveTo>
                  <a:pt x="6" y="54"/>
                </a:moveTo>
                <a:lnTo>
                  <a:pt x="7" y="45"/>
                </a:lnTo>
                <a:lnTo>
                  <a:pt x="16" y="46"/>
                </a:lnTo>
                <a:lnTo>
                  <a:pt x="15" y="55"/>
                </a:lnTo>
                <a:lnTo>
                  <a:pt x="6" y="54"/>
                </a:lnTo>
                <a:moveTo>
                  <a:pt x="7" y="45"/>
                </a:moveTo>
                <a:lnTo>
                  <a:pt x="8" y="36"/>
                </a:lnTo>
                <a:lnTo>
                  <a:pt x="17" y="37"/>
                </a:lnTo>
                <a:lnTo>
                  <a:pt x="16" y="46"/>
                </a:lnTo>
                <a:lnTo>
                  <a:pt x="7" y="45"/>
                </a:lnTo>
                <a:moveTo>
                  <a:pt x="8" y="36"/>
                </a:moveTo>
                <a:lnTo>
                  <a:pt x="9" y="28"/>
                </a:lnTo>
                <a:lnTo>
                  <a:pt x="18" y="29"/>
                </a:lnTo>
                <a:lnTo>
                  <a:pt x="17" y="37"/>
                </a:lnTo>
                <a:lnTo>
                  <a:pt x="8" y="36"/>
                </a:lnTo>
                <a:moveTo>
                  <a:pt x="9" y="28"/>
                </a:moveTo>
                <a:lnTo>
                  <a:pt x="10" y="19"/>
                </a:lnTo>
                <a:lnTo>
                  <a:pt x="19" y="20"/>
                </a:lnTo>
                <a:lnTo>
                  <a:pt x="18" y="29"/>
                </a:lnTo>
                <a:lnTo>
                  <a:pt x="9" y="28"/>
                </a:lnTo>
                <a:moveTo>
                  <a:pt x="10" y="19"/>
                </a:moveTo>
                <a:lnTo>
                  <a:pt x="12" y="10"/>
                </a:lnTo>
                <a:lnTo>
                  <a:pt x="20" y="11"/>
                </a:lnTo>
                <a:lnTo>
                  <a:pt x="19" y="20"/>
                </a:lnTo>
                <a:lnTo>
                  <a:pt x="10" y="19"/>
                </a:lnTo>
                <a:moveTo>
                  <a:pt x="12" y="10"/>
                </a:moveTo>
                <a:lnTo>
                  <a:pt x="13" y="0"/>
                </a:lnTo>
                <a:lnTo>
                  <a:pt x="26" y="9"/>
                </a:lnTo>
                <a:lnTo>
                  <a:pt x="21" y="16"/>
                </a:lnTo>
                <a:lnTo>
                  <a:pt x="14" y="11"/>
                </a:lnTo>
                <a:lnTo>
                  <a:pt x="16" y="7"/>
                </a:lnTo>
                <a:lnTo>
                  <a:pt x="21" y="8"/>
                </a:lnTo>
                <a:lnTo>
                  <a:pt x="20" y="11"/>
                </a:lnTo>
                <a:lnTo>
                  <a:pt x="12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2282040" y="2628000"/>
            <a:ext cx="480600" cy="25200"/>
          </a:xfrm>
          <a:custGeom>
            <a:avLst/>
            <a:gdLst/>
            <a:ahLst/>
            <a:rect l="0" t="0" r="r" b="b"/>
            <a:pathLst>
              <a:path fill="none" w="1335" h="70">
                <a:moveTo>
                  <a:pt x="0" y="70"/>
                </a:moveTo>
                <a:lnTo>
                  <a:pt x="114" y="54"/>
                </a:lnTo>
                <a:cubicBezTo>
                  <a:pt x="229" y="37"/>
                  <a:pt x="459" y="4"/>
                  <a:pt x="681" y="0"/>
                </a:cubicBezTo>
                <a:cubicBezTo>
                  <a:pt x="904" y="-4"/>
                  <a:pt x="1120" y="20"/>
                  <a:pt x="1227" y="33"/>
                </a:cubicBezTo>
                <a:lnTo>
                  <a:pt x="1335" y="45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2744640" y="2626560"/>
            <a:ext cx="33480" cy="32040"/>
          </a:xfrm>
          <a:custGeom>
            <a:avLst/>
            <a:gdLst/>
            <a:ahLst/>
            <a:rect l="0" t="0" r="r" b="b"/>
            <a:pathLst>
              <a:path w="93" h="89">
                <a:moveTo>
                  <a:pt x="10" y="0"/>
                </a:moveTo>
                <a:lnTo>
                  <a:pt x="93" y="54"/>
                </a:lnTo>
                <a:lnTo>
                  <a:pt x="0" y="89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2742840" y="2624040"/>
            <a:ext cx="38880" cy="36720"/>
          </a:xfrm>
          <a:custGeom>
            <a:avLst/>
            <a:gdLst/>
            <a:ahLst/>
            <a:rect l="0" t="0" r="r" b="b"/>
            <a:pathLst>
              <a:path w="108" h="102">
                <a:moveTo>
                  <a:pt x="25" y="8"/>
                </a:moveTo>
                <a:lnTo>
                  <a:pt x="33" y="13"/>
                </a:lnTo>
                <a:lnTo>
                  <a:pt x="27" y="21"/>
                </a:lnTo>
                <a:lnTo>
                  <a:pt x="20" y="16"/>
                </a:lnTo>
                <a:lnTo>
                  <a:pt x="25" y="8"/>
                </a:lnTo>
                <a:moveTo>
                  <a:pt x="33" y="13"/>
                </a:moveTo>
                <a:lnTo>
                  <a:pt x="40" y="18"/>
                </a:lnTo>
                <a:lnTo>
                  <a:pt x="36" y="25"/>
                </a:lnTo>
                <a:lnTo>
                  <a:pt x="27" y="21"/>
                </a:lnTo>
                <a:lnTo>
                  <a:pt x="33" y="13"/>
                </a:lnTo>
                <a:moveTo>
                  <a:pt x="40" y="18"/>
                </a:moveTo>
                <a:lnTo>
                  <a:pt x="48" y="23"/>
                </a:lnTo>
                <a:lnTo>
                  <a:pt x="43" y="30"/>
                </a:lnTo>
                <a:lnTo>
                  <a:pt x="36" y="25"/>
                </a:lnTo>
                <a:lnTo>
                  <a:pt x="40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6"/>
                </a:lnTo>
                <a:lnTo>
                  <a:pt x="43" y="30"/>
                </a:lnTo>
                <a:lnTo>
                  <a:pt x="48" y="23"/>
                </a:lnTo>
                <a:moveTo>
                  <a:pt x="55" y="28"/>
                </a:moveTo>
                <a:lnTo>
                  <a:pt x="63" y="32"/>
                </a:lnTo>
                <a:lnTo>
                  <a:pt x="58" y="41"/>
                </a:lnTo>
                <a:lnTo>
                  <a:pt x="50" y="36"/>
                </a:lnTo>
                <a:lnTo>
                  <a:pt x="55" y="28"/>
                </a:lnTo>
                <a:moveTo>
                  <a:pt x="63" y="32"/>
                </a:moveTo>
                <a:lnTo>
                  <a:pt x="70" y="38"/>
                </a:lnTo>
                <a:lnTo>
                  <a:pt x="65" y="46"/>
                </a:lnTo>
                <a:lnTo>
                  <a:pt x="58" y="41"/>
                </a:lnTo>
                <a:lnTo>
                  <a:pt x="63" y="32"/>
                </a:lnTo>
                <a:moveTo>
                  <a:pt x="70" y="38"/>
                </a:moveTo>
                <a:lnTo>
                  <a:pt x="77" y="43"/>
                </a:lnTo>
                <a:lnTo>
                  <a:pt x="73" y="50"/>
                </a:lnTo>
                <a:lnTo>
                  <a:pt x="65" y="46"/>
                </a:lnTo>
                <a:lnTo>
                  <a:pt x="70" y="38"/>
                </a:lnTo>
                <a:moveTo>
                  <a:pt x="77" y="43"/>
                </a:moveTo>
                <a:lnTo>
                  <a:pt x="85" y="48"/>
                </a:lnTo>
                <a:lnTo>
                  <a:pt x="80" y="55"/>
                </a:lnTo>
                <a:lnTo>
                  <a:pt x="73" y="50"/>
                </a:lnTo>
                <a:lnTo>
                  <a:pt x="77" y="43"/>
                </a:lnTo>
                <a:moveTo>
                  <a:pt x="85" y="48"/>
                </a:moveTo>
                <a:lnTo>
                  <a:pt x="92" y="53"/>
                </a:lnTo>
                <a:lnTo>
                  <a:pt x="87" y="60"/>
                </a:lnTo>
                <a:lnTo>
                  <a:pt x="80" y="55"/>
                </a:lnTo>
                <a:lnTo>
                  <a:pt x="85" y="48"/>
                </a:lnTo>
                <a:moveTo>
                  <a:pt x="92" y="53"/>
                </a:moveTo>
                <a:lnTo>
                  <a:pt x="99" y="57"/>
                </a:lnTo>
                <a:lnTo>
                  <a:pt x="95" y="65"/>
                </a:lnTo>
                <a:lnTo>
                  <a:pt x="87" y="60"/>
                </a:lnTo>
                <a:lnTo>
                  <a:pt x="92" y="53"/>
                </a:lnTo>
                <a:moveTo>
                  <a:pt x="99" y="57"/>
                </a:moveTo>
                <a:lnTo>
                  <a:pt x="108" y="63"/>
                </a:lnTo>
                <a:lnTo>
                  <a:pt x="93" y="68"/>
                </a:lnTo>
                <a:lnTo>
                  <a:pt x="90" y="60"/>
                </a:lnTo>
                <a:lnTo>
                  <a:pt x="97" y="58"/>
                </a:lnTo>
                <a:lnTo>
                  <a:pt x="98" y="62"/>
                </a:lnTo>
                <a:lnTo>
                  <a:pt x="96" y="66"/>
                </a:lnTo>
                <a:lnTo>
                  <a:pt x="95" y="65"/>
                </a:lnTo>
                <a:lnTo>
                  <a:pt x="99" y="57"/>
                </a:lnTo>
                <a:moveTo>
                  <a:pt x="93" y="68"/>
                </a:moveTo>
                <a:lnTo>
                  <a:pt x="85" y="72"/>
                </a:lnTo>
                <a:lnTo>
                  <a:pt x="82" y="63"/>
                </a:lnTo>
                <a:lnTo>
                  <a:pt x="90" y="60"/>
                </a:lnTo>
                <a:lnTo>
                  <a:pt x="93" y="68"/>
                </a:lnTo>
                <a:moveTo>
                  <a:pt x="85" y="72"/>
                </a:moveTo>
                <a:lnTo>
                  <a:pt x="77" y="75"/>
                </a:lnTo>
                <a:lnTo>
                  <a:pt x="74" y="66"/>
                </a:lnTo>
                <a:lnTo>
                  <a:pt x="82" y="63"/>
                </a:lnTo>
                <a:lnTo>
                  <a:pt x="85" y="72"/>
                </a:lnTo>
                <a:moveTo>
                  <a:pt x="77" y="75"/>
                </a:moveTo>
                <a:lnTo>
                  <a:pt x="68" y="78"/>
                </a:lnTo>
                <a:lnTo>
                  <a:pt x="65" y="69"/>
                </a:lnTo>
                <a:lnTo>
                  <a:pt x="74" y="66"/>
                </a:lnTo>
                <a:lnTo>
                  <a:pt x="77" y="75"/>
                </a:lnTo>
                <a:moveTo>
                  <a:pt x="68" y="78"/>
                </a:moveTo>
                <a:lnTo>
                  <a:pt x="60" y="81"/>
                </a:lnTo>
                <a:lnTo>
                  <a:pt x="57" y="72"/>
                </a:lnTo>
                <a:lnTo>
                  <a:pt x="65" y="69"/>
                </a:lnTo>
                <a:lnTo>
                  <a:pt x="68" y="78"/>
                </a:lnTo>
                <a:moveTo>
                  <a:pt x="60" y="81"/>
                </a:moveTo>
                <a:lnTo>
                  <a:pt x="52" y="84"/>
                </a:lnTo>
                <a:lnTo>
                  <a:pt x="49" y="75"/>
                </a:lnTo>
                <a:lnTo>
                  <a:pt x="57" y="72"/>
                </a:lnTo>
                <a:lnTo>
                  <a:pt x="60" y="81"/>
                </a:lnTo>
                <a:moveTo>
                  <a:pt x="52" y="84"/>
                </a:moveTo>
                <a:lnTo>
                  <a:pt x="44" y="87"/>
                </a:lnTo>
                <a:lnTo>
                  <a:pt x="41" y="78"/>
                </a:lnTo>
                <a:lnTo>
                  <a:pt x="49" y="75"/>
                </a:lnTo>
                <a:lnTo>
                  <a:pt x="52" y="84"/>
                </a:lnTo>
                <a:moveTo>
                  <a:pt x="44" y="87"/>
                </a:moveTo>
                <a:lnTo>
                  <a:pt x="35" y="90"/>
                </a:lnTo>
                <a:lnTo>
                  <a:pt x="31" y="81"/>
                </a:lnTo>
                <a:lnTo>
                  <a:pt x="41" y="78"/>
                </a:lnTo>
                <a:lnTo>
                  <a:pt x="44" y="87"/>
                </a:lnTo>
                <a:moveTo>
                  <a:pt x="35" y="90"/>
                </a:moveTo>
                <a:lnTo>
                  <a:pt x="26" y="93"/>
                </a:lnTo>
                <a:lnTo>
                  <a:pt x="23" y="84"/>
                </a:lnTo>
                <a:lnTo>
                  <a:pt x="31" y="81"/>
                </a:lnTo>
                <a:lnTo>
                  <a:pt x="35" y="90"/>
                </a:lnTo>
                <a:moveTo>
                  <a:pt x="26" y="93"/>
                </a:moveTo>
                <a:lnTo>
                  <a:pt x="18" y="96"/>
                </a:lnTo>
                <a:lnTo>
                  <a:pt x="15" y="87"/>
                </a:lnTo>
                <a:lnTo>
                  <a:pt x="23" y="84"/>
                </a:lnTo>
                <a:lnTo>
                  <a:pt x="26" y="93"/>
                </a:lnTo>
                <a:moveTo>
                  <a:pt x="18" y="96"/>
                </a:moveTo>
                <a:lnTo>
                  <a:pt x="9" y="99"/>
                </a:lnTo>
                <a:lnTo>
                  <a:pt x="6" y="90"/>
                </a:lnTo>
                <a:lnTo>
                  <a:pt x="15" y="87"/>
                </a:lnTo>
                <a:lnTo>
                  <a:pt x="18" y="96"/>
                </a:lnTo>
                <a:moveTo>
                  <a:pt x="9" y="99"/>
                </a:moveTo>
                <a:lnTo>
                  <a:pt x="0" y="102"/>
                </a:lnTo>
                <a:lnTo>
                  <a:pt x="1" y="90"/>
                </a:lnTo>
                <a:lnTo>
                  <a:pt x="10" y="91"/>
                </a:lnTo>
                <a:lnTo>
                  <a:pt x="9" y="96"/>
                </a:lnTo>
                <a:lnTo>
                  <a:pt x="5" y="96"/>
                </a:lnTo>
                <a:lnTo>
                  <a:pt x="3" y="91"/>
                </a:lnTo>
                <a:lnTo>
                  <a:pt x="6" y="90"/>
                </a:lnTo>
                <a:lnTo>
                  <a:pt x="9" y="99"/>
                </a:lnTo>
                <a:moveTo>
                  <a:pt x="1" y="90"/>
                </a:moveTo>
                <a:lnTo>
                  <a:pt x="2" y="81"/>
                </a:lnTo>
                <a:lnTo>
                  <a:pt x="11" y="82"/>
                </a:lnTo>
                <a:lnTo>
                  <a:pt x="10" y="91"/>
                </a:lnTo>
                <a:lnTo>
                  <a:pt x="1" y="90"/>
                </a:lnTo>
                <a:moveTo>
                  <a:pt x="2" y="81"/>
                </a:moveTo>
                <a:lnTo>
                  <a:pt x="3" y="72"/>
                </a:lnTo>
                <a:lnTo>
                  <a:pt x="12" y="73"/>
                </a:lnTo>
                <a:lnTo>
                  <a:pt x="11" y="82"/>
                </a:lnTo>
                <a:lnTo>
                  <a:pt x="2" y="81"/>
                </a:lnTo>
                <a:moveTo>
                  <a:pt x="3" y="72"/>
                </a:moveTo>
                <a:lnTo>
                  <a:pt x="4" y="63"/>
                </a:lnTo>
                <a:lnTo>
                  <a:pt x="13" y="64"/>
                </a:lnTo>
                <a:lnTo>
                  <a:pt x="12" y="73"/>
                </a:lnTo>
                <a:lnTo>
                  <a:pt x="3" y="72"/>
                </a:lnTo>
                <a:moveTo>
                  <a:pt x="4" y="63"/>
                </a:moveTo>
                <a:lnTo>
                  <a:pt x="5" y="55"/>
                </a:lnTo>
                <a:lnTo>
                  <a:pt x="14" y="56"/>
                </a:lnTo>
                <a:lnTo>
                  <a:pt x="13" y="64"/>
                </a:lnTo>
                <a:lnTo>
                  <a:pt x="4" y="63"/>
                </a:lnTo>
                <a:moveTo>
                  <a:pt x="5" y="55"/>
                </a:moveTo>
                <a:lnTo>
                  <a:pt x="6" y="46"/>
                </a:lnTo>
                <a:lnTo>
                  <a:pt x="15" y="47"/>
                </a:lnTo>
                <a:lnTo>
                  <a:pt x="14" y="56"/>
                </a:lnTo>
                <a:lnTo>
                  <a:pt x="5" y="55"/>
                </a:lnTo>
                <a:moveTo>
                  <a:pt x="6" y="46"/>
                </a:moveTo>
                <a:lnTo>
                  <a:pt x="7" y="37"/>
                </a:lnTo>
                <a:lnTo>
                  <a:pt x="16" y="38"/>
                </a:lnTo>
                <a:lnTo>
                  <a:pt x="15" y="47"/>
                </a:lnTo>
                <a:lnTo>
                  <a:pt x="6" y="46"/>
                </a:lnTo>
                <a:moveTo>
                  <a:pt x="7" y="37"/>
                </a:moveTo>
                <a:lnTo>
                  <a:pt x="8" y="27"/>
                </a:lnTo>
                <a:lnTo>
                  <a:pt x="17" y="28"/>
                </a:lnTo>
                <a:lnTo>
                  <a:pt x="16" y="38"/>
                </a:lnTo>
                <a:lnTo>
                  <a:pt x="7" y="37"/>
                </a:lnTo>
                <a:moveTo>
                  <a:pt x="8" y="27"/>
                </a:moveTo>
                <a:lnTo>
                  <a:pt x="9" y="19"/>
                </a:lnTo>
                <a:lnTo>
                  <a:pt x="18" y="20"/>
                </a:lnTo>
                <a:lnTo>
                  <a:pt x="17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19" y="11"/>
                </a:lnTo>
                <a:lnTo>
                  <a:pt x="18" y="20"/>
                </a:lnTo>
                <a:lnTo>
                  <a:pt x="9" y="19"/>
                </a:lnTo>
                <a:moveTo>
                  <a:pt x="10" y="10"/>
                </a:moveTo>
                <a:lnTo>
                  <a:pt x="11" y="0"/>
                </a:lnTo>
                <a:lnTo>
                  <a:pt x="25" y="8"/>
                </a:lnTo>
                <a:lnTo>
                  <a:pt x="20" y="16"/>
                </a:lnTo>
                <a:lnTo>
                  <a:pt x="13" y="11"/>
                </a:lnTo>
                <a:lnTo>
                  <a:pt x="15" y="7"/>
                </a:lnTo>
                <a:lnTo>
                  <a:pt x="19" y="8"/>
                </a:lnTo>
                <a:lnTo>
                  <a:pt x="19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3806640" y="2633040"/>
            <a:ext cx="888120" cy="36000"/>
          </a:xfrm>
          <a:custGeom>
            <a:avLst/>
            <a:gdLst/>
            <a:ahLst/>
            <a:rect l="0" t="0" r="r" b="b"/>
            <a:pathLst>
              <a:path fill="none" w="2467" h="100">
                <a:moveTo>
                  <a:pt x="0" y="71"/>
                </a:moveTo>
                <a:lnTo>
                  <a:pt x="209" y="51"/>
                </a:lnTo>
                <a:cubicBezTo>
                  <a:pt x="418" y="33"/>
                  <a:pt x="838" y="-5"/>
                  <a:pt x="1248" y="0"/>
                </a:cubicBezTo>
                <a:cubicBezTo>
                  <a:pt x="1659" y="4"/>
                  <a:pt x="2063" y="52"/>
                  <a:pt x="2265" y="76"/>
                </a:cubicBezTo>
                <a:lnTo>
                  <a:pt x="2467" y="10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4676760" y="265104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10" y="0"/>
                </a:moveTo>
                <a:lnTo>
                  <a:pt x="93" y="54"/>
                </a:lnTo>
                <a:lnTo>
                  <a:pt x="0" y="88"/>
                </a:lnTo>
                <a:lnTo>
                  <a:pt x="1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4674960" y="2648520"/>
            <a:ext cx="38880" cy="36720"/>
          </a:xfrm>
          <a:custGeom>
            <a:avLst/>
            <a:gdLst/>
            <a:ahLst/>
            <a:rect l="0" t="0" r="r" b="b"/>
            <a:pathLst>
              <a:path w="108" h="102">
                <a:moveTo>
                  <a:pt x="26" y="8"/>
                </a:moveTo>
                <a:lnTo>
                  <a:pt x="33" y="13"/>
                </a:lnTo>
                <a:lnTo>
                  <a:pt x="28" y="20"/>
                </a:lnTo>
                <a:lnTo>
                  <a:pt x="21" y="16"/>
                </a:lnTo>
                <a:lnTo>
                  <a:pt x="26" y="8"/>
                </a:lnTo>
                <a:moveTo>
                  <a:pt x="33" y="13"/>
                </a:moveTo>
                <a:lnTo>
                  <a:pt x="41" y="18"/>
                </a:lnTo>
                <a:lnTo>
                  <a:pt x="36" y="25"/>
                </a:lnTo>
                <a:lnTo>
                  <a:pt x="28" y="20"/>
                </a:lnTo>
                <a:lnTo>
                  <a:pt x="33" y="13"/>
                </a:lnTo>
                <a:moveTo>
                  <a:pt x="41" y="18"/>
                </a:moveTo>
                <a:lnTo>
                  <a:pt x="48" y="23"/>
                </a:lnTo>
                <a:lnTo>
                  <a:pt x="43" y="30"/>
                </a:lnTo>
                <a:lnTo>
                  <a:pt x="36" y="25"/>
                </a:lnTo>
                <a:lnTo>
                  <a:pt x="41" y="18"/>
                </a:lnTo>
                <a:moveTo>
                  <a:pt x="48" y="23"/>
                </a:moveTo>
                <a:lnTo>
                  <a:pt x="55" y="28"/>
                </a:lnTo>
                <a:lnTo>
                  <a:pt x="50" y="35"/>
                </a:lnTo>
                <a:lnTo>
                  <a:pt x="43" y="30"/>
                </a:lnTo>
                <a:lnTo>
                  <a:pt x="48" y="23"/>
                </a:lnTo>
                <a:moveTo>
                  <a:pt x="55" y="28"/>
                </a:moveTo>
                <a:lnTo>
                  <a:pt x="63" y="32"/>
                </a:lnTo>
                <a:lnTo>
                  <a:pt x="58" y="40"/>
                </a:lnTo>
                <a:lnTo>
                  <a:pt x="50" y="35"/>
                </a:lnTo>
                <a:lnTo>
                  <a:pt x="55" y="28"/>
                </a:lnTo>
                <a:moveTo>
                  <a:pt x="63" y="32"/>
                </a:moveTo>
                <a:lnTo>
                  <a:pt x="70" y="37"/>
                </a:lnTo>
                <a:lnTo>
                  <a:pt x="65" y="45"/>
                </a:lnTo>
                <a:lnTo>
                  <a:pt x="58" y="40"/>
                </a:lnTo>
                <a:lnTo>
                  <a:pt x="63" y="32"/>
                </a:lnTo>
                <a:moveTo>
                  <a:pt x="70" y="37"/>
                </a:moveTo>
                <a:lnTo>
                  <a:pt x="77" y="42"/>
                </a:lnTo>
                <a:lnTo>
                  <a:pt x="73" y="49"/>
                </a:lnTo>
                <a:lnTo>
                  <a:pt x="65" y="45"/>
                </a:lnTo>
                <a:lnTo>
                  <a:pt x="70" y="37"/>
                </a:lnTo>
                <a:moveTo>
                  <a:pt x="77" y="42"/>
                </a:moveTo>
                <a:lnTo>
                  <a:pt x="85" y="47"/>
                </a:lnTo>
                <a:lnTo>
                  <a:pt x="80" y="54"/>
                </a:lnTo>
                <a:lnTo>
                  <a:pt x="73" y="49"/>
                </a:lnTo>
                <a:lnTo>
                  <a:pt x="77" y="42"/>
                </a:lnTo>
                <a:moveTo>
                  <a:pt x="85" y="47"/>
                </a:moveTo>
                <a:lnTo>
                  <a:pt x="92" y="52"/>
                </a:lnTo>
                <a:lnTo>
                  <a:pt x="87" y="59"/>
                </a:lnTo>
                <a:lnTo>
                  <a:pt x="80" y="54"/>
                </a:lnTo>
                <a:lnTo>
                  <a:pt x="85" y="47"/>
                </a:lnTo>
                <a:moveTo>
                  <a:pt x="92" y="52"/>
                </a:moveTo>
                <a:lnTo>
                  <a:pt x="99" y="56"/>
                </a:lnTo>
                <a:lnTo>
                  <a:pt x="95" y="64"/>
                </a:lnTo>
                <a:lnTo>
                  <a:pt x="87" y="59"/>
                </a:lnTo>
                <a:lnTo>
                  <a:pt x="92" y="52"/>
                </a:lnTo>
                <a:moveTo>
                  <a:pt x="99" y="56"/>
                </a:moveTo>
                <a:lnTo>
                  <a:pt x="108" y="62"/>
                </a:lnTo>
                <a:lnTo>
                  <a:pt x="93" y="69"/>
                </a:lnTo>
                <a:lnTo>
                  <a:pt x="90" y="59"/>
                </a:lnTo>
                <a:lnTo>
                  <a:pt x="97" y="57"/>
                </a:lnTo>
                <a:lnTo>
                  <a:pt x="98" y="61"/>
                </a:lnTo>
                <a:lnTo>
                  <a:pt x="96" y="65"/>
                </a:lnTo>
                <a:lnTo>
                  <a:pt x="95" y="64"/>
                </a:lnTo>
                <a:lnTo>
                  <a:pt x="99" y="56"/>
                </a:lnTo>
                <a:moveTo>
                  <a:pt x="93" y="69"/>
                </a:moveTo>
                <a:lnTo>
                  <a:pt x="85" y="72"/>
                </a:lnTo>
                <a:lnTo>
                  <a:pt x="82" y="62"/>
                </a:lnTo>
                <a:lnTo>
                  <a:pt x="90" y="59"/>
                </a:lnTo>
                <a:lnTo>
                  <a:pt x="93" y="69"/>
                </a:lnTo>
                <a:moveTo>
                  <a:pt x="85" y="72"/>
                </a:moveTo>
                <a:lnTo>
                  <a:pt x="77" y="75"/>
                </a:lnTo>
                <a:lnTo>
                  <a:pt x="74" y="65"/>
                </a:lnTo>
                <a:lnTo>
                  <a:pt x="82" y="62"/>
                </a:lnTo>
                <a:lnTo>
                  <a:pt x="85" y="72"/>
                </a:lnTo>
                <a:moveTo>
                  <a:pt x="77" y="75"/>
                </a:moveTo>
                <a:lnTo>
                  <a:pt x="68" y="78"/>
                </a:lnTo>
                <a:lnTo>
                  <a:pt x="65" y="69"/>
                </a:lnTo>
                <a:lnTo>
                  <a:pt x="74" y="65"/>
                </a:lnTo>
                <a:lnTo>
                  <a:pt x="77" y="75"/>
                </a:lnTo>
                <a:moveTo>
                  <a:pt x="68" y="78"/>
                </a:moveTo>
                <a:lnTo>
                  <a:pt x="60" y="81"/>
                </a:lnTo>
                <a:lnTo>
                  <a:pt x="57" y="72"/>
                </a:lnTo>
                <a:lnTo>
                  <a:pt x="65" y="69"/>
                </a:lnTo>
                <a:lnTo>
                  <a:pt x="68" y="78"/>
                </a:lnTo>
                <a:moveTo>
                  <a:pt x="60" y="81"/>
                </a:moveTo>
                <a:lnTo>
                  <a:pt x="52" y="84"/>
                </a:lnTo>
                <a:lnTo>
                  <a:pt x="49" y="75"/>
                </a:lnTo>
                <a:lnTo>
                  <a:pt x="57" y="72"/>
                </a:lnTo>
                <a:lnTo>
                  <a:pt x="60" y="81"/>
                </a:lnTo>
                <a:moveTo>
                  <a:pt x="52" y="84"/>
                </a:moveTo>
                <a:lnTo>
                  <a:pt x="43" y="87"/>
                </a:lnTo>
                <a:lnTo>
                  <a:pt x="40" y="78"/>
                </a:lnTo>
                <a:lnTo>
                  <a:pt x="49" y="75"/>
                </a:lnTo>
                <a:lnTo>
                  <a:pt x="52" y="84"/>
                </a:lnTo>
                <a:moveTo>
                  <a:pt x="43" y="87"/>
                </a:moveTo>
                <a:lnTo>
                  <a:pt x="35" y="90"/>
                </a:lnTo>
                <a:lnTo>
                  <a:pt x="32" y="81"/>
                </a:lnTo>
                <a:lnTo>
                  <a:pt x="40" y="78"/>
                </a:lnTo>
                <a:lnTo>
                  <a:pt x="43" y="87"/>
                </a:lnTo>
                <a:moveTo>
                  <a:pt x="35" y="90"/>
                </a:moveTo>
                <a:lnTo>
                  <a:pt x="27" y="93"/>
                </a:lnTo>
                <a:lnTo>
                  <a:pt x="24" y="84"/>
                </a:lnTo>
                <a:lnTo>
                  <a:pt x="32" y="81"/>
                </a:lnTo>
                <a:lnTo>
                  <a:pt x="35" y="90"/>
                </a:lnTo>
                <a:moveTo>
                  <a:pt x="27" y="93"/>
                </a:moveTo>
                <a:lnTo>
                  <a:pt x="19" y="96"/>
                </a:lnTo>
                <a:lnTo>
                  <a:pt x="16" y="87"/>
                </a:lnTo>
                <a:lnTo>
                  <a:pt x="24" y="84"/>
                </a:lnTo>
                <a:lnTo>
                  <a:pt x="27" y="93"/>
                </a:lnTo>
                <a:moveTo>
                  <a:pt x="19" y="96"/>
                </a:moveTo>
                <a:lnTo>
                  <a:pt x="9" y="99"/>
                </a:lnTo>
                <a:lnTo>
                  <a:pt x="6" y="90"/>
                </a:lnTo>
                <a:lnTo>
                  <a:pt x="16" y="87"/>
                </a:lnTo>
                <a:lnTo>
                  <a:pt x="19" y="96"/>
                </a:lnTo>
                <a:moveTo>
                  <a:pt x="9" y="99"/>
                </a:moveTo>
                <a:lnTo>
                  <a:pt x="0" y="102"/>
                </a:lnTo>
                <a:lnTo>
                  <a:pt x="1" y="89"/>
                </a:lnTo>
                <a:lnTo>
                  <a:pt x="10" y="90"/>
                </a:lnTo>
                <a:lnTo>
                  <a:pt x="9" y="96"/>
                </a:lnTo>
                <a:lnTo>
                  <a:pt x="5" y="95"/>
                </a:lnTo>
                <a:lnTo>
                  <a:pt x="3" y="91"/>
                </a:lnTo>
                <a:lnTo>
                  <a:pt x="6" y="90"/>
                </a:lnTo>
                <a:lnTo>
                  <a:pt x="9" y="99"/>
                </a:lnTo>
                <a:moveTo>
                  <a:pt x="1" y="89"/>
                </a:moveTo>
                <a:lnTo>
                  <a:pt x="2" y="81"/>
                </a:lnTo>
                <a:lnTo>
                  <a:pt x="11" y="82"/>
                </a:lnTo>
                <a:lnTo>
                  <a:pt x="10" y="90"/>
                </a:lnTo>
                <a:lnTo>
                  <a:pt x="1" y="89"/>
                </a:lnTo>
                <a:moveTo>
                  <a:pt x="2" y="81"/>
                </a:moveTo>
                <a:lnTo>
                  <a:pt x="3" y="72"/>
                </a:lnTo>
                <a:lnTo>
                  <a:pt x="12" y="73"/>
                </a:lnTo>
                <a:lnTo>
                  <a:pt x="11" y="82"/>
                </a:lnTo>
                <a:lnTo>
                  <a:pt x="2" y="81"/>
                </a:lnTo>
                <a:moveTo>
                  <a:pt x="3" y="72"/>
                </a:moveTo>
                <a:lnTo>
                  <a:pt x="4" y="62"/>
                </a:lnTo>
                <a:lnTo>
                  <a:pt x="13" y="63"/>
                </a:lnTo>
                <a:lnTo>
                  <a:pt x="12" y="73"/>
                </a:lnTo>
                <a:lnTo>
                  <a:pt x="3" y="72"/>
                </a:lnTo>
                <a:moveTo>
                  <a:pt x="4" y="62"/>
                </a:moveTo>
                <a:lnTo>
                  <a:pt x="5" y="53"/>
                </a:lnTo>
                <a:lnTo>
                  <a:pt x="14" y="54"/>
                </a:lnTo>
                <a:lnTo>
                  <a:pt x="13" y="63"/>
                </a:lnTo>
                <a:lnTo>
                  <a:pt x="4" y="62"/>
                </a:lnTo>
                <a:moveTo>
                  <a:pt x="5" y="53"/>
                </a:moveTo>
                <a:lnTo>
                  <a:pt x="6" y="45"/>
                </a:lnTo>
                <a:lnTo>
                  <a:pt x="16" y="46"/>
                </a:lnTo>
                <a:lnTo>
                  <a:pt x="14" y="54"/>
                </a:lnTo>
                <a:lnTo>
                  <a:pt x="5" y="53"/>
                </a:lnTo>
                <a:moveTo>
                  <a:pt x="6" y="45"/>
                </a:moveTo>
                <a:lnTo>
                  <a:pt x="7" y="36"/>
                </a:lnTo>
                <a:lnTo>
                  <a:pt x="17" y="37"/>
                </a:lnTo>
                <a:lnTo>
                  <a:pt x="16" y="46"/>
                </a:lnTo>
                <a:lnTo>
                  <a:pt x="6" y="45"/>
                </a:lnTo>
                <a:moveTo>
                  <a:pt x="7" y="36"/>
                </a:moveTo>
                <a:lnTo>
                  <a:pt x="8" y="27"/>
                </a:lnTo>
                <a:lnTo>
                  <a:pt x="18" y="28"/>
                </a:lnTo>
                <a:lnTo>
                  <a:pt x="17" y="37"/>
                </a:lnTo>
                <a:lnTo>
                  <a:pt x="7" y="36"/>
                </a:lnTo>
                <a:moveTo>
                  <a:pt x="8" y="27"/>
                </a:moveTo>
                <a:lnTo>
                  <a:pt x="9" y="19"/>
                </a:lnTo>
                <a:lnTo>
                  <a:pt x="19" y="20"/>
                </a:lnTo>
                <a:lnTo>
                  <a:pt x="18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20" y="11"/>
                </a:lnTo>
                <a:lnTo>
                  <a:pt x="19" y="20"/>
                </a:lnTo>
                <a:lnTo>
                  <a:pt x="9" y="19"/>
                </a:lnTo>
                <a:moveTo>
                  <a:pt x="10" y="10"/>
                </a:moveTo>
                <a:lnTo>
                  <a:pt x="12" y="0"/>
                </a:lnTo>
                <a:lnTo>
                  <a:pt x="26" y="8"/>
                </a:lnTo>
                <a:lnTo>
                  <a:pt x="21" y="16"/>
                </a:lnTo>
                <a:lnTo>
                  <a:pt x="13" y="11"/>
                </a:lnTo>
                <a:lnTo>
                  <a:pt x="16" y="7"/>
                </a:lnTo>
                <a:lnTo>
                  <a:pt x="20" y="8"/>
                </a:lnTo>
                <a:lnTo>
                  <a:pt x="20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3822480" y="2738880"/>
            <a:ext cx="887760" cy="38160"/>
          </a:xfrm>
          <a:custGeom>
            <a:avLst/>
            <a:gdLst/>
            <a:ahLst/>
            <a:rect l="0" t="0" r="r" b="b"/>
            <a:pathLst>
              <a:path fill="none" w="2466" h="106">
                <a:moveTo>
                  <a:pt x="2466" y="0"/>
                </a:moveTo>
                <a:lnTo>
                  <a:pt x="2257" y="25"/>
                </a:lnTo>
                <a:cubicBezTo>
                  <a:pt x="2048" y="50"/>
                  <a:pt x="1630" y="99"/>
                  <a:pt x="1219" y="105"/>
                </a:cubicBezTo>
                <a:cubicBezTo>
                  <a:pt x="808" y="111"/>
                  <a:pt x="403" y="75"/>
                  <a:pt x="202" y="57"/>
                </a:cubicBezTo>
                <a:lnTo>
                  <a:pt x="0" y="39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3806640" y="2738160"/>
            <a:ext cx="33480" cy="31680"/>
          </a:xfrm>
          <a:custGeom>
            <a:avLst/>
            <a:gdLst/>
            <a:ahLst/>
            <a:rect l="0" t="0" r="r" b="b"/>
            <a:pathLst>
              <a:path w="93" h="88">
                <a:moveTo>
                  <a:pt x="85" y="88"/>
                </a:moveTo>
                <a:lnTo>
                  <a:pt x="0" y="37"/>
                </a:lnTo>
                <a:lnTo>
                  <a:pt x="93" y="0"/>
                </a:lnTo>
                <a:lnTo>
                  <a:pt x="85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3803040" y="2735640"/>
            <a:ext cx="38880" cy="37080"/>
          </a:xfrm>
          <a:custGeom>
            <a:avLst/>
            <a:gdLst/>
            <a:ahLst/>
            <a:rect l="0" t="0" r="r" b="b"/>
            <a:pathLst>
              <a:path w="108" h="103">
                <a:moveTo>
                  <a:pt x="84" y="95"/>
                </a:moveTo>
                <a:lnTo>
                  <a:pt x="76" y="90"/>
                </a:lnTo>
                <a:lnTo>
                  <a:pt x="81" y="82"/>
                </a:lnTo>
                <a:lnTo>
                  <a:pt x="90" y="87"/>
                </a:lnTo>
                <a:lnTo>
                  <a:pt x="84" y="95"/>
                </a:lnTo>
                <a:moveTo>
                  <a:pt x="76" y="90"/>
                </a:moveTo>
                <a:lnTo>
                  <a:pt x="69" y="85"/>
                </a:lnTo>
                <a:lnTo>
                  <a:pt x="74" y="78"/>
                </a:lnTo>
                <a:lnTo>
                  <a:pt x="81" y="82"/>
                </a:lnTo>
                <a:lnTo>
                  <a:pt x="76" y="90"/>
                </a:lnTo>
                <a:moveTo>
                  <a:pt x="69" y="85"/>
                </a:moveTo>
                <a:lnTo>
                  <a:pt x="61" y="81"/>
                </a:lnTo>
                <a:lnTo>
                  <a:pt x="66" y="73"/>
                </a:lnTo>
                <a:lnTo>
                  <a:pt x="74" y="78"/>
                </a:lnTo>
                <a:lnTo>
                  <a:pt x="69" y="85"/>
                </a:lnTo>
                <a:moveTo>
                  <a:pt x="61" y="81"/>
                </a:moveTo>
                <a:lnTo>
                  <a:pt x="54" y="76"/>
                </a:lnTo>
                <a:lnTo>
                  <a:pt x="59" y="69"/>
                </a:lnTo>
                <a:lnTo>
                  <a:pt x="66" y="73"/>
                </a:lnTo>
                <a:lnTo>
                  <a:pt x="61" y="81"/>
                </a:lnTo>
                <a:moveTo>
                  <a:pt x="54" y="76"/>
                </a:moveTo>
                <a:lnTo>
                  <a:pt x="47" y="71"/>
                </a:lnTo>
                <a:lnTo>
                  <a:pt x="51" y="64"/>
                </a:lnTo>
                <a:lnTo>
                  <a:pt x="59" y="69"/>
                </a:lnTo>
                <a:lnTo>
                  <a:pt x="54" y="76"/>
                </a:lnTo>
                <a:moveTo>
                  <a:pt x="47" y="71"/>
                </a:moveTo>
                <a:lnTo>
                  <a:pt x="39" y="67"/>
                </a:lnTo>
                <a:lnTo>
                  <a:pt x="44" y="59"/>
                </a:lnTo>
                <a:lnTo>
                  <a:pt x="51" y="64"/>
                </a:lnTo>
                <a:lnTo>
                  <a:pt x="47" y="71"/>
                </a:lnTo>
                <a:moveTo>
                  <a:pt x="39" y="67"/>
                </a:moveTo>
                <a:lnTo>
                  <a:pt x="32" y="62"/>
                </a:lnTo>
                <a:lnTo>
                  <a:pt x="36" y="55"/>
                </a:lnTo>
                <a:lnTo>
                  <a:pt x="44" y="59"/>
                </a:lnTo>
                <a:lnTo>
                  <a:pt x="39" y="67"/>
                </a:lnTo>
                <a:moveTo>
                  <a:pt x="32" y="62"/>
                </a:moveTo>
                <a:lnTo>
                  <a:pt x="24" y="58"/>
                </a:lnTo>
                <a:lnTo>
                  <a:pt x="29" y="50"/>
                </a:lnTo>
                <a:lnTo>
                  <a:pt x="36" y="55"/>
                </a:lnTo>
                <a:lnTo>
                  <a:pt x="32" y="62"/>
                </a:lnTo>
                <a:moveTo>
                  <a:pt x="24" y="58"/>
                </a:moveTo>
                <a:lnTo>
                  <a:pt x="17" y="53"/>
                </a:lnTo>
                <a:lnTo>
                  <a:pt x="21" y="46"/>
                </a:lnTo>
                <a:lnTo>
                  <a:pt x="29" y="50"/>
                </a:lnTo>
                <a:lnTo>
                  <a:pt x="24" y="58"/>
                </a:lnTo>
                <a:moveTo>
                  <a:pt x="17" y="53"/>
                </a:moveTo>
                <a:lnTo>
                  <a:pt x="9" y="48"/>
                </a:lnTo>
                <a:lnTo>
                  <a:pt x="14" y="41"/>
                </a:lnTo>
                <a:lnTo>
                  <a:pt x="21" y="46"/>
                </a:lnTo>
                <a:lnTo>
                  <a:pt x="17" y="53"/>
                </a:lnTo>
                <a:moveTo>
                  <a:pt x="9" y="48"/>
                </a:moveTo>
                <a:lnTo>
                  <a:pt x="0" y="43"/>
                </a:lnTo>
                <a:lnTo>
                  <a:pt x="15" y="37"/>
                </a:lnTo>
                <a:lnTo>
                  <a:pt x="18" y="45"/>
                </a:lnTo>
                <a:lnTo>
                  <a:pt x="12" y="48"/>
                </a:lnTo>
                <a:lnTo>
                  <a:pt x="10" y="44"/>
                </a:lnTo>
                <a:lnTo>
                  <a:pt x="12" y="40"/>
                </a:lnTo>
                <a:lnTo>
                  <a:pt x="14" y="41"/>
                </a:lnTo>
                <a:lnTo>
                  <a:pt x="9" y="48"/>
                </a:lnTo>
                <a:moveTo>
                  <a:pt x="15" y="37"/>
                </a:moveTo>
                <a:lnTo>
                  <a:pt x="23" y="34"/>
                </a:lnTo>
                <a:lnTo>
                  <a:pt x="27" y="42"/>
                </a:lnTo>
                <a:lnTo>
                  <a:pt x="18" y="45"/>
                </a:lnTo>
                <a:lnTo>
                  <a:pt x="15" y="37"/>
                </a:lnTo>
                <a:moveTo>
                  <a:pt x="23" y="34"/>
                </a:moveTo>
                <a:lnTo>
                  <a:pt x="32" y="31"/>
                </a:lnTo>
                <a:lnTo>
                  <a:pt x="35" y="39"/>
                </a:lnTo>
                <a:lnTo>
                  <a:pt x="27" y="42"/>
                </a:lnTo>
                <a:lnTo>
                  <a:pt x="23" y="34"/>
                </a:lnTo>
                <a:moveTo>
                  <a:pt x="32" y="31"/>
                </a:moveTo>
                <a:lnTo>
                  <a:pt x="40" y="26"/>
                </a:lnTo>
                <a:lnTo>
                  <a:pt x="43" y="36"/>
                </a:lnTo>
                <a:lnTo>
                  <a:pt x="35" y="39"/>
                </a:lnTo>
                <a:lnTo>
                  <a:pt x="32" y="31"/>
                </a:lnTo>
                <a:moveTo>
                  <a:pt x="40" y="26"/>
                </a:moveTo>
                <a:lnTo>
                  <a:pt x="48" y="23"/>
                </a:lnTo>
                <a:lnTo>
                  <a:pt x="51" y="32"/>
                </a:lnTo>
                <a:lnTo>
                  <a:pt x="43" y="36"/>
                </a:lnTo>
                <a:lnTo>
                  <a:pt x="40" y="26"/>
                </a:lnTo>
                <a:moveTo>
                  <a:pt x="48" y="23"/>
                </a:moveTo>
                <a:lnTo>
                  <a:pt x="56" y="20"/>
                </a:lnTo>
                <a:lnTo>
                  <a:pt x="59" y="29"/>
                </a:lnTo>
                <a:lnTo>
                  <a:pt x="51" y="32"/>
                </a:lnTo>
                <a:lnTo>
                  <a:pt x="48" y="23"/>
                </a:lnTo>
                <a:moveTo>
                  <a:pt x="56" y="20"/>
                </a:moveTo>
                <a:lnTo>
                  <a:pt x="64" y="17"/>
                </a:lnTo>
                <a:lnTo>
                  <a:pt x="68" y="25"/>
                </a:lnTo>
                <a:lnTo>
                  <a:pt x="59" y="29"/>
                </a:lnTo>
                <a:lnTo>
                  <a:pt x="56" y="20"/>
                </a:lnTo>
                <a:moveTo>
                  <a:pt x="64" y="17"/>
                </a:moveTo>
                <a:lnTo>
                  <a:pt x="72" y="14"/>
                </a:lnTo>
                <a:lnTo>
                  <a:pt x="76" y="22"/>
                </a:lnTo>
                <a:lnTo>
                  <a:pt x="68" y="25"/>
                </a:lnTo>
                <a:lnTo>
                  <a:pt x="64" y="17"/>
                </a:lnTo>
                <a:moveTo>
                  <a:pt x="72" y="14"/>
                </a:moveTo>
                <a:lnTo>
                  <a:pt x="81" y="10"/>
                </a:lnTo>
                <a:lnTo>
                  <a:pt x="84" y="19"/>
                </a:lnTo>
                <a:lnTo>
                  <a:pt x="76" y="22"/>
                </a:lnTo>
                <a:lnTo>
                  <a:pt x="72" y="14"/>
                </a:lnTo>
                <a:moveTo>
                  <a:pt x="81" y="10"/>
                </a:moveTo>
                <a:lnTo>
                  <a:pt x="90" y="7"/>
                </a:lnTo>
                <a:lnTo>
                  <a:pt x="93" y="15"/>
                </a:lnTo>
                <a:lnTo>
                  <a:pt x="84" y="19"/>
                </a:lnTo>
                <a:lnTo>
                  <a:pt x="81" y="10"/>
                </a:lnTo>
                <a:moveTo>
                  <a:pt x="90" y="7"/>
                </a:moveTo>
                <a:lnTo>
                  <a:pt x="98" y="4"/>
                </a:lnTo>
                <a:lnTo>
                  <a:pt x="101" y="12"/>
                </a:lnTo>
                <a:lnTo>
                  <a:pt x="93" y="15"/>
                </a:lnTo>
                <a:lnTo>
                  <a:pt x="90" y="7"/>
                </a:lnTo>
                <a:moveTo>
                  <a:pt x="98" y="4"/>
                </a:moveTo>
                <a:lnTo>
                  <a:pt x="108" y="0"/>
                </a:lnTo>
                <a:lnTo>
                  <a:pt x="106" y="13"/>
                </a:lnTo>
                <a:lnTo>
                  <a:pt x="98" y="12"/>
                </a:lnTo>
                <a:lnTo>
                  <a:pt x="98" y="7"/>
                </a:lnTo>
                <a:lnTo>
                  <a:pt x="103" y="7"/>
                </a:lnTo>
                <a:lnTo>
                  <a:pt x="104" y="11"/>
                </a:lnTo>
                <a:lnTo>
                  <a:pt x="101" y="12"/>
                </a:lnTo>
                <a:lnTo>
                  <a:pt x="98" y="4"/>
                </a:lnTo>
                <a:moveTo>
                  <a:pt x="106" y="13"/>
                </a:moveTo>
                <a:lnTo>
                  <a:pt x="106" y="22"/>
                </a:lnTo>
                <a:lnTo>
                  <a:pt x="97" y="21"/>
                </a:lnTo>
                <a:lnTo>
                  <a:pt x="98" y="12"/>
                </a:lnTo>
                <a:lnTo>
                  <a:pt x="106" y="13"/>
                </a:lnTo>
                <a:moveTo>
                  <a:pt x="106" y="22"/>
                </a:moveTo>
                <a:lnTo>
                  <a:pt x="105" y="31"/>
                </a:lnTo>
                <a:lnTo>
                  <a:pt x="96" y="31"/>
                </a:lnTo>
                <a:lnTo>
                  <a:pt x="97" y="21"/>
                </a:lnTo>
                <a:lnTo>
                  <a:pt x="106" y="22"/>
                </a:lnTo>
                <a:moveTo>
                  <a:pt x="105" y="31"/>
                </a:moveTo>
                <a:lnTo>
                  <a:pt x="104" y="40"/>
                </a:lnTo>
                <a:lnTo>
                  <a:pt x="95" y="39"/>
                </a:lnTo>
                <a:lnTo>
                  <a:pt x="96" y="31"/>
                </a:lnTo>
                <a:lnTo>
                  <a:pt x="105" y="31"/>
                </a:lnTo>
                <a:moveTo>
                  <a:pt x="104" y="40"/>
                </a:moveTo>
                <a:lnTo>
                  <a:pt x="103" y="49"/>
                </a:lnTo>
                <a:lnTo>
                  <a:pt x="95" y="48"/>
                </a:lnTo>
                <a:lnTo>
                  <a:pt x="95" y="39"/>
                </a:lnTo>
                <a:lnTo>
                  <a:pt x="104" y="40"/>
                </a:lnTo>
                <a:moveTo>
                  <a:pt x="103" y="49"/>
                </a:moveTo>
                <a:lnTo>
                  <a:pt x="103" y="58"/>
                </a:lnTo>
                <a:lnTo>
                  <a:pt x="94" y="57"/>
                </a:lnTo>
                <a:lnTo>
                  <a:pt x="95" y="48"/>
                </a:lnTo>
                <a:lnTo>
                  <a:pt x="103" y="49"/>
                </a:lnTo>
                <a:moveTo>
                  <a:pt x="103" y="58"/>
                </a:moveTo>
                <a:lnTo>
                  <a:pt x="102" y="66"/>
                </a:lnTo>
                <a:lnTo>
                  <a:pt x="93" y="66"/>
                </a:lnTo>
                <a:lnTo>
                  <a:pt x="94" y="57"/>
                </a:lnTo>
                <a:lnTo>
                  <a:pt x="103" y="58"/>
                </a:lnTo>
                <a:moveTo>
                  <a:pt x="102" y="66"/>
                </a:moveTo>
                <a:lnTo>
                  <a:pt x="101" y="75"/>
                </a:lnTo>
                <a:lnTo>
                  <a:pt x="92" y="74"/>
                </a:lnTo>
                <a:lnTo>
                  <a:pt x="93" y="66"/>
                </a:lnTo>
                <a:lnTo>
                  <a:pt x="102" y="66"/>
                </a:lnTo>
                <a:moveTo>
                  <a:pt x="101" y="75"/>
                </a:moveTo>
                <a:lnTo>
                  <a:pt x="100" y="84"/>
                </a:lnTo>
                <a:lnTo>
                  <a:pt x="91" y="83"/>
                </a:lnTo>
                <a:lnTo>
                  <a:pt x="92" y="74"/>
                </a:lnTo>
                <a:lnTo>
                  <a:pt x="101" y="75"/>
                </a:lnTo>
                <a:moveTo>
                  <a:pt x="100" y="84"/>
                </a:moveTo>
                <a:lnTo>
                  <a:pt x="99" y="93"/>
                </a:lnTo>
                <a:lnTo>
                  <a:pt x="91" y="92"/>
                </a:lnTo>
                <a:lnTo>
                  <a:pt x="91" y="83"/>
                </a:lnTo>
                <a:lnTo>
                  <a:pt x="100" y="84"/>
                </a:lnTo>
                <a:moveTo>
                  <a:pt x="99" y="93"/>
                </a:moveTo>
                <a:lnTo>
                  <a:pt x="98" y="103"/>
                </a:lnTo>
                <a:lnTo>
                  <a:pt x="84" y="95"/>
                </a:lnTo>
                <a:lnTo>
                  <a:pt x="90" y="87"/>
                </a:lnTo>
                <a:lnTo>
                  <a:pt x="97" y="92"/>
                </a:lnTo>
                <a:lnTo>
                  <a:pt x="95" y="95"/>
                </a:lnTo>
                <a:lnTo>
                  <a:pt x="90" y="95"/>
                </a:lnTo>
                <a:lnTo>
                  <a:pt x="91" y="92"/>
                </a:lnTo>
                <a:lnTo>
                  <a:pt x="99" y="9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5" name=""/>
          <p:cNvSpPr/>
          <p:nvPr/>
        </p:nvSpPr>
        <p:spPr>
          <a:xfrm>
            <a:off x="2297520" y="2758680"/>
            <a:ext cx="480600" cy="23040"/>
          </a:xfrm>
          <a:custGeom>
            <a:avLst/>
            <a:gdLst/>
            <a:ahLst/>
            <a:rect l="0" t="0" r="r" b="b"/>
            <a:pathLst>
              <a:path fill="none" w="1335" h="64">
                <a:moveTo>
                  <a:pt x="1335" y="13"/>
                </a:moveTo>
                <a:lnTo>
                  <a:pt x="1221" y="26"/>
                </a:lnTo>
                <a:cubicBezTo>
                  <a:pt x="1106" y="39"/>
                  <a:pt x="875" y="67"/>
                  <a:pt x="653" y="64"/>
                </a:cubicBezTo>
                <a:cubicBezTo>
                  <a:pt x="430" y="62"/>
                  <a:pt x="215" y="31"/>
                  <a:pt x="108" y="1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/>
          <p:nvPr/>
        </p:nvSpPr>
        <p:spPr>
          <a:xfrm>
            <a:off x="2282040" y="2745360"/>
            <a:ext cx="33840" cy="31680"/>
          </a:xfrm>
          <a:custGeom>
            <a:avLst/>
            <a:gdLst/>
            <a:ahLst/>
            <a:rect l="0" t="0" r="r" b="b"/>
            <a:pathLst>
              <a:path w="94" h="88">
                <a:moveTo>
                  <a:pt x="81" y="88"/>
                </a:moveTo>
                <a:lnTo>
                  <a:pt x="0" y="31"/>
                </a:lnTo>
                <a:lnTo>
                  <a:pt x="94" y="0"/>
                </a:lnTo>
                <a:lnTo>
                  <a:pt x="81" y="88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7" name=""/>
          <p:cNvSpPr/>
          <p:nvPr/>
        </p:nvSpPr>
        <p:spPr>
          <a:xfrm>
            <a:off x="2278440" y="2742840"/>
            <a:ext cx="39240" cy="36720"/>
          </a:xfrm>
          <a:custGeom>
            <a:avLst/>
            <a:gdLst/>
            <a:ahLst/>
            <a:rect l="0" t="0" r="r" b="b"/>
            <a:pathLst>
              <a:path w="109" h="102">
                <a:moveTo>
                  <a:pt x="81" y="93"/>
                </a:moveTo>
                <a:lnTo>
                  <a:pt x="74" y="88"/>
                </a:lnTo>
                <a:lnTo>
                  <a:pt x="79" y="81"/>
                </a:lnTo>
                <a:lnTo>
                  <a:pt x="86" y="86"/>
                </a:lnTo>
                <a:lnTo>
                  <a:pt x="81" y="93"/>
                </a:lnTo>
                <a:moveTo>
                  <a:pt x="74" y="88"/>
                </a:moveTo>
                <a:lnTo>
                  <a:pt x="66" y="83"/>
                </a:lnTo>
                <a:lnTo>
                  <a:pt x="71" y="76"/>
                </a:lnTo>
                <a:lnTo>
                  <a:pt x="79" y="81"/>
                </a:lnTo>
                <a:lnTo>
                  <a:pt x="74" y="88"/>
                </a:lnTo>
                <a:moveTo>
                  <a:pt x="66" y="83"/>
                </a:moveTo>
                <a:lnTo>
                  <a:pt x="59" y="78"/>
                </a:lnTo>
                <a:lnTo>
                  <a:pt x="64" y="71"/>
                </a:lnTo>
                <a:lnTo>
                  <a:pt x="71" y="76"/>
                </a:lnTo>
                <a:lnTo>
                  <a:pt x="66" y="83"/>
                </a:lnTo>
                <a:moveTo>
                  <a:pt x="59" y="78"/>
                </a:moveTo>
                <a:lnTo>
                  <a:pt x="52" y="73"/>
                </a:lnTo>
                <a:lnTo>
                  <a:pt x="57" y="66"/>
                </a:lnTo>
                <a:lnTo>
                  <a:pt x="64" y="71"/>
                </a:lnTo>
                <a:lnTo>
                  <a:pt x="59" y="78"/>
                </a:lnTo>
                <a:moveTo>
                  <a:pt x="52" y="73"/>
                </a:moveTo>
                <a:lnTo>
                  <a:pt x="45" y="68"/>
                </a:lnTo>
                <a:lnTo>
                  <a:pt x="50" y="61"/>
                </a:lnTo>
                <a:lnTo>
                  <a:pt x="57" y="66"/>
                </a:lnTo>
                <a:lnTo>
                  <a:pt x="52" y="73"/>
                </a:lnTo>
                <a:moveTo>
                  <a:pt x="45" y="68"/>
                </a:moveTo>
                <a:lnTo>
                  <a:pt x="37" y="63"/>
                </a:lnTo>
                <a:lnTo>
                  <a:pt x="42" y="56"/>
                </a:lnTo>
                <a:lnTo>
                  <a:pt x="50" y="61"/>
                </a:lnTo>
                <a:lnTo>
                  <a:pt x="45" y="68"/>
                </a:lnTo>
                <a:moveTo>
                  <a:pt x="37" y="63"/>
                </a:moveTo>
                <a:lnTo>
                  <a:pt x="30" y="58"/>
                </a:lnTo>
                <a:lnTo>
                  <a:pt x="35" y="51"/>
                </a:lnTo>
                <a:lnTo>
                  <a:pt x="42" y="56"/>
                </a:lnTo>
                <a:lnTo>
                  <a:pt x="37" y="63"/>
                </a:lnTo>
                <a:moveTo>
                  <a:pt x="30" y="58"/>
                </a:moveTo>
                <a:lnTo>
                  <a:pt x="23" y="53"/>
                </a:lnTo>
                <a:lnTo>
                  <a:pt x="28" y="46"/>
                </a:lnTo>
                <a:lnTo>
                  <a:pt x="35" y="51"/>
                </a:lnTo>
                <a:lnTo>
                  <a:pt x="30" y="58"/>
                </a:lnTo>
                <a:moveTo>
                  <a:pt x="23" y="53"/>
                </a:moveTo>
                <a:lnTo>
                  <a:pt x="16" y="48"/>
                </a:lnTo>
                <a:lnTo>
                  <a:pt x="21" y="41"/>
                </a:lnTo>
                <a:lnTo>
                  <a:pt x="28" y="46"/>
                </a:lnTo>
                <a:lnTo>
                  <a:pt x="23" y="53"/>
                </a:lnTo>
                <a:moveTo>
                  <a:pt x="16" y="48"/>
                </a:moveTo>
                <a:lnTo>
                  <a:pt x="8" y="43"/>
                </a:lnTo>
                <a:lnTo>
                  <a:pt x="13" y="36"/>
                </a:lnTo>
                <a:lnTo>
                  <a:pt x="21" y="41"/>
                </a:lnTo>
                <a:lnTo>
                  <a:pt x="16" y="48"/>
                </a:lnTo>
                <a:moveTo>
                  <a:pt x="8" y="43"/>
                </a:moveTo>
                <a:lnTo>
                  <a:pt x="0" y="37"/>
                </a:lnTo>
                <a:lnTo>
                  <a:pt x="15" y="32"/>
                </a:lnTo>
                <a:lnTo>
                  <a:pt x="18" y="41"/>
                </a:lnTo>
                <a:lnTo>
                  <a:pt x="11" y="43"/>
                </a:lnTo>
                <a:lnTo>
                  <a:pt x="10" y="39"/>
                </a:lnTo>
                <a:lnTo>
                  <a:pt x="12" y="35"/>
                </a:lnTo>
                <a:lnTo>
                  <a:pt x="13" y="36"/>
                </a:lnTo>
                <a:lnTo>
                  <a:pt x="8" y="43"/>
                </a:lnTo>
                <a:moveTo>
                  <a:pt x="15" y="32"/>
                </a:moveTo>
                <a:lnTo>
                  <a:pt x="23" y="29"/>
                </a:lnTo>
                <a:lnTo>
                  <a:pt x="26" y="38"/>
                </a:lnTo>
                <a:lnTo>
                  <a:pt x="18" y="41"/>
                </a:lnTo>
                <a:lnTo>
                  <a:pt x="15" y="32"/>
                </a:lnTo>
                <a:moveTo>
                  <a:pt x="23" y="29"/>
                </a:moveTo>
                <a:lnTo>
                  <a:pt x="32" y="27"/>
                </a:lnTo>
                <a:lnTo>
                  <a:pt x="35" y="35"/>
                </a:lnTo>
                <a:lnTo>
                  <a:pt x="26" y="38"/>
                </a:lnTo>
                <a:lnTo>
                  <a:pt x="23" y="29"/>
                </a:lnTo>
                <a:moveTo>
                  <a:pt x="32" y="27"/>
                </a:moveTo>
                <a:lnTo>
                  <a:pt x="40" y="24"/>
                </a:lnTo>
                <a:lnTo>
                  <a:pt x="43" y="32"/>
                </a:lnTo>
                <a:lnTo>
                  <a:pt x="35" y="35"/>
                </a:lnTo>
                <a:lnTo>
                  <a:pt x="32" y="27"/>
                </a:lnTo>
                <a:moveTo>
                  <a:pt x="40" y="24"/>
                </a:moveTo>
                <a:lnTo>
                  <a:pt x="48" y="21"/>
                </a:lnTo>
                <a:lnTo>
                  <a:pt x="51" y="29"/>
                </a:lnTo>
                <a:lnTo>
                  <a:pt x="43" y="32"/>
                </a:lnTo>
                <a:lnTo>
                  <a:pt x="40" y="24"/>
                </a:lnTo>
                <a:moveTo>
                  <a:pt x="48" y="21"/>
                </a:moveTo>
                <a:lnTo>
                  <a:pt x="57" y="18"/>
                </a:lnTo>
                <a:lnTo>
                  <a:pt x="60" y="27"/>
                </a:lnTo>
                <a:lnTo>
                  <a:pt x="51" y="29"/>
                </a:lnTo>
                <a:lnTo>
                  <a:pt x="48" y="21"/>
                </a:lnTo>
                <a:moveTo>
                  <a:pt x="57" y="18"/>
                </a:moveTo>
                <a:lnTo>
                  <a:pt x="65" y="15"/>
                </a:lnTo>
                <a:lnTo>
                  <a:pt x="68" y="24"/>
                </a:lnTo>
                <a:lnTo>
                  <a:pt x="60" y="27"/>
                </a:lnTo>
                <a:lnTo>
                  <a:pt x="57" y="18"/>
                </a:lnTo>
                <a:moveTo>
                  <a:pt x="65" y="15"/>
                </a:moveTo>
                <a:lnTo>
                  <a:pt x="73" y="13"/>
                </a:lnTo>
                <a:lnTo>
                  <a:pt x="76" y="21"/>
                </a:lnTo>
                <a:lnTo>
                  <a:pt x="68" y="24"/>
                </a:lnTo>
                <a:lnTo>
                  <a:pt x="65" y="15"/>
                </a:lnTo>
                <a:moveTo>
                  <a:pt x="73" y="13"/>
                </a:moveTo>
                <a:lnTo>
                  <a:pt x="82" y="10"/>
                </a:lnTo>
                <a:lnTo>
                  <a:pt x="85" y="18"/>
                </a:lnTo>
                <a:lnTo>
                  <a:pt x="76" y="21"/>
                </a:lnTo>
                <a:lnTo>
                  <a:pt x="73" y="13"/>
                </a:lnTo>
                <a:moveTo>
                  <a:pt x="82" y="10"/>
                </a:moveTo>
                <a:lnTo>
                  <a:pt x="90" y="6"/>
                </a:lnTo>
                <a:lnTo>
                  <a:pt x="93" y="15"/>
                </a:lnTo>
                <a:lnTo>
                  <a:pt x="85" y="18"/>
                </a:lnTo>
                <a:lnTo>
                  <a:pt x="82" y="10"/>
                </a:lnTo>
                <a:moveTo>
                  <a:pt x="90" y="6"/>
                </a:moveTo>
                <a:lnTo>
                  <a:pt x="100" y="3"/>
                </a:lnTo>
                <a:lnTo>
                  <a:pt x="102" y="13"/>
                </a:lnTo>
                <a:lnTo>
                  <a:pt x="93" y="15"/>
                </a:lnTo>
                <a:lnTo>
                  <a:pt x="90" y="6"/>
                </a:lnTo>
                <a:moveTo>
                  <a:pt x="100" y="3"/>
                </a:moveTo>
                <a:lnTo>
                  <a:pt x="109" y="0"/>
                </a:lnTo>
                <a:lnTo>
                  <a:pt x="107" y="14"/>
                </a:lnTo>
                <a:lnTo>
                  <a:pt x="99" y="12"/>
                </a:lnTo>
                <a:lnTo>
                  <a:pt x="100" y="6"/>
                </a:lnTo>
                <a:lnTo>
                  <a:pt x="104" y="8"/>
                </a:lnTo>
                <a:lnTo>
                  <a:pt x="105" y="12"/>
                </a:lnTo>
                <a:lnTo>
                  <a:pt x="102" y="13"/>
                </a:lnTo>
                <a:lnTo>
                  <a:pt x="100" y="3"/>
                </a:lnTo>
                <a:moveTo>
                  <a:pt x="107" y="14"/>
                </a:moveTo>
                <a:lnTo>
                  <a:pt x="106" y="22"/>
                </a:lnTo>
                <a:lnTo>
                  <a:pt x="98" y="21"/>
                </a:lnTo>
                <a:lnTo>
                  <a:pt x="99" y="12"/>
                </a:lnTo>
                <a:lnTo>
                  <a:pt x="107" y="14"/>
                </a:lnTo>
                <a:moveTo>
                  <a:pt x="106" y="22"/>
                </a:moveTo>
                <a:lnTo>
                  <a:pt x="105" y="31"/>
                </a:lnTo>
                <a:lnTo>
                  <a:pt x="95" y="30"/>
                </a:lnTo>
                <a:lnTo>
                  <a:pt x="98" y="21"/>
                </a:lnTo>
                <a:lnTo>
                  <a:pt x="106" y="22"/>
                </a:lnTo>
                <a:moveTo>
                  <a:pt x="105" y="31"/>
                </a:moveTo>
                <a:lnTo>
                  <a:pt x="104" y="40"/>
                </a:lnTo>
                <a:lnTo>
                  <a:pt x="94" y="39"/>
                </a:lnTo>
                <a:lnTo>
                  <a:pt x="95" y="30"/>
                </a:lnTo>
                <a:lnTo>
                  <a:pt x="105" y="31"/>
                </a:lnTo>
                <a:moveTo>
                  <a:pt x="104" y="40"/>
                </a:moveTo>
                <a:lnTo>
                  <a:pt x="103" y="49"/>
                </a:lnTo>
                <a:lnTo>
                  <a:pt x="93" y="47"/>
                </a:lnTo>
                <a:lnTo>
                  <a:pt x="94" y="39"/>
                </a:lnTo>
                <a:lnTo>
                  <a:pt x="104" y="40"/>
                </a:lnTo>
                <a:moveTo>
                  <a:pt x="103" y="49"/>
                </a:moveTo>
                <a:lnTo>
                  <a:pt x="101" y="57"/>
                </a:lnTo>
                <a:lnTo>
                  <a:pt x="92" y="56"/>
                </a:lnTo>
                <a:lnTo>
                  <a:pt x="93" y="47"/>
                </a:lnTo>
                <a:lnTo>
                  <a:pt x="103" y="49"/>
                </a:lnTo>
                <a:moveTo>
                  <a:pt x="101" y="57"/>
                </a:moveTo>
                <a:lnTo>
                  <a:pt x="100" y="66"/>
                </a:lnTo>
                <a:lnTo>
                  <a:pt x="90" y="65"/>
                </a:lnTo>
                <a:lnTo>
                  <a:pt x="92" y="56"/>
                </a:lnTo>
                <a:lnTo>
                  <a:pt x="101" y="57"/>
                </a:lnTo>
                <a:moveTo>
                  <a:pt x="100" y="66"/>
                </a:moveTo>
                <a:lnTo>
                  <a:pt x="99" y="75"/>
                </a:lnTo>
                <a:lnTo>
                  <a:pt x="89" y="73"/>
                </a:lnTo>
                <a:lnTo>
                  <a:pt x="90" y="65"/>
                </a:lnTo>
                <a:lnTo>
                  <a:pt x="100" y="66"/>
                </a:lnTo>
                <a:moveTo>
                  <a:pt x="99" y="75"/>
                </a:moveTo>
                <a:lnTo>
                  <a:pt x="98" y="83"/>
                </a:lnTo>
                <a:lnTo>
                  <a:pt x="88" y="82"/>
                </a:lnTo>
                <a:lnTo>
                  <a:pt x="89" y="73"/>
                </a:lnTo>
                <a:lnTo>
                  <a:pt x="99" y="75"/>
                </a:lnTo>
                <a:moveTo>
                  <a:pt x="98" y="83"/>
                </a:moveTo>
                <a:lnTo>
                  <a:pt x="95" y="92"/>
                </a:lnTo>
                <a:lnTo>
                  <a:pt x="87" y="91"/>
                </a:lnTo>
                <a:lnTo>
                  <a:pt x="88" y="82"/>
                </a:lnTo>
                <a:lnTo>
                  <a:pt x="98" y="83"/>
                </a:lnTo>
                <a:moveTo>
                  <a:pt x="95" y="92"/>
                </a:moveTo>
                <a:lnTo>
                  <a:pt x="94" y="102"/>
                </a:lnTo>
                <a:lnTo>
                  <a:pt x="81" y="93"/>
                </a:lnTo>
                <a:lnTo>
                  <a:pt x="86" y="86"/>
                </a:lnTo>
                <a:lnTo>
                  <a:pt x="93" y="91"/>
                </a:lnTo>
                <a:lnTo>
                  <a:pt x="90" y="95"/>
                </a:lnTo>
                <a:lnTo>
                  <a:pt x="86" y="94"/>
                </a:lnTo>
                <a:lnTo>
                  <a:pt x="87" y="91"/>
                </a:lnTo>
                <a:lnTo>
                  <a:pt x="95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873000" y="2737080"/>
            <a:ext cx="684360" cy="38880"/>
          </a:xfrm>
          <a:custGeom>
            <a:avLst/>
            <a:gdLst/>
            <a:ahLst/>
            <a:rect l="0" t="0" r="r" b="b"/>
            <a:pathLst>
              <a:path fill="none" w="1901" h="108">
                <a:moveTo>
                  <a:pt x="1901" y="33"/>
                </a:moveTo>
                <a:lnTo>
                  <a:pt x="1740" y="53"/>
                </a:lnTo>
                <a:cubicBezTo>
                  <a:pt x="1578" y="73"/>
                  <a:pt x="1256" y="113"/>
                  <a:pt x="939" y="108"/>
                </a:cubicBezTo>
                <a:cubicBezTo>
                  <a:pt x="622" y="102"/>
                  <a:pt x="310" y="51"/>
                  <a:pt x="155" y="25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857160" y="2724120"/>
            <a:ext cx="34200" cy="31320"/>
          </a:xfrm>
          <a:custGeom>
            <a:avLst/>
            <a:gdLst/>
            <a:ahLst/>
            <a:rect l="0" t="0" r="r" b="b"/>
            <a:pathLst>
              <a:path w="95" h="87">
                <a:moveTo>
                  <a:pt x="80" y="87"/>
                </a:moveTo>
                <a:lnTo>
                  <a:pt x="0" y="29"/>
                </a:lnTo>
                <a:lnTo>
                  <a:pt x="95" y="0"/>
                </a:lnTo>
                <a:lnTo>
                  <a:pt x="80" y="87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853920" y="2721600"/>
            <a:ext cx="39600" cy="36720"/>
          </a:xfrm>
          <a:custGeom>
            <a:avLst/>
            <a:gdLst/>
            <a:ahLst/>
            <a:rect l="0" t="0" r="r" b="b"/>
            <a:pathLst>
              <a:path w="110" h="102">
                <a:moveTo>
                  <a:pt x="79" y="93"/>
                </a:moveTo>
                <a:lnTo>
                  <a:pt x="72" y="87"/>
                </a:lnTo>
                <a:lnTo>
                  <a:pt x="77" y="80"/>
                </a:lnTo>
                <a:lnTo>
                  <a:pt x="86" y="85"/>
                </a:lnTo>
                <a:lnTo>
                  <a:pt x="79" y="93"/>
                </a:lnTo>
                <a:moveTo>
                  <a:pt x="72" y="87"/>
                </a:moveTo>
                <a:lnTo>
                  <a:pt x="65" y="82"/>
                </a:lnTo>
                <a:lnTo>
                  <a:pt x="70" y="74"/>
                </a:lnTo>
                <a:lnTo>
                  <a:pt x="77" y="80"/>
                </a:lnTo>
                <a:lnTo>
                  <a:pt x="72" y="87"/>
                </a:lnTo>
                <a:moveTo>
                  <a:pt x="65" y="82"/>
                </a:moveTo>
                <a:lnTo>
                  <a:pt x="58" y="76"/>
                </a:lnTo>
                <a:lnTo>
                  <a:pt x="63" y="69"/>
                </a:lnTo>
                <a:lnTo>
                  <a:pt x="70" y="74"/>
                </a:lnTo>
                <a:lnTo>
                  <a:pt x="65" y="82"/>
                </a:lnTo>
                <a:moveTo>
                  <a:pt x="58" y="76"/>
                </a:moveTo>
                <a:lnTo>
                  <a:pt x="51" y="71"/>
                </a:lnTo>
                <a:lnTo>
                  <a:pt x="56" y="64"/>
                </a:lnTo>
                <a:lnTo>
                  <a:pt x="63" y="69"/>
                </a:lnTo>
                <a:lnTo>
                  <a:pt x="58" y="76"/>
                </a:lnTo>
                <a:moveTo>
                  <a:pt x="51" y="71"/>
                </a:moveTo>
                <a:lnTo>
                  <a:pt x="44" y="66"/>
                </a:lnTo>
                <a:lnTo>
                  <a:pt x="49" y="59"/>
                </a:lnTo>
                <a:lnTo>
                  <a:pt x="56" y="64"/>
                </a:lnTo>
                <a:lnTo>
                  <a:pt x="51" y="71"/>
                </a:lnTo>
                <a:moveTo>
                  <a:pt x="44" y="66"/>
                </a:moveTo>
                <a:lnTo>
                  <a:pt x="37" y="61"/>
                </a:lnTo>
                <a:lnTo>
                  <a:pt x="42" y="54"/>
                </a:lnTo>
                <a:lnTo>
                  <a:pt x="49" y="59"/>
                </a:lnTo>
                <a:lnTo>
                  <a:pt x="44" y="66"/>
                </a:lnTo>
                <a:moveTo>
                  <a:pt x="37" y="61"/>
                </a:moveTo>
                <a:lnTo>
                  <a:pt x="30" y="56"/>
                </a:lnTo>
                <a:lnTo>
                  <a:pt x="35" y="49"/>
                </a:lnTo>
                <a:lnTo>
                  <a:pt x="42" y="54"/>
                </a:lnTo>
                <a:lnTo>
                  <a:pt x="37" y="61"/>
                </a:lnTo>
                <a:moveTo>
                  <a:pt x="30" y="56"/>
                </a:moveTo>
                <a:lnTo>
                  <a:pt x="22" y="51"/>
                </a:lnTo>
                <a:lnTo>
                  <a:pt x="28" y="44"/>
                </a:lnTo>
                <a:lnTo>
                  <a:pt x="35" y="49"/>
                </a:lnTo>
                <a:lnTo>
                  <a:pt x="30" y="56"/>
                </a:lnTo>
                <a:moveTo>
                  <a:pt x="22" y="51"/>
                </a:moveTo>
                <a:lnTo>
                  <a:pt x="15" y="46"/>
                </a:lnTo>
                <a:lnTo>
                  <a:pt x="20" y="38"/>
                </a:lnTo>
                <a:lnTo>
                  <a:pt x="28" y="44"/>
                </a:lnTo>
                <a:lnTo>
                  <a:pt x="22" y="51"/>
                </a:lnTo>
                <a:moveTo>
                  <a:pt x="15" y="46"/>
                </a:moveTo>
                <a:lnTo>
                  <a:pt x="8" y="40"/>
                </a:lnTo>
                <a:lnTo>
                  <a:pt x="13" y="33"/>
                </a:lnTo>
                <a:lnTo>
                  <a:pt x="20" y="38"/>
                </a:lnTo>
                <a:lnTo>
                  <a:pt x="15" y="46"/>
                </a:lnTo>
                <a:moveTo>
                  <a:pt x="8" y="40"/>
                </a:moveTo>
                <a:lnTo>
                  <a:pt x="0" y="34"/>
                </a:lnTo>
                <a:lnTo>
                  <a:pt x="15" y="30"/>
                </a:lnTo>
                <a:lnTo>
                  <a:pt x="18" y="38"/>
                </a:lnTo>
                <a:lnTo>
                  <a:pt x="11" y="40"/>
                </a:lnTo>
                <a:lnTo>
                  <a:pt x="9" y="36"/>
                </a:lnTo>
                <a:lnTo>
                  <a:pt x="12" y="32"/>
                </a:lnTo>
                <a:lnTo>
                  <a:pt x="13" y="33"/>
                </a:lnTo>
                <a:lnTo>
                  <a:pt x="8" y="40"/>
                </a:lnTo>
                <a:moveTo>
                  <a:pt x="15" y="30"/>
                </a:moveTo>
                <a:lnTo>
                  <a:pt x="23" y="27"/>
                </a:lnTo>
                <a:lnTo>
                  <a:pt x="26" y="35"/>
                </a:lnTo>
                <a:lnTo>
                  <a:pt x="18" y="38"/>
                </a:lnTo>
                <a:lnTo>
                  <a:pt x="15" y="30"/>
                </a:lnTo>
                <a:moveTo>
                  <a:pt x="23" y="27"/>
                </a:moveTo>
                <a:lnTo>
                  <a:pt x="32" y="24"/>
                </a:lnTo>
                <a:lnTo>
                  <a:pt x="34" y="33"/>
                </a:lnTo>
                <a:lnTo>
                  <a:pt x="26" y="35"/>
                </a:lnTo>
                <a:lnTo>
                  <a:pt x="23" y="27"/>
                </a:lnTo>
                <a:moveTo>
                  <a:pt x="32" y="24"/>
                </a:moveTo>
                <a:lnTo>
                  <a:pt x="40" y="22"/>
                </a:lnTo>
                <a:lnTo>
                  <a:pt x="43" y="30"/>
                </a:lnTo>
                <a:lnTo>
                  <a:pt x="34" y="33"/>
                </a:lnTo>
                <a:lnTo>
                  <a:pt x="32" y="24"/>
                </a:lnTo>
                <a:moveTo>
                  <a:pt x="40" y="22"/>
                </a:moveTo>
                <a:lnTo>
                  <a:pt x="49" y="19"/>
                </a:lnTo>
                <a:lnTo>
                  <a:pt x="51" y="27"/>
                </a:lnTo>
                <a:lnTo>
                  <a:pt x="43" y="30"/>
                </a:lnTo>
                <a:lnTo>
                  <a:pt x="40" y="22"/>
                </a:lnTo>
                <a:moveTo>
                  <a:pt x="49" y="19"/>
                </a:moveTo>
                <a:lnTo>
                  <a:pt x="57" y="16"/>
                </a:lnTo>
                <a:lnTo>
                  <a:pt x="60" y="25"/>
                </a:lnTo>
                <a:lnTo>
                  <a:pt x="51" y="27"/>
                </a:lnTo>
                <a:lnTo>
                  <a:pt x="49" y="19"/>
                </a:lnTo>
                <a:moveTo>
                  <a:pt x="57" y="16"/>
                </a:moveTo>
                <a:lnTo>
                  <a:pt x="65" y="14"/>
                </a:lnTo>
                <a:lnTo>
                  <a:pt x="68" y="22"/>
                </a:lnTo>
                <a:lnTo>
                  <a:pt x="60" y="25"/>
                </a:lnTo>
                <a:lnTo>
                  <a:pt x="57" y="16"/>
                </a:lnTo>
                <a:moveTo>
                  <a:pt x="65" y="14"/>
                </a:moveTo>
                <a:lnTo>
                  <a:pt x="74" y="11"/>
                </a:lnTo>
                <a:lnTo>
                  <a:pt x="76" y="20"/>
                </a:lnTo>
                <a:lnTo>
                  <a:pt x="68" y="22"/>
                </a:lnTo>
                <a:lnTo>
                  <a:pt x="65" y="14"/>
                </a:lnTo>
                <a:moveTo>
                  <a:pt x="74" y="11"/>
                </a:moveTo>
                <a:lnTo>
                  <a:pt x="83" y="9"/>
                </a:lnTo>
                <a:lnTo>
                  <a:pt x="86" y="17"/>
                </a:lnTo>
                <a:lnTo>
                  <a:pt x="76" y="20"/>
                </a:lnTo>
                <a:lnTo>
                  <a:pt x="74" y="11"/>
                </a:lnTo>
                <a:moveTo>
                  <a:pt x="83" y="9"/>
                </a:moveTo>
                <a:lnTo>
                  <a:pt x="92" y="6"/>
                </a:lnTo>
                <a:lnTo>
                  <a:pt x="94" y="14"/>
                </a:lnTo>
                <a:lnTo>
                  <a:pt x="86" y="17"/>
                </a:lnTo>
                <a:lnTo>
                  <a:pt x="83" y="9"/>
                </a:lnTo>
                <a:moveTo>
                  <a:pt x="92" y="6"/>
                </a:moveTo>
                <a:lnTo>
                  <a:pt x="100" y="3"/>
                </a:lnTo>
                <a:lnTo>
                  <a:pt x="103" y="12"/>
                </a:lnTo>
                <a:lnTo>
                  <a:pt x="94" y="14"/>
                </a:lnTo>
                <a:lnTo>
                  <a:pt x="92" y="6"/>
                </a:lnTo>
                <a:moveTo>
                  <a:pt x="100" y="3"/>
                </a:moveTo>
                <a:lnTo>
                  <a:pt x="110" y="0"/>
                </a:lnTo>
                <a:lnTo>
                  <a:pt x="108" y="13"/>
                </a:lnTo>
                <a:lnTo>
                  <a:pt x="99" y="11"/>
                </a:lnTo>
                <a:lnTo>
                  <a:pt x="100" y="6"/>
                </a:lnTo>
                <a:lnTo>
                  <a:pt x="104" y="7"/>
                </a:lnTo>
                <a:lnTo>
                  <a:pt x="106" y="11"/>
                </a:lnTo>
                <a:lnTo>
                  <a:pt x="103" y="12"/>
                </a:lnTo>
                <a:lnTo>
                  <a:pt x="100" y="3"/>
                </a:lnTo>
                <a:moveTo>
                  <a:pt x="108" y="13"/>
                </a:moveTo>
                <a:lnTo>
                  <a:pt x="106" y="22"/>
                </a:lnTo>
                <a:lnTo>
                  <a:pt x="98" y="20"/>
                </a:lnTo>
                <a:lnTo>
                  <a:pt x="99" y="11"/>
                </a:lnTo>
                <a:lnTo>
                  <a:pt x="108" y="13"/>
                </a:lnTo>
                <a:moveTo>
                  <a:pt x="106" y="22"/>
                </a:moveTo>
                <a:lnTo>
                  <a:pt x="105" y="30"/>
                </a:lnTo>
                <a:lnTo>
                  <a:pt x="96" y="29"/>
                </a:lnTo>
                <a:lnTo>
                  <a:pt x="98" y="20"/>
                </a:lnTo>
                <a:lnTo>
                  <a:pt x="106" y="22"/>
                </a:lnTo>
                <a:moveTo>
                  <a:pt x="105" y="30"/>
                </a:moveTo>
                <a:lnTo>
                  <a:pt x="103" y="39"/>
                </a:lnTo>
                <a:lnTo>
                  <a:pt x="95" y="38"/>
                </a:lnTo>
                <a:lnTo>
                  <a:pt x="96" y="29"/>
                </a:lnTo>
                <a:lnTo>
                  <a:pt x="105" y="30"/>
                </a:lnTo>
                <a:moveTo>
                  <a:pt x="103" y="39"/>
                </a:moveTo>
                <a:lnTo>
                  <a:pt x="102" y="48"/>
                </a:lnTo>
                <a:lnTo>
                  <a:pt x="93" y="46"/>
                </a:lnTo>
                <a:lnTo>
                  <a:pt x="95" y="38"/>
                </a:lnTo>
                <a:lnTo>
                  <a:pt x="103" y="39"/>
                </a:lnTo>
                <a:moveTo>
                  <a:pt x="102" y="48"/>
                </a:moveTo>
                <a:lnTo>
                  <a:pt x="101" y="56"/>
                </a:lnTo>
                <a:lnTo>
                  <a:pt x="92" y="55"/>
                </a:lnTo>
                <a:lnTo>
                  <a:pt x="93" y="46"/>
                </a:lnTo>
                <a:lnTo>
                  <a:pt x="102" y="48"/>
                </a:lnTo>
                <a:moveTo>
                  <a:pt x="101" y="56"/>
                </a:moveTo>
                <a:lnTo>
                  <a:pt x="99" y="65"/>
                </a:lnTo>
                <a:lnTo>
                  <a:pt x="91" y="64"/>
                </a:lnTo>
                <a:lnTo>
                  <a:pt x="92" y="55"/>
                </a:lnTo>
                <a:lnTo>
                  <a:pt x="101" y="56"/>
                </a:lnTo>
                <a:moveTo>
                  <a:pt x="99" y="65"/>
                </a:moveTo>
                <a:lnTo>
                  <a:pt x="98" y="74"/>
                </a:lnTo>
                <a:lnTo>
                  <a:pt x="89" y="72"/>
                </a:lnTo>
                <a:lnTo>
                  <a:pt x="91" y="64"/>
                </a:lnTo>
                <a:lnTo>
                  <a:pt x="99" y="65"/>
                </a:lnTo>
                <a:moveTo>
                  <a:pt x="98" y="74"/>
                </a:moveTo>
                <a:lnTo>
                  <a:pt x="96" y="82"/>
                </a:lnTo>
                <a:lnTo>
                  <a:pt x="88" y="81"/>
                </a:lnTo>
                <a:lnTo>
                  <a:pt x="89" y="72"/>
                </a:lnTo>
                <a:lnTo>
                  <a:pt x="98" y="74"/>
                </a:lnTo>
                <a:moveTo>
                  <a:pt x="96" y="82"/>
                </a:moveTo>
                <a:lnTo>
                  <a:pt x="95" y="92"/>
                </a:lnTo>
                <a:lnTo>
                  <a:pt x="86" y="91"/>
                </a:lnTo>
                <a:lnTo>
                  <a:pt x="88" y="81"/>
                </a:lnTo>
                <a:lnTo>
                  <a:pt x="96" y="82"/>
                </a:lnTo>
                <a:moveTo>
                  <a:pt x="95" y="92"/>
                </a:moveTo>
                <a:lnTo>
                  <a:pt x="93" y="102"/>
                </a:lnTo>
                <a:lnTo>
                  <a:pt x="79" y="93"/>
                </a:lnTo>
                <a:lnTo>
                  <a:pt x="86" y="85"/>
                </a:lnTo>
                <a:lnTo>
                  <a:pt x="93" y="91"/>
                </a:lnTo>
                <a:lnTo>
                  <a:pt x="90" y="94"/>
                </a:lnTo>
                <a:lnTo>
                  <a:pt x="86" y="94"/>
                </a:lnTo>
                <a:lnTo>
                  <a:pt x="86" y="91"/>
                </a:lnTo>
                <a:lnTo>
                  <a:pt x="95" y="9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5294520" y="2704680"/>
            <a:ext cx="703440" cy="0"/>
          </a:xfrm>
          <a:custGeom>
            <a:avLst/>
            <a:gdLst/>
            <a:ahLst/>
            <a:rect l="0" t="0" r="r" b="b"/>
            <a:pathLst>
              <a:path fill="none" w="1954" h="0">
                <a:moveTo>
                  <a:pt x="0" y="0"/>
                </a:moveTo>
                <a:lnTo>
                  <a:pt x="167" y="0"/>
                </a:lnTo>
                <a:cubicBezTo>
                  <a:pt x="333" y="0"/>
                  <a:pt x="666" y="0"/>
                  <a:pt x="992" y="0"/>
                </a:cubicBezTo>
                <a:cubicBezTo>
                  <a:pt x="1318" y="0"/>
                  <a:pt x="1636" y="0"/>
                  <a:pt x="1795" y="0"/>
                </a:cubicBezTo>
                <a:lnTo>
                  <a:pt x="1954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598212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598068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1"/>
                </a:lnTo>
                <a:lnTo>
                  <a:pt x="34" y="27"/>
                </a:lnTo>
                <a:lnTo>
                  <a:pt x="38" y="19"/>
                </a:lnTo>
                <a:moveTo>
                  <a:pt x="46" y="23"/>
                </a:moveTo>
                <a:lnTo>
                  <a:pt x="54" y="27"/>
                </a:lnTo>
                <a:lnTo>
                  <a:pt x="50" y="36"/>
                </a:lnTo>
                <a:lnTo>
                  <a:pt x="42" y="31"/>
                </a:lnTo>
                <a:lnTo>
                  <a:pt x="46" y="23"/>
                </a:lnTo>
                <a:moveTo>
                  <a:pt x="54" y="27"/>
                </a:moveTo>
                <a:lnTo>
                  <a:pt x="61" y="31"/>
                </a:lnTo>
                <a:lnTo>
                  <a:pt x="57" y="40"/>
                </a:lnTo>
                <a:lnTo>
                  <a:pt x="50" y="36"/>
                </a:lnTo>
                <a:lnTo>
                  <a:pt x="54" y="27"/>
                </a:lnTo>
                <a:moveTo>
                  <a:pt x="61" y="31"/>
                </a:moveTo>
                <a:lnTo>
                  <a:pt x="70" y="36"/>
                </a:lnTo>
                <a:lnTo>
                  <a:pt x="66" y="43"/>
                </a:lnTo>
                <a:lnTo>
                  <a:pt x="57" y="40"/>
                </a:lnTo>
                <a:lnTo>
                  <a:pt x="61" y="31"/>
                </a:lnTo>
                <a:moveTo>
                  <a:pt x="70" y="36"/>
                </a:moveTo>
                <a:lnTo>
                  <a:pt x="78" y="40"/>
                </a:lnTo>
                <a:lnTo>
                  <a:pt x="74" y="47"/>
                </a:lnTo>
                <a:lnTo>
                  <a:pt x="66" y="43"/>
                </a:lnTo>
                <a:lnTo>
                  <a:pt x="70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9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9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9" y="59"/>
                </a:lnTo>
                <a:moveTo>
                  <a:pt x="81" y="63"/>
                </a:moveTo>
                <a:lnTo>
                  <a:pt x="73" y="67"/>
                </a:lnTo>
                <a:lnTo>
                  <a:pt x="69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5" y="71"/>
                </a:lnTo>
                <a:lnTo>
                  <a:pt x="60" y="63"/>
                </a:lnTo>
                <a:lnTo>
                  <a:pt x="69" y="59"/>
                </a:lnTo>
                <a:lnTo>
                  <a:pt x="73" y="67"/>
                </a:lnTo>
                <a:moveTo>
                  <a:pt x="65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5" y="71"/>
                </a:lnTo>
                <a:moveTo>
                  <a:pt x="56" y="75"/>
                </a:moveTo>
                <a:lnTo>
                  <a:pt x="49" y="79"/>
                </a:lnTo>
                <a:lnTo>
                  <a:pt x="45" y="71"/>
                </a:lnTo>
                <a:lnTo>
                  <a:pt x="52" y="67"/>
                </a:lnTo>
                <a:lnTo>
                  <a:pt x="56" y="75"/>
                </a:lnTo>
                <a:moveTo>
                  <a:pt x="49" y="79"/>
                </a:moveTo>
                <a:lnTo>
                  <a:pt x="41" y="83"/>
                </a:lnTo>
                <a:lnTo>
                  <a:pt x="37" y="75"/>
                </a:lnTo>
                <a:lnTo>
                  <a:pt x="45" y="71"/>
                </a:lnTo>
                <a:lnTo>
                  <a:pt x="49" y="79"/>
                </a:lnTo>
                <a:moveTo>
                  <a:pt x="41" y="83"/>
                </a:moveTo>
                <a:lnTo>
                  <a:pt x="33" y="87"/>
                </a:lnTo>
                <a:lnTo>
                  <a:pt x="29" y="79"/>
                </a:lnTo>
                <a:lnTo>
                  <a:pt x="37" y="75"/>
                </a:lnTo>
                <a:lnTo>
                  <a:pt x="41" y="83"/>
                </a:lnTo>
                <a:moveTo>
                  <a:pt x="33" y="87"/>
                </a:moveTo>
                <a:lnTo>
                  <a:pt x="25" y="91"/>
                </a:lnTo>
                <a:lnTo>
                  <a:pt x="21" y="83"/>
                </a:lnTo>
                <a:lnTo>
                  <a:pt x="29" y="79"/>
                </a:lnTo>
                <a:lnTo>
                  <a:pt x="33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9" y="90"/>
                </a:lnTo>
                <a:lnTo>
                  <a:pt x="9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9" y="82"/>
                </a:lnTo>
                <a:lnTo>
                  <a:pt x="9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9" y="73"/>
                </a:lnTo>
                <a:lnTo>
                  <a:pt x="9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9" y="64"/>
                </a:lnTo>
                <a:lnTo>
                  <a:pt x="9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9" y="38"/>
                </a:lnTo>
                <a:lnTo>
                  <a:pt x="9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9" y="28"/>
                </a:lnTo>
                <a:lnTo>
                  <a:pt x="9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6801120" y="2704680"/>
            <a:ext cx="372240" cy="0"/>
          </a:xfrm>
          <a:custGeom>
            <a:avLst/>
            <a:gdLst/>
            <a:ahLst/>
            <a:rect l="0" t="0" r="r" b="b"/>
            <a:pathLst>
              <a:path fill="none" w="1034" h="0">
                <a:moveTo>
                  <a:pt x="0" y="0"/>
                </a:moveTo>
                <a:lnTo>
                  <a:pt x="90" y="0"/>
                </a:lnTo>
                <a:cubicBezTo>
                  <a:pt x="180" y="0"/>
                  <a:pt x="360" y="0"/>
                  <a:pt x="532" y="0"/>
                </a:cubicBezTo>
                <a:cubicBezTo>
                  <a:pt x="704" y="0"/>
                  <a:pt x="869" y="0"/>
                  <a:pt x="952" y="0"/>
                </a:cubicBezTo>
                <a:lnTo>
                  <a:pt x="1034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715752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715608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8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8" y="19"/>
                </a:moveTo>
                <a:lnTo>
                  <a:pt x="46" y="23"/>
                </a:lnTo>
                <a:lnTo>
                  <a:pt x="42" y="31"/>
                </a:lnTo>
                <a:lnTo>
                  <a:pt x="34" y="27"/>
                </a:lnTo>
                <a:lnTo>
                  <a:pt x="38" y="19"/>
                </a:lnTo>
                <a:moveTo>
                  <a:pt x="46" y="23"/>
                </a:moveTo>
                <a:lnTo>
                  <a:pt x="53" y="27"/>
                </a:lnTo>
                <a:lnTo>
                  <a:pt x="50" y="36"/>
                </a:lnTo>
                <a:lnTo>
                  <a:pt x="42" y="31"/>
                </a:lnTo>
                <a:lnTo>
                  <a:pt x="46" y="23"/>
                </a:lnTo>
                <a:moveTo>
                  <a:pt x="53" y="27"/>
                </a:moveTo>
                <a:lnTo>
                  <a:pt x="61" y="31"/>
                </a:lnTo>
                <a:lnTo>
                  <a:pt x="57" y="40"/>
                </a:lnTo>
                <a:lnTo>
                  <a:pt x="50" y="36"/>
                </a:lnTo>
                <a:lnTo>
                  <a:pt x="53" y="27"/>
                </a:lnTo>
                <a:moveTo>
                  <a:pt x="61" y="31"/>
                </a:moveTo>
                <a:lnTo>
                  <a:pt x="70" y="36"/>
                </a:lnTo>
                <a:lnTo>
                  <a:pt x="66" y="43"/>
                </a:lnTo>
                <a:lnTo>
                  <a:pt x="57" y="40"/>
                </a:lnTo>
                <a:lnTo>
                  <a:pt x="61" y="31"/>
                </a:lnTo>
                <a:moveTo>
                  <a:pt x="70" y="36"/>
                </a:moveTo>
                <a:lnTo>
                  <a:pt x="78" y="40"/>
                </a:lnTo>
                <a:lnTo>
                  <a:pt x="74" y="47"/>
                </a:lnTo>
                <a:lnTo>
                  <a:pt x="66" y="43"/>
                </a:lnTo>
                <a:lnTo>
                  <a:pt x="70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9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9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9" y="59"/>
                </a:lnTo>
                <a:moveTo>
                  <a:pt x="81" y="63"/>
                </a:moveTo>
                <a:lnTo>
                  <a:pt x="73" y="67"/>
                </a:lnTo>
                <a:lnTo>
                  <a:pt x="69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5" y="71"/>
                </a:lnTo>
                <a:lnTo>
                  <a:pt x="60" y="63"/>
                </a:lnTo>
                <a:lnTo>
                  <a:pt x="69" y="59"/>
                </a:lnTo>
                <a:lnTo>
                  <a:pt x="73" y="67"/>
                </a:lnTo>
                <a:moveTo>
                  <a:pt x="65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5" y="71"/>
                </a:lnTo>
                <a:moveTo>
                  <a:pt x="56" y="75"/>
                </a:moveTo>
                <a:lnTo>
                  <a:pt x="48" y="79"/>
                </a:lnTo>
                <a:lnTo>
                  <a:pt x="45" y="71"/>
                </a:lnTo>
                <a:lnTo>
                  <a:pt x="52" y="67"/>
                </a:lnTo>
                <a:lnTo>
                  <a:pt x="56" y="75"/>
                </a:lnTo>
                <a:moveTo>
                  <a:pt x="48" y="79"/>
                </a:moveTo>
                <a:lnTo>
                  <a:pt x="41" y="83"/>
                </a:lnTo>
                <a:lnTo>
                  <a:pt x="37" y="75"/>
                </a:lnTo>
                <a:lnTo>
                  <a:pt x="45" y="71"/>
                </a:lnTo>
                <a:lnTo>
                  <a:pt x="48" y="79"/>
                </a:lnTo>
                <a:moveTo>
                  <a:pt x="41" y="83"/>
                </a:moveTo>
                <a:lnTo>
                  <a:pt x="33" y="87"/>
                </a:lnTo>
                <a:lnTo>
                  <a:pt x="29" y="79"/>
                </a:lnTo>
                <a:lnTo>
                  <a:pt x="37" y="75"/>
                </a:lnTo>
                <a:lnTo>
                  <a:pt x="41" y="83"/>
                </a:lnTo>
                <a:moveTo>
                  <a:pt x="33" y="87"/>
                </a:moveTo>
                <a:lnTo>
                  <a:pt x="25" y="91"/>
                </a:lnTo>
                <a:lnTo>
                  <a:pt x="21" y="83"/>
                </a:lnTo>
                <a:lnTo>
                  <a:pt x="29" y="79"/>
                </a:lnTo>
                <a:lnTo>
                  <a:pt x="33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9" y="90"/>
                </a:lnTo>
                <a:lnTo>
                  <a:pt x="9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9" y="82"/>
                </a:lnTo>
                <a:lnTo>
                  <a:pt x="9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9" y="73"/>
                </a:lnTo>
                <a:lnTo>
                  <a:pt x="9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9" y="64"/>
                </a:lnTo>
                <a:lnTo>
                  <a:pt x="9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9" y="55"/>
                </a:lnTo>
                <a:lnTo>
                  <a:pt x="9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9" y="46"/>
                </a:lnTo>
                <a:lnTo>
                  <a:pt x="9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9" y="38"/>
                </a:lnTo>
                <a:lnTo>
                  <a:pt x="9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9" y="28"/>
                </a:lnTo>
                <a:lnTo>
                  <a:pt x="9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9" y="19"/>
                </a:lnTo>
                <a:lnTo>
                  <a:pt x="9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9" y="10"/>
                </a:lnTo>
                <a:lnTo>
                  <a:pt x="9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9" y="7"/>
                </a:lnTo>
                <a:lnTo>
                  <a:pt x="9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8018640" y="2704680"/>
            <a:ext cx="473760" cy="0"/>
          </a:xfrm>
          <a:custGeom>
            <a:avLst/>
            <a:gdLst/>
            <a:ahLst/>
            <a:rect l="0" t="0" r="r" b="b"/>
            <a:pathLst>
              <a:path fill="none" w="1316" h="0">
                <a:moveTo>
                  <a:pt x="0" y="0"/>
                </a:moveTo>
                <a:lnTo>
                  <a:pt x="113" y="0"/>
                </a:lnTo>
                <a:cubicBezTo>
                  <a:pt x="227" y="0"/>
                  <a:pt x="453" y="0"/>
                  <a:pt x="673" y="0"/>
                </a:cubicBezTo>
                <a:cubicBezTo>
                  <a:pt x="892" y="0"/>
                  <a:pt x="1104" y="0"/>
                  <a:pt x="1210" y="0"/>
                </a:cubicBezTo>
                <a:lnTo>
                  <a:pt x="1316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8476560" y="2688840"/>
            <a:ext cx="32040" cy="32040"/>
          </a:xfrm>
          <a:custGeom>
            <a:avLst/>
            <a:gdLst/>
            <a:ahLst/>
            <a:rect l="0" t="0" r="r" b="b"/>
            <a:pathLst>
              <a:path w="89" h="89">
                <a:moveTo>
                  <a:pt x="0" y="0"/>
                </a:moveTo>
                <a:lnTo>
                  <a:pt x="89" y="44"/>
                </a:lnTo>
                <a:lnTo>
                  <a:pt x="0" y="89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8475120" y="2686320"/>
            <a:ext cx="37080" cy="37080"/>
          </a:xfrm>
          <a:custGeom>
            <a:avLst/>
            <a:gdLst/>
            <a:ahLst/>
            <a:rect l="0" t="0" r="r" b="b"/>
            <a:pathLst>
              <a:path w="103" h="103">
                <a:moveTo>
                  <a:pt x="14" y="7"/>
                </a:moveTo>
                <a:lnTo>
                  <a:pt x="22" y="11"/>
                </a:lnTo>
                <a:lnTo>
                  <a:pt x="18" y="19"/>
                </a:lnTo>
                <a:lnTo>
                  <a:pt x="10" y="15"/>
                </a:lnTo>
                <a:lnTo>
                  <a:pt x="14" y="7"/>
                </a:lnTo>
                <a:moveTo>
                  <a:pt x="22" y="11"/>
                </a:moveTo>
                <a:lnTo>
                  <a:pt x="30" y="15"/>
                </a:lnTo>
                <a:lnTo>
                  <a:pt x="26" y="23"/>
                </a:lnTo>
                <a:lnTo>
                  <a:pt x="18" y="19"/>
                </a:lnTo>
                <a:lnTo>
                  <a:pt x="22" y="11"/>
                </a:lnTo>
                <a:moveTo>
                  <a:pt x="30" y="15"/>
                </a:moveTo>
                <a:lnTo>
                  <a:pt x="37" y="19"/>
                </a:lnTo>
                <a:lnTo>
                  <a:pt x="34" y="27"/>
                </a:lnTo>
                <a:lnTo>
                  <a:pt x="26" y="23"/>
                </a:lnTo>
                <a:lnTo>
                  <a:pt x="30" y="15"/>
                </a:lnTo>
                <a:moveTo>
                  <a:pt x="37" y="19"/>
                </a:moveTo>
                <a:lnTo>
                  <a:pt x="45" y="23"/>
                </a:lnTo>
                <a:lnTo>
                  <a:pt x="41" y="31"/>
                </a:lnTo>
                <a:lnTo>
                  <a:pt x="34" y="27"/>
                </a:lnTo>
                <a:lnTo>
                  <a:pt x="37" y="19"/>
                </a:lnTo>
                <a:moveTo>
                  <a:pt x="45" y="23"/>
                </a:moveTo>
                <a:lnTo>
                  <a:pt x="53" y="27"/>
                </a:lnTo>
                <a:lnTo>
                  <a:pt x="49" y="36"/>
                </a:lnTo>
                <a:lnTo>
                  <a:pt x="41" y="31"/>
                </a:lnTo>
                <a:lnTo>
                  <a:pt x="45" y="23"/>
                </a:lnTo>
                <a:moveTo>
                  <a:pt x="53" y="27"/>
                </a:moveTo>
                <a:lnTo>
                  <a:pt x="61" y="31"/>
                </a:lnTo>
                <a:lnTo>
                  <a:pt x="57" y="40"/>
                </a:lnTo>
                <a:lnTo>
                  <a:pt x="49" y="36"/>
                </a:lnTo>
                <a:lnTo>
                  <a:pt x="53" y="27"/>
                </a:lnTo>
                <a:moveTo>
                  <a:pt x="61" y="31"/>
                </a:moveTo>
                <a:lnTo>
                  <a:pt x="69" y="36"/>
                </a:lnTo>
                <a:lnTo>
                  <a:pt x="65" y="43"/>
                </a:lnTo>
                <a:lnTo>
                  <a:pt x="57" y="40"/>
                </a:lnTo>
                <a:lnTo>
                  <a:pt x="61" y="31"/>
                </a:lnTo>
                <a:moveTo>
                  <a:pt x="69" y="36"/>
                </a:moveTo>
                <a:lnTo>
                  <a:pt x="78" y="40"/>
                </a:lnTo>
                <a:lnTo>
                  <a:pt x="74" y="47"/>
                </a:lnTo>
                <a:lnTo>
                  <a:pt x="65" y="43"/>
                </a:lnTo>
                <a:lnTo>
                  <a:pt x="69" y="36"/>
                </a:lnTo>
                <a:moveTo>
                  <a:pt x="78" y="40"/>
                </a:moveTo>
                <a:lnTo>
                  <a:pt x="86" y="43"/>
                </a:lnTo>
                <a:lnTo>
                  <a:pt x="82" y="51"/>
                </a:lnTo>
                <a:lnTo>
                  <a:pt x="74" y="47"/>
                </a:lnTo>
                <a:lnTo>
                  <a:pt x="78" y="40"/>
                </a:lnTo>
                <a:moveTo>
                  <a:pt x="86" y="43"/>
                </a:moveTo>
                <a:lnTo>
                  <a:pt x="94" y="47"/>
                </a:lnTo>
                <a:lnTo>
                  <a:pt x="90" y="55"/>
                </a:lnTo>
                <a:lnTo>
                  <a:pt x="82" y="51"/>
                </a:lnTo>
                <a:lnTo>
                  <a:pt x="86" y="43"/>
                </a:lnTo>
                <a:moveTo>
                  <a:pt x="94" y="47"/>
                </a:moveTo>
                <a:lnTo>
                  <a:pt x="103" y="52"/>
                </a:lnTo>
                <a:lnTo>
                  <a:pt x="88" y="59"/>
                </a:lnTo>
                <a:lnTo>
                  <a:pt x="85" y="51"/>
                </a:lnTo>
                <a:lnTo>
                  <a:pt x="91" y="48"/>
                </a:lnTo>
                <a:lnTo>
                  <a:pt x="93" y="52"/>
                </a:lnTo>
                <a:lnTo>
                  <a:pt x="91" y="56"/>
                </a:lnTo>
                <a:lnTo>
                  <a:pt x="90" y="55"/>
                </a:lnTo>
                <a:lnTo>
                  <a:pt x="94" y="47"/>
                </a:lnTo>
                <a:moveTo>
                  <a:pt x="88" y="59"/>
                </a:moveTo>
                <a:lnTo>
                  <a:pt x="81" y="63"/>
                </a:lnTo>
                <a:lnTo>
                  <a:pt x="77" y="55"/>
                </a:lnTo>
                <a:lnTo>
                  <a:pt x="85" y="51"/>
                </a:lnTo>
                <a:lnTo>
                  <a:pt x="88" y="59"/>
                </a:lnTo>
                <a:moveTo>
                  <a:pt x="81" y="63"/>
                </a:moveTo>
                <a:lnTo>
                  <a:pt x="73" y="67"/>
                </a:lnTo>
                <a:lnTo>
                  <a:pt x="68" y="59"/>
                </a:lnTo>
                <a:lnTo>
                  <a:pt x="77" y="55"/>
                </a:lnTo>
                <a:lnTo>
                  <a:pt x="81" y="63"/>
                </a:lnTo>
                <a:moveTo>
                  <a:pt x="73" y="67"/>
                </a:moveTo>
                <a:lnTo>
                  <a:pt x="64" y="71"/>
                </a:lnTo>
                <a:lnTo>
                  <a:pt x="60" y="63"/>
                </a:lnTo>
                <a:lnTo>
                  <a:pt x="68" y="59"/>
                </a:lnTo>
                <a:lnTo>
                  <a:pt x="73" y="67"/>
                </a:lnTo>
                <a:moveTo>
                  <a:pt x="64" y="71"/>
                </a:moveTo>
                <a:lnTo>
                  <a:pt x="56" y="75"/>
                </a:lnTo>
                <a:lnTo>
                  <a:pt x="52" y="67"/>
                </a:lnTo>
                <a:lnTo>
                  <a:pt x="60" y="63"/>
                </a:lnTo>
                <a:lnTo>
                  <a:pt x="64" y="71"/>
                </a:lnTo>
                <a:moveTo>
                  <a:pt x="56" y="75"/>
                </a:moveTo>
                <a:lnTo>
                  <a:pt x="48" y="79"/>
                </a:lnTo>
                <a:lnTo>
                  <a:pt x="44" y="71"/>
                </a:lnTo>
                <a:lnTo>
                  <a:pt x="52" y="67"/>
                </a:lnTo>
                <a:lnTo>
                  <a:pt x="56" y="75"/>
                </a:lnTo>
                <a:moveTo>
                  <a:pt x="48" y="79"/>
                </a:moveTo>
                <a:lnTo>
                  <a:pt x="40" y="83"/>
                </a:lnTo>
                <a:lnTo>
                  <a:pt x="36" y="75"/>
                </a:lnTo>
                <a:lnTo>
                  <a:pt x="44" y="71"/>
                </a:lnTo>
                <a:lnTo>
                  <a:pt x="48" y="79"/>
                </a:lnTo>
                <a:moveTo>
                  <a:pt x="40" y="83"/>
                </a:moveTo>
                <a:lnTo>
                  <a:pt x="32" y="87"/>
                </a:lnTo>
                <a:lnTo>
                  <a:pt x="28" y="79"/>
                </a:lnTo>
                <a:lnTo>
                  <a:pt x="36" y="75"/>
                </a:lnTo>
                <a:lnTo>
                  <a:pt x="40" y="83"/>
                </a:lnTo>
                <a:moveTo>
                  <a:pt x="32" y="87"/>
                </a:moveTo>
                <a:lnTo>
                  <a:pt x="25" y="91"/>
                </a:lnTo>
                <a:lnTo>
                  <a:pt x="21" y="83"/>
                </a:lnTo>
                <a:lnTo>
                  <a:pt x="28" y="79"/>
                </a:lnTo>
                <a:lnTo>
                  <a:pt x="32" y="87"/>
                </a:lnTo>
                <a:moveTo>
                  <a:pt x="25" y="91"/>
                </a:moveTo>
                <a:lnTo>
                  <a:pt x="17" y="95"/>
                </a:lnTo>
                <a:lnTo>
                  <a:pt x="13" y="87"/>
                </a:lnTo>
                <a:lnTo>
                  <a:pt x="21" y="83"/>
                </a:lnTo>
                <a:lnTo>
                  <a:pt x="25" y="91"/>
                </a:lnTo>
                <a:moveTo>
                  <a:pt x="17" y="95"/>
                </a:moveTo>
                <a:lnTo>
                  <a:pt x="9" y="99"/>
                </a:lnTo>
                <a:lnTo>
                  <a:pt x="5" y="91"/>
                </a:lnTo>
                <a:lnTo>
                  <a:pt x="13" y="87"/>
                </a:lnTo>
                <a:lnTo>
                  <a:pt x="17" y="95"/>
                </a:lnTo>
                <a:moveTo>
                  <a:pt x="9" y="99"/>
                </a:moveTo>
                <a:lnTo>
                  <a:pt x="0" y="103"/>
                </a:lnTo>
                <a:lnTo>
                  <a:pt x="0" y="90"/>
                </a:lnTo>
                <a:lnTo>
                  <a:pt x="8" y="90"/>
                </a:lnTo>
                <a:lnTo>
                  <a:pt x="8" y="96"/>
                </a:lnTo>
                <a:lnTo>
                  <a:pt x="4" y="96"/>
                </a:lnTo>
                <a:lnTo>
                  <a:pt x="2" y="92"/>
                </a:lnTo>
                <a:lnTo>
                  <a:pt x="5" y="91"/>
                </a:lnTo>
                <a:lnTo>
                  <a:pt x="9" y="99"/>
                </a:lnTo>
                <a:moveTo>
                  <a:pt x="0" y="90"/>
                </a:moveTo>
                <a:lnTo>
                  <a:pt x="0" y="82"/>
                </a:lnTo>
                <a:lnTo>
                  <a:pt x="8" y="82"/>
                </a:lnTo>
                <a:lnTo>
                  <a:pt x="8" y="90"/>
                </a:lnTo>
                <a:lnTo>
                  <a:pt x="0" y="90"/>
                </a:lnTo>
                <a:moveTo>
                  <a:pt x="0" y="82"/>
                </a:moveTo>
                <a:lnTo>
                  <a:pt x="0" y="73"/>
                </a:lnTo>
                <a:lnTo>
                  <a:pt x="8" y="73"/>
                </a:lnTo>
                <a:lnTo>
                  <a:pt x="8" y="82"/>
                </a:lnTo>
                <a:lnTo>
                  <a:pt x="0" y="82"/>
                </a:lnTo>
                <a:moveTo>
                  <a:pt x="0" y="73"/>
                </a:moveTo>
                <a:lnTo>
                  <a:pt x="0" y="64"/>
                </a:lnTo>
                <a:lnTo>
                  <a:pt x="8" y="64"/>
                </a:lnTo>
                <a:lnTo>
                  <a:pt x="8" y="73"/>
                </a:lnTo>
                <a:lnTo>
                  <a:pt x="0" y="73"/>
                </a:lnTo>
                <a:moveTo>
                  <a:pt x="0" y="64"/>
                </a:moveTo>
                <a:lnTo>
                  <a:pt x="0" y="55"/>
                </a:lnTo>
                <a:lnTo>
                  <a:pt x="8" y="55"/>
                </a:lnTo>
                <a:lnTo>
                  <a:pt x="8" y="64"/>
                </a:lnTo>
                <a:lnTo>
                  <a:pt x="0" y="64"/>
                </a:lnTo>
                <a:moveTo>
                  <a:pt x="0" y="55"/>
                </a:moveTo>
                <a:lnTo>
                  <a:pt x="0" y="46"/>
                </a:lnTo>
                <a:lnTo>
                  <a:pt x="8" y="46"/>
                </a:lnTo>
                <a:lnTo>
                  <a:pt x="8" y="55"/>
                </a:lnTo>
                <a:lnTo>
                  <a:pt x="0" y="55"/>
                </a:lnTo>
                <a:moveTo>
                  <a:pt x="0" y="46"/>
                </a:moveTo>
                <a:lnTo>
                  <a:pt x="0" y="38"/>
                </a:lnTo>
                <a:lnTo>
                  <a:pt x="8" y="38"/>
                </a:lnTo>
                <a:lnTo>
                  <a:pt x="8" y="46"/>
                </a:lnTo>
                <a:lnTo>
                  <a:pt x="0" y="46"/>
                </a:lnTo>
                <a:moveTo>
                  <a:pt x="0" y="38"/>
                </a:moveTo>
                <a:lnTo>
                  <a:pt x="0" y="28"/>
                </a:lnTo>
                <a:lnTo>
                  <a:pt x="8" y="28"/>
                </a:lnTo>
                <a:lnTo>
                  <a:pt x="8" y="38"/>
                </a:lnTo>
                <a:lnTo>
                  <a:pt x="0" y="38"/>
                </a:lnTo>
                <a:moveTo>
                  <a:pt x="0" y="28"/>
                </a:moveTo>
                <a:lnTo>
                  <a:pt x="0" y="19"/>
                </a:lnTo>
                <a:lnTo>
                  <a:pt x="8" y="19"/>
                </a:lnTo>
                <a:lnTo>
                  <a:pt x="8" y="28"/>
                </a:lnTo>
                <a:lnTo>
                  <a:pt x="0" y="28"/>
                </a:lnTo>
                <a:moveTo>
                  <a:pt x="0" y="19"/>
                </a:moveTo>
                <a:lnTo>
                  <a:pt x="0" y="10"/>
                </a:lnTo>
                <a:lnTo>
                  <a:pt x="8" y="10"/>
                </a:lnTo>
                <a:lnTo>
                  <a:pt x="8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4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956520" y="2570400"/>
            <a:ext cx="498960" cy="95400"/>
          </a:xfrm>
          <a:custGeom>
            <a:avLst/>
            <a:gdLst/>
            <a:ahLst/>
            <a:rect l="0" t="0" r="r" b="b"/>
            <a:pathLst>
              <a:path w="1386" h="265">
                <a:moveTo>
                  <a:pt x="0" y="0"/>
                </a:moveTo>
                <a:lnTo>
                  <a:pt x="1386" y="0"/>
                </a:lnTo>
                <a:lnTo>
                  <a:pt x="138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956520" y="2570400"/>
            <a:ext cx="498960" cy="95400"/>
          </a:xfrm>
          <a:custGeom>
            <a:avLst/>
            <a:gdLst/>
            <a:ahLst/>
            <a:rect l="0" t="0" r="r" b="b"/>
            <a:pathLst>
              <a:path w="1386" h="265">
                <a:moveTo>
                  <a:pt x="0" y="0"/>
                </a:moveTo>
                <a:lnTo>
                  <a:pt x="1386" y="0"/>
                </a:lnTo>
                <a:lnTo>
                  <a:pt x="138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 txBox="1"/>
          <p:nvPr/>
        </p:nvSpPr>
        <p:spPr>
          <a:xfrm>
            <a:off x="439920" y="192024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in de jaren 2000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2404440" y="2570400"/>
            <a:ext cx="249480" cy="95040"/>
          </a:xfrm>
          <a:custGeom>
            <a:avLst/>
            <a:gdLst/>
            <a:ahLst/>
            <a:rect l="0" t="0" r="r" b="b"/>
            <a:pathLst>
              <a:path w="693" h="264">
                <a:moveTo>
                  <a:pt x="0" y="0"/>
                </a:moveTo>
                <a:lnTo>
                  <a:pt x="693" y="0"/>
                </a:lnTo>
                <a:lnTo>
                  <a:pt x="693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2404440" y="2570400"/>
            <a:ext cx="249480" cy="95040"/>
          </a:xfrm>
          <a:custGeom>
            <a:avLst/>
            <a:gdLst/>
            <a:ahLst/>
            <a:rect l="0" t="0" r="r" b="b"/>
            <a:pathLst>
              <a:path w="693" h="264">
                <a:moveTo>
                  <a:pt x="0" y="0"/>
                </a:moveTo>
                <a:lnTo>
                  <a:pt x="693" y="0"/>
                </a:lnTo>
                <a:lnTo>
                  <a:pt x="693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956520" y="2579040"/>
            <a:ext cx="508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/>
          <p:nvPr/>
        </p:nvSpPr>
        <p:spPr>
          <a:xfrm>
            <a:off x="3906360" y="2570400"/>
            <a:ext cx="704520" cy="95040"/>
          </a:xfrm>
          <a:custGeom>
            <a:avLst/>
            <a:gdLst/>
            <a:ahLst/>
            <a:rect l="0" t="0" r="r" b="b"/>
            <a:pathLst>
              <a:path w="1957" h="264">
                <a:moveTo>
                  <a:pt x="0" y="0"/>
                </a:moveTo>
                <a:lnTo>
                  <a:pt x="1957" y="0"/>
                </a:lnTo>
                <a:lnTo>
                  <a:pt x="1957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/>
          <p:nvPr/>
        </p:nvSpPr>
        <p:spPr>
          <a:xfrm>
            <a:off x="3906360" y="2570400"/>
            <a:ext cx="704520" cy="95040"/>
          </a:xfrm>
          <a:custGeom>
            <a:avLst/>
            <a:gdLst/>
            <a:ahLst/>
            <a:rect l="0" t="0" r="r" b="b"/>
            <a:pathLst>
              <a:path w="1957" h="264">
                <a:moveTo>
                  <a:pt x="0" y="0"/>
                </a:moveTo>
                <a:lnTo>
                  <a:pt x="1957" y="0"/>
                </a:lnTo>
                <a:lnTo>
                  <a:pt x="1957" y="264"/>
                </a:lnTo>
                <a:lnTo>
                  <a:pt x="0" y="26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2404800" y="2579040"/>
            <a:ext cx="2538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4104360" y="2744280"/>
            <a:ext cx="308880" cy="95400"/>
          </a:xfrm>
          <a:custGeom>
            <a:avLst/>
            <a:gdLst/>
            <a:ahLst/>
            <a:rect l="0" t="0" r="r" b="b"/>
            <a:pathLst>
              <a:path w="858" h="265">
                <a:moveTo>
                  <a:pt x="0" y="0"/>
                </a:moveTo>
                <a:lnTo>
                  <a:pt x="858" y="0"/>
                </a:lnTo>
                <a:lnTo>
                  <a:pt x="858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4104360" y="2744280"/>
            <a:ext cx="308880" cy="95400"/>
          </a:xfrm>
          <a:custGeom>
            <a:avLst/>
            <a:gdLst/>
            <a:ahLst/>
            <a:rect l="0" t="0" r="r" b="b"/>
            <a:pathLst>
              <a:path w="858" h="265">
                <a:moveTo>
                  <a:pt x="0" y="0"/>
                </a:moveTo>
                <a:lnTo>
                  <a:pt x="858" y="0"/>
                </a:lnTo>
                <a:lnTo>
                  <a:pt x="858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 txBox="1"/>
          <p:nvPr/>
        </p:nvSpPr>
        <p:spPr>
          <a:xfrm>
            <a:off x="3906360" y="2579040"/>
            <a:ext cx="7185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2380680" y="2744280"/>
            <a:ext cx="297360" cy="95400"/>
          </a:xfrm>
          <a:custGeom>
            <a:avLst/>
            <a:gdLst/>
            <a:ahLst/>
            <a:rect l="0" t="0" r="r" b="b"/>
            <a:pathLst>
              <a:path w="826" h="265">
                <a:moveTo>
                  <a:pt x="0" y="0"/>
                </a:moveTo>
                <a:lnTo>
                  <a:pt x="826" y="0"/>
                </a:lnTo>
                <a:lnTo>
                  <a:pt x="82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2380680" y="2744280"/>
            <a:ext cx="297360" cy="95400"/>
          </a:xfrm>
          <a:custGeom>
            <a:avLst/>
            <a:gdLst/>
            <a:ahLst/>
            <a:rect l="0" t="0" r="r" b="b"/>
            <a:pathLst>
              <a:path w="826" h="265">
                <a:moveTo>
                  <a:pt x="0" y="0"/>
                </a:moveTo>
                <a:lnTo>
                  <a:pt x="826" y="0"/>
                </a:lnTo>
                <a:lnTo>
                  <a:pt x="826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 txBox="1"/>
          <p:nvPr/>
        </p:nvSpPr>
        <p:spPr>
          <a:xfrm>
            <a:off x="4104720" y="2752920"/>
            <a:ext cx="3146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1120320" y="2744280"/>
            <a:ext cx="174600" cy="95400"/>
          </a:xfrm>
          <a:custGeom>
            <a:avLst/>
            <a:gdLst/>
            <a:ahLst/>
            <a:rect l="0" t="0" r="r" b="b"/>
            <a:pathLst>
              <a:path w="485" h="265">
                <a:moveTo>
                  <a:pt x="0" y="0"/>
                </a:moveTo>
                <a:lnTo>
                  <a:pt x="485" y="0"/>
                </a:lnTo>
                <a:lnTo>
                  <a:pt x="485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1120320" y="2744280"/>
            <a:ext cx="174600" cy="95400"/>
          </a:xfrm>
          <a:custGeom>
            <a:avLst/>
            <a:gdLst/>
            <a:ahLst/>
            <a:rect l="0" t="0" r="r" b="b"/>
            <a:pathLst>
              <a:path w="485" h="265">
                <a:moveTo>
                  <a:pt x="0" y="0"/>
                </a:moveTo>
                <a:lnTo>
                  <a:pt x="485" y="0"/>
                </a:lnTo>
                <a:lnTo>
                  <a:pt x="485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 txBox="1"/>
          <p:nvPr/>
        </p:nvSpPr>
        <p:spPr>
          <a:xfrm>
            <a:off x="2381040" y="2752920"/>
            <a:ext cx="3038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5393520" y="2657160"/>
            <a:ext cx="522720" cy="95400"/>
          </a:xfrm>
          <a:custGeom>
            <a:avLst/>
            <a:gdLst/>
            <a:ahLst/>
            <a:rect l="0" t="0" r="r" b="b"/>
            <a:pathLst>
              <a:path w="1452" h="265">
                <a:moveTo>
                  <a:pt x="0" y="0"/>
                </a:moveTo>
                <a:lnTo>
                  <a:pt x="1452" y="0"/>
                </a:lnTo>
                <a:lnTo>
                  <a:pt x="1452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5393520" y="2657160"/>
            <a:ext cx="522720" cy="95400"/>
          </a:xfrm>
          <a:custGeom>
            <a:avLst/>
            <a:gdLst/>
            <a:ahLst/>
            <a:rect l="0" t="0" r="r" b="b"/>
            <a:pathLst>
              <a:path w="1452" h="265">
                <a:moveTo>
                  <a:pt x="0" y="0"/>
                </a:moveTo>
                <a:lnTo>
                  <a:pt x="1452" y="0"/>
                </a:lnTo>
                <a:lnTo>
                  <a:pt x="1452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 txBox="1"/>
          <p:nvPr/>
        </p:nvSpPr>
        <p:spPr>
          <a:xfrm>
            <a:off x="1120680" y="2752920"/>
            <a:ext cx="1807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6900120" y="2657160"/>
            <a:ext cx="190440" cy="95400"/>
          </a:xfrm>
          <a:custGeom>
            <a:avLst/>
            <a:gdLst/>
            <a:ahLst/>
            <a:rect l="0" t="0" r="r" b="b"/>
            <a:pathLst>
              <a:path w="529" h="265">
                <a:moveTo>
                  <a:pt x="0" y="0"/>
                </a:moveTo>
                <a:lnTo>
                  <a:pt x="529" y="0"/>
                </a:lnTo>
                <a:lnTo>
                  <a:pt x="52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>
            <a:off x="6900120" y="2657160"/>
            <a:ext cx="190440" cy="95400"/>
          </a:xfrm>
          <a:custGeom>
            <a:avLst/>
            <a:gdLst/>
            <a:ahLst/>
            <a:rect l="0" t="0" r="r" b="b"/>
            <a:pathLst>
              <a:path w="529" h="265">
                <a:moveTo>
                  <a:pt x="0" y="0"/>
                </a:moveTo>
                <a:lnTo>
                  <a:pt x="529" y="0"/>
                </a:lnTo>
                <a:lnTo>
                  <a:pt x="529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 txBox="1"/>
          <p:nvPr/>
        </p:nvSpPr>
        <p:spPr>
          <a:xfrm>
            <a:off x="5393520" y="2665800"/>
            <a:ext cx="535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>
            <a:off x="8117640" y="2657160"/>
            <a:ext cx="293040" cy="95400"/>
          </a:xfrm>
          <a:custGeom>
            <a:avLst/>
            <a:gdLst/>
            <a:ahLst/>
            <a:rect l="0" t="0" r="r" b="b"/>
            <a:pathLst>
              <a:path w="814" h="265">
                <a:moveTo>
                  <a:pt x="0" y="0"/>
                </a:moveTo>
                <a:lnTo>
                  <a:pt x="814" y="0"/>
                </a:lnTo>
                <a:lnTo>
                  <a:pt x="814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>
            <a:off x="8117640" y="2657160"/>
            <a:ext cx="293040" cy="95400"/>
          </a:xfrm>
          <a:custGeom>
            <a:avLst/>
            <a:gdLst/>
            <a:ahLst/>
            <a:rect l="0" t="0" r="r" b="b"/>
            <a:pathLst>
              <a:path w="814" h="265">
                <a:moveTo>
                  <a:pt x="0" y="0"/>
                </a:moveTo>
                <a:lnTo>
                  <a:pt x="814" y="0"/>
                </a:lnTo>
                <a:lnTo>
                  <a:pt x="814" y="265"/>
                </a:lnTo>
                <a:lnTo>
                  <a:pt x="0" y="265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 txBox="1"/>
          <p:nvPr/>
        </p:nvSpPr>
        <p:spPr>
          <a:xfrm>
            <a:off x="6900480" y="2665800"/>
            <a:ext cx="1944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488880" y="2519280"/>
            <a:ext cx="371160" cy="371160"/>
          </a:xfrm>
          <a:custGeom>
            <a:avLst/>
            <a:gdLst/>
            <a:ahLst/>
            <a:rect l="0" t="0" r="r" b="b"/>
            <a:pathLst>
              <a:path w="1031" h="1031">
                <a:moveTo>
                  <a:pt x="1031" y="515"/>
                </a:moveTo>
                <a:cubicBezTo>
                  <a:pt x="1031" y="549"/>
                  <a:pt x="1028" y="582"/>
                  <a:pt x="1021" y="615"/>
                </a:cubicBezTo>
                <a:cubicBezTo>
                  <a:pt x="1015" y="649"/>
                  <a:pt x="1005" y="681"/>
                  <a:pt x="992" y="712"/>
                </a:cubicBezTo>
                <a:cubicBezTo>
                  <a:pt x="979" y="744"/>
                  <a:pt x="963" y="774"/>
                  <a:pt x="944" y="802"/>
                </a:cubicBezTo>
                <a:cubicBezTo>
                  <a:pt x="926" y="830"/>
                  <a:pt x="904" y="856"/>
                  <a:pt x="880" y="880"/>
                </a:cubicBezTo>
                <a:cubicBezTo>
                  <a:pt x="856" y="904"/>
                  <a:pt x="830" y="925"/>
                  <a:pt x="802" y="944"/>
                </a:cubicBezTo>
                <a:cubicBezTo>
                  <a:pt x="774" y="963"/>
                  <a:pt x="745" y="979"/>
                  <a:pt x="713" y="992"/>
                </a:cubicBezTo>
                <a:cubicBezTo>
                  <a:pt x="682" y="1005"/>
                  <a:pt x="650" y="1014"/>
                  <a:pt x="617" y="1021"/>
                </a:cubicBezTo>
                <a:cubicBezTo>
                  <a:pt x="584" y="1028"/>
                  <a:pt x="550" y="1031"/>
                  <a:pt x="516" y="1031"/>
                </a:cubicBezTo>
                <a:cubicBezTo>
                  <a:pt x="482" y="1031"/>
                  <a:pt x="449" y="1028"/>
                  <a:pt x="416" y="1021"/>
                </a:cubicBezTo>
                <a:cubicBezTo>
                  <a:pt x="383" y="1014"/>
                  <a:pt x="350" y="1005"/>
                  <a:pt x="319" y="992"/>
                </a:cubicBezTo>
                <a:cubicBezTo>
                  <a:pt x="288" y="979"/>
                  <a:pt x="258" y="963"/>
                  <a:pt x="230" y="944"/>
                </a:cubicBezTo>
                <a:cubicBezTo>
                  <a:pt x="202" y="925"/>
                  <a:pt x="175" y="904"/>
                  <a:pt x="151" y="880"/>
                </a:cubicBezTo>
                <a:cubicBezTo>
                  <a:pt x="127" y="856"/>
                  <a:pt x="106" y="830"/>
                  <a:pt x="87" y="802"/>
                </a:cubicBezTo>
                <a:cubicBezTo>
                  <a:pt x="68" y="774"/>
                  <a:pt x="53" y="744"/>
                  <a:pt x="40" y="712"/>
                </a:cubicBezTo>
                <a:cubicBezTo>
                  <a:pt x="27" y="681"/>
                  <a:pt x="17" y="649"/>
                  <a:pt x="10" y="615"/>
                </a:cubicBezTo>
                <a:cubicBezTo>
                  <a:pt x="4" y="582"/>
                  <a:pt x="0" y="549"/>
                  <a:pt x="0" y="515"/>
                </a:cubicBezTo>
                <a:cubicBezTo>
                  <a:pt x="0" y="481"/>
                  <a:pt x="4" y="448"/>
                  <a:pt x="10" y="415"/>
                </a:cubicBezTo>
                <a:cubicBezTo>
                  <a:pt x="17" y="381"/>
                  <a:pt x="27" y="349"/>
                  <a:pt x="40" y="318"/>
                </a:cubicBezTo>
                <a:cubicBezTo>
                  <a:pt x="53" y="287"/>
                  <a:pt x="68" y="257"/>
                  <a:pt x="87" y="229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2" y="106"/>
                  <a:pt x="230" y="87"/>
                </a:cubicBezTo>
                <a:cubicBezTo>
                  <a:pt x="258" y="68"/>
                  <a:pt x="288" y="52"/>
                  <a:pt x="319" y="39"/>
                </a:cubicBezTo>
                <a:cubicBezTo>
                  <a:pt x="350" y="26"/>
                  <a:pt x="383" y="17"/>
                  <a:pt x="416" y="10"/>
                </a:cubicBezTo>
                <a:cubicBezTo>
                  <a:pt x="449" y="3"/>
                  <a:pt x="482" y="0"/>
                  <a:pt x="516" y="0"/>
                </a:cubicBezTo>
                <a:cubicBezTo>
                  <a:pt x="550" y="0"/>
                  <a:pt x="584" y="3"/>
                  <a:pt x="617" y="10"/>
                </a:cubicBezTo>
                <a:cubicBezTo>
                  <a:pt x="650" y="17"/>
                  <a:pt x="682" y="26"/>
                  <a:pt x="713" y="39"/>
                </a:cubicBezTo>
                <a:cubicBezTo>
                  <a:pt x="745" y="52"/>
                  <a:pt x="774" y="68"/>
                  <a:pt x="802" y="87"/>
                </a:cubicBezTo>
                <a:cubicBezTo>
                  <a:pt x="830" y="106"/>
                  <a:pt x="856" y="127"/>
                  <a:pt x="880" y="151"/>
                </a:cubicBezTo>
                <a:cubicBezTo>
                  <a:pt x="904" y="175"/>
                  <a:pt x="926" y="201"/>
                  <a:pt x="944" y="229"/>
                </a:cubicBezTo>
                <a:cubicBezTo>
                  <a:pt x="963" y="257"/>
                  <a:pt x="979" y="287"/>
                  <a:pt x="992" y="318"/>
                </a:cubicBezTo>
                <a:cubicBezTo>
                  <a:pt x="1005" y="349"/>
                  <a:pt x="1015" y="381"/>
                  <a:pt x="1021" y="415"/>
                </a:cubicBezTo>
                <a:cubicBezTo>
                  <a:pt x="1028" y="448"/>
                  <a:pt x="1031" y="481"/>
                  <a:pt x="1031" y="515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488880" y="2519280"/>
            <a:ext cx="371160" cy="371160"/>
          </a:xfrm>
          <a:custGeom>
            <a:avLst/>
            <a:gdLst/>
            <a:ahLst/>
            <a:rect l="0" t="0" r="r" b="b"/>
            <a:pathLst>
              <a:path w="1031" h="1031">
                <a:moveTo>
                  <a:pt x="1031" y="515"/>
                </a:moveTo>
                <a:cubicBezTo>
                  <a:pt x="1031" y="549"/>
                  <a:pt x="1028" y="582"/>
                  <a:pt x="1021" y="615"/>
                </a:cubicBezTo>
                <a:cubicBezTo>
                  <a:pt x="1015" y="649"/>
                  <a:pt x="1005" y="681"/>
                  <a:pt x="992" y="712"/>
                </a:cubicBezTo>
                <a:cubicBezTo>
                  <a:pt x="979" y="744"/>
                  <a:pt x="963" y="774"/>
                  <a:pt x="944" y="802"/>
                </a:cubicBezTo>
                <a:cubicBezTo>
                  <a:pt x="926" y="830"/>
                  <a:pt x="904" y="856"/>
                  <a:pt x="880" y="880"/>
                </a:cubicBezTo>
                <a:cubicBezTo>
                  <a:pt x="856" y="904"/>
                  <a:pt x="830" y="925"/>
                  <a:pt x="802" y="944"/>
                </a:cubicBezTo>
                <a:cubicBezTo>
                  <a:pt x="774" y="963"/>
                  <a:pt x="745" y="979"/>
                  <a:pt x="713" y="992"/>
                </a:cubicBezTo>
                <a:cubicBezTo>
                  <a:pt x="682" y="1005"/>
                  <a:pt x="650" y="1014"/>
                  <a:pt x="617" y="1021"/>
                </a:cubicBezTo>
                <a:cubicBezTo>
                  <a:pt x="584" y="1028"/>
                  <a:pt x="550" y="1031"/>
                  <a:pt x="516" y="1031"/>
                </a:cubicBezTo>
                <a:cubicBezTo>
                  <a:pt x="482" y="1031"/>
                  <a:pt x="449" y="1028"/>
                  <a:pt x="416" y="1021"/>
                </a:cubicBezTo>
                <a:cubicBezTo>
                  <a:pt x="383" y="1014"/>
                  <a:pt x="350" y="1005"/>
                  <a:pt x="319" y="992"/>
                </a:cubicBezTo>
                <a:cubicBezTo>
                  <a:pt x="288" y="979"/>
                  <a:pt x="258" y="963"/>
                  <a:pt x="230" y="944"/>
                </a:cubicBezTo>
                <a:cubicBezTo>
                  <a:pt x="202" y="925"/>
                  <a:pt x="175" y="904"/>
                  <a:pt x="151" y="880"/>
                </a:cubicBezTo>
                <a:cubicBezTo>
                  <a:pt x="127" y="856"/>
                  <a:pt x="106" y="830"/>
                  <a:pt x="87" y="802"/>
                </a:cubicBezTo>
                <a:cubicBezTo>
                  <a:pt x="68" y="774"/>
                  <a:pt x="53" y="744"/>
                  <a:pt x="40" y="712"/>
                </a:cubicBezTo>
                <a:cubicBezTo>
                  <a:pt x="27" y="681"/>
                  <a:pt x="17" y="649"/>
                  <a:pt x="10" y="615"/>
                </a:cubicBezTo>
                <a:cubicBezTo>
                  <a:pt x="4" y="582"/>
                  <a:pt x="0" y="549"/>
                  <a:pt x="0" y="515"/>
                </a:cubicBezTo>
                <a:cubicBezTo>
                  <a:pt x="0" y="481"/>
                  <a:pt x="4" y="448"/>
                  <a:pt x="10" y="415"/>
                </a:cubicBezTo>
                <a:cubicBezTo>
                  <a:pt x="17" y="381"/>
                  <a:pt x="27" y="349"/>
                  <a:pt x="40" y="318"/>
                </a:cubicBezTo>
                <a:cubicBezTo>
                  <a:pt x="53" y="287"/>
                  <a:pt x="68" y="257"/>
                  <a:pt x="87" y="229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2" y="106"/>
                  <a:pt x="230" y="87"/>
                </a:cubicBezTo>
                <a:cubicBezTo>
                  <a:pt x="258" y="68"/>
                  <a:pt x="288" y="52"/>
                  <a:pt x="319" y="39"/>
                </a:cubicBezTo>
                <a:cubicBezTo>
                  <a:pt x="350" y="26"/>
                  <a:pt x="383" y="17"/>
                  <a:pt x="416" y="10"/>
                </a:cubicBezTo>
                <a:cubicBezTo>
                  <a:pt x="449" y="3"/>
                  <a:pt x="482" y="0"/>
                  <a:pt x="516" y="0"/>
                </a:cubicBezTo>
                <a:cubicBezTo>
                  <a:pt x="550" y="0"/>
                  <a:pt x="584" y="3"/>
                  <a:pt x="617" y="10"/>
                </a:cubicBezTo>
                <a:cubicBezTo>
                  <a:pt x="650" y="17"/>
                  <a:pt x="682" y="26"/>
                  <a:pt x="713" y="39"/>
                </a:cubicBezTo>
                <a:cubicBezTo>
                  <a:pt x="745" y="52"/>
                  <a:pt x="774" y="68"/>
                  <a:pt x="802" y="87"/>
                </a:cubicBezTo>
                <a:cubicBezTo>
                  <a:pt x="830" y="106"/>
                  <a:pt x="856" y="127"/>
                  <a:pt x="880" y="151"/>
                </a:cubicBezTo>
                <a:cubicBezTo>
                  <a:pt x="904" y="175"/>
                  <a:pt x="926" y="201"/>
                  <a:pt x="944" y="229"/>
                </a:cubicBezTo>
                <a:cubicBezTo>
                  <a:pt x="963" y="257"/>
                  <a:pt x="979" y="287"/>
                  <a:pt x="992" y="318"/>
                </a:cubicBezTo>
                <a:cubicBezTo>
                  <a:pt x="1005" y="349"/>
                  <a:pt x="1015" y="381"/>
                  <a:pt x="1021" y="415"/>
                </a:cubicBezTo>
                <a:cubicBezTo>
                  <a:pt x="1028" y="448"/>
                  <a:pt x="1031" y="481"/>
                  <a:pt x="1031" y="515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8117640" y="2665800"/>
            <a:ext cx="2962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/>
          <p:nvPr/>
        </p:nvSpPr>
        <p:spPr>
          <a:xfrm>
            <a:off x="1557000" y="2550240"/>
            <a:ext cx="725400" cy="309240"/>
          </a:xfrm>
          <a:custGeom>
            <a:avLst/>
            <a:gdLst/>
            <a:ahLst/>
            <a:rect l="0" t="0" r="r" b="b"/>
            <a:pathLst>
              <a:path w="2015" h="859">
                <a:moveTo>
                  <a:pt x="0" y="0"/>
                </a:moveTo>
                <a:lnTo>
                  <a:pt x="2015" y="0"/>
                </a:lnTo>
                <a:lnTo>
                  <a:pt x="201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/>
          <p:nvPr/>
        </p:nvSpPr>
        <p:spPr>
          <a:xfrm>
            <a:off x="1557000" y="2550240"/>
            <a:ext cx="725400" cy="309240"/>
          </a:xfrm>
          <a:custGeom>
            <a:avLst/>
            <a:gdLst/>
            <a:ahLst/>
            <a:rect l="0" t="0" r="r" b="b"/>
            <a:pathLst>
              <a:path w="2015" h="859">
                <a:moveTo>
                  <a:pt x="0" y="0"/>
                </a:moveTo>
                <a:lnTo>
                  <a:pt x="2015" y="0"/>
                </a:lnTo>
                <a:lnTo>
                  <a:pt x="201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 txBox="1"/>
          <p:nvPr/>
        </p:nvSpPr>
        <p:spPr>
          <a:xfrm>
            <a:off x="518760" y="2665800"/>
            <a:ext cx="3193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 txBox="1"/>
          <p:nvPr/>
        </p:nvSpPr>
        <p:spPr>
          <a:xfrm>
            <a:off x="1675800" y="2618280"/>
            <a:ext cx="49896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2777760" y="2502720"/>
            <a:ext cx="1029240" cy="404280"/>
          </a:xfrm>
          <a:custGeom>
            <a:avLst/>
            <a:gdLst/>
            <a:ahLst/>
            <a:rect l="0" t="0" r="r" b="b"/>
            <a:pathLst>
              <a:path w="2859" h="1123">
                <a:moveTo>
                  <a:pt x="0" y="0"/>
                </a:moveTo>
                <a:lnTo>
                  <a:pt x="2859" y="0"/>
                </a:lnTo>
                <a:lnTo>
                  <a:pt x="2859" y="1123"/>
                </a:lnTo>
                <a:lnTo>
                  <a:pt x="0" y="1123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2777760" y="2502720"/>
            <a:ext cx="1029240" cy="404280"/>
          </a:xfrm>
          <a:custGeom>
            <a:avLst/>
            <a:gdLst/>
            <a:ahLst/>
            <a:rect l="0" t="0" r="r" b="b"/>
            <a:pathLst>
              <a:path w="2859" h="1123">
                <a:moveTo>
                  <a:pt x="0" y="0"/>
                </a:moveTo>
                <a:lnTo>
                  <a:pt x="2859" y="0"/>
                </a:lnTo>
                <a:lnTo>
                  <a:pt x="2859" y="1123"/>
                </a:lnTo>
                <a:lnTo>
                  <a:pt x="0" y="1123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 txBox="1"/>
          <p:nvPr/>
        </p:nvSpPr>
        <p:spPr>
          <a:xfrm>
            <a:off x="1707480" y="2713320"/>
            <a:ext cx="4320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 txBox="1"/>
          <p:nvPr/>
        </p:nvSpPr>
        <p:spPr>
          <a:xfrm>
            <a:off x="3115080" y="2571120"/>
            <a:ext cx="3650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 txBox="1"/>
          <p:nvPr/>
        </p:nvSpPr>
        <p:spPr>
          <a:xfrm>
            <a:off x="2985120" y="2665800"/>
            <a:ext cx="6271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4709880" y="2499840"/>
            <a:ext cx="585000" cy="410400"/>
          </a:xfrm>
          <a:custGeom>
            <a:avLst/>
            <a:gdLst/>
            <a:ahLst/>
            <a:rect l="0" t="0" r="r" b="b"/>
            <a:pathLst>
              <a:path w="1625" h="1140">
                <a:moveTo>
                  <a:pt x="0" y="148"/>
                </a:moveTo>
                <a:cubicBezTo>
                  <a:pt x="0" y="153"/>
                  <a:pt x="2" y="158"/>
                  <a:pt x="4" y="163"/>
                </a:cubicBezTo>
                <a:cubicBezTo>
                  <a:pt x="7" y="168"/>
                  <a:pt x="11" y="173"/>
                  <a:pt x="16" y="177"/>
                </a:cubicBezTo>
                <a:cubicBezTo>
                  <a:pt x="21" y="182"/>
                  <a:pt x="28" y="187"/>
                  <a:pt x="35" y="192"/>
                </a:cubicBezTo>
                <a:cubicBezTo>
                  <a:pt x="43" y="196"/>
                  <a:pt x="52" y="201"/>
                  <a:pt x="62" y="205"/>
                </a:cubicBezTo>
                <a:cubicBezTo>
                  <a:pt x="72" y="210"/>
                  <a:pt x="84" y="214"/>
                  <a:pt x="96" y="219"/>
                </a:cubicBezTo>
                <a:cubicBezTo>
                  <a:pt x="109" y="223"/>
                  <a:pt x="122" y="227"/>
                  <a:pt x="137" y="231"/>
                </a:cubicBezTo>
                <a:cubicBezTo>
                  <a:pt x="152" y="235"/>
                  <a:pt x="168" y="239"/>
                  <a:pt x="185" y="243"/>
                </a:cubicBezTo>
                <a:cubicBezTo>
                  <a:pt x="201" y="247"/>
                  <a:pt x="219" y="250"/>
                  <a:pt x="238" y="254"/>
                </a:cubicBezTo>
                <a:cubicBezTo>
                  <a:pt x="257" y="257"/>
                  <a:pt x="277" y="260"/>
                  <a:pt x="297" y="263"/>
                </a:cubicBezTo>
                <a:cubicBezTo>
                  <a:pt x="318" y="267"/>
                  <a:pt x="339" y="269"/>
                  <a:pt x="361" y="272"/>
                </a:cubicBezTo>
                <a:cubicBezTo>
                  <a:pt x="383" y="275"/>
                  <a:pt x="406" y="277"/>
                  <a:pt x="429" y="280"/>
                </a:cubicBezTo>
                <a:cubicBezTo>
                  <a:pt x="453" y="282"/>
                  <a:pt x="477" y="284"/>
                  <a:pt x="501" y="286"/>
                </a:cubicBezTo>
                <a:cubicBezTo>
                  <a:pt x="526" y="288"/>
                  <a:pt x="551" y="289"/>
                  <a:pt x="577" y="291"/>
                </a:cubicBezTo>
                <a:cubicBezTo>
                  <a:pt x="602" y="292"/>
                  <a:pt x="628" y="293"/>
                  <a:pt x="654" y="294"/>
                </a:cubicBezTo>
                <a:cubicBezTo>
                  <a:pt x="680" y="295"/>
                  <a:pt x="706" y="296"/>
                  <a:pt x="734" y="297"/>
                </a:cubicBezTo>
                <a:cubicBezTo>
                  <a:pt x="760" y="297"/>
                  <a:pt x="787" y="297"/>
                  <a:pt x="813" y="297"/>
                </a:cubicBezTo>
                <a:cubicBezTo>
                  <a:pt x="840" y="297"/>
                  <a:pt x="866" y="297"/>
                  <a:pt x="893" y="297"/>
                </a:cubicBezTo>
                <a:cubicBezTo>
                  <a:pt x="919" y="296"/>
                  <a:pt x="945" y="295"/>
                  <a:pt x="972" y="294"/>
                </a:cubicBezTo>
                <a:cubicBezTo>
                  <a:pt x="998" y="293"/>
                  <a:pt x="1023" y="292"/>
                  <a:pt x="1049" y="291"/>
                </a:cubicBezTo>
                <a:cubicBezTo>
                  <a:pt x="1074" y="289"/>
                  <a:pt x="1099" y="288"/>
                  <a:pt x="1124" y="286"/>
                </a:cubicBezTo>
                <a:cubicBezTo>
                  <a:pt x="1148" y="284"/>
                  <a:pt x="1172" y="282"/>
                  <a:pt x="1196" y="280"/>
                </a:cubicBezTo>
                <a:cubicBezTo>
                  <a:pt x="1219" y="277"/>
                  <a:pt x="1242" y="275"/>
                  <a:pt x="1264" y="272"/>
                </a:cubicBezTo>
                <a:cubicBezTo>
                  <a:pt x="1286" y="269"/>
                  <a:pt x="1308" y="267"/>
                  <a:pt x="1328" y="263"/>
                </a:cubicBezTo>
                <a:cubicBezTo>
                  <a:pt x="1349" y="260"/>
                  <a:pt x="1368" y="257"/>
                  <a:pt x="1387" y="254"/>
                </a:cubicBezTo>
                <a:cubicBezTo>
                  <a:pt x="1406" y="250"/>
                  <a:pt x="1424" y="247"/>
                  <a:pt x="1441" y="243"/>
                </a:cubicBezTo>
                <a:cubicBezTo>
                  <a:pt x="1458" y="239"/>
                  <a:pt x="1473" y="235"/>
                  <a:pt x="1488" y="231"/>
                </a:cubicBezTo>
                <a:cubicBezTo>
                  <a:pt x="1503" y="227"/>
                  <a:pt x="1517" y="223"/>
                  <a:pt x="1529" y="219"/>
                </a:cubicBezTo>
                <a:cubicBezTo>
                  <a:pt x="1542" y="214"/>
                  <a:pt x="1553" y="210"/>
                  <a:pt x="1563" y="205"/>
                </a:cubicBezTo>
                <a:cubicBezTo>
                  <a:pt x="1573" y="201"/>
                  <a:pt x="1582" y="196"/>
                  <a:pt x="1590" y="192"/>
                </a:cubicBezTo>
                <a:cubicBezTo>
                  <a:pt x="1598" y="187"/>
                  <a:pt x="1604" y="182"/>
                  <a:pt x="1609" y="177"/>
                </a:cubicBezTo>
                <a:cubicBezTo>
                  <a:pt x="1615" y="173"/>
                  <a:pt x="1618" y="168"/>
                  <a:pt x="1621" y="163"/>
                </a:cubicBezTo>
                <a:cubicBezTo>
                  <a:pt x="1624" y="158"/>
                  <a:pt x="1625" y="153"/>
                  <a:pt x="1625" y="148"/>
                </a:cubicBezTo>
                <a:cubicBezTo>
                  <a:pt x="1625" y="144"/>
                  <a:pt x="1624" y="139"/>
                  <a:pt x="1621" y="134"/>
                </a:cubicBezTo>
                <a:cubicBezTo>
                  <a:pt x="1618" y="129"/>
                  <a:pt x="1615" y="124"/>
                  <a:pt x="1609" y="119"/>
                </a:cubicBezTo>
                <a:cubicBezTo>
                  <a:pt x="1604" y="115"/>
                  <a:pt x="1598" y="110"/>
                  <a:pt x="1590" y="105"/>
                </a:cubicBezTo>
                <a:cubicBezTo>
                  <a:pt x="1582" y="101"/>
                  <a:pt x="1573" y="96"/>
                  <a:pt x="1563" y="91"/>
                </a:cubicBezTo>
                <a:cubicBezTo>
                  <a:pt x="1553" y="87"/>
                  <a:pt x="1542" y="83"/>
                  <a:pt x="1529" y="78"/>
                </a:cubicBezTo>
                <a:cubicBezTo>
                  <a:pt x="1517" y="74"/>
                  <a:pt x="1503" y="70"/>
                  <a:pt x="1488" y="66"/>
                </a:cubicBezTo>
                <a:cubicBezTo>
                  <a:pt x="1473" y="62"/>
                  <a:pt x="1458" y="58"/>
                  <a:pt x="1441" y="54"/>
                </a:cubicBezTo>
                <a:cubicBezTo>
                  <a:pt x="1424" y="50"/>
                  <a:pt x="1406" y="47"/>
                  <a:pt x="1387" y="43"/>
                </a:cubicBezTo>
                <a:cubicBezTo>
                  <a:pt x="1368" y="40"/>
                  <a:pt x="1349" y="36"/>
                  <a:pt x="1328" y="33"/>
                </a:cubicBezTo>
                <a:cubicBezTo>
                  <a:pt x="1308" y="30"/>
                  <a:pt x="1286" y="27"/>
                  <a:pt x="1264" y="25"/>
                </a:cubicBezTo>
                <a:cubicBezTo>
                  <a:pt x="1242" y="22"/>
                  <a:pt x="1219" y="19"/>
                  <a:pt x="1196" y="17"/>
                </a:cubicBezTo>
                <a:cubicBezTo>
                  <a:pt x="1172" y="15"/>
                  <a:pt x="1148" y="13"/>
                  <a:pt x="1124" y="11"/>
                </a:cubicBezTo>
                <a:cubicBezTo>
                  <a:pt x="1099" y="9"/>
                  <a:pt x="1074" y="7"/>
                  <a:pt x="1049" y="6"/>
                </a:cubicBezTo>
                <a:cubicBezTo>
                  <a:pt x="1023" y="5"/>
                  <a:pt x="998" y="3"/>
                  <a:pt x="972" y="2"/>
                </a:cubicBezTo>
                <a:cubicBezTo>
                  <a:pt x="945" y="1"/>
                  <a:pt x="919" y="1"/>
                  <a:pt x="893" y="0"/>
                </a:cubicBezTo>
                <a:cubicBezTo>
                  <a:pt x="866" y="0"/>
                  <a:pt x="840" y="0"/>
                  <a:pt x="813" y="0"/>
                </a:cubicBezTo>
                <a:cubicBezTo>
                  <a:pt x="787" y="0"/>
                  <a:pt x="760" y="0"/>
                  <a:pt x="734" y="0"/>
                </a:cubicBezTo>
                <a:cubicBezTo>
                  <a:pt x="706" y="1"/>
                  <a:pt x="680" y="1"/>
                  <a:pt x="654" y="2"/>
                </a:cubicBezTo>
                <a:cubicBezTo>
                  <a:pt x="628" y="3"/>
                  <a:pt x="602" y="5"/>
                  <a:pt x="577" y="6"/>
                </a:cubicBezTo>
                <a:cubicBezTo>
                  <a:pt x="551" y="7"/>
                  <a:pt x="526" y="9"/>
                  <a:pt x="501" y="11"/>
                </a:cubicBezTo>
                <a:cubicBezTo>
                  <a:pt x="477" y="13"/>
                  <a:pt x="453" y="15"/>
                  <a:pt x="429" y="17"/>
                </a:cubicBezTo>
                <a:cubicBezTo>
                  <a:pt x="406" y="19"/>
                  <a:pt x="383" y="22"/>
                  <a:pt x="361" y="25"/>
                </a:cubicBezTo>
                <a:cubicBezTo>
                  <a:pt x="339" y="27"/>
                  <a:pt x="318" y="30"/>
                  <a:pt x="297" y="33"/>
                </a:cubicBezTo>
                <a:cubicBezTo>
                  <a:pt x="277" y="36"/>
                  <a:pt x="257" y="40"/>
                  <a:pt x="238" y="43"/>
                </a:cubicBezTo>
                <a:cubicBezTo>
                  <a:pt x="219" y="47"/>
                  <a:pt x="201" y="50"/>
                  <a:pt x="185" y="54"/>
                </a:cubicBezTo>
                <a:cubicBezTo>
                  <a:pt x="168" y="58"/>
                  <a:pt x="152" y="62"/>
                  <a:pt x="137" y="66"/>
                </a:cubicBezTo>
                <a:cubicBezTo>
                  <a:pt x="122" y="70"/>
                  <a:pt x="109" y="74"/>
                  <a:pt x="96" y="78"/>
                </a:cubicBezTo>
                <a:cubicBezTo>
                  <a:pt x="84" y="83"/>
                  <a:pt x="72" y="87"/>
                  <a:pt x="62" y="91"/>
                </a:cubicBezTo>
                <a:cubicBezTo>
                  <a:pt x="52" y="96"/>
                  <a:pt x="43" y="101"/>
                  <a:pt x="35" y="105"/>
                </a:cubicBezTo>
                <a:cubicBezTo>
                  <a:pt x="28" y="110"/>
                  <a:pt x="21" y="115"/>
                  <a:pt x="16" y="119"/>
                </a:cubicBezTo>
                <a:cubicBezTo>
                  <a:pt x="11" y="124"/>
                  <a:pt x="7" y="129"/>
                  <a:pt x="4" y="134"/>
                </a:cubicBezTo>
                <a:cubicBezTo>
                  <a:pt x="2" y="139"/>
                  <a:pt x="0" y="144"/>
                  <a:pt x="0" y="148"/>
                </a:cubicBezTo>
                <a:lnTo>
                  <a:pt x="0" y="991"/>
                </a:lnTo>
                <a:cubicBezTo>
                  <a:pt x="0" y="996"/>
                  <a:pt x="2" y="1000"/>
                  <a:pt x="4" y="1005"/>
                </a:cubicBezTo>
                <a:cubicBezTo>
                  <a:pt x="7" y="1010"/>
                  <a:pt x="11" y="1015"/>
                  <a:pt x="16" y="1020"/>
                </a:cubicBezTo>
                <a:cubicBezTo>
                  <a:pt x="21" y="1025"/>
                  <a:pt x="28" y="1029"/>
                  <a:pt x="35" y="1034"/>
                </a:cubicBezTo>
                <a:cubicBezTo>
                  <a:pt x="43" y="1039"/>
                  <a:pt x="52" y="1043"/>
                  <a:pt x="62" y="1048"/>
                </a:cubicBezTo>
                <a:cubicBezTo>
                  <a:pt x="72" y="1052"/>
                  <a:pt x="84" y="1057"/>
                  <a:pt x="96" y="1061"/>
                </a:cubicBezTo>
                <a:cubicBezTo>
                  <a:pt x="109" y="1065"/>
                  <a:pt x="122" y="1069"/>
                  <a:pt x="137" y="1073"/>
                </a:cubicBezTo>
                <a:cubicBezTo>
                  <a:pt x="152" y="1077"/>
                  <a:pt x="168" y="1081"/>
                  <a:pt x="185" y="1085"/>
                </a:cubicBezTo>
                <a:cubicBezTo>
                  <a:pt x="201" y="1089"/>
                  <a:pt x="219" y="1092"/>
                  <a:pt x="238" y="1096"/>
                </a:cubicBezTo>
                <a:cubicBezTo>
                  <a:pt x="257" y="1099"/>
                  <a:pt x="277" y="1103"/>
                  <a:pt x="297" y="1106"/>
                </a:cubicBezTo>
                <a:cubicBezTo>
                  <a:pt x="318" y="1109"/>
                  <a:pt x="339" y="1112"/>
                  <a:pt x="361" y="1114"/>
                </a:cubicBezTo>
                <a:cubicBezTo>
                  <a:pt x="383" y="1117"/>
                  <a:pt x="406" y="1120"/>
                  <a:pt x="429" y="1122"/>
                </a:cubicBezTo>
                <a:cubicBezTo>
                  <a:pt x="453" y="1124"/>
                  <a:pt x="477" y="1126"/>
                  <a:pt x="501" y="1128"/>
                </a:cubicBezTo>
                <a:cubicBezTo>
                  <a:pt x="526" y="1130"/>
                  <a:pt x="551" y="1132"/>
                  <a:pt x="577" y="1133"/>
                </a:cubicBezTo>
                <a:cubicBezTo>
                  <a:pt x="602" y="1135"/>
                  <a:pt x="628" y="1136"/>
                  <a:pt x="654" y="1137"/>
                </a:cubicBezTo>
                <a:cubicBezTo>
                  <a:pt x="680" y="1138"/>
                  <a:pt x="706" y="1138"/>
                  <a:pt x="734" y="1139"/>
                </a:cubicBezTo>
                <a:cubicBezTo>
                  <a:pt x="760" y="1139"/>
                  <a:pt x="787" y="1140"/>
                  <a:pt x="813" y="1140"/>
                </a:cubicBezTo>
                <a:cubicBezTo>
                  <a:pt x="840" y="1140"/>
                  <a:pt x="866" y="1139"/>
                  <a:pt x="893" y="1139"/>
                </a:cubicBezTo>
                <a:cubicBezTo>
                  <a:pt x="919" y="1138"/>
                  <a:pt x="945" y="1138"/>
                  <a:pt x="972" y="1137"/>
                </a:cubicBezTo>
                <a:cubicBezTo>
                  <a:pt x="998" y="1136"/>
                  <a:pt x="1023" y="1135"/>
                  <a:pt x="1049" y="1133"/>
                </a:cubicBezTo>
                <a:cubicBezTo>
                  <a:pt x="1074" y="1132"/>
                  <a:pt x="1099" y="1130"/>
                  <a:pt x="1124" y="1128"/>
                </a:cubicBezTo>
                <a:cubicBezTo>
                  <a:pt x="1148" y="1126"/>
                  <a:pt x="1172" y="1124"/>
                  <a:pt x="1196" y="1122"/>
                </a:cubicBezTo>
                <a:cubicBezTo>
                  <a:pt x="1219" y="1120"/>
                  <a:pt x="1242" y="1117"/>
                  <a:pt x="1264" y="1114"/>
                </a:cubicBezTo>
                <a:cubicBezTo>
                  <a:pt x="1286" y="1112"/>
                  <a:pt x="1308" y="1109"/>
                  <a:pt x="1328" y="1106"/>
                </a:cubicBezTo>
                <a:cubicBezTo>
                  <a:pt x="1349" y="1103"/>
                  <a:pt x="1368" y="1099"/>
                  <a:pt x="1387" y="1096"/>
                </a:cubicBezTo>
                <a:cubicBezTo>
                  <a:pt x="1406" y="1092"/>
                  <a:pt x="1424" y="1089"/>
                  <a:pt x="1441" y="1085"/>
                </a:cubicBezTo>
                <a:cubicBezTo>
                  <a:pt x="1458" y="1081"/>
                  <a:pt x="1473" y="1077"/>
                  <a:pt x="1488" y="1073"/>
                </a:cubicBezTo>
                <a:cubicBezTo>
                  <a:pt x="1503" y="1069"/>
                  <a:pt x="1517" y="1065"/>
                  <a:pt x="1529" y="1061"/>
                </a:cubicBezTo>
                <a:cubicBezTo>
                  <a:pt x="1542" y="1057"/>
                  <a:pt x="1553" y="1052"/>
                  <a:pt x="1563" y="1048"/>
                </a:cubicBezTo>
                <a:cubicBezTo>
                  <a:pt x="1573" y="1043"/>
                  <a:pt x="1582" y="1039"/>
                  <a:pt x="1590" y="1034"/>
                </a:cubicBezTo>
                <a:cubicBezTo>
                  <a:pt x="1598" y="1029"/>
                  <a:pt x="1604" y="1025"/>
                  <a:pt x="1609" y="1020"/>
                </a:cubicBezTo>
                <a:cubicBezTo>
                  <a:pt x="1615" y="1015"/>
                  <a:pt x="1618" y="1010"/>
                  <a:pt x="1621" y="1005"/>
                </a:cubicBezTo>
                <a:cubicBezTo>
                  <a:pt x="1624" y="1000"/>
                  <a:pt x="1625" y="996"/>
                  <a:pt x="1625" y="991"/>
                </a:cubicBezTo>
                <a:lnTo>
                  <a:pt x="1625" y="148"/>
                </a:lnTo>
                <a:lnTo>
                  <a:pt x="0" y="148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/>
          <p:nvPr/>
        </p:nvSpPr>
        <p:spPr>
          <a:xfrm>
            <a:off x="4709880" y="2499840"/>
            <a:ext cx="585000" cy="410400"/>
          </a:xfrm>
          <a:custGeom>
            <a:avLst/>
            <a:gdLst/>
            <a:ahLst/>
            <a:rect l="0" t="0" r="r" b="b"/>
            <a:pathLst>
              <a:path fill="none" w="1625" h="1140">
                <a:moveTo>
                  <a:pt x="0" y="148"/>
                </a:moveTo>
                <a:cubicBezTo>
                  <a:pt x="0" y="153"/>
                  <a:pt x="2" y="158"/>
                  <a:pt x="4" y="163"/>
                </a:cubicBezTo>
                <a:cubicBezTo>
                  <a:pt x="7" y="168"/>
                  <a:pt x="11" y="173"/>
                  <a:pt x="16" y="177"/>
                </a:cubicBezTo>
                <a:cubicBezTo>
                  <a:pt x="21" y="182"/>
                  <a:pt x="28" y="187"/>
                  <a:pt x="35" y="192"/>
                </a:cubicBezTo>
                <a:cubicBezTo>
                  <a:pt x="43" y="196"/>
                  <a:pt x="52" y="201"/>
                  <a:pt x="62" y="205"/>
                </a:cubicBezTo>
                <a:cubicBezTo>
                  <a:pt x="72" y="210"/>
                  <a:pt x="84" y="214"/>
                  <a:pt x="96" y="219"/>
                </a:cubicBezTo>
                <a:cubicBezTo>
                  <a:pt x="109" y="223"/>
                  <a:pt x="122" y="227"/>
                  <a:pt x="137" y="231"/>
                </a:cubicBezTo>
                <a:cubicBezTo>
                  <a:pt x="152" y="235"/>
                  <a:pt x="168" y="239"/>
                  <a:pt x="185" y="243"/>
                </a:cubicBezTo>
                <a:cubicBezTo>
                  <a:pt x="201" y="247"/>
                  <a:pt x="219" y="250"/>
                  <a:pt x="238" y="254"/>
                </a:cubicBezTo>
                <a:cubicBezTo>
                  <a:pt x="257" y="257"/>
                  <a:pt x="277" y="260"/>
                  <a:pt x="297" y="263"/>
                </a:cubicBezTo>
                <a:cubicBezTo>
                  <a:pt x="318" y="267"/>
                  <a:pt x="339" y="269"/>
                  <a:pt x="361" y="272"/>
                </a:cubicBezTo>
                <a:cubicBezTo>
                  <a:pt x="383" y="275"/>
                  <a:pt x="406" y="277"/>
                  <a:pt x="429" y="280"/>
                </a:cubicBezTo>
                <a:cubicBezTo>
                  <a:pt x="453" y="282"/>
                  <a:pt x="477" y="284"/>
                  <a:pt x="501" y="286"/>
                </a:cubicBezTo>
                <a:cubicBezTo>
                  <a:pt x="526" y="288"/>
                  <a:pt x="551" y="289"/>
                  <a:pt x="577" y="291"/>
                </a:cubicBezTo>
                <a:cubicBezTo>
                  <a:pt x="602" y="292"/>
                  <a:pt x="628" y="293"/>
                  <a:pt x="654" y="294"/>
                </a:cubicBezTo>
                <a:cubicBezTo>
                  <a:pt x="680" y="295"/>
                  <a:pt x="706" y="296"/>
                  <a:pt x="734" y="297"/>
                </a:cubicBezTo>
                <a:cubicBezTo>
                  <a:pt x="760" y="297"/>
                  <a:pt x="787" y="297"/>
                  <a:pt x="813" y="297"/>
                </a:cubicBezTo>
                <a:cubicBezTo>
                  <a:pt x="840" y="297"/>
                  <a:pt x="866" y="297"/>
                  <a:pt x="893" y="297"/>
                </a:cubicBezTo>
                <a:cubicBezTo>
                  <a:pt x="919" y="296"/>
                  <a:pt x="945" y="295"/>
                  <a:pt x="972" y="294"/>
                </a:cubicBezTo>
                <a:cubicBezTo>
                  <a:pt x="998" y="293"/>
                  <a:pt x="1023" y="292"/>
                  <a:pt x="1049" y="291"/>
                </a:cubicBezTo>
                <a:cubicBezTo>
                  <a:pt x="1074" y="289"/>
                  <a:pt x="1099" y="288"/>
                  <a:pt x="1124" y="286"/>
                </a:cubicBezTo>
                <a:cubicBezTo>
                  <a:pt x="1148" y="284"/>
                  <a:pt x="1172" y="282"/>
                  <a:pt x="1196" y="280"/>
                </a:cubicBezTo>
                <a:cubicBezTo>
                  <a:pt x="1219" y="277"/>
                  <a:pt x="1242" y="275"/>
                  <a:pt x="1264" y="272"/>
                </a:cubicBezTo>
                <a:cubicBezTo>
                  <a:pt x="1286" y="269"/>
                  <a:pt x="1308" y="267"/>
                  <a:pt x="1328" y="263"/>
                </a:cubicBezTo>
                <a:cubicBezTo>
                  <a:pt x="1349" y="260"/>
                  <a:pt x="1368" y="257"/>
                  <a:pt x="1387" y="254"/>
                </a:cubicBezTo>
                <a:cubicBezTo>
                  <a:pt x="1406" y="250"/>
                  <a:pt x="1424" y="247"/>
                  <a:pt x="1441" y="243"/>
                </a:cubicBezTo>
                <a:cubicBezTo>
                  <a:pt x="1458" y="239"/>
                  <a:pt x="1473" y="235"/>
                  <a:pt x="1488" y="231"/>
                </a:cubicBezTo>
                <a:cubicBezTo>
                  <a:pt x="1503" y="227"/>
                  <a:pt x="1517" y="223"/>
                  <a:pt x="1529" y="219"/>
                </a:cubicBezTo>
                <a:cubicBezTo>
                  <a:pt x="1542" y="214"/>
                  <a:pt x="1553" y="210"/>
                  <a:pt x="1563" y="205"/>
                </a:cubicBezTo>
                <a:cubicBezTo>
                  <a:pt x="1573" y="201"/>
                  <a:pt x="1582" y="196"/>
                  <a:pt x="1590" y="192"/>
                </a:cubicBezTo>
                <a:cubicBezTo>
                  <a:pt x="1598" y="187"/>
                  <a:pt x="1604" y="182"/>
                  <a:pt x="1609" y="177"/>
                </a:cubicBezTo>
                <a:cubicBezTo>
                  <a:pt x="1615" y="173"/>
                  <a:pt x="1618" y="168"/>
                  <a:pt x="1621" y="163"/>
                </a:cubicBezTo>
                <a:cubicBezTo>
                  <a:pt x="1624" y="158"/>
                  <a:pt x="1625" y="153"/>
                  <a:pt x="1625" y="148"/>
                </a:cubicBezTo>
                <a:cubicBezTo>
                  <a:pt x="1625" y="144"/>
                  <a:pt x="1624" y="139"/>
                  <a:pt x="1621" y="134"/>
                </a:cubicBezTo>
                <a:cubicBezTo>
                  <a:pt x="1618" y="129"/>
                  <a:pt x="1615" y="124"/>
                  <a:pt x="1609" y="119"/>
                </a:cubicBezTo>
                <a:cubicBezTo>
                  <a:pt x="1604" y="115"/>
                  <a:pt x="1598" y="110"/>
                  <a:pt x="1590" y="105"/>
                </a:cubicBezTo>
                <a:cubicBezTo>
                  <a:pt x="1582" y="101"/>
                  <a:pt x="1573" y="96"/>
                  <a:pt x="1563" y="91"/>
                </a:cubicBezTo>
                <a:cubicBezTo>
                  <a:pt x="1553" y="87"/>
                  <a:pt x="1542" y="83"/>
                  <a:pt x="1529" y="78"/>
                </a:cubicBezTo>
                <a:cubicBezTo>
                  <a:pt x="1517" y="74"/>
                  <a:pt x="1503" y="70"/>
                  <a:pt x="1488" y="66"/>
                </a:cubicBezTo>
                <a:cubicBezTo>
                  <a:pt x="1473" y="62"/>
                  <a:pt x="1458" y="58"/>
                  <a:pt x="1441" y="54"/>
                </a:cubicBezTo>
                <a:cubicBezTo>
                  <a:pt x="1424" y="50"/>
                  <a:pt x="1406" y="47"/>
                  <a:pt x="1387" y="43"/>
                </a:cubicBezTo>
                <a:cubicBezTo>
                  <a:pt x="1368" y="40"/>
                  <a:pt x="1349" y="36"/>
                  <a:pt x="1328" y="33"/>
                </a:cubicBezTo>
                <a:cubicBezTo>
                  <a:pt x="1308" y="30"/>
                  <a:pt x="1286" y="27"/>
                  <a:pt x="1264" y="25"/>
                </a:cubicBezTo>
                <a:cubicBezTo>
                  <a:pt x="1242" y="22"/>
                  <a:pt x="1219" y="19"/>
                  <a:pt x="1196" y="17"/>
                </a:cubicBezTo>
                <a:cubicBezTo>
                  <a:pt x="1172" y="15"/>
                  <a:pt x="1148" y="13"/>
                  <a:pt x="1124" y="11"/>
                </a:cubicBezTo>
                <a:cubicBezTo>
                  <a:pt x="1099" y="9"/>
                  <a:pt x="1074" y="7"/>
                  <a:pt x="1049" y="6"/>
                </a:cubicBezTo>
                <a:cubicBezTo>
                  <a:pt x="1023" y="5"/>
                  <a:pt x="998" y="3"/>
                  <a:pt x="972" y="2"/>
                </a:cubicBezTo>
                <a:cubicBezTo>
                  <a:pt x="945" y="1"/>
                  <a:pt x="919" y="1"/>
                  <a:pt x="893" y="0"/>
                </a:cubicBezTo>
                <a:cubicBezTo>
                  <a:pt x="866" y="0"/>
                  <a:pt x="840" y="0"/>
                  <a:pt x="813" y="0"/>
                </a:cubicBezTo>
                <a:cubicBezTo>
                  <a:pt x="787" y="0"/>
                  <a:pt x="760" y="0"/>
                  <a:pt x="734" y="0"/>
                </a:cubicBezTo>
                <a:cubicBezTo>
                  <a:pt x="706" y="1"/>
                  <a:pt x="680" y="1"/>
                  <a:pt x="654" y="2"/>
                </a:cubicBezTo>
                <a:cubicBezTo>
                  <a:pt x="628" y="3"/>
                  <a:pt x="602" y="5"/>
                  <a:pt x="577" y="6"/>
                </a:cubicBezTo>
                <a:cubicBezTo>
                  <a:pt x="551" y="7"/>
                  <a:pt x="526" y="9"/>
                  <a:pt x="501" y="11"/>
                </a:cubicBezTo>
                <a:cubicBezTo>
                  <a:pt x="477" y="13"/>
                  <a:pt x="453" y="15"/>
                  <a:pt x="429" y="17"/>
                </a:cubicBezTo>
                <a:cubicBezTo>
                  <a:pt x="406" y="19"/>
                  <a:pt x="383" y="22"/>
                  <a:pt x="361" y="25"/>
                </a:cubicBezTo>
                <a:cubicBezTo>
                  <a:pt x="339" y="27"/>
                  <a:pt x="318" y="30"/>
                  <a:pt x="297" y="33"/>
                </a:cubicBezTo>
                <a:cubicBezTo>
                  <a:pt x="277" y="36"/>
                  <a:pt x="257" y="40"/>
                  <a:pt x="238" y="43"/>
                </a:cubicBezTo>
                <a:cubicBezTo>
                  <a:pt x="219" y="47"/>
                  <a:pt x="201" y="50"/>
                  <a:pt x="185" y="54"/>
                </a:cubicBezTo>
                <a:cubicBezTo>
                  <a:pt x="168" y="58"/>
                  <a:pt x="152" y="62"/>
                  <a:pt x="137" y="66"/>
                </a:cubicBezTo>
                <a:cubicBezTo>
                  <a:pt x="122" y="70"/>
                  <a:pt x="109" y="74"/>
                  <a:pt x="96" y="78"/>
                </a:cubicBezTo>
                <a:cubicBezTo>
                  <a:pt x="84" y="83"/>
                  <a:pt x="72" y="87"/>
                  <a:pt x="62" y="91"/>
                </a:cubicBezTo>
                <a:cubicBezTo>
                  <a:pt x="52" y="96"/>
                  <a:pt x="43" y="101"/>
                  <a:pt x="35" y="105"/>
                </a:cubicBezTo>
                <a:cubicBezTo>
                  <a:pt x="28" y="110"/>
                  <a:pt x="21" y="115"/>
                  <a:pt x="16" y="119"/>
                </a:cubicBezTo>
                <a:cubicBezTo>
                  <a:pt x="11" y="124"/>
                  <a:pt x="7" y="129"/>
                  <a:pt x="4" y="134"/>
                </a:cubicBezTo>
                <a:cubicBezTo>
                  <a:pt x="2" y="139"/>
                  <a:pt x="0" y="144"/>
                  <a:pt x="0" y="148"/>
                </a:cubicBezTo>
                <a:lnTo>
                  <a:pt x="0" y="991"/>
                </a:lnTo>
                <a:cubicBezTo>
                  <a:pt x="0" y="996"/>
                  <a:pt x="2" y="1000"/>
                  <a:pt x="4" y="1005"/>
                </a:cubicBezTo>
                <a:cubicBezTo>
                  <a:pt x="7" y="1010"/>
                  <a:pt x="11" y="1015"/>
                  <a:pt x="16" y="1020"/>
                </a:cubicBezTo>
                <a:cubicBezTo>
                  <a:pt x="21" y="1025"/>
                  <a:pt x="28" y="1029"/>
                  <a:pt x="35" y="1034"/>
                </a:cubicBezTo>
                <a:cubicBezTo>
                  <a:pt x="43" y="1039"/>
                  <a:pt x="52" y="1043"/>
                  <a:pt x="62" y="1048"/>
                </a:cubicBezTo>
                <a:cubicBezTo>
                  <a:pt x="72" y="1052"/>
                  <a:pt x="84" y="1057"/>
                  <a:pt x="96" y="1061"/>
                </a:cubicBezTo>
                <a:cubicBezTo>
                  <a:pt x="109" y="1065"/>
                  <a:pt x="122" y="1069"/>
                  <a:pt x="137" y="1073"/>
                </a:cubicBezTo>
                <a:cubicBezTo>
                  <a:pt x="152" y="1077"/>
                  <a:pt x="168" y="1081"/>
                  <a:pt x="185" y="1085"/>
                </a:cubicBezTo>
                <a:cubicBezTo>
                  <a:pt x="201" y="1089"/>
                  <a:pt x="219" y="1092"/>
                  <a:pt x="238" y="1096"/>
                </a:cubicBezTo>
                <a:cubicBezTo>
                  <a:pt x="257" y="1099"/>
                  <a:pt x="277" y="1103"/>
                  <a:pt x="297" y="1106"/>
                </a:cubicBezTo>
                <a:cubicBezTo>
                  <a:pt x="318" y="1109"/>
                  <a:pt x="339" y="1112"/>
                  <a:pt x="361" y="1114"/>
                </a:cubicBezTo>
                <a:cubicBezTo>
                  <a:pt x="383" y="1117"/>
                  <a:pt x="406" y="1120"/>
                  <a:pt x="429" y="1122"/>
                </a:cubicBezTo>
                <a:cubicBezTo>
                  <a:pt x="453" y="1124"/>
                  <a:pt x="477" y="1126"/>
                  <a:pt x="501" y="1128"/>
                </a:cubicBezTo>
                <a:cubicBezTo>
                  <a:pt x="526" y="1130"/>
                  <a:pt x="551" y="1132"/>
                  <a:pt x="577" y="1133"/>
                </a:cubicBezTo>
                <a:cubicBezTo>
                  <a:pt x="602" y="1135"/>
                  <a:pt x="628" y="1136"/>
                  <a:pt x="654" y="1137"/>
                </a:cubicBezTo>
                <a:cubicBezTo>
                  <a:pt x="680" y="1138"/>
                  <a:pt x="706" y="1138"/>
                  <a:pt x="734" y="1139"/>
                </a:cubicBezTo>
                <a:cubicBezTo>
                  <a:pt x="760" y="1139"/>
                  <a:pt x="787" y="1140"/>
                  <a:pt x="813" y="1140"/>
                </a:cubicBezTo>
                <a:cubicBezTo>
                  <a:pt x="840" y="1140"/>
                  <a:pt x="866" y="1139"/>
                  <a:pt x="893" y="1139"/>
                </a:cubicBezTo>
                <a:cubicBezTo>
                  <a:pt x="919" y="1138"/>
                  <a:pt x="945" y="1138"/>
                  <a:pt x="972" y="1137"/>
                </a:cubicBezTo>
                <a:cubicBezTo>
                  <a:pt x="998" y="1136"/>
                  <a:pt x="1023" y="1135"/>
                  <a:pt x="1049" y="1133"/>
                </a:cubicBezTo>
                <a:cubicBezTo>
                  <a:pt x="1074" y="1132"/>
                  <a:pt x="1099" y="1130"/>
                  <a:pt x="1124" y="1128"/>
                </a:cubicBezTo>
                <a:cubicBezTo>
                  <a:pt x="1148" y="1126"/>
                  <a:pt x="1172" y="1124"/>
                  <a:pt x="1196" y="1122"/>
                </a:cubicBezTo>
                <a:cubicBezTo>
                  <a:pt x="1219" y="1120"/>
                  <a:pt x="1242" y="1117"/>
                  <a:pt x="1264" y="1114"/>
                </a:cubicBezTo>
                <a:cubicBezTo>
                  <a:pt x="1286" y="1112"/>
                  <a:pt x="1308" y="1109"/>
                  <a:pt x="1328" y="1106"/>
                </a:cubicBezTo>
                <a:cubicBezTo>
                  <a:pt x="1349" y="1103"/>
                  <a:pt x="1368" y="1099"/>
                  <a:pt x="1387" y="1096"/>
                </a:cubicBezTo>
                <a:cubicBezTo>
                  <a:pt x="1406" y="1092"/>
                  <a:pt x="1424" y="1089"/>
                  <a:pt x="1441" y="1085"/>
                </a:cubicBezTo>
                <a:cubicBezTo>
                  <a:pt x="1458" y="1081"/>
                  <a:pt x="1473" y="1077"/>
                  <a:pt x="1488" y="1073"/>
                </a:cubicBezTo>
                <a:cubicBezTo>
                  <a:pt x="1503" y="1069"/>
                  <a:pt x="1517" y="1065"/>
                  <a:pt x="1529" y="1061"/>
                </a:cubicBezTo>
                <a:cubicBezTo>
                  <a:pt x="1542" y="1057"/>
                  <a:pt x="1553" y="1052"/>
                  <a:pt x="1563" y="1048"/>
                </a:cubicBezTo>
                <a:cubicBezTo>
                  <a:pt x="1573" y="1043"/>
                  <a:pt x="1582" y="1039"/>
                  <a:pt x="1590" y="1034"/>
                </a:cubicBezTo>
                <a:cubicBezTo>
                  <a:pt x="1598" y="1029"/>
                  <a:pt x="1604" y="1025"/>
                  <a:pt x="1609" y="1020"/>
                </a:cubicBezTo>
                <a:cubicBezTo>
                  <a:pt x="1615" y="1015"/>
                  <a:pt x="1618" y="1010"/>
                  <a:pt x="1621" y="1005"/>
                </a:cubicBezTo>
                <a:cubicBezTo>
                  <a:pt x="1624" y="1000"/>
                  <a:pt x="1625" y="996"/>
                  <a:pt x="1625" y="991"/>
                </a:cubicBezTo>
                <a:lnTo>
                  <a:pt x="1625" y="148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 txBox="1"/>
          <p:nvPr/>
        </p:nvSpPr>
        <p:spPr>
          <a:xfrm>
            <a:off x="3116880" y="2760840"/>
            <a:ext cx="3556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 txBox="1"/>
          <p:nvPr/>
        </p:nvSpPr>
        <p:spPr>
          <a:xfrm>
            <a:off x="4739760" y="2657880"/>
            <a:ext cx="5371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6013800" y="2489040"/>
            <a:ext cx="787680" cy="431640"/>
          </a:xfrm>
          <a:custGeom>
            <a:avLst/>
            <a:gdLst/>
            <a:ahLst/>
            <a:rect l="0" t="0" r="r" b="b"/>
            <a:pathLst>
              <a:path w="2188" h="1199">
                <a:moveTo>
                  <a:pt x="0" y="168"/>
                </a:moveTo>
                <a:cubicBezTo>
                  <a:pt x="0" y="174"/>
                  <a:pt x="2" y="179"/>
                  <a:pt x="6" y="185"/>
                </a:cubicBezTo>
                <a:cubicBezTo>
                  <a:pt x="9" y="190"/>
                  <a:pt x="14" y="196"/>
                  <a:pt x="21" y="201"/>
                </a:cubicBezTo>
                <a:cubicBezTo>
                  <a:pt x="28" y="207"/>
                  <a:pt x="37" y="212"/>
                  <a:pt x="47" y="217"/>
                </a:cubicBezTo>
                <a:cubicBezTo>
                  <a:pt x="58" y="223"/>
                  <a:pt x="70" y="228"/>
                  <a:pt x="84" y="233"/>
                </a:cubicBezTo>
                <a:cubicBezTo>
                  <a:pt x="97" y="238"/>
                  <a:pt x="113" y="243"/>
                  <a:pt x="129" y="248"/>
                </a:cubicBezTo>
                <a:cubicBezTo>
                  <a:pt x="146" y="253"/>
                  <a:pt x="165" y="258"/>
                  <a:pt x="185" y="262"/>
                </a:cubicBezTo>
                <a:cubicBezTo>
                  <a:pt x="205" y="267"/>
                  <a:pt x="226" y="271"/>
                  <a:pt x="249" y="276"/>
                </a:cubicBezTo>
                <a:cubicBezTo>
                  <a:pt x="271" y="280"/>
                  <a:pt x="295" y="284"/>
                  <a:pt x="321" y="288"/>
                </a:cubicBezTo>
                <a:cubicBezTo>
                  <a:pt x="346" y="292"/>
                  <a:pt x="372" y="295"/>
                  <a:pt x="400" y="299"/>
                </a:cubicBezTo>
                <a:cubicBezTo>
                  <a:pt x="428" y="302"/>
                  <a:pt x="457" y="306"/>
                  <a:pt x="486" y="309"/>
                </a:cubicBezTo>
                <a:cubicBezTo>
                  <a:pt x="516" y="312"/>
                  <a:pt x="547" y="315"/>
                  <a:pt x="578" y="317"/>
                </a:cubicBezTo>
                <a:cubicBezTo>
                  <a:pt x="610" y="320"/>
                  <a:pt x="642" y="322"/>
                  <a:pt x="675" y="324"/>
                </a:cubicBezTo>
                <a:cubicBezTo>
                  <a:pt x="708" y="326"/>
                  <a:pt x="742" y="328"/>
                  <a:pt x="776" y="330"/>
                </a:cubicBezTo>
                <a:cubicBezTo>
                  <a:pt x="811" y="332"/>
                  <a:pt x="845" y="333"/>
                  <a:pt x="880" y="334"/>
                </a:cubicBezTo>
                <a:cubicBezTo>
                  <a:pt x="916" y="335"/>
                  <a:pt x="951" y="336"/>
                  <a:pt x="987" y="336"/>
                </a:cubicBezTo>
                <a:cubicBezTo>
                  <a:pt x="1022" y="337"/>
                  <a:pt x="1058" y="337"/>
                  <a:pt x="1094" y="337"/>
                </a:cubicBezTo>
                <a:cubicBezTo>
                  <a:pt x="1130" y="337"/>
                  <a:pt x="1165" y="337"/>
                  <a:pt x="1201" y="336"/>
                </a:cubicBezTo>
                <a:cubicBezTo>
                  <a:pt x="1237" y="336"/>
                  <a:pt x="1272" y="335"/>
                  <a:pt x="1307" y="334"/>
                </a:cubicBezTo>
                <a:cubicBezTo>
                  <a:pt x="1342" y="333"/>
                  <a:pt x="1377" y="332"/>
                  <a:pt x="1411" y="330"/>
                </a:cubicBezTo>
                <a:cubicBezTo>
                  <a:pt x="1445" y="328"/>
                  <a:pt x="1479" y="326"/>
                  <a:pt x="1512" y="324"/>
                </a:cubicBezTo>
                <a:cubicBezTo>
                  <a:pt x="1545" y="322"/>
                  <a:pt x="1578" y="320"/>
                  <a:pt x="1609" y="317"/>
                </a:cubicBezTo>
                <a:cubicBezTo>
                  <a:pt x="1641" y="315"/>
                  <a:pt x="1672" y="312"/>
                  <a:pt x="1701" y="309"/>
                </a:cubicBezTo>
                <a:cubicBezTo>
                  <a:pt x="1731" y="306"/>
                  <a:pt x="1760" y="302"/>
                  <a:pt x="1787" y="299"/>
                </a:cubicBezTo>
                <a:cubicBezTo>
                  <a:pt x="1815" y="295"/>
                  <a:pt x="1842" y="292"/>
                  <a:pt x="1867" y="288"/>
                </a:cubicBezTo>
                <a:cubicBezTo>
                  <a:pt x="1893" y="284"/>
                  <a:pt x="1917" y="280"/>
                  <a:pt x="1940" y="276"/>
                </a:cubicBezTo>
                <a:cubicBezTo>
                  <a:pt x="1963" y="271"/>
                  <a:pt x="1984" y="267"/>
                  <a:pt x="2004" y="262"/>
                </a:cubicBezTo>
                <a:cubicBezTo>
                  <a:pt x="2024" y="258"/>
                  <a:pt x="2042" y="253"/>
                  <a:pt x="2059" y="248"/>
                </a:cubicBezTo>
                <a:cubicBezTo>
                  <a:pt x="2076" y="243"/>
                  <a:pt x="2091" y="238"/>
                  <a:pt x="2105" y="233"/>
                </a:cubicBezTo>
                <a:cubicBezTo>
                  <a:pt x="2119" y="228"/>
                  <a:pt x="2131" y="223"/>
                  <a:pt x="2141" y="217"/>
                </a:cubicBezTo>
                <a:cubicBezTo>
                  <a:pt x="2152" y="212"/>
                  <a:pt x="2160" y="207"/>
                  <a:pt x="2167" y="201"/>
                </a:cubicBezTo>
                <a:cubicBezTo>
                  <a:pt x="2174" y="196"/>
                  <a:pt x="2179" y="190"/>
                  <a:pt x="2183" y="185"/>
                </a:cubicBezTo>
                <a:cubicBezTo>
                  <a:pt x="2186" y="179"/>
                  <a:pt x="2188" y="174"/>
                  <a:pt x="2188" y="168"/>
                </a:cubicBezTo>
                <a:cubicBezTo>
                  <a:pt x="2188" y="163"/>
                  <a:pt x="2186" y="157"/>
                  <a:pt x="2183" y="152"/>
                </a:cubicBezTo>
                <a:cubicBezTo>
                  <a:pt x="2179" y="146"/>
                  <a:pt x="2174" y="141"/>
                  <a:pt x="2167" y="136"/>
                </a:cubicBezTo>
                <a:cubicBezTo>
                  <a:pt x="2160" y="130"/>
                  <a:pt x="2152" y="125"/>
                  <a:pt x="2141" y="119"/>
                </a:cubicBezTo>
                <a:cubicBezTo>
                  <a:pt x="2131" y="114"/>
                  <a:pt x="2119" y="109"/>
                  <a:pt x="2105" y="104"/>
                </a:cubicBezTo>
                <a:cubicBezTo>
                  <a:pt x="2091" y="99"/>
                  <a:pt x="2076" y="94"/>
                  <a:pt x="2059" y="89"/>
                </a:cubicBezTo>
                <a:cubicBezTo>
                  <a:pt x="2042" y="84"/>
                  <a:pt x="2024" y="79"/>
                  <a:pt x="2004" y="75"/>
                </a:cubicBezTo>
                <a:cubicBezTo>
                  <a:pt x="1984" y="70"/>
                  <a:pt x="1963" y="66"/>
                  <a:pt x="1940" y="61"/>
                </a:cubicBezTo>
                <a:cubicBezTo>
                  <a:pt x="1917" y="57"/>
                  <a:pt x="1893" y="53"/>
                  <a:pt x="1867" y="49"/>
                </a:cubicBezTo>
                <a:cubicBezTo>
                  <a:pt x="1842" y="45"/>
                  <a:pt x="1815" y="41"/>
                  <a:pt x="1787" y="38"/>
                </a:cubicBezTo>
                <a:cubicBezTo>
                  <a:pt x="1760" y="34"/>
                  <a:pt x="1731" y="31"/>
                  <a:pt x="1701" y="28"/>
                </a:cubicBezTo>
                <a:cubicBezTo>
                  <a:pt x="1672" y="25"/>
                  <a:pt x="1641" y="22"/>
                  <a:pt x="1609" y="20"/>
                </a:cubicBezTo>
                <a:cubicBezTo>
                  <a:pt x="1578" y="17"/>
                  <a:pt x="1545" y="15"/>
                  <a:pt x="1512" y="13"/>
                </a:cubicBezTo>
                <a:cubicBezTo>
                  <a:pt x="1479" y="10"/>
                  <a:pt x="1445" y="9"/>
                  <a:pt x="1411" y="7"/>
                </a:cubicBezTo>
                <a:cubicBezTo>
                  <a:pt x="1377" y="5"/>
                  <a:pt x="1342" y="4"/>
                  <a:pt x="1307" y="3"/>
                </a:cubicBezTo>
                <a:cubicBezTo>
                  <a:pt x="1272" y="2"/>
                  <a:pt x="1237" y="1"/>
                  <a:pt x="1201" y="0"/>
                </a:cubicBezTo>
                <a:cubicBezTo>
                  <a:pt x="1165" y="0"/>
                  <a:pt x="1130" y="0"/>
                  <a:pt x="1094" y="0"/>
                </a:cubicBezTo>
                <a:cubicBezTo>
                  <a:pt x="1058" y="0"/>
                  <a:pt x="1022" y="0"/>
                  <a:pt x="987" y="0"/>
                </a:cubicBezTo>
                <a:cubicBezTo>
                  <a:pt x="951" y="1"/>
                  <a:pt x="916" y="2"/>
                  <a:pt x="880" y="3"/>
                </a:cubicBezTo>
                <a:cubicBezTo>
                  <a:pt x="845" y="4"/>
                  <a:pt x="811" y="5"/>
                  <a:pt x="776" y="7"/>
                </a:cubicBezTo>
                <a:cubicBezTo>
                  <a:pt x="742" y="9"/>
                  <a:pt x="708" y="10"/>
                  <a:pt x="675" y="13"/>
                </a:cubicBezTo>
                <a:cubicBezTo>
                  <a:pt x="642" y="15"/>
                  <a:pt x="610" y="17"/>
                  <a:pt x="578" y="20"/>
                </a:cubicBezTo>
                <a:cubicBezTo>
                  <a:pt x="547" y="22"/>
                  <a:pt x="516" y="25"/>
                  <a:pt x="486" y="28"/>
                </a:cubicBezTo>
                <a:cubicBezTo>
                  <a:pt x="457" y="31"/>
                  <a:pt x="428" y="34"/>
                  <a:pt x="400" y="38"/>
                </a:cubicBezTo>
                <a:cubicBezTo>
                  <a:pt x="372" y="41"/>
                  <a:pt x="346" y="45"/>
                  <a:pt x="321" y="49"/>
                </a:cubicBezTo>
                <a:cubicBezTo>
                  <a:pt x="295" y="53"/>
                  <a:pt x="271" y="57"/>
                  <a:pt x="249" y="61"/>
                </a:cubicBezTo>
                <a:cubicBezTo>
                  <a:pt x="226" y="66"/>
                  <a:pt x="205" y="70"/>
                  <a:pt x="185" y="75"/>
                </a:cubicBezTo>
                <a:cubicBezTo>
                  <a:pt x="165" y="79"/>
                  <a:pt x="146" y="84"/>
                  <a:pt x="129" y="89"/>
                </a:cubicBezTo>
                <a:cubicBezTo>
                  <a:pt x="113" y="94"/>
                  <a:pt x="97" y="99"/>
                  <a:pt x="84" y="104"/>
                </a:cubicBezTo>
                <a:cubicBezTo>
                  <a:pt x="70" y="109"/>
                  <a:pt x="58" y="114"/>
                  <a:pt x="47" y="119"/>
                </a:cubicBezTo>
                <a:cubicBezTo>
                  <a:pt x="37" y="125"/>
                  <a:pt x="28" y="130"/>
                  <a:pt x="21" y="136"/>
                </a:cubicBezTo>
                <a:cubicBezTo>
                  <a:pt x="14" y="141"/>
                  <a:pt x="9" y="146"/>
                  <a:pt x="6" y="152"/>
                </a:cubicBezTo>
                <a:cubicBezTo>
                  <a:pt x="2" y="157"/>
                  <a:pt x="0" y="163"/>
                  <a:pt x="0" y="168"/>
                </a:cubicBezTo>
                <a:lnTo>
                  <a:pt x="0" y="1031"/>
                </a:lnTo>
                <a:cubicBezTo>
                  <a:pt x="0" y="1036"/>
                  <a:pt x="2" y="1042"/>
                  <a:pt x="6" y="1047"/>
                </a:cubicBezTo>
                <a:cubicBezTo>
                  <a:pt x="9" y="1053"/>
                  <a:pt x="14" y="1058"/>
                  <a:pt x="21" y="1064"/>
                </a:cubicBezTo>
                <a:cubicBezTo>
                  <a:pt x="28" y="1069"/>
                  <a:pt x="37" y="1074"/>
                  <a:pt x="47" y="1080"/>
                </a:cubicBezTo>
                <a:cubicBezTo>
                  <a:pt x="58" y="1085"/>
                  <a:pt x="70" y="1090"/>
                  <a:pt x="84" y="1095"/>
                </a:cubicBezTo>
                <a:cubicBezTo>
                  <a:pt x="97" y="1100"/>
                  <a:pt x="113" y="1105"/>
                  <a:pt x="129" y="1110"/>
                </a:cubicBezTo>
                <a:cubicBezTo>
                  <a:pt x="146" y="1115"/>
                  <a:pt x="165" y="1120"/>
                  <a:pt x="185" y="1124"/>
                </a:cubicBezTo>
                <a:cubicBezTo>
                  <a:pt x="205" y="1129"/>
                  <a:pt x="226" y="1133"/>
                  <a:pt x="249" y="1138"/>
                </a:cubicBezTo>
                <a:cubicBezTo>
                  <a:pt x="271" y="1142"/>
                  <a:pt x="295" y="1146"/>
                  <a:pt x="321" y="1150"/>
                </a:cubicBezTo>
                <a:cubicBezTo>
                  <a:pt x="346" y="1154"/>
                  <a:pt x="372" y="1158"/>
                  <a:pt x="400" y="1161"/>
                </a:cubicBezTo>
                <a:cubicBezTo>
                  <a:pt x="428" y="1165"/>
                  <a:pt x="457" y="1168"/>
                  <a:pt x="486" y="1171"/>
                </a:cubicBezTo>
                <a:cubicBezTo>
                  <a:pt x="516" y="1174"/>
                  <a:pt x="547" y="1177"/>
                  <a:pt x="578" y="1179"/>
                </a:cubicBezTo>
                <a:cubicBezTo>
                  <a:pt x="610" y="1182"/>
                  <a:pt x="642" y="1184"/>
                  <a:pt x="675" y="1187"/>
                </a:cubicBezTo>
                <a:cubicBezTo>
                  <a:pt x="708" y="1189"/>
                  <a:pt x="742" y="1191"/>
                  <a:pt x="776" y="1192"/>
                </a:cubicBezTo>
                <a:cubicBezTo>
                  <a:pt x="811" y="1194"/>
                  <a:pt x="845" y="1195"/>
                  <a:pt x="880" y="1196"/>
                </a:cubicBezTo>
                <a:cubicBezTo>
                  <a:pt x="916" y="1197"/>
                  <a:pt x="951" y="1198"/>
                  <a:pt x="987" y="1199"/>
                </a:cubicBezTo>
                <a:cubicBezTo>
                  <a:pt x="1022" y="1199"/>
                  <a:pt x="1058" y="1199"/>
                  <a:pt x="1094" y="1199"/>
                </a:cubicBezTo>
                <a:cubicBezTo>
                  <a:pt x="1130" y="1199"/>
                  <a:pt x="1165" y="1199"/>
                  <a:pt x="1201" y="1199"/>
                </a:cubicBezTo>
                <a:cubicBezTo>
                  <a:pt x="1237" y="1198"/>
                  <a:pt x="1272" y="1197"/>
                  <a:pt x="1307" y="1196"/>
                </a:cubicBezTo>
                <a:cubicBezTo>
                  <a:pt x="1342" y="1195"/>
                  <a:pt x="1377" y="1194"/>
                  <a:pt x="1411" y="1192"/>
                </a:cubicBezTo>
                <a:cubicBezTo>
                  <a:pt x="1445" y="1191"/>
                  <a:pt x="1479" y="1189"/>
                  <a:pt x="1512" y="1187"/>
                </a:cubicBezTo>
                <a:cubicBezTo>
                  <a:pt x="1545" y="1184"/>
                  <a:pt x="1578" y="1182"/>
                  <a:pt x="1609" y="1179"/>
                </a:cubicBezTo>
                <a:cubicBezTo>
                  <a:pt x="1641" y="1177"/>
                  <a:pt x="1672" y="1174"/>
                  <a:pt x="1701" y="1171"/>
                </a:cubicBezTo>
                <a:cubicBezTo>
                  <a:pt x="1731" y="1168"/>
                  <a:pt x="1760" y="1165"/>
                  <a:pt x="1787" y="1161"/>
                </a:cubicBezTo>
                <a:cubicBezTo>
                  <a:pt x="1815" y="1158"/>
                  <a:pt x="1842" y="1154"/>
                  <a:pt x="1867" y="1150"/>
                </a:cubicBezTo>
                <a:cubicBezTo>
                  <a:pt x="1893" y="1146"/>
                  <a:pt x="1917" y="1142"/>
                  <a:pt x="1940" y="1138"/>
                </a:cubicBezTo>
                <a:cubicBezTo>
                  <a:pt x="1963" y="1133"/>
                  <a:pt x="1984" y="1129"/>
                  <a:pt x="2004" y="1124"/>
                </a:cubicBezTo>
                <a:cubicBezTo>
                  <a:pt x="2024" y="1120"/>
                  <a:pt x="2042" y="1115"/>
                  <a:pt x="2059" y="1110"/>
                </a:cubicBezTo>
                <a:cubicBezTo>
                  <a:pt x="2076" y="1105"/>
                  <a:pt x="2091" y="1100"/>
                  <a:pt x="2105" y="1095"/>
                </a:cubicBezTo>
                <a:cubicBezTo>
                  <a:pt x="2119" y="1090"/>
                  <a:pt x="2131" y="1085"/>
                  <a:pt x="2141" y="1080"/>
                </a:cubicBezTo>
                <a:cubicBezTo>
                  <a:pt x="2152" y="1074"/>
                  <a:pt x="2160" y="1069"/>
                  <a:pt x="2167" y="1064"/>
                </a:cubicBezTo>
                <a:cubicBezTo>
                  <a:pt x="2174" y="1058"/>
                  <a:pt x="2179" y="1053"/>
                  <a:pt x="2183" y="1047"/>
                </a:cubicBezTo>
                <a:cubicBezTo>
                  <a:pt x="2186" y="1042"/>
                  <a:pt x="2188" y="1036"/>
                  <a:pt x="2188" y="1031"/>
                </a:cubicBezTo>
                <a:lnTo>
                  <a:pt x="2188" y="168"/>
                </a:lnTo>
                <a:lnTo>
                  <a:pt x="0" y="168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6013800" y="2489040"/>
            <a:ext cx="787680" cy="431640"/>
          </a:xfrm>
          <a:custGeom>
            <a:avLst/>
            <a:gdLst/>
            <a:ahLst/>
            <a:rect l="0" t="0" r="r" b="b"/>
            <a:pathLst>
              <a:path fill="none" w="2188" h="1199">
                <a:moveTo>
                  <a:pt x="0" y="168"/>
                </a:moveTo>
                <a:cubicBezTo>
                  <a:pt x="0" y="174"/>
                  <a:pt x="2" y="179"/>
                  <a:pt x="6" y="185"/>
                </a:cubicBezTo>
                <a:cubicBezTo>
                  <a:pt x="9" y="190"/>
                  <a:pt x="14" y="196"/>
                  <a:pt x="21" y="201"/>
                </a:cubicBezTo>
                <a:cubicBezTo>
                  <a:pt x="28" y="207"/>
                  <a:pt x="37" y="212"/>
                  <a:pt x="47" y="217"/>
                </a:cubicBezTo>
                <a:cubicBezTo>
                  <a:pt x="58" y="223"/>
                  <a:pt x="70" y="228"/>
                  <a:pt x="84" y="233"/>
                </a:cubicBezTo>
                <a:cubicBezTo>
                  <a:pt x="97" y="238"/>
                  <a:pt x="113" y="243"/>
                  <a:pt x="129" y="248"/>
                </a:cubicBezTo>
                <a:cubicBezTo>
                  <a:pt x="146" y="253"/>
                  <a:pt x="165" y="258"/>
                  <a:pt x="185" y="262"/>
                </a:cubicBezTo>
                <a:cubicBezTo>
                  <a:pt x="205" y="267"/>
                  <a:pt x="226" y="271"/>
                  <a:pt x="249" y="276"/>
                </a:cubicBezTo>
                <a:cubicBezTo>
                  <a:pt x="271" y="280"/>
                  <a:pt x="295" y="284"/>
                  <a:pt x="321" y="288"/>
                </a:cubicBezTo>
                <a:cubicBezTo>
                  <a:pt x="346" y="292"/>
                  <a:pt x="372" y="295"/>
                  <a:pt x="400" y="299"/>
                </a:cubicBezTo>
                <a:cubicBezTo>
                  <a:pt x="428" y="302"/>
                  <a:pt x="457" y="306"/>
                  <a:pt x="486" y="309"/>
                </a:cubicBezTo>
                <a:cubicBezTo>
                  <a:pt x="516" y="312"/>
                  <a:pt x="547" y="315"/>
                  <a:pt x="578" y="317"/>
                </a:cubicBezTo>
                <a:cubicBezTo>
                  <a:pt x="610" y="320"/>
                  <a:pt x="642" y="322"/>
                  <a:pt x="675" y="324"/>
                </a:cubicBezTo>
                <a:cubicBezTo>
                  <a:pt x="708" y="326"/>
                  <a:pt x="742" y="328"/>
                  <a:pt x="776" y="330"/>
                </a:cubicBezTo>
                <a:cubicBezTo>
                  <a:pt x="811" y="332"/>
                  <a:pt x="845" y="333"/>
                  <a:pt x="880" y="334"/>
                </a:cubicBezTo>
                <a:cubicBezTo>
                  <a:pt x="916" y="335"/>
                  <a:pt x="951" y="336"/>
                  <a:pt x="987" y="336"/>
                </a:cubicBezTo>
                <a:cubicBezTo>
                  <a:pt x="1022" y="337"/>
                  <a:pt x="1058" y="337"/>
                  <a:pt x="1094" y="337"/>
                </a:cubicBezTo>
                <a:cubicBezTo>
                  <a:pt x="1130" y="337"/>
                  <a:pt x="1165" y="337"/>
                  <a:pt x="1201" y="336"/>
                </a:cubicBezTo>
                <a:cubicBezTo>
                  <a:pt x="1237" y="336"/>
                  <a:pt x="1272" y="335"/>
                  <a:pt x="1307" y="334"/>
                </a:cubicBezTo>
                <a:cubicBezTo>
                  <a:pt x="1342" y="333"/>
                  <a:pt x="1377" y="332"/>
                  <a:pt x="1411" y="330"/>
                </a:cubicBezTo>
                <a:cubicBezTo>
                  <a:pt x="1445" y="328"/>
                  <a:pt x="1479" y="326"/>
                  <a:pt x="1512" y="324"/>
                </a:cubicBezTo>
                <a:cubicBezTo>
                  <a:pt x="1545" y="322"/>
                  <a:pt x="1578" y="320"/>
                  <a:pt x="1609" y="317"/>
                </a:cubicBezTo>
                <a:cubicBezTo>
                  <a:pt x="1641" y="315"/>
                  <a:pt x="1672" y="312"/>
                  <a:pt x="1701" y="309"/>
                </a:cubicBezTo>
                <a:cubicBezTo>
                  <a:pt x="1731" y="306"/>
                  <a:pt x="1760" y="302"/>
                  <a:pt x="1787" y="299"/>
                </a:cubicBezTo>
                <a:cubicBezTo>
                  <a:pt x="1815" y="295"/>
                  <a:pt x="1842" y="292"/>
                  <a:pt x="1867" y="288"/>
                </a:cubicBezTo>
                <a:cubicBezTo>
                  <a:pt x="1893" y="284"/>
                  <a:pt x="1917" y="280"/>
                  <a:pt x="1940" y="276"/>
                </a:cubicBezTo>
                <a:cubicBezTo>
                  <a:pt x="1963" y="271"/>
                  <a:pt x="1984" y="267"/>
                  <a:pt x="2004" y="262"/>
                </a:cubicBezTo>
                <a:cubicBezTo>
                  <a:pt x="2024" y="258"/>
                  <a:pt x="2042" y="253"/>
                  <a:pt x="2059" y="248"/>
                </a:cubicBezTo>
                <a:cubicBezTo>
                  <a:pt x="2076" y="243"/>
                  <a:pt x="2091" y="238"/>
                  <a:pt x="2105" y="233"/>
                </a:cubicBezTo>
                <a:cubicBezTo>
                  <a:pt x="2119" y="228"/>
                  <a:pt x="2131" y="223"/>
                  <a:pt x="2141" y="217"/>
                </a:cubicBezTo>
                <a:cubicBezTo>
                  <a:pt x="2152" y="212"/>
                  <a:pt x="2160" y="207"/>
                  <a:pt x="2167" y="201"/>
                </a:cubicBezTo>
                <a:cubicBezTo>
                  <a:pt x="2174" y="196"/>
                  <a:pt x="2179" y="190"/>
                  <a:pt x="2183" y="185"/>
                </a:cubicBezTo>
                <a:cubicBezTo>
                  <a:pt x="2186" y="179"/>
                  <a:pt x="2188" y="174"/>
                  <a:pt x="2188" y="168"/>
                </a:cubicBezTo>
                <a:cubicBezTo>
                  <a:pt x="2188" y="163"/>
                  <a:pt x="2186" y="157"/>
                  <a:pt x="2183" y="152"/>
                </a:cubicBezTo>
                <a:cubicBezTo>
                  <a:pt x="2179" y="146"/>
                  <a:pt x="2174" y="141"/>
                  <a:pt x="2167" y="136"/>
                </a:cubicBezTo>
                <a:cubicBezTo>
                  <a:pt x="2160" y="130"/>
                  <a:pt x="2152" y="125"/>
                  <a:pt x="2141" y="119"/>
                </a:cubicBezTo>
                <a:cubicBezTo>
                  <a:pt x="2131" y="114"/>
                  <a:pt x="2119" y="109"/>
                  <a:pt x="2105" y="104"/>
                </a:cubicBezTo>
                <a:cubicBezTo>
                  <a:pt x="2091" y="99"/>
                  <a:pt x="2076" y="94"/>
                  <a:pt x="2059" y="89"/>
                </a:cubicBezTo>
                <a:cubicBezTo>
                  <a:pt x="2042" y="84"/>
                  <a:pt x="2024" y="79"/>
                  <a:pt x="2004" y="75"/>
                </a:cubicBezTo>
                <a:cubicBezTo>
                  <a:pt x="1984" y="70"/>
                  <a:pt x="1963" y="66"/>
                  <a:pt x="1940" y="61"/>
                </a:cubicBezTo>
                <a:cubicBezTo>
                  <a:pt x="1917" y="57"/>
                  <a:pt x="1893" y="53"/>
                  <a:pt x="1867" y="49"/>
                </a:cubicBezTo>
                <a:cubicBezTo>
                  <a:pt x="1842" y="45"/>
                  <a:pt x="1815" y="41"/>
                  <a:pt x="1787" y="38"/>
                </a:cubicBezTo>
                <a:cubicBezTo>
                  <a:pt x="1760" y="34"/>
                  <a:pt x="1731" y="31"/>
                  <a:pt x="1701" y="28"/>
                </a:cubicBezTo>
                <a:cubicBezTo>
                  <a:pt x="1672" y="25"/>
                  <a:pt x="1641" y="22"/>
                  <a:pt x="1609" y="20"/>
                </a:cubicBezTo>
                <a:cubicBezTo>
                  <a:pt x="1578" y="17"/>
                  <a:pt x="1545" y="15"/>
                  <a:pt x="1512" y="13"/>
                </a:cubicBezTo>
                <a:cubicBezTo>
                  <a:pt x="1479" y="10"/>
                  <a:pt x="1445" y="9"/>
                  <a:pt x="1411" y="7"/>
                </a:cubicBezTo>
                <a:cubicBezTo>
                  <a:pt x="1377" y="5"/>
                  <a:pt x="1342" y="4"/>
                  <a:pt x="1307" y="3"/>
                </a:cubicBezTo>
                <a:cubicBezTo>
                  <a:pt x="1272" y="2"/>
                  <a:pt x="1237" y="1"/>
                  <a:pt x="1201" y="0"/>
                </a:cubicBezTo>
                <a:cubicBezTo>
                  <a:pt x="1165" y="0"/>
                  <a:pt x="1130" y="0"/>
                  <a:pt x="1094" y="0"/>
                </a:cubicBezTo>
                <a:cubicBezTo>
                  <a:pt x="1058" y="0"/>
                  <a:pt x="1022" y="0"/>
                  <a:pt x="987" y="0"/>
                </a:cubicBezTo>
                <a:cubicBezTo>
                  <a:pt x="951" y="1"/>
                  <a:pt x="916" y="2"/>
                  <a:pt x="880" y="3"/>
                </a:cubicBezTo>
                <a:cubicBezTo>
                  <a:pt x="845" y="4"/>
                  <a:pt x="811" y="5"/>
                  <a:pt x="776" y="7"/>
                </a:cubicBezTo>
                <a:cubicBezTo>
                  <a:pt x="742" y="9"/>
                  <a:pt x="708" y="10"/>
                  <a:pt x="675" y="13"/>
                </a:cubicBezTo>
                <a:cubicBezTo>
                  <a:pt x="642" y="15"/>
                  <a:pt x="610" y="17"/>
                  <a:pt x="578" y="20"/>
                </a:cubicBezTo>
                <a:cubicBezTo>
                  <a:pt x="547" y="22"/>
                  <a:pt x="516" y="25"/>
                  <a:pt x="486" y="28"/>
                </a:cubicBezTo>
                <a:cubicBezTo>
                  <a:pt x="457" y="31"/>
                  <a:pt x="428" y="34"/>
                  <a:pt x="400" y="38"/>
                </a:cubicBezTo>
                <a:cubicBezTo>
                  <a:pt x="372" y="41"/>
                  <a:pt x="346" y="45"/>
                  <a:pt x="321" y="49"/>
                </a:cubicBezTo>
                <a:cubicBezTo>
                  <a:pt x="295" y="53"/>
                  <a:pt x="271" y="57"/>
                  <a:pt x="249" y="61"/>
                </a:cubicBezTo>
                <a:cubicBezTo>
                  <a:pt x="226" y="66"/>
                  <a:pt x="205" y="70"/>
                  <a:pt x="185" y="75"/>
                </a:cubicBezTo>
                <a:cubicBezTo>
                  <a:pt x="165" y="79"/>
                  <a:pt x="146" y="84"/>
                  <a:pt x="129" y="89"/>
                </a:cubicBezTo>
                <a:cubicBezTo>
                  <a:pt x="113" y="94"/>
                  <a:pt x="97" y="99"/>
                  <a:pt x="84" y="104"/>
                </a:cubicBezTo>
                <a:cubicBezTo>
                  <a:pt x="70" y="109"/>
                  <a:pt x="58" y="114"/>
                  <a:pt x="47" y="119"/>
                </a:cubicBezTo>
                <a:cubicBezTo>
                  <a:pt x="37" y="125"/>
                  <a:pt x="28" y="130"/>
                  <a:pt x="21" y="136"/>
                </a:cubicBezTo>
                <a:cubicBezTo>
                  <a:pt x="14" y="141"/>
                  <a:pt x="9" y="146"/>
                  <a:pt x="6" y="152"/>
                </a:cubicBezTo>
                <a:cubicBezTo>
                  <a:pt x="2" y="157"/>
                  <a:pt x="0" y="163"/>
                  <a:pt x="0" y="168"/>
                </a:cubicBezTo>
                <a:lnTo>
                  <a:pt x="0" y="1031"/>
                </a:lnTo>
                <a:cubicBezTo>
                  <a:pt x="0" y="1036"/>
                  <a:pt x="2" y="1042"/>
                  <a:pt x="6" y="1047"/>
                </a:cubicBezTo>
                <a:cubicBezTo>
                  <a:pt x="9" y="1053"/>
                  <a:pt x="14" y="1058"/>
                  <a:pt x="21" y="1064"/>
                </a:cubicBezTo>
                <a:cubicBezTo>
                  <a:pt x="28" y="1069"/>
                  <a:pt x="37" y="1074"/>
                  <a:pt x="47" y="1080"/>
                </a:cubicBezTo>
                <a:cubicBezTo>
                  <a:pt x="58" y="1085"/>
                  <a:pt x="70" y="1090"/>
                  <a:pt x="84" y="1095"/>
                </a:cubicBezTo>
                <a:cubicBezTo>
                  <a:pt x="97" y="1100"/>
                  <a:pt x="113" y="1105"/>
                  <a:pt x="129" y="1110"/>
                </a:cubicBezTo>
                <a:cubicBezTo>
                  <a:pt x="146" y="1115"/>
                  <a:pt x="165" y="1120"/>
                  <a:pt x="185" y="1124"/>
                </a:cubicBezTo>
                <a:cubicBezTo>
                  <a:pt x="205" y="1129"/>
                  <a:pt x="226" y="1133"/>
                  <a:pt x="249" y="1138"/>
                </a:cubicBezTo>
                <a:cubicBezTo>
                  <a:pt x="271" y="1142"/>
                  <a:pt x="295" y="1146"/>
                  <a:pt x="321" y="1150"/>
                </a:cubicBezTo>
                <a:cubicBezTo>
                  <a:pt x="346" y="1154"/>
                  <a:pt x="372" y="1158"/>
                  <a:pt x="400" y="1161"/>
                </a:cubicBezTo>
                <a:cubicBezTo>
                  <a:pt x="428" y="1165"/>
                  <a:pt x="457" y="1168"/>
                  <a:pt x="486" y="1171"/>
                </a:cubicBezTo>
                <a:cubicBezTo>
                  <a:pt x="516" y="1174"/>
                  <a:pt x="547" y="1177"/>
                  <a:pt x="578" y="1179"/>
                </a:cubicBezTo>
                <a:cubicBezTo>
                  <a:pt x="610" y="1182"/>
                  <a:pt x="642" y="1184"/>
                  <a:pt x="675" y="1187"/>
                </a:cubicBezTo>
                <a:cubicBezTo>
                  <a:pt x="708" y="1189"/>
                  <a:pt x="742" y="1191"/>
                  <a:pt x="776" y="1192"/>
                </a:cubicBezTo>
                <a:cubicBezTo>
                  <a:pt x="811" y="1194"/>
                  <a:pt x="845" y="1195"/>
                  <a:pt x="880" y="1196"/>
                </a:cubicBezTo>
                <a:cubicBezTo>
                  <a:pt x="916" y="1197"/>
                  <a:pt x="951" y="1198"/>
                  <a:pt x="987" y="1199"/>
                </a:cubicBezTo>
                <a:cubicBezTo>
                  <a:pt x="1022" y="1199"/>
                  <a:pt x="1058" y="1199"/>
                  <a:pt x="1094" y="1199"/>
                </a:cubicBezTo>
                <a:cubicBezTo>
                  <a:pt x="1130" y="1199"/>
                  <a:pt x="1165" y="1199"/>
                  <a:pt x="1201" y="1199"/>
                </a:cubicBezTo>
                <a:cubicBezTo>
                  <a:pt x="1237" y="1198"/>
                  <a:pt x="1272" y="1197"/>
                  <a:pt x="1307" y="1196"/>
                </a:cubicBezTo>
                <a:cubicBezTo>
                  <a:pt x="1342" y="1195"/>
                  <a:pt x="1377" y="1194"/>
                  <a:pt x="1411" y="1192"/>
                </a:cubicBezTo>
                <a:cubicBezTo>
                  <a:pt x="1445" y="1191"/>
                  <a:pt x="1479" y="1189"/>
                  <a:pt x="1512" y="1187"/>
                </a:cubicBezTo>
                <a:cubicBezTo>
                  <a:pt x="1545" y="1184"/>
                  <a:pt x="1578" y="1182"/>
                  <a:pt x="1609" y="1179"/>
                </a:cubicBezTo>
                <a:cubicBezTo>
                  <a:pt x="1641" y="1177"/>
                  <a:pt x="1672" y="1174"/>
                  <a:pt x="1701" y="1171"/>
                </a:cubicBezTo>
                <a:cubicBezTo>
                  <a:pt x="1731" y="1168"/>
                  <a:pt x="1760" y="1165"/>
                  <a:pt x="1787" y="1161"/>
                </a:cubicBezTo>
                <a:cubicBezTo>
                  <a:pt x="1815" y="1158"/>
                  <a:pt x="1842" y="1154"/>
                  <a:pt x="1867" y="1150"/>
                </a:cubicBezTo>
                <a:cubicBezTo>
                  <a:pt x="1893" y="1146"/>
                  <a:pt x="1917" y="1142"/>
                  <a:pt x="1940" y="1138"/>
                </a:cubicBezTo>
                <a:cubicBezTo>
                  <a:pt x="1963" y="1133"/>
                  <a:pt x="1984" y="1129"/>
                  <a:pt x="2004" y="1124"/>
                </a:cubicBezTo>
                <a:cubicBezTo>
                  <a:pt x="2024" y="1120"/>
                  <a:pt x="2042" y="1115"/>
                  <a:pt x="2059" y="1110"/>
                </a:cubicBezTo>
                <a:cubicBezTo>
                  <a:pt x="2076" y="1105"/>
                  <a:pt x="2091" y="1100"/>
                  <a:pt x="2105" y="1095"/>
                </a:cubicBezTo>
                <a:cubicBezTo>
                  <a:pt x="2119" y="1090"/>
                  <a:pt x="2131" y="1085"/>
                  <a:pt x="2141" y="1080"/>
                </a:cubicBezTo>
                <a:cubicBezTo>
                  <a:pt x="2152" y="1074"/>
                  <a:pt x="2160" y="1069"/>
                  <a:pt x="2167" y="1064"/>
                </a:cubicBezTo>
                <a:cubicBezTo>
                  <a:pt x="2174" y="1058"/>
                  <a:pt x="2179" y="1053"/>
                  <a:pt x="2183" y="1047"/>
                </a:cubicBezTo>
                <a:cubicBezTo>
                  <a:pt x="2186" y="1042"/>
                  <a:pt x="2188" y="1036"/>
                  <a:pt x="2188" y="1031"/>
                </a:cubicBezTo>
                <a:lnTo>
                  <a:pt x="2188" y="168"/>
                </a:lnTo>
              </a:path>
            </a:pathLst>
          </a:custGeom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 txBox="1"/>
          <p:nvPr/>
        </p:nvSpPr>
        <p:spPr>
          <a:xfrm>
            <a:off x="4855680" y="2752920"/>
            <a:ext cx="29952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6159600" y="2657880"/>
            <a:ext cx="5050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Datawarehouse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/>
          <p:nvPr/>
        </p:nvSpPr>
        <p:spPr>
          <a:xfrm>
            <a:off x="7189200" y="2550240"/>
            <a:ext cx="829800" cy="309240"/>
          </a:xfrm>
          <a:custGeom>
            <a:avLst/>
            <a:gdLst/>
            <a:ahLst/>
            <a:rect l="0" t="0" r="r" b="b"/>
            <a:pathLst>
              <a:path w="2305" h="859">
                <a:moveTo>
                  <a:pt x="0" y="0"/>
                </a:moveTo>
                <a:lnTo>
                  <a:pt x="2305" y="0"/>
                </a:lnTo>
                <a:lnTo>
                  <a:pt x="230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7189200" y="2550240"/>
            <a:ext cx="829800" cy="309240"/>
          </a:xfrm>
          <a:custGeom>
            <a:avLst/>
            <a:gdLst/>
            <a:ahLst/>
            <a:rect l="0" t="0" r="r" b="b"/>
            <a:pathLst>
              <a:path w="2305" h="859">
                <a:moveTo>
                  <a:pt x="0" y="0"/>
                </a:moveTo>
                <a:lnTo>
                  <a:pt x="2305" y="0"/>
                </a:lnTo>
                <a:lnTo>
                  <a:pt x="2305" y="859"/>
                </a:lnTo>
                <a:lnTo>
                  <a:pt x="0" y="85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6043680" y="2752920"/>
            <a:ext cx="74124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historie en samenhang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0" name=""/>
          <p:cNvSpPr txBox="1"/>
          <p:nvPr/>
        </p:nvSpPr>
        <p:spPr>
          <a:xfrm>
            <a:off x="7419600" y="2618280"/>
            <a:ext cx="37728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Rapportage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8508240" y="2536200"/>
            <a:ext cx="337320" cy="337320"/>
          </a:xfrm>
          <a:custGeom>
            <a:avLst/>
            <a:gdLst/>
            <a:ahLst/>
            <a:rect l="0" t="0" r="r" b="b"/>
            <a:pathLst>
              <a:path w="937" h="937">
                <a:moveTo>
                  <a:pt x="937" y="468"/>
                </a:moveTo>
                <a:cubicBezTo>
                  <a:pt x="937" y="499"/>
                  <a:pt x="934" y="529"/>
                  <a:pt x="928" y="559"/>
                </a:cubicBezTo>
                <a:cubicBezTo>
                  <a:pt x="922" y="589"/>
                  <a:pt x="913" y="619"/>
                  <a:pt x="901" y="647"/>
                </a:cubicBezTo>
                <a:cubicBezTo>
                  <a:pt x="889" y="675"/>
                  <a:pt x="875" y="702"/>
                  <a:pt x="858" y="728"/>
                </a:cubicBezTo>
                <a:cubicBezTo>
                  <a:pt x="841" y="754"/>
                  <a:pt x="821" y="777"/>
                  <a:pt x="800" y="799"/>
                </a:cubicBezTo>
                <a:cubicBezTo>
                  <a:pt x="778" y="821"/>
                  <a:pt x="754" y="840"/>
                  <a:pt x="729" y="857"/>
                </a:cubicBezTo>
                <a:cubicBezTo>
                  <a:pt x="703" y="874"/>
                  <a:pt x="676" y="889"/>
                  <a:pt x="648" y="900"/>
                </a:cubicBezTo>
                <a:cubicBezTo>
                  <a:pt x="620" y="913"/>
                  <a:pt x="590" y="922"/>
                  <a:pt x="560" y="928"/>
                </a:cubicBezTo>
                <a:cubicBezTo>
                  <a:pt x="530" y="934"/>
                  <a:pt x="500" y="937"/>
                  <a:pt x="469" y="937"/>
                </a:cubicBezTo>
                <a:cubicBezTo>
                  <a:pt x="438" y="937"/>
                  <a:pt x="408" y="934"/>
                  <a:pt x="378" y="928"/>
                </a:cubicBezTo>
                <a:cubicBezTo>
                  <a:pt x="347" y="922"/>
                  <a:pt x="318" y="913"/>
                  <a:pt x="290" y="900"/>
                </a:cubicBezTo>
                <a:cubicBezTo>
                  <a:pt x="261" y="889"/>
                  <a:pt x="234" y="874"/>
                  <a:pt x="208" y="857"/>
                </a:cubicBezTo>
                <a:cubicBezTo>
                  <a:pt x="182" y="840"/>
                  <a:pt x="159" y="821"/>
                  <a:pt x="137" y="799"/>
                </a:cubicBezTo>
                <a:cubicBezTo>
                  <a:pt x="115" y="777"/>
                  <a:pt x="96" y="754"/>
                  <a:pt x="79" y="728"/>
                </a:cubicBezTo>
                <a:cubicBezTo>
                  <a:pt x="62" y="702"/>
                  <a:pt x="47" y="675"/>
                  <a:pt x="36" y="647"/>
                </a:cubicBezTo>
                <a:cubicBezTo>
                  <a:pt x="24" y="619"/>
                  <a:pt x="15" y="589"/>
                  <a:pt x="9" y="559"/>
                </a:cubicBezTo>
                <a:cubicBezTo>
                  <a:pt x="3" y="529"/>
                  <a:pt x="0" y="499"/>
                  <a:pt x="0" y="468"/>
                </a:cubicBezTo>
                <a:cubicBezTo>
                  <a:pt x="0" y="437"/>
                  <a:pt x="3" y="407"/>
                  <a:pt x="9" y="377"/>
                </a:cubicBezTo>
                <a:cubicBezTo>
                  <a:pt x="15" y="347"/>
                  <a:pt x="24" y="317"/>
                  <a:pt x="36" y="289"/>
                </a:cubicBezTo>
                <a:cubicBezTo>
                  <a:pt x="47" y="261"/>
                  <a:pt x="62" y="234"/>
                  <a:pt x="79" y="208"/>
                </a:cubicBezTo>
                <a:cubicBezTo>
                  <a:pt x="96" y="183"/>
                  <a:pt x="115" y="159"/>
                  <a:pt x="137" y="137"/>
                </a:cubicBezTo>
                <a:cubicBezTo>
                  <a:pt x="159" y="115"/>
                  <a:pt x="182" y="96"/>
                  <a:pt x="208" y="79"/>
                </a:cubicBezTo>
                <a:cubicBezTo>
                  <a:pt x="234" y="62"/>
                  <a:pt x="261" y="48"/>
                  <a:pt x="290" y="36"/>
                </a:cubicBezTo>
                <a:cubicBezTo>
                  <a:pt x="318" y="24"/>
                  <a:pt x="347" y="15"/>
                  <a:pt x="378" y="9"/>
                </a:cubicBezTo>
                <a:cubicBezTo>
                  <a:pt x="408" y="3"/>
                  <a:pt x="438" y="0"/>
                  <a:pt x="469" y="0"/>
                </a:cubicBezTo>
                <a:cubicBezTo>
                  <a:pt x="500" y="0"/>
                  <a:pt x="530" y="3"/>
                  <a:pt x="560" y="9"/>
                </a:cubicBezTo>
                <a:cubicBezTo>
                  <a:pt x="590" y="15"/>
                  <a:pt x="620" y="24"/>
                  <a:pt x="648" y="36"/>
                </a:cubicBezTo>
                <a:cubicBezTo>
                  <a:pt x="676" y="48"/>
                  <a:pt x="703" y="62"/>
                  <a:pt x="729" y="79"/>
                </a:cubicBezTo>
                <a:cubicBezTo>
                  <a:pt x="754" y="96"/>
                  <a:pt x="778" y="115"/>
                  <a:pt x="800" y="137"/>
                </a:cubicBezTo>
                <a:cubicBezTo>
                  <a:pt x="821" y="159"/>
                  <a:pt x="841" y="183"/>
                  <a:pt x="858" y="208"/>
                </a:cubicBezTo>
                <a:cubicBezTo>
                  <a:pt x="875" y="234"/>
                  <a:pt x="889" y="261"/>
                  <a:pt x="901" y="289"/>
                </a:cubicBezTo>
                <a:cubicBezTo>
                  <a:pt x="913" y="317"/>
                  <a:pt x="922" y="347"/>
                  <a:pt x="928" y="377"/>
                </a:cubicBezTo>
                <a:cubicBezTo>
                  <a:pt x="934" y="407"/>
                  <a:pt x="937" y="437"/>
                  <a:pt x="937" y="468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8508240" y="2536200"/>
            <a:ext cx="337320" cy="337320"/>
          </a:xfrm>
          <a:custGeom>
            <a:avLst/>
            <a:gdLst/>
            <a:ahLst/>
            <a:rect l="0" t="0" r="r" b="b"/>
            <a:pathLst>
              <a:path w="937" h="937">
                <a:moveTo>
                  <a:pt x="937" y="468"/>
                </a:moveTo>
                <a:cubicBezTo>
                  <a:pt x="937" y="499"/>
                  <a:pt x="934" y="529"/>
                  <a:pt x="928" y="559"/>
                </a:cubicBezTo>
                <a:cubicBezTo>
                  <a:pt x="922" y="589"/>
                  <a:pt x="913" y="619"/>
                  <a:pt x="901" y="647"/>
                </a:cubicBezTo>
                <a:cubicBezTo>
                  <a:pt x="889" y="675"/>
                  <a:pt x="875" y="702"/>
                  <a:pt x="858" y="728"/>
                </a:cubicBezTo>
                <a:cubicBezTo>
                  <a:pt x="841" y="754"/>
                  <a:pt x="821" y="777"/>
                  <a:pt x="800" y="799"/>
                </a:cubicBezTo>
                <a:cubicBezTo>
                  <a:pt x="778" y="821"/>
                  <a:pt x="754" y="840"/>
                  <a:pt x="729" y="857"/>
                </a:cubicBezTo>
                <a:cubicBezTo>
                  <a:pt x="703" y="874"/>
                  <a:pt x="676" y="889"/>
                  <a:pt x="648" y="900"/>
                </a:cubicBezTo>
                <a:cubicBezTo>
                  <a:pt x="620" y="913"/>
                  <a:pt x="590" y="922"/>
                  <a:pt x="560" y="928"/>
                </a:cubicBezTo>
                <a:cubicBezTo>
                  <a:pt x="530" y="934"/>
                  <a:pt x="500" y="937"/>
                  <a:pt x="469" y="937"/>
                </a:cubicBezTo>
                <a:cubicBezTo>
                  <a:pt x="438" y="937"/>
                  <a:pt x="408" y="934"/>
                  <a:pt x="378" y="928"/>
                </a:cubicBezTo>
                <a:cubicBezTo>
                  <a:pt x="347" y="922"/>
                  <a:pt x="318" y="913"/>
                  <a:pt x="290" y="900"/>
                </a:cubicBezTo>
                <a:cubicBezTo>
                  <a:pt x="261" y="889"/>
                  <a:pt x="234" y="874"/>
                  <a:pt x="208" y="857"/>
                </a:cubicBezTo>
                <a:cubicBezTo>
                  <a:pt x="182" y="840"/>
                  <a:pt x="159" y="821"/>
                  <a:pt x="137" y="799"/>
                </a:cubicBezTo>
                <a:cubicBezTo>
                  <a:pt x="115" y="777"/>
                  <a:pt x="96" y="754"/>
                  <a:pt x="79" y="728"/>
                </a:cubicBezTo>
                <a:cubicBezTo>
                  <a:pt x="62" y="702"/>
                  <a:pt x="47" y="675"/>
                  <a:pt x="36" y="647"/>
                </a:cubicBezTo>
                <a:cubicBezTo>
                  <a:pt x="24" y="619"/>
                  <a:pt x="15" y="589"/>
                  <a:pt x="9" y="559"/>
                </a:cubicBezTo>
                <a:cubicBezTo>
                  <a:pt x="3" y="529"/>
                  <a:pt x="0" y="499"/>
                  <a:pt x="0" y="468"/>
                </a:cubicBezTo>
                <a:cubicBezTo>
                  <a:pt x="0" y="437"/>
                  <a:pt x="3" y="407"/>
                  <a:pt x="9" y="377"/>
                </a:cubicBezTo>
                <a:cubicBezTo>
                  <a:pt x="15" y="347"/>
                  <a:pt x="24" y="317"/>
                  <a:pt x="36" y="289"/>
                </a:cubicBezTo>
                <a:cubicBezTo>
                  <a:pt x="47" y="261"/>
                  <a:pt x="62" y="234"/>
                  <a:pt x="79" y="208"/>
                </a:cubicBezTo>
                <a:cubicBezTo>
                  <a:pt x="96" y="183"/>
                  <a:pt x="115" y="159"/>
                  <a:pt x="137" y="137"/>
                </a:cubicBezTo>
                <a:cubicBezTo>
                  <a:pt x="159" y="115"/>
                  <a:pt x="182" y="96"/>
                  <a:pt x="208" y="79"/>
                </a:cubicBezTo>
                <a:cubicBezTo>
                  <a:pt x="234" y="62"/>
                  <a:pt x="261" y="48"/>
                  <a:pt x="290" y="36"/>
                </a:cubicBezTo>
                <a:cubicBezTo>
                  <a:pt x="318" y="24"/>
                  <a:pt x="347" y="15"/>
                  <a:pt x="378" y="9"/>
                </a:cubicBezTo>
                <a:cubicBezTo>
                  <a:pt x="408" y="3"/>
                  <a:pt x="438" y="0"/>
                  <a:pt x="469" y="0"/>
                </a:cubicBezTo>
                <a:cubicBezTo>
                  <a:pt x="500" y="0"/>
                  <a:pt x="530" y="3"/>
                  <a:pt x="560" y="9"/>
                </a:cubicBezTo>
                <a:cubicBezTo>
                  <a:pt x="590" y="15"/>
                  <a:pt x="620" y="24"/>
                  <a:pt x="648" y="36"/>
                </a:cubicBezTo>
                <a:cubicBezTo>
                  <a:pt x="676" y="48"/>
                  <a:pt x="703" y="62"/>
                  <a:pt x="729" y="79"/>
                </a:cubicBezTo>
                <a:cubicBezTo>
                  <a:pt x="754" y="96"/>
                  <a:pt x="778" y="115"/>
                  <a:pt x="800" y="137"/>
                </a:cubicBezTo>
                <a:cubicBezTo>
                  <a:pt x="821" y="159"/>
                  <a:pt x="841" y="183"/>
                  <a:pt x="858" y="208"/>
                </a:cubicBezTo>
                <a:cubicBezTo>
                  <a:pt x="875" y="234"/>
                  <a:pt x="889" y="261"/>
                  <a:pt x="901" y="289"/>
                </a:cubicBezTo>
                <a:cubicBezTo>
                  <a:pt x="913" y="317"/>
                  <a:pt x="922" y="347"/>
                  <a:pt x="928" y="377"/>
                </a:cubicBezTo>
                <a:cubicBezTo>
                  <a:pt x="934" y="407"/>
                  <a:pt x="937" y="437"/>
                  <a:pt x="937" y="468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 txBox="1"/>
          <p:nvPr/>
        </p:nvSpPr>
        <p:spPr>
          <a:xfrm>
            <a:off x="7308000" y="2713320"/>
            <a:ext cx="6012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0f3b2e"/>
                </a:solidFill>
                <a:latin typeface="DejaVuSans"/>
                <a:ea typeface="DejaVuSans"/>
              </a:rPr>
              <a:t>stuurinformatie, BI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456840" y="307656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7"/>
                </a:moveTo>
                <a:cubicBezTo>
                  <a:pt x="0" y="333"/>
                  <a:pt x="3" y="310"/>
                  <a:pt x="7" y="287"/>
                </a:cubicBezTo>
                <a:cubicBezTo>
                  <a:pt x="12" y="264"/>
                  <a:pt x="19" y="242"/>
                  <a:pt x="28" y="220"/>
                </a:cubicBezTo>
                <a:cubicBezTo>
                  <a:pt x="37" y="198"/>
                  <a:pt x="48" y="178"/>
                  <a:pt x="61" y="158"/>
                </a:cubicBezTo>
                <a:cubicBezTo>
                  <a:pt x="74" y="139"/>
                  <a:pt x="89" y="121"/>
                  <a:pt x="105" y="104"/>
                </a:cubicBezTo>
                <a:cubicBezTo>
                  <a:pt x="122" y="88"/>
                  <a:pt x="140" y="73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8"/>
                  <a:pt x="265" y="11"/>
                  <a:pt x="288" y="6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6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3"/>
                  <a:pt x="2103" y="88"/>
                  <a:pt x="2119" y="104"/>
                </a:cubicBezTo>
                <a:cubicBezTo>
                  <a:pt x="2136" y="121"/>
                  <a:pt x="2151" y="139"/>
                  <a:pt x="2164" y="158"/>
                </a:cubicBezTo>
                <a:cubicBezTo>
                  <a:pt x="2177" y="178"/>
                  <a:pt x="2188" y="198"/>
                  <a:pt x="2197" y="220"/>
                </a:cubicBezTo>
                <a:cubicBezTo>
                  <a:pt x="2206" y="242"/>
                  <a:pt x="2213" y="264"/>
                  <a:pt x="2217" y="287"/>
                </a:cubicBezTo>
                <a:cubicBezTo>
                  <a:pt x="2222" y="310"/>
                  <a:pt x="2224" y="333"/>
                  <a:pt x="2224" y="357"/>
                </a:cubicBezTo>
                <a:cubicBezTo>
                  <a:pt x="2224" y="381"/>
                  <a:pt x="2222" y="404"/>
                  <a:pt x="2217" y="427"/>
                </a:cubicBezTo>
                <a:cubicBezTo>
                  <a:pt x="2213" y="450"/>
                  <a:pt x="2206" y="473"/>
                  <a:pt x="2197" y="494"/>
                </a:cubicBezTo>
                <a:cubicBezTo>
                  <a:pt x="2188" y="516"/>
                  <a:pt x="2177" y="537"/>
                  <a:pt x="2164" y="556"/>
                </a:cubicBezTo>
                <a:cubicBezTo>
                  <a:pt x="2151" y="576"/>
                  <a:pt x="2136" y="594"/>
                  <a:pt x="2119" y="610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3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3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0"/>
                </a:cubicBezTo>
                <a:cubicBezTo>
                  <a:pt x="89" y="594"/>
                  <a:pt x="74" y="576"/>
                  <a:pt x="61" y="556"/>
                </a:cubicBezTo>
                <a:cubicBezTo>
                  <a:pt x="48" y="537"/>
                  <a:pt x="37" y="516"/>
                  <a:pt x="28" y="494"/>
                </a:cubicBezTo>
                <a:cubicBezTo>
                  <a:pt x="19" y="473"/>
                  <a:pt x="12" y="450"/>
                  <a:pt x="7" y="427"/>
                </a:cubicBezTo>
                <a:cubicBezTo>
                  <a:pt x="3" y="404"/>
                  <a:pt x="0" y="381"/>
                  <a:pt x="0" y="35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 txBox="1"/>
          <p:nvPr/>
        </p:nvSpPr>
        <p:spPr>
          <a:xfrm>
            <a:off x="8538120" y="2665800"/>
            <a:ext cx="282600" cy="74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50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5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6" name=""/>
          <p:cNvSpPr txBox="1"/>
          <p:nvPr/>
        </p:nvSpPr>
        <p:spPr>
          <a:xfrm>
            <a:off x="563760" y="313488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7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1367280" y="3117960"/>
            <a:ext cx="53287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bonuskaart. De supermarkt weet wat er verkocht is en stuurt daarop bij.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35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36" name=""/>
          <p:cNvSpPr/>
          <p:nvPr/>
        </p:nvSpPr>
        <p:spPr>
          <a:xfrm>
            <a:off x="502560" y="1464480"/>
            <a:ext cx="8329320" cy="1485000"/>
          </a:xfrm>
          <a:custGeom>
            <a:avLst/>
            <a:gdLst/>
            <a:ahLst/>
            <a:rect l="0" t="0" r="r" b="b"/>
            <a:pathLst>
              <a:path w="23137" h="4125">
                <a:moveTo>
                  <a:pt x="0" y="0"/>
                </a:moveTo>
                <a:lnTo>
                  <a:pt x="23137" y="0"/>
                </a:lnTo>
                <a:lnTo>
                  <a:pt x="23137" y="4125"/>
                </a:lnTo>
                <a:lnTo>
                  <a:pt x="0" y="4125"/>
                </a:lnTo>
                <a:lnTo>
                  <a:pt x="0" y="0"/>
                </a:lnTo>
                <a:close/>
              </a:path>
            </a:pathLst>
          </a:custGeom>
          <a:solidFill>
            <a:srgbClr val="f2f5f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502560" y="1464480"/>
            <a:ext cx="8329320" cy="1485000"/>
          </a:xfrm>
          <a:custGeom>
            <a:avLst/>
            <a:gdLst/>
            <a:ahLst/>
            <a:rect l="0" t="0" r="r" b="b"/>
            <a:pathLst>
              <a:path w="23137" h="4125">
                <a:moveTo>
                  <a:pt x="0" y="0"/>
                </a:moveTo>
                <a:lnTo>
                  <a:pt x="23137" y="0"/>
                </a:lnTo>
                <a:lnTo>
                  <a:pt x="23137" y="4125"/>
                </a:lnTo>
                <a:lnTo>
                  <a:pt x="0" y="4125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b7c0ca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 txBox="1"/>
          <p:nvPr/>
        </p:nvSpPr>
        <p:spPr>
          <a:xfrm>
            <a:off x="439920" y="882000"/>
            <a:ext cx="92210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Van applicatie naar ecosysteem van applicaties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/>
          <p:nvPr/>
        </p:nvSpPr>
        <p:spPr>
          <a:xfrm>
            <a:off x="1702080" y="2081880"/>
            <a:ext cx="545760" cy="0"/>
          </a:xfrm>
          <a:custGeom>
            <a:avLst/>
            <a:gdLst/>
            <a:ahLst/>
            <a:rect l="0" t="0" r="r" b="b"/>
            <a:pathLst>
              <a:path fill="none" w="1516" h="0">
                <a:moveTo>
                  <a:pt x="0" y="0"/>
                </a:moveTo>
                <a:lnTo>
                  <a:pt x="131" y="0"/>
                </a:lnTo>
                <a:cubicBezTo>
                  <a:pt x="263" y="0"/>
                  <a:pt x="526" y="0"/>
                  <a:pt x="779" y="0"/>
                </a:cubicBezTo>
                <a:cubicBezTo>
                  <a:pt x="1031" y="0"/>
                  <a:pt x="1274" y="0"/>
                  <a:pt x="1395" y="0"/>
                </a:cubicBezTo>
                <a:lnTo>
                  <a:pt x="1516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222516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2222640" y="2055600"/>
            <a:ext cx="53280" cy="53280"/>
          </a:xfrm>
          <a:custGeom>
            <a:avLst/>
            <a:gdLst/>
            <a:ahLst/>
            <a:rect l="0" t="0" r="r" b="b"/>
            <a:pathLst>
              <a:path w="148" h="148">
                <a:moveTo>
                  <a:pt x="21" y="11"/>
                </a:moveTo>
                <a:lnTo>
                  <a:pt x="33" y="16"/>
                </a:lnTo>
                <a:lnTo>
                  <a:pt x="26" y="27"/>
                </a:lnTo>
                <a:lnTo>
                  <a:pt x="15" y="22"/>
                </a:lnTo>
                <a:lnTo>
                  <a:pt x="21" y="11"/>
                </a:lnTo>
                <a:moveTo>
                  <a:pt x="33" y="16"/>
                </a:moveTo>
                <a:lnTo>
                  <a:pt x="44" y="22"/>
                </a:lnTo>
                <a:lnTo>
                  <a:pt x="39" y="33"/>
                </a:lnTo>
                <a:lnTo>
                  <a:pt x="26" y="27"/>
                </a:lnTo>
                <a:lnTo>
                  <a:pt x="33" y="16"/>
                </a:lnTo>
                <a:moveTo>
                  <a:pt x="44" y="22"/>
                </a:moveTo>
                <a:lnTo>
                  <a:pt x="56" y="27"/>
                </a:lnTo>
                <a:lnTo>
                  <a:pt x="50" y="39"/>
                </a:lnTo>
                <a:lnTo>
                  <a:pt x="39" y="33"/>
                </a:lnTo>
                <a:lnTo>
                  <a:pt x="44" y="22"/>
                </a:lnTo>
                <a:moveTo>
                  <a:pt x="56" y="27"/>
                </a:moveTo>
                <a:lnTo>
                  <a:pt x="67" y="33"/>
                </a:lnTo>
                <a:lnTo>
                  <a:pt x="61" y="44"/>
                </a:lnTo>
                <a:lnTo>
                  <a:pt x="50" y="39"/>
                </a:lnTo>
                <a:lnTo>
                  <a:pt x="56" y="27"/>
                </a:lnTo>
                <a:moveTo>
                  <a:pt x="67" y="33"/>
                </a:moveTo>
                <a:lnTo>
                  <a:pt x="78" y="39"/>
                </a:lnTo>
                <a:lnTo>
                  <a:pt x="73" y="50"/>
                </a:lnTo>
                <a:lnTo>
                  <a:pt x="61" y="44"/>
                </a:lnTo>
                <a:lnTo>
                  <a:pt x="67" y="33"/>
                </a:lnTo>
                <a:moveTo>
                  <a:pt x="78" y="39"/>
                </a:moveTo>
                <a:lnTo>
                  <a:pt x="89" y="44"/>
                </a:lnTo>
                <a:lnTo>
                  <a:pt x="84" y="56"/>
                </a:lnTo>
                <a:lnTo>
                  <a:pt x="73" y="50"/>
                </a:lnTo>
                <a:lnTo>
                  <a:pt x="78" y="39"/>
                </a:lnTo>
                <a:moveTo>
                  <a:pt x="89" y="44"/>
                </a:moveTo>
                <a:lnTo>
                  <a:pt x="101" y="50"/>
                </a:lnTo>
                <a:lnTo>
                  <a:pt x="95" y="62"/>
                </a:lnTo>
                <a:lnTo>
                  <a:pt x="84" y="56"/>
                </a:lnTo>
                <a:lnTo>
                  <a:pt x="89" y="44"/>
                </a:lnTo>
                <a:moveTo>
                  <a:pt x="101" y="50"/>
                </a:moveTo>
                <a:lnTo>
                  <a:pt x="112" y="56"/>
                </a:lnTo>
                <a:lnTo>
                  <a:pt x="106" y="68"/>
                </a:lnTo>
                <a:lnTo>
                  <a:pt x="95" y="62"/>
                </a:lnTo>
                <a:lnTo>
                  <a:pt x="101" y="50"/>
                </a:lnTo>
                <a:moveTo>
                  <a:pt x="112" y="56"/>
                </a:moveTo>
                <a:lnTo>
                  <a:pt x="123" y="62"/>
                </a:lnTo>
                <a:lnTo>
                  <a:pt x="118" y="73"/>
                </a:lnTo>
                <a:lnTo>
                  <a:pt x="106" y="68"/>
                </a:lnTo>
                <a:lnTo>
                  <a:pt x="112" y="56"/>
                </a:lnTo>
                <a:moveTo>
                  <a:pt x="123" y="62"/>
                </a:moveTo>
                <a:lnTo>
                  <a:pt x="134" y="68"/>
                </a:lnTo>
                <a:lnTo>
                  <a:pt x="129" y="79"/>
                </a:lnTo>
                <a:lnTo>
                  <a:pt x="118" y="73"/>
                </a:lnTo>
                <a:lnTo>
                  <a:pt x="123" y="62"/>
                </a:lnTo>
                <a:moveTo>
                  <a:pt x="134" y="68"/>
                </a:moveTo>
                <a:lnTo>
                  <a:pt x="148" y="74"/>
                </a:lnTo>
                <a:lnTo>
                  <a:pt x="127" y="85"/>
                </a:lnTo>
                <a:lnTo>
                  <a:pt x="122" y="73"/>
                </a:lnTo>
                <a:lnTo>
                  <a:pt x="131" y="69"/>
                </a:lnTo>
                <a:lnTo>
                  <a:pt x="134" y="74"/>
                </a:lnTo>
                <a:lnTo>
                  <a:pt x="131" y="80"/>
                </a:lnTo>
                <a:lnTo>
                  <a:pt x="129" y="79"/>
                </a:lnTo>
                <a:lnTo>
                  <a:pt x="134" y="68"/>
                </a:lnTo>
                <a:moveTo>
                  <a:pt x="127" y="85"/>
                </a:moveTo>
                <a:lnTo>
                  <a:pt x="116" y="90"/>
                </a:lnTo>
                <a:lnTo>
                  <a:pt x="110" y="79"/>
                </a:lnTo>
                <a:lnTo>
                  <a:pt x="122" y="73"/>
                </a:lnTo>
                <a:lnTo>
                  <a:pt x="127" y="85"/>
                </a:lnTo>
                <a:moveTo>
                  <a:pt x="116" y="90"/>
                </a:moveTo>
                <a:lnTo>
                  <a:pt x="105" y="96"/>
                </a:lnTo>
                <a:lnTo>
                  <a:pt x="99" y="85"/>
                </a:lnTo>
                <a:lnTo>
                  <a:pt x="110" y="79"/>
                </a:lnTo>
                <a:lnTo>
                  <a:pt x="116" y="90"/>
                </a:lnTo>
                <a:moveTo>
                  <a:pt x="105" y="96"/>
                </a:moveTo>
                <a:lnTo>
                  <a:pt x="93" y="102"/>
                </a:lnTo>
                <a:lnTo>
                  <a:pt x="88" y="90"/>
                </a:lnTo>
                <a:lnTo>
                  <a:pt x="99" y="85"/>
                </a:lnTo>
                <a:lnTo>
                  <a:pt x="105" y="96"/>
                </a:lnTo>
                <a:moveTo>
                  <a:pt x="93" y="102"/>
                </a:moveTo>
                <a:lnTo>
                  <a:pt x="82" y="107"/>
                </a:lnTo>
                <a:lnTo>
                  <a:pt x="77" y="96"/>
                </a:lnTo>
                <a:lnTo>
                  <a:pt x="88" y="90"/>
                </a:lnTo>
                <a:lnTo>
                  <a:pt x="93" y="102"/>
                </a:lnTo>
                <a:moveTo>
                  <a:pt x="82" y="107"/>
                </a:moveTo>
                <a:lnTo>
                  <a:pt x="71" y="113"/>
                </a:lnTo>
                <a:lnTo>
                  <a:pt x="65" y="102"/>
                </a:lnTo>
                <a:lnTo>
                  <a:pt x="77" y="96"/>
                </a:lnTo>
                <a:lnTo>
                  <a:pt x="82" y="107"/>
                </a:lnTo>
                <a:moveTo>
                  <a:pt x="71" y="113"/>
                </a:moveTo>
                <a:lnTo>
                  <a:pt x="60" y="119"/>
                </a:lnTo>
                <a:lnTo>
                  <a:pt x="54" y="107"/>
                </a:lnTo>
                <a:lnTo>
                  <a:pt x="65" y="102"/>
                </a:lnTo>
                <a:lnTo>
                  <a:pt x="71" y="113"/>
                </a:lnTo>
                <a:moveTo>
                  <a:pt x="60" y="119"/>
                </a:moveTo>
                <a:lnTo>
                  <a:pt x="48" y="124"/>
                </a:lnTo>
                <a:lnTo>
                  <a:pt x="43" y="113"/>
                </a:lnTo>
                <a:lnTo>
                  <a:pt x="54" y="107"/>
                </a:lnTo>
                <a:lnTo>
                  <a:pt x="60" y="119"/>
                </a:lnTo>
                <a:moveTo>
                  <a:pt x="48" y="124"/>
                </a:moveTo>
                <a:lnTo>
                  <a:pt x="37" y="130"/>
                </a:lnTo>
                <a:lnTo>
                  <a:pt x="32" y="119"/>
                </a:lnTo>
                <a:lnTo>
                  <a:pt x="43" y="113"/>
                </a:lnTo>
                <a:lnTo>
                  <a:pt x="48" y="124"/>
                </a:lnTo>
                <a:moveTo>
                  <a:pt x="37" y="130"/>
                </a:moveTo>
                <a:lnTo>
                  <a:pt x="25" y="135"/>
                </a:lnTo>
                <a:lnTo>
                  <a:pt x="19" y="124"/>
                </a:lnTo>
                <a:lnTo>
                  <a:pt x="32" y="119"/>
                </a:lnTo>
                <a:lnTo>
                  <a:pt x="37" y="130"/>
                </a:lnTo>
                <a:moveTo>
                  <a:pt x="25" y="135"/>
                </a:moveTo>
                <a:lnTo>
                  <a:pt x="14" y="141"/>
                </a:lnTo>
                <a:lnTo>
                  <a:pt x="8" y="130"/>
                </a:lnTo>
                <a:lnTo>
                  <a:pt x="19" y="124"/>
                </a:lnTo>
                <a:lnTo>
                  <a:pt x="25" y="135"/>
                </a:lnTo>
                <a:moveTo>
                  <a:pt x="14" y="141"/>
                </a:moveTo>
                <a:lnTo>
                  <a:pt x="0" y="148"/>
                </a:lnTo>
                <a:lnTo>
                  <a:pt x="0" y="129"/>
                </a:lnTo>
                <a:lnTo>
                  <a:pt x="13" y="129"/>
                </a:lnTo>
                <a:lnTo>
                  <a:pt x="13" y="137"/>
                </a:lnTo>
                <a:lnTo>
                  <a:pt x="7" y="137"/>
                </a:lnTo>
                <a:lnTo>
                  <a:pt x="4" y="132"/>
                </a:lnTo>
                <a:lnTo>
                  <a:pt x="8" y="130"/>
                </a:lnTo>
                <a:lnTo>
                  <a:pt x="14" y="141"/>
                </a:lnTo>
                <a:moveTo>
                  <a:pt x="0" y="129"/>
                </a:moveTo>
                <a:lnTo>
                  <a:pt x="0" y="117"/>
                </a:lnTo>
                <a:lnTo>
                  <a:pt x="13" y="117"/>
                </a:lnTo>
                <a:lnTo>
                  <a:pt x="13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3" y="104"/>
                </a:lnTo>
                <a:lnTo>
                  <a:pt x="13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3" y="92"/>
                </a:lnTo>
                <a:lnTo>
                  <a:pt x="13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3" y="79"/>
                </a:lnTo>
                <a:lnTo>
                  <a:pt x="13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3" y="66"/>
                </a:lnTo>
                <a:lnTo>
                  <a:pt x="13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3" y="53"/>
                </a:lnTo>
                <a:lnTo>
                  <a:pt x="13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3" y="40"/>
                </a:lnTo>
                <a:lnTo>
                  <a:pt x="13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3" y="28"/>
                </a:lnTo>
                <a:lnTo>
                  <a:pt x="13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3" y="15"/>
                </a:lnTo>
                <a:lnTo>
                  <a:pt x="13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1" y="11"/>
                </a:lnTo>
                <a:lnTo>
                  <a:pt x="15" y="22"/>
                </a:lnTo>
                <a:lnTo>
                  <a:pt x="4" y="16"/>
                </a:lnTo>
                <a:lnTo>
                  <a:pt x="7" y="11"/>
                </a:lnTo>
                <a:lnTo>
                  <a:pt x="13" y="11"/>
                </a:lnTo>
                <a:lnTo>
                  <a:pt x="13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1492200" y="2234880"/>
            <a:ext cx="2415600" cy="295920"/>
          </a:xfrm>
          <a:custGeom>
            <a:avLst/>
            <a:gdLst/>
            <a:ahLst/>
            <a:rect l="0" t="0" r="r" b="b"/>
            <a:pathLst>
              <a:path fill="none" w="6710" h="822">
                <a:moveTo>
                  <a:pt x="0" y="0"/>
                </a:moveTo>
                <a:lnTo>
                  <a:pt x="229" y="124"/>
                </a:lnTo>
                <a:cubicBezTo>
                  <a:pt x="458" y="247"/>
                  <a:pt x="915" y="494"/>
                  <a:pt x="1528" y="617"/>
                </a:cubicBezTo>
                <a:cubicBezTo>
                  <a:pt x="2140" y="740"/>
                  <a:pt x="2909" y="740"/>
                  <a:pt x="3677" y="740"/>
                </a:cubicBezTo>
                <a:cubicBezTo>
                  <a:pt x="4445" y="740"/>
                  <a:pt x="5214" y="740"/>
                  <a:pt x="5719" y="754"/>
                </a:cubicBezTo>
                <a:cubicBezTo>
                  <a:pt x="6225" y="768"/>
                  <a:pt x="6468" y="795"/>
                  <a:pt x="6589" y="808"/>
                </a:cubicBezTo>
                <a:lnTo>
                  <a:pt x="6710" y="822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3882240" y="2505240"/>
            <a:ext cx="48240" cy="45360"/>
          </a:xfrm>
          <a:custGeom>
            <a:avLst/>
            <a:gdLst/>
            <a:ahLst/>
            <a:rect l="0" t="0" r="r" b="b"/>
            <a:pathLst>
              <a:path w="134" h="126">
                <a:moveTo>
                  <a:pt x="14" y="0"/>
                </a:moveTo>
                <a:lnTo>
                  <a:pt x="134" y="77"/>
                </a:lnTo>
                <a:lnTo>
                  <a:pt x="0" y="126"/>
                </a:lnTo>
                <a:lnTo>
                  <a:pt x="14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3879720" y="2501280"/>
            <a:ext cx="55800" cy="52920"/>
          </a:xfrm>
          <a:custGeom>
            <a:avLst/>
            <a:gdLst/>
            <a:ahLst/>
            <a:rect l="0" t="0" r="r" b="b"/>
            <a:pathLst>
              <a:path w="155" h="147">
                <a:moveTo>
                  <a:pt x="36" y="13"/>
                </a:moveTo>
                <a:lnTo>
                  <a:pt x="47" y="20"/>
                </a:lnTo>
                <a:lnTo>
                  <a:pt x="40" y="30"/>
                </a:lnTo>
                <a:lnTo>
                  <a:pt x="29" y="23"/>
                </a:lnTo>
                <a:lnTo>
                  <a:pt x="36" y="13"/>
                </a:lnTo>
                <a:moveTo>
                  <a:pt x="47" y="20"/>
                </a:moveTo>
                <a:lnTo>
                  <a:pt x="57" y="26"/>
                </a:lnTo>
                <a:lnTo>
                  <a:pt x="51" y="37"/>
                </a:lnTo>
                <a:lnTo>
                  <a:pt x="40" y="30"/>
                </a:lnTo>
                <a:lnTo>
                  <a:pt x="47" y="20"/>
                </a:lnTo>
                <a:moveTo>
                  <a:pt x="57" y="26"/>
                </a:moveTo>
                <a:lnTo>
                  <a:pt x="68" y="33"/>
                </a:lnTo>
                <a:lnTo>
                  <a:pt x="61" y="44"/>
                </a:lnTo>
                <a:lnTo>
                  <a:pt x="51" y="37"/>
                </a:lnTo>
                <a:lnTo>
                  <a:pt x="57" y="26"/>
                </a:lnTo>
                <a:moveTo>
                  <a:pt x="68" y="33"/>
                </a:moveTo>
                <a:lnTo>
                  <a:pt x="79" y="40"/>
                </a:lnTo>
                <a:lnTo>
                  <a:pt x="72" y="51"/>
                </a:lnTo>
                <a:lnTo>
                  <a:pt x="61" y="44"/>
                </a:lnTo>
                <a:lnTo>
                  <a:pt x="68" y="33"/>
                </a:lnTo>
                <a:moveTo>
                  <a:pt x="79" y="40"/>
                </a:moveTo>
                <a:lnTo>
                  <a:pt x="89" y="47"/>
                </a:lnTo>
                <a:lnTo>
                  <a:pt x="82" y="57"/>
                </a:lnTo>
                <a:lnTo>
                  <a:pt x="72" y="51"/>
                </a:lnTo>
                <a:lnTo>
                  <a:pt x="79" y="40"/>
                </a:lnTo>
                <a:moveTo>
                  <a:pt x="89" y="47"/>
                </a:moveTo>
                <a:lnTo>
                  <a:pt x="100" y="54"/>
                </a:lnTo>
                <a:lnTo>
                  <a:pt x="93" y="64"/>
                </a:lnTo>
                <a:lnTo>
                  <a:pt x="82" y="57"/>
                </a:lnTo>
                <a:lnTo>
                  <a:pt x="89" y="47"/>
                </a:lnTo>
                <a:moveTo>
                  <a:pt x="100" y="54"/>
                </a:moveTo>
                <a:lnTo>
                  <a:pt x="110" y="61"/>
                </a:lnTo>
                <a:lnTo>
                  <a:pt x="103" y="71"/>
                </a:lnTo>
                <a:lnTo>
                  <a:pt x="93" y="64"/>
                </a:lnTo>
                <a:lnTo>
                  <a:pt x="100" y="54"/>
                </a:lnTo>
                <a:moveTo>
                  <a:pt x="110" y="61"/>
                </a:moveTo>
                <a:lnTo>
                  <a:pt x="121" y="67"/>
                </a:lnTo>
                <a:lnTo>
                  <a:pt x="114" y="78"/>
                </a:lnTo>
                <a:lnTo>
                  <a:pt x="103" y="71"/>
                </a:lnTo>
                <a:lnTo>
                  <a:pt x="110" y="61"/>
                </a:lnTo>
                <a:moveTo>
                  <a:pt x="121" y="67"/>
                </a:moveTo>
                <a:lnTo>
                  <a:pt x="131" y="74"/>
                </a:lnTo>
                <a:lnTo>
                  <a:pt x="125" y="86"/>
                </a:lnTo>
                <a:lnTo>
                  <a:pt x="114" y="78"/>
                </a:lnTo>
                <a:lnTo>
                  <a:pt x="121" y="67"/>
                </a:lnTo>
                <a:moveTo>
                  <a:pt x="131" y="74"/>
                </a:moveTo>
                <a:lnTo>
                  <a:pt x="142" y="81"/>
                </a:lnTo>
                <a:lnTo>
                  <a:pt x="135" y="93"/>
                </a:lnTo>
                <a:lnTo>
                  <a:pt x="125" y="86"/>
                </a:lnTo>
                <a:lnTo>
                  <a:pt x="131" y="74"/>
                </a:lnTo>
                <a:moveTo>
                  <a:pt x="142" y="81"/>
                </a:moveTo>
                <a:lnTo>
                  <a:pt x="155" y="90"/>
                </a:lnTo>
                <a:lnTo>
                  <a:pt x="133" y="98"/>
                </a:lnTo>
                <a:lnTo>
                  <a:pt x="129" y="86"/>
                </a:lnTo>
                <a:lnTo>
                  <a:pt x="138" y="82"/>
                </a:lnTo>
                <a:lnTo>
                  <a:pt x="141" y="89"/>
                </a:lnTo>
                <a:lnTo>
                  <a:pt x="137" y="94"/>
                </a:lnTo>
                <a:lnTo>
                  <a:pt x="135" y="93"/>
                </a:lnTo>
                <a:lnTo>
                  <a:pt x="142" y="81"/>
                </a:lnTo>
                <a:moveTo>
                  <a:pt x="133" y="98"/>
                </a:moveTo>
                <a:lnTo>
                  <a:pt x="121" y="102"/>
                </a:lnTo>
                <a:lnTo>
                  <a:pt x="117" y="91"/>
                </a:lnTo>
                <a:lnTo>
                  <a:pt x="129" y="86"/>
                </a:lnTo>
                <a:lnTo>
                  <a:pt x="133" y="98"/>
                </a:lnTo>
                <a:moveTo>
                  <a:pt x="121" y="102"/>
                </a:moveTo>
                <a:lnTo>
                  <a:pt x="109" y="107"/>
                </a:lnTo>
                <a:lnTo>
                  <a:pt x="105" y="95"/>
                </a:lnTo>
                <a:lnTo>
                  <a:pt x="117" y="91"/>
                </a:lnTo>
                <a:lnTo>
                  <a:pt x="121" y="102"/>
                </a:lnTo>
                <a:moveTo>
                  <a:pt x="109" y="107"/>
                </a:moveTo>
                <a:lnTo>
                  <a:pt x="98" y="111"/>
                </a:lnTo>
                <a:lnTo>
                  <a:pt x="93" y="99"/>
                </a:lnTo>
                <a:lnTo>
                  <a:pt x="105" y="95"/>
                </a:lnTo>
                <a:lnTo>
                  <a:pt x="109" y="107"/>
                </a:lnTo>
                <a:moveTo>
                  <a:pt x="98" y="111"/>
                </a:moveTo>
                <a:lnTo>
                  <a:pt x="86" y="115"/>
                </a:lnTo>
                <a:lnTo>
                  <a:pt x="81" y="104"/>
                </a:lnTo>
                <a:lnTo>
                  <a:pt x="93" y="99"/>
                </a:lnTo>
                <a:lnTo>
                  <a:pt x="98" y="111"/>
                </a:lnTo>
                <a:moveTo>
                  <a:pt x="86" y="115"/>
                </a:moveTo>
                <a:lnTo>
                  <a:pt x="74" y="120"/>
                </a:lnTo>
                <a:lnTo>
                  <a:pt x="70" y="108"/>
                </a:lnTo>
                <a:lnTo>
                  <a:pt x="81" y="104"/>
                </a:lnTo>
                <a:lnTo>
                  <a:pt x="86" y="115"/>
                </a:lnTo>
                <a:moveTo>
                  <a:pt x="74" y="120"/>
                </a:moveTo>
                <a:lnTo>
                  <a:pt x="62" y="124"/>
                </a:lnTo>
                <a:lnTo>
                  <a:pt x="58" y="112"/>
                </a:lnTo>
                <a:lnTo>
                  <a:pt x="70" y="108"/>
                </a:lnTo>
                <a:lnTo>
                  <a:pt x="74" y="120"/>
                </a:lnTo>
                <a:moveTo>
                  <a:pt x="62" y="124"/>
                </a:moveTo>
                <a:lnTo>
                  <a:pt x="50" y="129"/>
                </a:lnTo>
                <a:lnTo>
                  <a:pt x="46" y="117"/>
                </a:lnTo>
                <a:lnTo>
                  <a:pt x="58" y="112"/>
                </a:lnTo>
                <a:lnTo>
                  <a:pt x="62" y="124"/>
                </a:lnTo>
                <a:moveTo>
                  <a:pt x="50" y="129"/>
                </a:moveTo>
                <a:lnTo>
                  <a:pt x="39" y="133"/>
                </a:lnTo>
                <a:lnTo>
                  <a:pt x="34" y="121"/>
                </a:lnTo>
                <a:lnTo>
                  <a:pt x="46" y="117"/>
                </a:lnTo>
                <a:lnTo>
                  <a:pt x="50" y="129"/>
                </a:lnTo>
                <a:moveTo>
                  <a:pt x="39" y="133"/>
                </a:moveTo>
                <a:lnTo>
                  <a:pt x="27" y="137"/>
                </a:lnTo>
                <a:lnTo>
                  <a:pt x="22" y="125"/>
                </a:lnTo>
                <a:lnTo>
                  <a:pt x="34" y="121"/>
                </a:lnTo>
                <a:lnTo>
                  <a:pt x="39" y="133"/>
                </a:lnTo>
                <a:moveTo>
                  <a:pt x="27" y="137"/>
                </a:moveTo>
                <a:lnTo>
                  <a:pt x="15" y="142"/>
                </a:lnTo>
                <a:lnTo>
                  <a:pt x="11" y="130"/>
                </a:lnTo>
                <a:lnTo>
                  <a:pt x="22" y="125"/>
                </a:lnTo>
                <a:lnTo>
                  <a:pt x="27" y="137"/>
                </a:lnTo>
                <a:moveTo>
                  <a:pt x="15" y="142"/>
                </a:moveTo>
                <a:lnTo>
                  <a:pt x="0" y="147"/>
                </a:lnTo>
                <a:lnTo>
                  <a:pt x="2" y="129"/>
                </a:lnTo>
                <a:lnTo>
                  <a:pt x="16" y="130"/>
                </a:lnTo>
                <a:lnTo>
                  <a:pt x="15" y="138"/>
                </a:lnTo>
                <a:lnTo>
                  <a:pt x="7" y="137"/>
                </a:lnTo>
                <a:lnTo>
                  <a:pt x="5" y="131"/>
                </a:lnTo>
                <a:lnTo>
                  <a:pt x="11" y="130"/>
                </a:lnTo>
                <a:lnTo>
                  <a:pt x="15" y="142"/>
                </a:lnTo>
                <a:moveTo>
                  <a:pt x="2" y="129"/>
                </a:moveTo>
                <a:lnTo>
                  <a:pt x="3" y="116"/>
                </a:lnTo>
                <a:lnTo>
                  <a:pt x="17" y="117"/>
                </a:lnTo>
                <a:lnTo>
                  <a:pt x="16" y="130"/>
                </a:lnTo>
                <a:lnTo>
                  <a:pt x="2" y="129"/>
                </a:lnTo>
                <a:moveTo>
                  <a:pt x="3" y="116"/>
                </a:moveTo>
                <a:lnTo>
                  <a:pt x="5" y="104"/>
                </a:lnTo>
                <a:lnTo>
                  <a:pt x="18" y="105"/>
                </a:lnTo>
                <a:lnTo>
                  <a:pt x="17" y="117"/>
                </a:lnTo>
                <a:lnTo>
                  <a:pt x="3" y="116"/>
                </a:lnTo>
                <a:moveTo>
                  <a:pt x="5" y="104"/>
                </a:moveTo>
                <a:lnTo>
                  <a:pt x="6" y="91"/>
                </a:lnTo>
                <a:lnTo>
                  <a:pt x="20" y="92"/>
                </a:lnTo>
                <a:lnTo>
                  <a:pt x="18" y="105"/>
                </a:lnTo>
                <a:lnTo>
                  <a:pt x="5" y="104"/>
                </a:lnTo>
                <a:moveTo>
                  <a:pt x="6" y="91"/>
                </a:moveTo>
                <a:lnTo>
                  <a:pt x="8" y="78"/>
                </a:lnTo>
                <a:lnTo>
                  <a:pt x="21" y="79"/>
                </a:lnTo>
                <a:lnTo>
                  <a:pt x="20" y="92"/>
                </a:lnTo>
                <a:lnTo>
                  <a:pt x="6" y="91"/>
                </a:lnTo>
                <a:moveTo>
                  <a:pt x="8" y="78"/>
                </a:moveTo>
                <a:lnTo>
                  <a:pt x="9" y="65"/>
                </a:lnTo>
                <a:lnTo>
                  <a:pt x="23" y="66"/>
                </a:lnTo>
                <a:lnTo>
                  <a:pt x="21" y="79"/>
                </a:lnTo>
                <a:lnTo>
                  <a:pt x="8" y="78"/>
                </a:lnTo>
                <a:moveTo>
                  <a:pt x="9" y="65"/>
                </a:moveTo>
                <a:lnTo>
                  <a:pt x="11" y="53"/>
                </a:lnTo>
                <a:lnTo>
                  <a:pt x="24" y="54"/>
                </a:lnTo>
                <a:lnTo>
                  <a:pt x="23" y="66"/>
                </a:lnTo>
                <a:lnTo>
                  <a:pt x="9" y="65"/>
                </a:lnTo>
                <a:moveTo>
                  <a:pt x="11" y="53"/>
                </a:moveTo>
                <a:lnTo>
                  <a:pt x="13" y="40"/>
                </a:lnTo>
                <a:lnTo>
                  <a:pt x="25" y="41"/>
                </a:lnTo>
                <a:lnTo>
                  <a:pt x="24" y="54"/>
                </a:lnTo>
                <a:lnTo>
                  <a:pt x="11" y="53"/>
                </a:lnTo>
                <a:moveTo>
                  <a:pt x="13" y="40"/>
                </a:moveTo>
                <a:lnTo>
                  <a:pt x="14" y="27"/>
                </a:lnTo>
                <a:lnTo>
                  <a:pt x="27" y="29"/>
                </a:lnTo>
                <a:lnTo>
                  <a:pt x="25" y="41"/>
                </a:lnTo>
                <a:lnTo>
                  <a:pt x="13" y="40"/>
                </a:lnTo>
                <a:moveTo>
                  <a:pt x="14" y="27"/>
                </a:moveTo>
                <a:lnTo>
                  <a:pt x="16" y="15"/>
                </a:lnTo>
                <a:lnTo>
                  <a:pt x="28" y="16"/>
                </a:lnTo>
                <a:lnTo>
                  <a:pt x="27" y="29"/>
                </a:lnTo>
                <a:lnTo>
                  <a:pt x="14" y="27"/>
                </a:lnTo>
                <a:moveTo>
                  <a:pt x="16" y="15"/>
                </a:moveTo>
                <a:lnTo>
                  <a:pt x="17" y="0"/>
                </a:lnTo>
                <a:lnTo>
                  <a:pt x="36" y="13"/>
                </a:lnTo>
                <a:lnTo>
                  <a:pt x="29" y="23"/>
                </a:lnTo>
                <a:lnTo>
                  <a:pt x="19" y="16"/>
                </a:lnTo>
                <a:lnTo>
                  <a:pt x="22" y="11"/>
                </a:lnTo>
                <a:lnTo>
                  <a:pt x="29" y="12"/>
                </a:lnTo>
                <a:lnTo>
                  <a:pt x="28" y="16"/>
                </a:lnTo>
                <a:lnTo>
                  <a:pt x="16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1547280" y="1730880"/>
            <a:ext cx="4218480" cy="198360"/>
          </a:xfrm>
          <a:custGeom>
            <a:avLst/>
            <a:gdLst/>
            <a:ahLst/>
            <a:rect l="0" t="0" r="r" b="b"/>
            <a:pathLst>
              <a:path fill="none" w="11718" h="551">
                <a:moveTo>
                  <a:pt x="0" y="551"/>
                </a:moveTo>
                <a:lnTo>
                  <a:pt x="203" y="460"/>
                </a:lnTo>
                <a:cubicBezTo>
                  <a:pt x="406" y="367"/>
                  <a:pt x="813" y="183"/>
                  <a:pt x="1400" y="91"/>
                </a:cubicBezTo>
                <a:cubicBezTo>
                  <a:pt x="1988" y="0"/>
                  <a:pt x="2757" y="0"/>
                  <a:pt x="3525" y="0"/>
                </a:cubicBezTo>
                <a:cubicBezTo>
                  <a:pt x="4293" y="0"/>
                  <a:pt x="5062" y="0"/>
                  <a:pt x="5826" y="0"/>
                </a:cubicBezTo>
                <a:cubicBezTo>
                  <a:pt x="6590" y="0"/>
                  <a:pt x="7349" y="0"/>
                  <a:pt x="8109" y="0"/>
                </a:cubicBezTo>
                <a:cubicBezTo>
                  <a:pt x="8868" y="0"/>
                  <a:pt x="9628" y="0"/>
                  <a:pt x="10230" y="87"/>
                </a:cubicBezTo>
                <a:cubicBezTo>
                  <a:pt x="10831" y="175"/>
                  <a:pt x="11275" y="351"/>
                  <a:pt x="11496" y="440"/>
                </a:cubicBezTo>
                <a:lnTo>
                  <a:pt x="11718" y="528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5736240" y="1891440"/>
            <a:ext cx="50760" cy="42480"/>
          </a:xfrm>
          <a:custGeom>
            <a:avLst/>
            <a:gdLst/>
            <a:ahLst/>
            <a:rect l="0" t="0" r="r" b="b"/>
            <a:pathLst>
              <a:path w="141" h="118">
                <a:moveTo>
                  <a:pt x="46" y="0"/>
                </a:moveTo>
                <a:lnTo>
                  <a:pt x="141" y="105"/>
                </a:lnTo>
                <a:lnTo>
                  <a:pt x="0" y="118"/>
                </a:lnTo>
                <a:lnTo>
                  <a:pt x="46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5732640" y="1887120"/>
            <a:ext cx="59040" cy="49320"/>
          </a:xfrm>
          <a:custGeom>
            <a:avLst/>
            <a:gdLst/>
            <a:ahLst/>
            <a:rect l="0" t="0" r="r" b="b"/>
            <a:pathLst>
              <a:path w="164" h="137">
                <a:moveTo>
                  <a:pt x="70" y="17"/>
                </a:moveTo>
                <a:lnTo>
                  <a:pt x="78" y="26"/>
                </a:lnTo>
                <a:lnTo>
                  <a:pt x="69" y="34"/>
                </a:lnTo>
                <a:lnTo>
                  <a:pt x="61" y="25"/>
                </a:lnTo>
                <a:lnTo>
                  <a:pt x="70" y="17"/>
                </a:lnTo>
                <a:moveTo>
                  <a:pt x="78" y="26"/>
                </a:moveTo>
                <a:lnTo>
                  <a:pt x="87" y="35"/>
                </a:lnTo>
                <a:lnTo>
                  <a:pt x="77" y="44"/>
                </a:lnTo>
                <a:lnTo>
                  <a:pt x="69" y="34"/>
                </a:lnTo>
                <a:lnTo>
                  <a:pt x="78" y="26"/>
                </a:lnTo>
                <a:moveTo>
                  <a:pt x="87" y="35"/>
                </a:moveTo>
                <a:lnTo>
                  <a:pt x="95" y="45"/>
                </a:lnTo>
                <a:lnTo>
                  <a:pt x="86" y="53"/>
                </a:lnTo>
                <a:lnTo>
                  <a:pt x="77" y="44"/>
                </a:lnTo>
                <a:lnTo>
                  <a:pt x="87" y="35"/>
                </a:lnTo>
                <a:moveTo>
                  <a:pt x="95" y="45"/>
                </a:moveTo>
                <a:lnTo>
                  <a:pt x="104" y="54"/>
                </a:lnTo>
                <a:lnTo>
                  <a:pt x="94" y="63"/>
                </a:lnTo>
                <a:lnTo>
                  <a:pt x="86" y="53"/>
                </a:lnTo>
                <a:lnTo>
                  <a:pt x="95" y="45"/>
                </a:lnTo>
                <a:moveTo>
                  <a:pt x="104" y="54"/>
                </a:moveTo>
                <a:lnTo>
                  <a:pt x="112" y="64"/>
                </a:lnTo>
                <a:lnTo>
                  <a:pt x="103" y="72"/>
                </a:lnTo>
                <a:lnTo>
                  <a:pt x="94" y="63"/>
                </a:lnTo>
                <a:lnTo>
                  <a:pt x="104" y="54"/>
                </a:lnTo>
                <a:moveTo>
                  <a:pt x="112" y="64"/>
                </a:moveTo>
                <a:lnTo>
                  <a:pt x="120" y="73"/>
                </a:lnTo>
                <a:lnTo>
                  <a:pt x="111" y="81"/>
                </a:lnTo>
                <a:lnTo>
                  <a:pt x="103" y="72"/>
                </a:lnTo>
                <a:lnTo>
                  <a:pt x="112" y="64"/>
                </a:lnTo>
                <a:moveTo>
                  <a:pt x="120" y="73"/>
                </a:moveTo>
                <a:lnTo>
                  <a:pt x="129" y="82"/>
                </a:lnTo>
                <a:lnTo>
                  <a:pt x="119" y="91"/>
                </a:lnTo>
                <a:lnTo>
                  <a:pt x="111" y="81"/>
                </a:lnTo>
                <a:lnTo>
                  <a:pt x="120" y="73"/>
                </a:lnTo>
                <a:moveTo>
                  <a:pt x="129" y="82"/>
                </a:moveTo>
                <a:lnTo>
                  <a:pt x="137" y="92"/>
                </a:lnTo>
                <a:lnTo>
                  <a:pt x="128" y="100"/>
                </a:lnTo>
                <a:lnTo>
                  <a:pt x="119" y="91"/>
                </a:lnTo>
                <a:lnTo>
                  <a:pt x="129" y="82"/>
                </a:lnTo>
                <a:moveTo>
                  <a:pt x="137" y="92"/>
                </a:moveTo>
                <a:lnTo>
                  <a:pt x="146" y="101"/>
                </a:lnTo>
                <a:lnTo>
                  <a:pt x="136" y="110"/>
                </a:lnTo>
                <a:lnTo>
                  <a:pt x="128" y="100"/>
                </a:lnTo>
                <a:lnTo>
                  <a:pt x="137" y="92"/>
                </a:lnTo>
                <a:moveTo>
                  <a:pt x="146" y="101"/>
                </a:moveTo>
                <a:lnTo>
                  <a:pt x="154" y="111"/>
                </a:lnTo>
                <a:lnTo>
                  <a:pt x="145" y="119"/>
                </a:lnTo>
                <a:lnTo>
                  <a:pt x="136" y="110"/>
                </a:lnTo>
                <a:lnTo>
                  <a:pt x="146" y="101"/>
                </a:lnTo>
                <a:moveTo>
                  <a:pt x="154" y="111"/>
                </a:moveTo>
                <a:lnTo>
                  <a:pt x="164" y="122"/>
                </a:lnTo>
                <a:lnTo>
                  <a:pt x="141" y="124"/>
                </a:lnTo>
                <a:lnTo>
                  <a:pt x="140" y="111"/>
                </a:lnTo>
                <a:lnTo>
                  <a:pt x="150" y="110"/>
                </a:lnTo>
                <a:lnTo>
                  <a:pt x="151" y="116"/>
                </a:lnTo>
                <a:lnTo>
                  <a:pt x="146" y="121"/>
                </a:lnTo>
                <a:lnTo>
                  <a:pt x="145" y="119"/>
                </a:lnTo>
                <a:lnTo>
                  <a:pt x="154" y="111"/>
                </a:lnTo>
                <a:moveTo>
                  <a:pt x="141" y="124"/>
                </a:moveTo>
                <a:lnTo>
                  <a:pt x="128" y="125"/>
                </a:lnTo>
                <a:lnTo>
                  <a:pt x="127" y="112"/>
                </a:lnTo>
                <a:lnTo>
                  <a:pt x="140" y="111"/>
                </a:lnTo>
                <a:lnTo>
                  <a:pt x="141" y="124"/>
                </a:lnTo>
                <a:moveTo>
                  <a:pt x="128" y="125"/>
                </a:moveTo>
                <a:lnTo>
                  <a:pt x="116" y="126"/>
                </a:lnTo>
                <a:lnTo>
                  <a:pt x="115" y="113"/>
                </a:lnTo>
                <a:lnTo>
                  <a:pt x="127" y="112"/>
                </a:lnTo>
                <a:lnTo>
                  <a:pt x="128" y="125"/>
                </a:lnTo>
                <a:moveTo>
                  <a:pt x="116" y="126"/>
                </a:moveTo>
                <a:lnTo>
                  <a:pt x="103" y="127"/>
                </a:lnTo>
                <a:lnTo>
                  <a:pt x="102" y="114"/>
                </a:lnTo>
                <a:lnTo>
                  <a:pt x="115" y="113"/>
                </a:lnTo>
                <a:lnTo>
                  <a:pt x="116" y="126"/>
                </a:lnTo>
                <a:moveTo>
                  <a:pt x="103" y="127"/>
                </a:moveTo>
                <a:lnTo>
                  <a:pt x="91" y="128"/>
                </a:lnTo>
                <a:lnTo>
                  <a:pt x="90" y="115"/>
                </a:lnTo>
                <a:lnTo>
                  <a:pt x="102" y="114"/>
                </a:lnTo>
                <a:lnTo>
                  <a:pt x="103" y="127"/>
                </a:lnTo>
                <a:moveTo>
                  <a:pt x="91" y="128"/>
                </a:moveTo>
                <a:lnTo>
                  <a:pt x="78" y="129"/>
                </a:lnTo>
                <a:lnTo>
                  <a:pt x="77" y="116"/>
                </a:lnTo>
                <a:lnTo>
                  <a:pt x="90" y="115"/>
                </a:lnTo>
                <a:lnTo>
                  <a:pt x="91" y="128"/>
                </a:lnTo>
                <a:moveTo>
                  <a:pt x="78" y="129"/>
                </a:moveTo>
                <a:lnTo>
                  <a:pt x="66" y="131"/>
                </a:lnTo>
                <a:lnTo>
                  <a:pt x="65" y="118"/>
                </a:lnTo>
                <a:lnTo>
                  <a:pt x="77" y="116"/>
                </a:lnTo>
                <a:lnTo>
                  <a:pt x="78" y="129"/>
                </a:lnTo>
                <a:moveTo>
                  <a:pt x="66" y="131"/>
                </a:moveTo>
                <a:lnTo>
                  <a:pt x="53" y="132"/>
                </a:lnTo>
                <a:lnTo>
                  <a:pt x="52" y="119"/>
                </a:lnTo>
                <a:lnTo>
                  <a:pt x="65" y="118"/>
                </a:lnTo>
                <a:lnTo>
                  <a:pt x="66" y="131"/>
                </a:lnTo>
                <a:moveTo>
                  <a:pt x="53" y="132"/>
                </a:moveTo>
                <a:lnTo>
                  <a:pt x="41" y="133"/>
                </a:lnTo>
                <a:lnTo>
                  <a:pt x="40" y="120"/>
                </a:lnTo>
                <a:lnTo>
                  <a:pt x="52" y="119"/>
                </a:lnTo>
                <a:lnTo>
                  <a:pt x="53" y="132"/>
                </a:lnTo>
                <a:moveTo>
                  <a:pt x="41" y="133"/>
                </a:moveTo>
                <a:lnTo>
                  <a:pt x="27" y="134"/>
                </a:lnTo>
                <a:lnTo>
                  <a:pt x="26" y="121"/>
                </a:lnTo>
                <a:lnTo>
                  <a:pt x="40" y="120"/>
                </a:lnTo>
                <a:lnTo>
                  <a:pt x="41" y="133"/>
                </a:lnTo>
                <a:moveTo>
                  <a:pt x="27" y="134"/>
                </a:moveTo>
                <a:lnTo>
                  <a:pt x="15" y="135"/>
                </a:lnTo>
                <a:lnTo>
                  <a:pt x="13" y="122"/>
                </a:lnTo>
                <a:lnTo>
                  <a:pt x="26" y="121"/>
                </a:lnTo>
                <a:lnTo>
                  <a:pt x="27" y="134"/>
                </a:lnTo>
                <a:moveTo>
                  <a:pt x="15" y="135"/>
                </a:moveTo>
                <a:lnTo>
                  <a:pt x="0" y="137"/>
                </a:lnTo>
                <a:lnTo>
                  <a:pt x="7" y="119"/>
                </a:lnTo>
                <a:lnTo>
                  <a:pt x="18" y="123"/>
                </a:lnTo>
                <a:lnTo>
                  <a:pt x="15" y="132"/>
                </a:lnTo>
                <a:lnTo>
                  <a:pt x="10" y="129"/>
                </a:lnTo>
                <a:lnTo>
                  <a:pt x="9" y="122"/>
                </a:lnTo>
                <a:lnTo>
                  <a:pt x="13" y="122"/>
                </a:lnTo>
                <a:lnTo>
                  <a:pt x="15" y="135"/>
                </a:lnTo>
                <a:moveTo>
                  <a:pt x="7" y="119"/>
                </a:moveTo>
                <a:lnTo>
                  <a:pt x="11" y="107"/>
                </a:lnTo>
                <a:lnTo>
                  <a:pt x="23" y="112"/>
                </a:lnTo>
                <a:lnTo>
                  <a:pt x="18" y="123"/>
                </a:lnTo>
                <a:lnTo>
                  <a:pt x="7" y="119"/>
                </a:lnTo>
                <a:moveTo>
                  <a:pt x="11" y="107"/>
                </a:moveTo>
                <a:lnTo>
                  <a:pt x="16" y="95"/>
                </a:lnTo>
                <a:lnTo>
                  <a:pt x="28" y="100"/>
                </a:lnTo>
                <a:lnTo>
                  <a:pt x="23" y="112"/>
                </a:lnTo>
                <a:lnTo>
                  <a:pt x="11" y="107"/>
                </a:lnTo>
                <a:moveTo>
                  <a:pt x="16" y="95"/>
                </a:moveTo>
                <a:lnTo>
                  <a:pt x="21" y="84"/>
                </a:lnTo>
                <a:lnTo>
                  <a:pt x="32" y="88"/>
                </a:lnTo>
                <a:lnTo>
                  <a:pt x="28" y="100"/>
                </a:lnTo>
                <a:lnTo>
                  <a:pt x="16" y="95"/>
                </a:lnTo>
                <a:moveTo>
                  <a:pt x="21" y="84"/>
                </a:moveTo>
                <a:lnTo>
                  <a:pt x="25" y="72"/>
                </a:lnTo>
                <a:lnTo>
                  <a:pt x="38" y="77"/>
                </a:lnTo>
                <a:lnTo>
                  <a:pt x="32" y="88"/>
                </a:lnTo>
                <a:lnTo>
                  <a:pt x="21" y="84"/>
                </a:lnTo>
                <a:moveTo>
                  <a:pt x="25" y="72"/>
                </a:moveTo>
                <a:lnTo>
                  <a:pt x="30" y="60"/>
                </a:lnTo>
                <a:lnTo>
                  <a:pt x="43" y="65"/>
                </a:lnTo>
                <a:lnTo>
                  <a:pt x="38" y="77"/>
                </a:lnTo>
                <a:lnTo>
                  <a:pt x="25" y="72"/>
                </a:lnTo>
                <a:moveTo>
                  <a:pt x="30" y="60"/>
                </a:moveTo>
                <a:lnTo>
                  <a:pt x="35" y="49"/>
                </a:lnTo>
                <a:lnTo>
                  <a:pt x="47" y="53"/>
                </a:lnTo>
                <a:lnTo>
                  <a:pt x="43" y="65"/>
                </a:lnTo>
                <a:lnTo>
                  <a:pt x="30" y="60"/>
                </a:lnTo>
                <a:moveTo>
                  <a:pt x="35" y="49"/>
                </a:moveTo>
                <a:lnTo>
                  <a:pt x="40" y="37"/>
                </a:lnTo>
                <a:lnTo>
                  <a:pt x="52" y="41"/>
                </a:lnTo>
                <a:lnTo>
                  <a:pt x="47" y="53"/>
                </a:lnTo>
                <a:lnTo>
                  <a:pt x="35" y="49"/>
                </a:lnTo>
                <a:moveTo>
                  <a:pt x="40" y="37"/>
                </a:moveTo>
                <a:lnTo>
                  <a:pt x="45" y="25"/>
                </a:lnTo>
                <a:lnTo>
                  <a:pt x="56" y="30"/>
                </a:lnTo>
                <a:lnTo>
                  <a:pt x="52" y="41"/>
                </a:lnTo>
                <a:lnTo>
                  <a:pt x="40" y="37"/>
                </a:lnTo>
                <a:moveTo>
                  <a:pt x="45" y="25"/>
                </a:moveTo>
                <a:lnTo>
                  <a:pt x="49" y="13"/>
                </a:lnTo>
                <a:lnTo>
                  <a:pt x="61" y="18"/>
                </a:lnTo>
                <a:lnTo>
                  <a:pt x="56" y="30"/>
                </a:lnTo>
                <a:lnTo>
                  <a:pt x="45" y="25"/>
                </a:lnTo>
                <a:moveTo>
                  <a:pt x="49" y="13"/>
                </a:moveTo>
                <a:lnTo>
                  <a:pt x="55" y="0"/>
                </a:lnTo>
                <a:lnTo>
                  <a:pt x="70" y="17"/>
                </a:lnTo>
                <a:lnTo>
                  <a:pt x="61" y="25"/>
                </a:lnTo>
                <a:lnTo>
                  <a:pt x="52" y="16"/>
                </a:lnTo>
                <a:lnTo>
                  <a:pt x="57" y="12"/>
                </a:lnTo>
                <a:lnTo>
                  <a:pt x="63" y="14"/>
                </a:lnTo>
                <a:lnTo>
                  <a:pt x="61" y="18"/>
                </a:lnTo>
                <a:lnTo>
                  <a:pt x="49" y="1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3027240" y="2234880"/>
            <a:ext cx="880560" cy="427320"/>
          </a:xfrm>
          <a:custGeom>
            <a:avLst/>
            <a:gdLst/>
            <a:ahLst/>
            <a:rect l="0" t="0" r="r" b="b"/>
            <a:pathLst>
              <a:path fill="none" w="2446" h="1187">
                <a:moveTo>
                  <a:pt x="0" y="0"/>
                </a:moveTo>
                <a:lnTo>
                  <a:pt x="288" y="208"/>
                </a:lnTo>
                <a:cubicBezTo>
                  <a:pt x="574" y="416"/>
                  <a:pt x="1146" y="831"/>
                  <a:pt x="1554" y="1024"/>
                </a:cubicBezTo>
                <a:cubicBezTo>
                  <a:pt x="1961" y="1218"/>
                  <a:pt x="2204" y="1191"/>
                  <a:pt x="2325" y="1178"/>
                </a:cubicBezTo>
                <a:lnTo>
                  <a:pt x="2446" y="1165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3882240" y="2633760"/>
            <a:ext cx="48240" cy="45360"/>
          </a:xfrm>
          <a:custGeom>
            <a:avLst/>
            <a:gdLst/>
            <a:ahLst/>
            <a:rect l="0" t="0" r="r" b="b"/>
            <a:pathLst>
              <a:path w="134" h="126">
                <a:moveTo>
                  <a:pt x="0" y="0"/>
                </a:moveTo>
                <a:lnTo>
                  <a:pt x="134" y="49"/>
                </a:lnTo>
                <a:lnTo>
                  <a:pt x="14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3879720" y="2630520"/>
            <a:ext cx="55800" cy="52560"/>
          </a:xfrm>
          <a:custGeom>
            <a:avLst/>
            <a:gdLst/>
            <a:ahLst/>
            <a:rect l="0" t="0" r="r" b="b"/>
            <a:pathLst>
              <a:path w="155" h="146">
                <a:moveTo>
                  <a:pt x="22" y="7"/>
                </a:moveTo>
                <a:lnTo>
                  <a:pt x="34" y="12"/>
                </a:lnTo>
                <a:lnTo>
                  <a:pt x="30" y="25"/>
                </a:lnTo>
                <a:lnTo>
                  <a:pt x="18" y="20"/>
                </a:lnTo>
                <a:lnTo>
                  <a:pt x="22" y="7"/>
                </a:lnTo>
                <a:moveTo>
                  <a:pt x="34" y="12"/>
                </a:moveTo>
                <a:lnTo>
                  <a:pt x="46" y="17"/>
                </a:lnTo>
                <a:lnTo>
                  <a:pt x="42" y="29"/>
                </a:lnTo>
                <a:lnTo>
                  <a:pt x="30" y="25"/>
                </a:lnTo>
                <a:lnTo>
                  <a:pt x="34" y="12"/>
                </a:lnTo>
                <a:moveTo>
                  <a:pt x="46" y="17"/>
                </a:moveTo>
                <a:lnTo>
                  <a:pt x="58" y="22"/>
                </a:lnTo>
                <a:lnTo>
                  <a:pt x="54" y="33"/>
                </a:lnTo>
                <a:lnTo>
                  <a:pt x="42" y="29"/>
                </a:lnTo>
                <a:lnTo>
                  <a:pt x="46" y="17"/>
                </a:lnTo>
                <a:moveTo>
                  <a:pt x="58" y="22"/>
                </a:moveTo>
                <a:lnTo>
                  <a:pt x="70" y="26"/>
                </a:lnTo>
                <a:lnTo>
                  <a:pt x="65" y="38"/>
                </a:lnTo>
                <a:lnTo>
                  <a:pt x="54" y="33"/>
                </a:lnTo>
                <a:lnTo>
                  <a:pt x="58" y="22"/>
                </a:lnTo>
                <a:moveTo>
                  <a:pt x="70" y="26"/>
                </a:moveTo>
                <a:lnTo>
                  <a:pt x="82" y="30"/>
                </a:lnTo>
                <a:lnTo>
                  <a:pt x="77" y="42"/>
                </a:lnTo>
                <a:lnTo>
                  <a:pt x="65" y="38"/>
                </a:lnTo>
                <a:lnTo>
                  <a:pt x="70" y="26"/>
                </a:lnTo>
                <a:moveTo>
                  <a:pt x="82" y="30"/>
                </a:moveTo>
                <a:lnTo>
                  <a:pt x="93" y="35"/>
                </a:lnTo>
                <a:lnTo>
                  <a:pt x="89" y="46"/>
                </a:lnTo>
                <a:lnTo>
                  <a:pt x="77" y="42"/>
                </a:lnTo>
                <a:lnTo>
                  <a:pt x="82" y="30"/>
                </a:lnTo>
                <a:moveTo>
                  <a:pt x="93" y="35"/>
                </a:moveTo>
                <a:lnTo>
                  <a:pt x="105" y="39"/>
                </a:lnTo>
                <a:lnTo>
                  <a:pt x="101" y="51"/>
                </a:lnTo>
                <a:lnTo>
                  <a:pt x="89" y="46"/>
                </a:lnTo>
                <a:lnTo>
                  <a:pt x="93" y="35"/>
                </a:lnTo>
                <a:moveTo>
                  <a:pt x="105" y="39"/>
                </a:moveTo>
                <a:lnTo>
                  <a:pt x="117" y="43"/>
                </a:lnTo>
                <a:lnTo>
                  <a:pt x="113" y="55"/>
                </a:lnTo>
                <a:lnTo>
                  <a:pt x="101" y="51"/>
                </a:lnTo>
                <a:lnTo>
                  <a:pt x="105" y="39"/>
                </a:lnTo>
                <a:moveTo>
                  <a:pt x="117" y="43"/>
                </a:moveTo>
                <a:lnTo>
                  <a:pt x="129" y="48"/>
                </a:lnTo>
                <a:lnTo>
                  <a:pt x="124" y="60"/>
                </a:lnTo>
                <a:lnTo>
                  <a:pt x="113" y="55"/>
                </a:lnTo>
                <a:lnTo>
                  <a:pt x="117" y="43"/>
                </a:lnTo>
                <a:moveTo>
                  <a:pt x="129" y="48"/>
                </a:moveTo>
                <a:lnTo>
                  <a:pt x="141" y="52"/>
                </a:lnTo>
                <a:lnTo>
                  <a:pt x="136" y="64"/>
                </a:lnTo>
                <a:lnTo>
                  <a:pt x="124" y="60"/>
                </a:lnTo>
                <a:lnTo>
                  <a:pt x="129" y="48"/>
                </a:lnTo>
                <a:moveTo>
                  <a:pt x="141" y="52"/>
                </a:moveTo>
                <a:lnTo>
                  <a:pt x="155" y="57"/>
                </a:lnTo>
                <a:lnTo>
                  <a:pt x="135" y="70"/>
                </a:lnTo>
                <a:lnTo>
                  <a:pt x="128" y="59"/>
                </a:lnTo>
                <a:lnTo>
                  <a:pt x="137" y="53"/>
                </a:lnTo>
                <a:lnTo>
                  <a:pt x="141" y="59"/>
                </a:lnTo>
                <a:lnTo>
                  <a:pt x="138" y="65"/>
                </a:lnTo>
                <a:lnTo>
                  <a:pt x="136" y="64"/>
                </a:lnTo>
                <a:lnTo>
                  <a:pt x="141" y="52"/>
                </a:lnTo>
                <a:moveTo>
                  <a:pt x="135" y="70"/>
                </a:moveTo>
                <a:lnTo>
                  <a:pt x="125" y="76"/>
                </a:lnTo>
                <a:lnTo>
                  <a:pt x="118" y="66"/>
                </a:lnTo>
                <a:lnTo>
                  <a:pt x="128" y="59"/>
                </a:lnTo>
                <a:lnTo>
                  <a:pt x="135" y="70"/>
                </a:lnTo>
                <a:moveTo>
                  <a:pt x="125" y="76"/>
                </a:moveTo>
                <a:lnTo>
                  <a:pt x="114" y="83"/>
                </a:lnTo>
                <a:lnTo>
                  <a:pt x="107" y="73"/>
                </a:lnTo>
                <a:lnTo>
                  <a:pt x="118" y="66"/>
                </a:lnTo>
                <a:lnTo>
                  <a:pt x="125" y="76"/>
                </a:lnTo>
                <a:moveTo>
                  <a:pt x="114" y="83"/>
                </a:moveTo>
                <a:lnTo>
                  <a:pt x="104" y="90"/>
                </a:lnTo>
                <a:lnTo>
                  <a:pt x="97" y="80"/>
                </a:lnTo>
                <a:lnTo>
                  <a:pt x="107" y="73"/>
                </a:lnTo>
                <a:lnTo>
                  <a:pt x="114" y="83"/>
                </a:lnTo>
                <a:moveTo>
                  <a:pt x="104" y="90"/>
                </a:moveTo>
                <a:lnTo>
                  <a:pt x="93" y="97"/>
                </a:lnTo>
                <a:lnTo>
                  <a:pt x="86" y="86"/>
                </a:lnTo>
                <a:lnTo>
                  <a:pt x="97" y="80"/>
                </a:lnTo>
                <a:lnTo>
                  <a:pt x="104" y="90"/>
                </a:lnTo>
                <a:moveTo>
                  <a:pt x="93" y="97"/>
                </a:moveTo>
                <a:lnTo>
                  <a:pt x="82" y="104"/>
                </a:lnTo>
                <a:lnTo>
                  <a:pt x="76" y="93"/>
                </a:lnTo>
                <a:lnTo>
                  <a:pt x="86" y="86"/>
                </a:lnTo>
                <a:lnTo>
                  <a:pt x="93" y="97"/>
                </a:lnTo>
                <a:moveTo>
                  <a:pt x="82" y="104"/>
                </a:moveTo>
                <a:lnTo>
                  <a:pt x="72" y="111"/>
                </a:lnTo>
                <a:lnTo>
                  <a:pt x="65" y="100"/>
                </a:lnTo>
                <a:lnTo>
                  <a:pt x="76" y="93"/>
                </a:lnTo>
                <a:lnTo>
                  <a:pt x="82" y="104"/>
                </a:lnTo>
                <a:moveTo>
                  <a:pt x="72" y="111"/>
                </a:moveTo>
                <a:lnTo>
                  <a:pt x="61" y="117"/>
                </a:lnTo>
                <a:lnTo>
                  <a:pt x="54" y="107"/>
                </a:lnTo>
                <a:lnTo>
                  <a:pt x="65" y="100"/>
                </a:lnTo>
                <a:lnTo>
                  <a:pt x="72" y="111"/>
                </a:lnTo>
                <a:moveTo>
                  <a:pt x="61" y="117"/>
                </a:moveTo>
                <a:lnTo>
                  <a:pt x="51" y="124"/>
                </a:lnTo>
                <a:lnTo>
                  <a:pt x="44" y="114"/>
                </a:lnTo>
                <a:lnTo>
                  <a:pt x="54" y="107"/>
                </a:lnTo>
                <a:lnTo>
                  <a:pt x="61" y="117"/>
                </a:lnTo>
                <a:moveTo>
                  <a:pt x="51" y="124"/>
                </a:moveTo>
                <a:lnTo>
                  <a:pt x="40" y="131"/>
                </a:lnTo>
                <a:lnTo>
                  <a:pt x="33" y="121"/>
                </a:lnTo>
                <a:lnTo>
                  <a:pt x="44" y="114"/>
                </a:lnTo>
                <a:lnTo>
                  <a:pt x="51" y="124"/>
                </a:lnTo>
                <a:moveTo>
                  <a:pt x="40" y="131"/>
                </a:moveTo>
                <a:lnTo>
                  <a:pt x="30" y="138"/>
                </a:lnTo>
                <a:lnTo>
                  <a:pt x="23" y="127"/>
                </a:lnTo>
                <a:lnTo>
                  <a:pt x="33" y="121"/>
                </a:lnTo>
                <a:lnTo>
                  <a:pt x="40" y="131"/>
                </a:lnTo>
                <a:moveTo>
                  <a:pt x="30" y="138"/>
                </a:moveTo>
                <a:lnTo>
                  <a:pt x="17" y="146"/>
                </a:lnTo>
                <a:lnTo>
                  <a:pt x="15" y="128"/>
                </a:lnTo>
                <a:lnTo>
                  <a:pt x="28" y="126"/>
                </a:lnTo>
                <a:lnTo>
                  <a:pt x="29" y="134"/>
                </a:lnTo>
                <a:lnTo>
                  <a:pt x="22" y="135"/>
                </a:lnTo>
                <a:lnTo>
                  <a:pt x="19" y="130"/>
                </a:lnTo>
                <a:lnTo>
                  <a:pt x="23" y="127"/>
                </a:lnTo>
                <a:lnTo>
                  <a:pt x="30" y="138"/>
                </a:lnTo>
                <a:moveTo>
                  <a:pt x="15" y="128"/>
                </a:moveTo>
                <a:lnTo>
                  <a:pt x="14" y="115"/>
                </a:lnTo>
                <a:lnTo>
                  <a:pt x="26" y="114"/>
                </a:lnTo>
                <a:lnTo>
                  <a:pt x="28" y="126"/>
                </a:lnTo>
                <a:lnTo>
                  <a:pt x="15" y="128"/>
                </a:lnTo>
                <a:moveTo>
                  <a:pt x="14" y="115"/>
                </a:moveTo>
                <a:lnTo>
                  <a:pt x="12" y="103"/>
                </a:lnTo>
                <a:lnTo>
                  <a:pt x="25" y="101"/>
                </a:lnTo>
                <a:lnTo>
                  <a:pt x="26" y="114"/>
                </a:lnTo>
                <a:lnTo>
                  <a:pt x="14" y="115"/>
                </a:lnTo>
                <a:moveTo>
                  <a:pt x="12" y="103"/>
                </a:moveTo>
                <a:lnTo>
                  <a:pt x="11" y="90"/>
                </a:lnTo>
                <a:lnTo>
                  <a:pt x="24" y="89"/>
                </a:lnTo>
                <a:lnTo>
                  <a:pt x="25" y="101"/>
                </a:lnTo>
                <a:lnTo>
                  <a:pt x="12" y="103"/>
                </a:lnTo>
                <a:moveTo>
                  <a:pt x="11" y="90"/>
                </a:moveTo>
                <a:lnTo>
                  <a:pt x="9" y="78"/>
                </a:lnTo>
                <a:lnTo>
                  <a:pt x="22" y="76"/>
                </a:lnTo>
                <a:lnTo>
                  <a:pt x="24" y="89"/>
                </a:lnTo>
                <a:lnTo>
                  <a:pt x="11" y="90"/>
                </a:lnTo>
                <a:moveTo>
                  <a:pt x="9" y="78"/>
                </a:moveTo>
                <a:lnTo>
                  <a:pt x="7" y="65"/>
                </a:lnTo>
                <a:lnTo>
                  <a:pt x="21" y="64"/>
                </a:lnTo>
                <a:lnTo>
                  <a:pt x="22" y="76"/>
                </a:lnTo>
                <a:lnTo>
                  <a:pt x="9" y="78"/>
                </a:lnTo>
                <a:moveTo>
                  <a:pt x="7" y="65"/>
                </a:moveTo>
                <a:lnTo>
                  <a:pt x="6" y="53"/>
                </a:lnTo>
                <a:lnTo>
                  <a:pt x="19" y="51"/>
                </a:lnTo>
                <a:lnTo>
                  <a:pt x="21" y="64"/>
                </a:lnTo>
                <a:lnTo>
                  <a:pt x="7" y="65"/>
                </a:lnTo>
                <a:moveTo>
                  <a:pt x="6" y="53"/>
                </a:moveTo>
                <a:lnTo>
                  <a:pt x="4" y="40"/>
                </a:lnTo>
                <a:lnTo>
                  <a:pt x="18" y="39"/>
                </a:lnTo>
                <a:lnTo>
                  <a:pt x="19" y="51"/>
                </a:lnTo>
                <a:lnTo>
                  <a:pt x="6" y="53"/>
                </a:lnTo>
                <a:moveTo>
                  <a:pt x="4" y="40"/>
                </a:moveTo>
                <a:lnTo>
                  <a:pt x="3" y="28"/>
                </a:lnTo>
                <a:lnTo>
                  <a:pt x="17" y="26"/>
                </a:lnTo>
                <a:lnTo>
                  <a:pt x="18" y="39"/>
                </a:lnTo>
                <a:lnTo>
                  <a:pt x="4" y="40"/>
                </a:lnTo>
                <a:moveTo>
                  <a:pt x="3" y="28"/>
                </a:moveTo>
                <a:lnTo>
                  <a:pt x="2" y="14"/>
                </a:lnTo>
                <a:lnTo>
                  <a:pt x="15" y="13"/>
                </a:lnTo>
                <a:lnTo>
                  <a:pt x="17" y="26"/>
                </a:lnTo>
                <a:lnTo>
                  <a:pt x="3" y="28"/>
                </a:lnTo>
                <a:moveTo>
                  <a:pt x="2" y="14"/>
                </a:moveTo>
                <a:lnTo>
                  <a:pt x="0" y="0"/>
                </a:lnTo>
                <a:lnTo>
                  <a:pt x="22" y="7"/>
                </a:lnTo>
                <a:lnTo>
                  <a:pt x="18" y="20"/>
                </a:lnTo>
                <a:lnTo>
                  <a:pt x="5" y="15"/>
                </a:lnTo>
                <a:lnTo>
                  <a:pt x="7" y="9"/>
                </a:lnTo>
                <a:lnTo>
                  <a:pt x="15" y="8"/>
                </a:lnTo>
                <a:lnTo>
                  <a:pt x="15" y="13"/>
                </a:lnTo>
                <a:lnTo>
                  <a:pt x="2" y="1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3361680" y="2081880"/>
            <a:ext cx="2186280" cy="0"/>
          </a:xfrm>
          <a:custGeom>
            <a:avLst/>
            <a:gdLst/>
            <a:ahLst/>
            <a:rect l="0" t="0" r="r" b="b"/>
            <a:pathLst>
              <a:path fill="none" w="6073" h="0">
                <a:moveTo>
                  <a:pt x="0" y="0"/>
                </a:moveTo>
                <a:lnTo>
                  <a:pt x="131" y="0"/>
                </a:lnTo>
                <a:cubicBezTo>
                  <a:pt x="263" y="0"/>
                  <a:pt x="526" y="0"/>
                  <a:pt x="1037" y="0"/>
                </a:cubicBezTo>
                <a:cubicBezTo>
                  <a:pt x="1549" y="0"/>
                  <a:pt x="2308" y="0"/>
                  <a:pt x="3068" y="0"/>
                </a:cubicBezTo>
                <a:cubicBezTo>
                  <a:pt x="3827" y="0"/>
                  <a:pt x="4587" y="0"/>
                  <a:pt x="5088" y="0"/>
                </a:cubicBezTo>
                <a:cubicBezTo>
                  <a:pt x="5589" y="0"/>
                  <a:pt x="5831" y="0"/>
                  <a:pt x="5952" y="0"/>
                </a:cubicBezTo>
                <a:lnTo>
                  <a:pt x="6073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552528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5523120" y="2055600"/>
            <a:ext cx="52920" cy="53280"/>
          </a:xfrm>
          <a:custGeom>
            <a:avLst/>
            <a:gdLst/>
            <a:ahLst/>
            <a:rect l="0" t="0" r="r" b="b"/>
            <a:pathLst>
              <a:path w="147" h="148">
                <a:moveTo>
                  <a:pt x="20" y="11"/>
                </a:moveTo>
                <a:lnTo>
                  <a:pt x="31" y="16"/>
                </a:lnTo>
                <a:lnTo>
                  <a:pt x="26" y="27"/>
                </a:lnTo>
                <a:lnTo>
                  <a:pt x="15" y="22"/>
                </a:lnTo>
                <a:lnTo>
                  <a:pt x="20" y="11"/>
                </a:lnTo>
                <a:moveTo>
                  <a:pt x="31" y="16"/>
                </a:moveTo>
                <a:lnTo>
                  <a:pt x="43" y="22"/>
                </a:lnTo>
                <a:lnTo>
                  <a:pt x="37" y="33"/>
                </a:lnTo>
                <a:lnTo>
                  <a:pt x="26" y="27"/>
                </a:lnTo>
                <a:lnTo>
                  <a:pt x="31" y="16"/>
                </a:lnTo>
                <a:moveTo>
                  <a:pt x="43" y="22"/>
                </a:moveTo>
                <a:lnTo>
                  <a:pt x="54" y="27"/>
                </a:lnTo>
                <a:lnTo>
                  <a:pt x="48" y="39"/>
                </a:lnTo>
                <a:lnTo>
                  <a:pt x="37" y="33"/>
                </a:lnTo>
                <a:lnTo>
                  <a:pt x="43" y="22"/>
                </a:lnTo>
                <a:moveTo>
                  <a:pt x="54" y="27"/>
                </a:moveTo>
                <a:lnTo>
                  <a:pt x="66" y="33"/>
                </a:lnTo>
                <a:lnTo>
                  <a:pt x="60" y="44"/>
                </a:lnTo>
                <a:lnTo>
                  <a:pt x="48" y="39"/>
                </a:lnTo>
                <a:lnTo>
                  <a:pt x="54" y="27"/>
                </a:lnTo>
                <a:moveTo>
                  <a:pt x="66" y="33"/>
                </a:moveTo>
                <a:lnTo>
                  <a:pt x="77" y="39"/>
                </a:lnTo>
                <a:lnTo>
                  <a:pt x="72" y="50"/>
                </a:lnTo>
                <a:lnTo>
                  <a:pt x="60" y="44"/>
                </a:lnTo>
                <a:lnTo>
                  <a:pt x="66" y="33"/>
                </a:lnTo>
                <a:moveTo>
                  <a:pt x="77" y="39"/>
                </a:moveTo>
                <a:lnTo>
                  <a:pt x="89" y="44"/>
                </a:lnTo>
                <a:lnTo>
                  <a:pt x="83" y="56"/>
                </a:lnTo>
                <a:lnTo>
                  <a:pt x="72" y="50"/>
                </a:lnTo>
                <a:lnTo>
                  <a:pt x="77" y="39"/>
                </a:lnTo>
                <a:moveTo>
                  <a:pt x="89" y="44"/>
                </a:moveTo>
                <a:lnTo>
                  <a:pt x="100" y="50"/>
                </a:lnTo>
                <a:lnTo>
                  <a:pt x="94" y="62"/>
                </a:lnTo>
                <a:lnTo>
                  <a:pt x="83" y="56"/>
                </a:lnTo>
                <a:lnTo>
                  <a:pt x="89" y="44"/>
                </a:lnTo>
                <a:moveTo>
                  <a:pt x="100" y="50"/>
                </a:moveTo>
                <a:lnTo>
                  <a:pt x="111" y="56"/>
                </a:lnTo>
                <a:lnTo>
                  <a:pt x="106" y="68"/>
                </a:lnTo>
                <a:lnTo>
                  <a:pt x="94" y="62"/>
                </a:lnTo>
                <a:lnTo>
                  <a:pt x="100" y="50"/>
                </a:lnTo>
                <a:moveTo>
                  <a:pt x="111" y="56"/>
                </a:moveTo>
                <a:lnTo>
                  <a:pt x="123" y="62"/>
                </a:lnTo>
                <a:lnTo>
                  <a:pt x="117" y="73"/>
                </a:lnTo>
                <a:lnTo>
                  <a:pt x="106" y="68"/>
                </a:lnTo>
                <a:lnTo>
                  <a:pt x="111" y="56"/>
                </a:lnTo>
                <a:moveTo>
                  <a:pt x="123" y="62"/>
                </a:moveTo>
                <a:lnTo>
                  <a:pt x="134" y="68"/>
                </a:lnTo>
                <a:lnTo>
                  <a:pt x="128" y="79"/>
                </a:lnTo>
                <a:lnTo>
                  <a:pt x="117" y="73"/>
                </a:lnTo>
                <a:lnTo>
                  <a:pt x="123" y="62"/>
                </a:lnTo>
                <a:moveTo>
                  <a:pt x="134" y="68"/>
                </a:moveTo>
                <a:lnTo>
                  <a:pt x="147" y="74"/>
                </a:lnTo>
                <a:lnTo>
                  <a:pt x="127" y="85"/>
                </a:lnTo>
                <a:lnTo>
                  <a:pt x="121" y="73"/>
                </a:lnTo>
                <a:lnTo>
                  <a:pt x="130" y="69"/>
                </a:lnTo>
                <a:lnTo>
                  <a:pt x="133" y="74"/>
                </a:lnTo>
                <a:lnTo>
                  <a:pt x="130" y="80"/>
                </a:lnTo>
                <a:lnTo>
                  <a:pt x="128" y="79"/>
                </a:lnTo>
                <a:lnTo>
                  <a:pt x="134" y="68"/>
                </a:lnTo>
                <a:moveTo>
                  <a:pt x="127" y="85"/>
                </a:moveTo>
                <a:lnTo>
                  <a:pt x="115" y="90"/>
                </a:lnTo>
                <a:lnTo>
                  <a:pt x="110" y="79"/>
                </a:lnTo>
                <a:lnTo>
                  <a:pt x="121" y="73"/>
                </a:lnTo>
                <a:lnTo>
                  <a:pt x="127" y="85"/>
                </a:lnTo>
                <a:moveTo>
                  <a:pt x="115" y="90"/>
                </a:moveTo>
                <a:lnTo>
                  <a:pt x="104" y="96"/>
                </a:lnTo>
                <a:lnTo>
                  <a:pt x="98" y="85"/>
                </a:lnTo>
                <a:lnTo>
                  <a:pt x="110" y="79"/>
                </a:lnTo>
                <a:lnTo>
                  <a:pt x="115" y="90"/>
                </a:lnTo>
                <a:moveTo>
                  <a:pt x="104" y="96"/>
                </a:moveTo>
                <a:lnTo>
                  <a:pt x="93" y="102"/>
                </a:lnTo>
                <a:lnTo>
                  <a:pt x="87" y="90"/>
                </a:lnTo>
                <a:lnTo>
                  <a:pt x="98" y="85"/>
                </a:lnTo>
                <a:lnTo>
                  <a:pt x="104" y="96"/>
                </a:lnTo>
                <a:moveTo>
                  <a:pt x="93" y="102"/>
                </a:moveTo>
                <a:lnTo>
                  <a:pt x="82" y="107"/>
                </a:lnTo>
                <a:lnTo>
                  <a:pt x="76" y="96"/>
                </a:lnTo>
                <a:lnTo>
                  <a:pt x="87" y="90"/>
                </a:lnTo>
                <a:lnTo>
                  <a:pt x="93" y="102"/>
                </a:lnTo>
                <a:moveTo>
                  <a:pt x="82" y="107"/>
                </a:moveTo>
                <a:lnTo>
                  <a:pt x="70" y="113"/>
                </a:lnTo>
                <a:lnTo>
                  <a:pt x="65" y="102"/>
                </a:lnTo>
                <a:lnTo>
                  <a:pt x="76" y="96"/>
                </a:lnTo>
                <a:lnTo>
                  <a:pt x="82" y="107"/>
                </a:lnTo>
                <a:moveTo>
                  <a:pt x="70" y="113"/>
                </a:moveTo>
                <a:lnTo>
                  <a:pt x="58" y="119"/>
                </a:lnTo>
                <a:lnTo>
                  <a:pt x="52" y="107"/>
                </a:lnTo>
                <a:lnTo>
                  <a:pt x="65" y="102"/>
                </a:lnTo>
                <a:lnTo>
                  <a:pt x="70" y="113"/>
                </a:lnTo>
                <a:moveTo>
                  <a:pt x="58" y="119"/>
                </a:moveTo>
                <a:lnTo>
                  <a:pt x="47" y="124"/>
                </a:lnTo>
                <a:lnTo>
                  <a:pt x="41" y="113"/>
                </a:lnTo>
                <a:lnTo>
                  <a:pt x="52" y="107"/>
                </a:lnTo>
                <a:lnTo>
                  <a:pt x="58" y="119"/>
                </a:lnTo>
                <a:moveTo>
                  <a:pt x="47" y="124"/>
                </a:moveTo>
                <a:lnTo>
                  <a:pt x="35" y="130"/>
                </a:lnTo>
                <a:lnTo>
                  <a:pt x="30" y="119"/>
                </a:lnTo>
                <a:lnTo>
                  <a:pt x="41" y="113"/>
                </a:lnTo>
                <a:lnTo>
                  <a:pt x="47" y="124"/>
                </a:lnTo>
                <a:moveTo>
                  <a:pt x="35" y="130"/>
                </a:moveTo>
                <a:lnTo>
                  <a:pt x="24" y="135"/>
                </a:lnTo>
                <a:lnTo>
                  <a:pt x="19" y="124"/>
                </a:lnTo>
                <a:lnTo>
                  <a:pt x="30" y="119"/>
                </a:lnTo>
                <a:lnTo>
                  <a:pt x="35" y="130"/>
                </a:lnTo>
                <a:moveTo>
                  <a:pt x="24" y="135"/>
                </a:moveTo>
                <a:lnTo>
                  <a:pt x="13" y="141"/>
                </a:lnTo>
                <a:lnTo>
                  <a:pt x="7" y="130"/>
                </a:lnTo>
                <a:lnTo>
                  <a:pt x="19" y="124"/>
                </a:lnTo>
                <a:lnTo>
                  <a:pt x="24" y="135"/>
                </a:lnTo>
                <a:moveTo>
                  <a:pt x="13" y="141"/>
                </a:moveTo>
                <a:lnTo>
                  <a:pt x="0" y="148"/>
                </a:lnTo>
                <a:lnTo>
                  <a:pt x="0" y="129"/>
                </a:lnTo>
                <a:lnTo>
                  <a:pt x="12" y="129"/>
                </a:lnTo>
                <a:lnTo>
                  <a:pt x="12" y="137"/>
                </a:lnTo>
                <a:lnTo>
                  <a:pt x="6" y="137"/>
                </a:lnTo>
                <a:lnTo>
                  <a:pt x="3" y="132"/>
                </a:lnTo>
                <a:lnTo>
                  <a:pt x="7" y="130"/>
                </a:lnTo>
                <a:lnTo>
                  <a:pt x="13" y="141"/>
                </a:lnTo>
                <a:moveTo>
                  <a:pt x="0" y="129"/>
                </a:moveTo>
                <a:lnTo>
                  <a:pt x="0" y="117"/>
                </a:lnTo>
                <a:lnTo>
                  <a:pt x="12" y="117"/>
                </a:lnTo>
                <a:lnTo>
                  <a:pt x="12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2" y="104"/>
                </a:lnTo>
                <a:lnTo>
                  <a:pt x="12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2" y="92"/>
                </a:lnTo>
                <a:lnTo>
                  <a:pt x="12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2" y="79"/>
                </a:lnTo>
                <a:lnTo>
                  <a:pt x="12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2" y="66"/>
                </a:lnTo>
                <a:lnTo>
                  <a:pt x="12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2" y="53"/>
                </a:lnTo>
                <a:lnTo>
                  <a:pt x="12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2" y="40"/>
                </a:lnTo>
                <a:lnTo>
                  <a:pt x="12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2" y="28"/>
                </a:lnTo>
                <a:lnTo>
                  <a:pt x="12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2" y="15"/>
                </a:lnTo>
                <a:lnTo>
                  <a:pt x="12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0" y="11"/>
                </a:lnTo>
                <a:lnTo>
                  <a:pt x="15" y="22"/>
                </a:lnTo>
                <a:lnTo>
                  <a:pt x="3" y="16"/>
                </a:lnTo>
                <a:lnTo>
                  <a:pt x="6" y="11"/>
                </a:lnTo>
                <a:lnTo>
                  <a:pt x="12" y="11"/>
                </a:lnTo>
                <a:lnTo>
                  <a:pt x="12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6774120" y="2081880"/>
            <a:ext cx="545760" cy="0"/>
          </a:xfrm>
          <a:custGeom>
            <a:avLst/>
            <a:gdLst/>
            <a:ahLst/>
            <a:rect l="0" t="0" r="r" b="b"/>
            <a:pathLst>
              <a:path fill="none" w="1516" h="0">
                <a:moveTo>
                  <a:pt x="0" y="0"/>
                </a:moveTo>
                <a:lnTo>
                  <a:pt x="132" y="0"/>
                </a:lnTo>
                <a:cubicBezTo>
                  <a:pt x="263" y="0"/>
                  <a:pt x="526" y="0"/>
                  <a:pt x="779" y="0"/>
                </a:cubicBezTo>
                <a:cubicBezTo>
                  <a:pt x="1032" y="0"/>
                  <a:pt x="1274" y="0"/>
                  <a:pt x="1395" y="0"/>
                </a:cubicBezTo>
                <a:lnTo>
                  <a:pt x="1516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-8280" bIns="-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7297200" y="2059560"/>
            <a:ext cx="45720" cy="45360"/>
          </a:xfrm>
          <a:custGeom>
            <a:avLst/>
            <a:gdLst/>
            <a:ahLst/>
            <a:rect l="0" t="0" r="r" b="b"/>
            <a:pathLst>
              <a:path w="127" h="126">
                <a:moveTo>
                  <a:pt x="0" y="0"/>
                </a:moveTo>
                <a:lnTo>
                  <a:pt x="127" y="62"/>
                </a:lnTo>
                <a:lnTo>
                  <a:pt x="0" y="126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7295040" y="2055600"/>
            <a:ext cx="52920" cy="53280"/>
          </a:xfrm>
          <a:custGeom>
            <a:avLst/>
            <a:gdLst/>
            <a:ahLst/>
            <a:rect l="0" t="0" r="r" b="b"/>
            <a:pathLst>
              <a:path w="147" h="148">
                <a:moveTo>
                  <a:pt x="20" y="11"/>
                </a:moveTo>
                <a:lnTo>
                  <a:pt x="31" y="16"/>
                </a:lnTo>
                <a:lnTo>
                  <a:pt x="26" y="27"/>
                </a:lnTo>
                <a:lnTo>
                  <a:pt x="15" y="22"/>
                </a:lnTo>
                <a:lnTo>
                  <a:pt x="20" y="11"/>
                </a:lnTo>
                <a:moveTo>
                  <a:pt x="31" y="16"/>
                </a:moveTo>
                <a:lnTo>
                  <a:pt x="43" y="22"/>
                </a:lnTo>
                <a:lnTo>
                  <a:pt x="37" y="33"/>
                </a:lnTo>
                <a:lnTo>
                  <a:pt x="26" y="27"/>
                </a:lnTo>
                <a:lnTo>
                  <a:pt x="31" y="16"/>
                </a:lnTo>
                <a:moveTo>
                  <a:pt x="43" y="22"/>
                </a:moveTo>
                <a:lnTo>
                  <a:pt x="54" y="27"/>
                </a:lnTo>
                <a:lnTo>
                  <a:pt x="48" y="39"/>
                </a:lnTo>
                <a:lnTo>
                  <a:pt x="37" y="33"/>
                </a:lnTo>
                <a:lnTo>
                  <a:pt x="43" y="22"/>
                </a:lnTo>
                <a:moveTo>
                  <a:pt x="54" y="27"/>
                </a:moveTo>
                <a:lnTo>
                  <a:pt x="65" y="33"/>
                </a:lnTo>
                <a:lnTo>
                  <a:pt x="60" y="44"/>
                </a:lnTo>
                <a:lnTo>
                  <a:pt x="48" y="39"/>
                </a:lnTo>
                <a:lnTo>
                  <a:pt x="54" y="27"/>
                </a:lnTo>
                <a:moveTo>
                  <a:pt x="65" y="33"/>
                </a:moveTo>
                <a:lnTo>
                  <a:pt x="76" y="39"/>
                </a:lnTo>
                <a:lnTo>
                  <a:pt x="71" y="50"/>
                </a:lnTo>
                <a:lnTo>
                  <a:pt x="60" y="44"/>
                </a:lnTo>
                <a:lnTo>
                  <a:pt x="65" y="33"/>
                </a:lnTo>
                <a:moveTo>
                  <a:pt x="76" y="39"/>
                </a:moveTo>
                <a:lnTo>
                  <a:pt x="88" y="44"/>
                </a:lnTo>
                <a:lnTo>
                  <a:pt x="82" y="56"/>
                </a:lnTo>
                <a:lnTo>
                  <a:pt x="71" y="50"/>
                </a:lnTo>
                <a:lnTo>
                  <a:pt x="76" y="39"/>
                </a:lnTo>
                <a:moveTo>
                  <a:pt x="88" y="44"/>
                </a:moveTo>
                <a:lnTo>
                  <a:pt x="99" y="50"/>
                </a:lnTo>
                <a:lnTo>
                  <a:pt x="93" y="62"/>
                </a:lnTo>
                <a:lnTo>
                  <a:pt x="82" y="56"/>
                </a:lnTo>
                <a:lnTo>
                  <a:pt x="88" y="44"/>
                </a:lnTo>
                <a:moveTo>
                  <a:pt x="99" y="50"/>
                </a:moveTo>
                <a:lnTo>
                  <a:pt x="111" y="56"/>
                </a:lnTo>
                <a:lnTo>
                  <a:pt x="106" y="68"/>
                </a:lnTo>
                <a:lnTo>
                  <a:pt x="93" y="62"/>
                </a:lnTo>
                <a:lnTo>
                  <a:pt x="99" y="50"/>
                </a:lnTo>
                <a:moveTo>
                  <a:pt x="111" y="56"/>
                </a:moveTo>
                <a:lnTo>
                  <a:pt x="123" y="62"/>
                </a:lnTo>
                <a:lnTo>
                  <a:pt x="117" y="73"/>
                </a:lnTo>
                <a:lnTo>
                  <a:pt x="106" y="68"/>
                </a:lnTo>
                <a:lnTo>
                  <a:pt x="111" y="56"/>
                </a:lnTo>
                <a:moveTo>
                  <a:pt x="123" y="62"/>
                </a:moveTo>
                <a:lnTo>
                  <a:pt x="134" y="68"/>
                </a:lnTo>
                <a:lnTo>
                  <a:pt x="128" y="79"/>
                </a:lnTo>
                <a:lnTo>
                  <a:pt x="117" y="73"/>
                </a:lnTo>
                <a:lnTo>
                  <a:pt x="123" y="62"/>
                </a:lnTo>
                <a:moveTo>
                  <a:pt x="134" y="68"/>
                </a:moveTo>
                <a:lnTo>
                  <a:pt x="147" y="74"/>
                </a:lnTo>
                <a:lnTo>
                  <a:pt x="127" y="85"/>
                </a:lnTo>
                <a:lnTo>
                  <a:pt x="121" y="73"/>
                </a:lnTo>
                <a:lnTo>
                  <a:pt x="130" y="69"/>
                </a:lnTo>
                <a:lnTo>
                  <a:pt x="133" y="74"/>
                </a:lnTo>
                <a:lnTo>
                  <a:pt x="130" y="80"/>
                </a:lnTo>
                <a:lnTo>
                  <a:pt x="128" y="79"/>
                </a:lnTo>
                <a:lnTo>
                  <a:pt x="134" y="68"/>
                </a:lnTo>
                <a:moveTo>
                  <a:pt x="127" y="85"/>
                </a:moveTo>
                <a:lnTo>
                  <a:pt x="115" y="90"/>
                </a:lnTo>
                <a:lnTo>
                  <a:pt x="110" y="79"/>
                </a:lnTo>
                <a:lnTo>
                  <a:pt x="121" y="73"/>
                </a:lnTo>
                <a:lnTo>
                  <a:pt x="127" y="85"/>
                </a:lnTo>
                <a:moveTo>
                  <a:pt x="115" y="90"/>
                </a:moveTo>
                <a:lnTo>
                  <a:pt x="104" y="96"/>
                </a:lnTo>
                <a:lnTo>
                  <a:pt x="97" y="85"/>
                </a:lnTo>
                <a:lnTo>
                  <a:pt x="110" y="79"/>
                </a:lnTo>
                <a:lnTo>
                  <a:pt x="115" y="90"/>
                </a:lnTo>
                <a:moveTo>
                  <a:pt x="104" y="96"/>
                </a:moveTo>
                <a:lnTo>
                  <a:pt x="92" y="102"/>
                </a:lnTo>
                <a:lnTo>
                  <a:pt x="86" y="90"/>
                </a:lnTo>
                <a:lnTo>
                  <a:pt x="97" y="85"/>
                </a:lnTo>
                <a:lnTo>
                  <a:pt x="104" y="96"/>
                </a:lnTo>
                <a:moveTo>
                  <a:pt x="92" y="102"/>
                </a:moveTo>
                <a:lnTo>
                  <a:pt x="81" y="107"/>
                </a:lnTo>
                <a:lnTo>
                  <a:pt x="75" y="96"/>
                </a:lnTo>
                <a:lnTo>
                  <a:pt x="86" y="90"/>
                </a:lnTo>
                <a:lnTo>
                  <a:pt x="92" y="102"/>
                </a:lnTo>
                <a:moveTo>
                  <a:pt x="81" y="107"/>
                </a:moveTo>
                <a:lnTo>
                  <a:pt x="69" y="113"/>
                </a:lnTo>
                <a:lnTo>
                  <a:pt x="64" y="102"/>
                </a:lnTo>
                <a:lnTo>
                  <a:pt x="75" y="96"/>
                </a:lnTo>
                <a:lnTo>
                  <a:pt x="81" y="107"/>
                </a:lnTo>
                <a:moveTo>
                  <a:pt x="69" y="113"/>
                </a:moveTo>
                <a:lnTo>
                  <a:pt x="58" y="119"/>
                </a:lnTo>
                <a:lnTo>
                  <a:pt x="52" y="107"/>
                </a:lnTo>
                <a:lnTo>
                  <a:pt x="64" y="102"/>
                </a:lnTo>
                <a:lnTo>
                  <a:pt x="69" y="113"/>
                </a:lnTo>
                <a:moveTo>
                  <a:pt x="58" y="119"/>
                </a:moveTo>
                <a:lnTo>
                  <a:pt x="47" y="124"/>
                </a:lnTo>
                <a:lnTo>
                  <a:pt x="41" y="113"/>
                </a:lnTo>
                <a:lnTo>
                  <a:pt x="52" y="107"/>
                </a:lnTo>
                <a:lnTo>
                  <a:pt x="58" y="119"/>
                </a:lnTo>
                <a:moveTo>
                  <a:pt x="47" y="124"/>
                </a:moveTo>
                <a:lnTo>
                  <a:pt x="35" y="130"/>
                </a:lnTo>
                <a:lnTo>
                  <a:pt x="30" y="119"/>
                </a:lnTo>
                <a:lnTo>
                  <a:pt x="41" y="113"/>
                </a:lnTo>
                <a:lnTo>
                  <a:pt x="47" y="124"/>
                </a:lnTo>
                <a:moveTo>
                  <a:pt x="35" y="130"/>
                </a:moveTo>
                <a:lnTo>
                  <a:pt x="24" y="135"/>
                </a:lnTo>
                <a:lnTo>
                  <a:pt x="19" y="124"/>
                </a:lnTo>
                <a:lnTo>
                  <a:pt x="30" y="119"/>
                </a:lnTo>
                <a:lnTo>
                  <a:pt x="35" y="130"/>
                </a:lnTo>
                <a:moveTo>
                  <a:pt x="24" y="135"/>
                </a:moveTo>
                <a:lnTo>
                  <a:pt x="13" y="141"/>
                </a:lnTo>
                <a:lnTo>
                  <a:pt x="7" y="130"/>
                </a:lnTo>
                <a:lnTo>
                  <a:pt x="19" y="124"/>
                </a:lnTo>
                <a:lnTo>
                  <a:pt x="24" y="135"/>
                </a:lnTo>
                <a:moveTo>
                  <a:pt x="13" y="141"/>
                </a:moveTo>
                <a:lnTo>
                  <a:pt x="0" y="148"/>
                </a:lnTo>
                <a:lnTo>
                  <a:pt x="0" y="129"/>
                </a:lnTo>
                <a:lnTo>
                  <a:pt x="12" y="129"/>
                </a:lnTo>
                <a:lnTo>
                  <a:pt x="12" y="137"/>
                </a:lnTo>
                <a:lnTo>
                  <a:pt x="6" y="137"/>
                </a:lnTo>
                <a:lnTo>
                  <a:pt x="3" y="132"/>
                </a:lnTo>
                <a:lnTo>
                  <a:pt x="7" y="130"/>
                </a:lnTo>
                <a:lnTo>
                  <a:pt x="13" y="141"/>
                </a:lnTo>
                <a:moveTo>
                  <a:pt x="0" y="129"/>
                </a:moveTo>
                <a:lnTo>
                  <a:pt x="0" y="117"/>
                </a:lnTo>
                <a:lnTo>
                  <a:pt x="12" y="117"/>
                </a:lnTo>
                <a:lnTo>
                  <a:pt x="12" y="129"/>
                </a:lnTo>
                <a:lnTo>
                  <a:pt x="0" y="129"/>
                </a:lnTo>
                <a:moveTo>
                  <a:pt x="0" y="117"/>
                </a:moveTo>
                <a:lnTo>
                  <a:pt x="0" y="104"/>
                </a:lnTo>
                <a:lnTo>
                  <a:pt x="12" y="104"/>
                </a:lnTo>
                <a:lnTo>
                  <a:pt x="12" y="117"/>
                </a:lnTo>
                <a:lnTo>
                  <a:pt x="0" y="117"/>
                </a:lnTo>
                <a:moveTo>
                  <a:pt x="0" y="104"/>
                </a:moveTo>
                <a:lnTo>
                  <a:pt x="0" y="92"/>
                </a:lnTo>
                <a:lnTo>
                  <a:pt x="12" y="92"/>
                </a:lnTo>
                <a:lnTo>
                  <a:pt x="12" y="104"/>
                </a:lnTo>
                <a:lnTo>
                  <a:pt x="0" y="104"/>
                </a:lnTo>
                <a:moveTo>
                  <a:pt x="0" y="92"/>
                </a:moveTo>
                <a:lnTo>
                  <a:pt x="0" y="79"/>
                </a:lnTo>
                <a:lnTo>
                  <a:pt x="12" y="79"/>
                </a:lnTo>
                <a:lnTo>
                  <a:pt x="12" y="92"/>
                </a:lnTo>
                <a:lnTo>
                  <a:pt x="0" y="92"/>
                </a:lnTo>
                <a:moveTo>
                  <a:pt x="0" y="79"/>
                </a:moveTo>
                <a:lnTo>
                  <a:pt x="0" y="66"/>
                </a:lnTo>
                <a:lnTo>
                  <a:pt x="12" y="66"/>
                </a:lnTo>
                <a:lnTo>
                  <a:pt x="12" y="79"/>
                </a:lnTo>
                <a:lnTo>
                  <a:pt x="0" y="79"/>
                </a:lnTo>
                <a:moveTo>
                  <a:pt x="0" y="66"/>
                </a:moveTo>
                <a:lnTo>
                  <a:pt x="0" y="53"/>
                </a:lnTo>
                <a:lnTo>
                  <a:pt x="12" y="53"/>
                </a:lnTo>
                <a:lnTo>
                  <a:pt x="12" y="66"/>
                </a:lnTo>
                <a:lnTo>
                  <a:pt x="0" y="66"/>
                </a:lnTo>
                <a:moveTo>
                  <a:pt x="0" y="53"/>
                </a:moveTo>
                <a:lnTo>
                  <a:pt x="0" y="40"/>
                </a:lnTo>
                <a:lnTo>
                  <a:pt x="12" y="40"/>
                </a:lnTo>
                <a:lnTo>
                  <a:pt x="12" y="53"/>
                </a:lnTo>
                <a:lnTo>
                  <a:pt x="0" y="53"/>
                </a:lnTo>
                <a:moveTo>
                  <a:pt x="0" y="40"/>
                </a:moveTo>
                <a:lnTo>
                  <a:pt x="0" y="28"/>
                </a:lnTo>
                <a:lnTo>
                  <a:pt x="12" y="28"/>
                </a:lnTo>
                <a:lnTo>
                  <a:pt x="12" y="40"/>
                </a:lnTo>
                <a:lnTo>
                  <a:pt x="0" y="40"/>
                </a:lnTo>
                <a:moveTo>
                  <a:pt x="0" y="28"/>
                </a:moveTo>
                <a:lnTo>
                  <a:pt x="0" y="15"/>
                </a:lnTo>
                <a:lnTo>
                  <a:pt x="12" y="15"/>
                </a:lnTo>
                <a:lnTo>
                  <a:pt x="12" y="28"/>
                </a:lnTo>
                <a:lnTo>
                  <a:pt x="0" y="28"/>
                </a:lnTo>
                <a:moveTo>
                  <a:pt x="0" y="15"/>
                </a:moveTo>
                <a:lnTo>
                  <a:pt x="0" y="0"/>
                </a:lnTo>
                <a:lnTo>
                  <a:pt x="20" y="11"/>
                </a:lnTo>
                <a:lnTo>
                  <a:pt x="15" y="22"/>
                </a:lnTo>
                <a:lnTo>
                  <a:pt x="3" y="16"/>
                </a:lnTo>
                <a:lnTo>
                  <a:pt x="6" y="11"/>
                </a:lnTo>
                <a:lnTo>
                  <a:pt x="12" y="11"/>
                </a:lnTo>
                <a:lnTo>
                  <a:pt x="12" y="15"/>
                </a:lnTo>
                <a:lnTo>
                  <a:pt x="0" y="1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/>
          <p:nvPr/>
        </p:nvSpPr>
        <p:spPr>
          <a:xfrm>
            <a:off x="5002200" y="2246400"/>
            <a:ext cx="885240" cy="345960"/>
          </a:xfrm>
          <a:custGeom>
            <a:avLst/>
            <a:gdLst/>
            <a:ahLst/>
            <a:rect l="0" t="0" r="r" b="b"/>
            <a:pathLst>
              <a:path fill="none" w="2459" h="961">
                <a:moveTo>
                  <a:pt x="0" y="961"/>
                </a:moveTo>
                <a:lnTo>
                  <a:pt x="132" y="961"/>
                </a:lnTo>
                <a:cubicBezTo>
                  <a:pt x="263" y="961"/>
                  <a:pt x="526" y="961"/>
                  <a:pt x="936" y="800"/>
                </a:cubicBezTo>
                <a:cubicBezTo>
                  <a:pt x="1346" y="640"/>
                  <a:pt x="1902" y="320"/>
                  <a:pt x="2181" y="160"/>
                </a:cubicBezTo>
                <a:lnTo>
                  <a:pt x="2459" y="0"/>
                </a:lnTo>
              </a:path>
            </a:pathLst>
          </a:custGeom>
          <a:ln w="16920">
            <a:solidFill>
              <a:srgbClr val="d4a017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/>
          <p:nvPr/>
        </p:nvSpPr>
        <p:spPr>
          <a:xfrm>
            <a:off x="5856120" y="2234880"/>
            <a:ext cx="50760" cy="42840"/>
          </a:xfrm>
          <a:custGeom>
            <a:avLst/>
            <a:gdLst/>
            <a:ahLst/>
            <a:rect l="0" t="0" r="r" b="b"/>
            <a:pathLst>
              <a:path w="141" h="119">
                <a:moveTo>
                  <a:pt x="0" y="9"/>
                </a:moveTo>
                <a:lnTo>
                  <a:pt x="141" y="0"/>
                </a:lnTo>
                <a:lnTo>
                  <a:pt x="63" y="119"/>
                </a:lnTo>
                <a:lnTo>
                  <a:pt x="0" y="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5852160" y="2232360"/>
            <a:ext cx="59040" cy="49680"/>
          </a:xfrm>
          <a:custGeom>
            <a:avLst/>
            <a:gdLst/>
            <a:ahLst/>
            <a:rect l="0" t="0" r="r" b="b"/>
            <a:pathLst>
              <a:path w="164" h="138">
                <a:moveTo>
                  <a:pt x="23" y="9"/>
                </a:moveTo>
                <a:lnTo>
                  <a:pt x="35" y="8"/>
                </a:lnTo>
                <a:lnTo>
                  <a:pt x="36" y="21"/>
                </a:lnTo>
                <a:lnTo>
                  <a:pt x="24" y="21"/>
                </a:lnTo>
                <a:lnTo>
                  <a:pt x="23" y="9"/>
                </a:lnTo>
                <a:moveTo>
                  <a:pt x="35" y="8"/>
                </a:moveTo>
                <a:lnTo>
                  <a:pt x="48" y="7"/>
                </a:lnTo>
                <a:lnTo>
                  <a:pt x="49" y="20"/>
                </a:lnTo>
                <a:lnTo>
                  <a:pt x="36" y="21"/>
                </a:lnTo>
                <a:lnTo>
                  <a:pt x="35" y="8"/>
                </a:lnTo>
                <a:moveTo>
                  <a:pt x="48" y="7"/>
                </a:moveTo>
                <a:lnTo>
                  <a:pt x="61" y="6"/>
                </a:lnTo>
                <a:lnTo>
                  <a:pt x="61" y="19"/>
                </a:lnTo>
                <a:lnTo>
                  <a:pt x="49" y="20"/>
                </a:lnTo>
                <a:lnTo>
                  <a:pt x="48" y="7"/>
                </a:lnTo>
                <a:moveTo>
                  <a:pt x="61" y="6"/>
                </a:moveTo>
                <a:lnTo>
                  <a:pt x="73" y="6"/>
                </a:lnTo>
                <a:lnTo>
                  <a:pt x="74" y="18"/>
                </a:lnTo>
                <a:lnTo>
                  <a:pt x="61" y="19"/>
                </a:lnTo>
                <a:lnTo>
                  <a:pt x="61" y="6"/>
                </a:lnTo>
                <a:moveTo>
                  <a:pt x="73" y="6"/>
                </a:moveTo>
                <a:lnTo>
                  <a:pt x="86" y="5"/>
                </a:lnTo>
                <a:lnTo>
                  <a:pt x="86" y="18"/>
                </a:lnTo>
                <a:lnTo>
                  <a:pt x="74" y="18"/>
                </a:lnTo>
                <a:lnTo>
                  <a:pt x="73" y="6"/>
                </a:lnTo>
                <a:moveTo>
                  <a:pt x="86" y="5"/>
                </a:moveTo>
                <a:lnTo>
                  <a:pt x="98" y="4"/>
                </a:lnTo>
                <a:lnTo>
                  <a:pt x="99" y="17"/>
                </a:lnTo>
                <a:lnTo>
                  <a:pt x="86" y="18"/>
                </a:lnTo>
                <a:lnTo>
                  <a:pt x="86" y="5"/>
                </a:lnTo>
                <a:moveTo>
                  <a:pt x="98" y="4"/>
                </a:moveTo>
                <a:lnTo>
                  <a:pt x="111" y="4"/>
                </a:lnTo>
                <a:lnTo>
                  <a:pt x="112" y="16"/>
                </a:lnTo>
                <a:lnTo>
                  <a:pt x="99" y="17"/>
                </a:lnTo>
                <a:lnTo>
                  <a:pt x="98" y="4"/>
                </a:lnTo>
                <a:moveTo>
                  <a:pt x="111" y="4"/>
                </a:moveTo>
                <a:lnTo>
                  <a:pt x="123" y="3"/>
                </a:lnTo>
                <a:lnTo>
                  <a:pt x="124" y="15"/>
                </a:lnTo>
                <a:lnTo>
                  <a:pt x="112" y="16"/>
                </a:lnTo>
                <a:lnTo>
                  <a:pt x="111" y="4"/>
                </a:lnTo>
                <a:moveTo>
                  <a:pt x="123" y="3"/>
                </a:moveTo>
                <a:lnTo>
                  <a:pt x="137" y="2"/>
                </a:lnTo>
                <a:lnTo>
                  <a:pt x="138" y="15"/>
                </a:lnTo>
                <a:lnTo>
                  <a:pt x="124" y="15"/>
                </a:lnTo>
                <a:lnTo>
                  <a:pt x="123" y="3"/>
                </a:lnTo>
                <a:moveTo>
                  <a:pt x="137" y="2"/>
                </a:moveTo>
                <a:lnTo>
                  <a:pt x="150" y="1"/>
                </a:lnTo>
                <a:lnTo>
                  <a:pt x="150" y="14"/>
                </a:lnTo>
                <a:lnTo>
                  <a:pt x="138" y="15"/>
                </a:lnTo>
                <a:lnTo>
                  <a:pt x="137" y="2"/>
                </a:lnTo>
                <a:moveTo>
                  <a:pt x="150" y="1"/>
                </a:moveTo>
                <a:lnTo>
                  <a:pt x="164" y="0"/>
                </a:lnTo>
                <a:lnTo>
                  <a:pt x="152" y="20"/>
                </a:lnTo>
                <a:lnTo>
                  <a:pt x="141" y="13"/>
                </a:lnTo>
                <a:lnTo>
                  <a:pt x="147" y="4"/>
                </a:lnTo>
                <a:lnTo>
                  <a:pt x="152" y="7"/>
                </a:lnTo>
                <a:lnTo>
                  <a:pt x="153" y="14"/>
                </a:lnTo>
                <a:lnTo>
                  <a:pt x="150" y="14"/>
                </a:lnTo>
                <a:lnTo>
                  <a:pt x="150" y="1"/>
                </a:lnTo>
                <a:moveTo>
                  <a:pt x="152" y="20"/>
                </a:moveTo>
                <a:lnTo>
                  <a:pt x="145" y="30"/>
                </a:lnTo>
                <a:lnTo>
                  <a:pt x="134" y="23"/>
                </a:lnTo>
                <a:lnTo>
                  <a:pt x="141" y="13"/>
                </a:lnTo>
                <a:lnTo>
                  <a:pt x="152" y="20"/>
                </a:lnTo>
                <a:moveTo>
                  <a:pt x="145" y="30"/>
                </a:moveTo>
                <a:lnTo>
                  <a:pt x="138" y="41"/>
                </a:lnTo>
                <a:lnTo>
                  <a:pt x="127" y="34"/>
                </a:lnTo>
                <a:lnTo>
                  <a:pt x="134" y="23"/>
                </a:lnTo>
                <a:lnTo>
                  <a:pt x="145" y="30"/>
                </a:lnTo>
                <a:moveTo>
                  <a:pt x="138" y="41"/>
                </a:moveTo>
                <a:lnTo>
                  <a:pt x="131" y="51"/>
                </a:lnTo>
                <a:lnTo>
                  <a:pt x="119" y="44"/>
                </a:lnTo>
                <a:lnTo>
                  <a:pt x="127" y="34"/>
                </a:lnTo>
                <a:lnTo>
                  <a:pt x="138" y="41"/>
                </a:lnTo>
                <a:moveTo>
                  <a:pt x="131" y="51"/>
                </a:moveTo>
                <a:lnTo>
                  <a:pt x="123" y="62"/>
                </a:lnTo>
                <a:lnTo>
                  <a:pt x="112" y="55"/>
                </a:lnTo>
                <a:lnTo>
                  <a:pt x="119" y="44"/>
                </a:lnTo>
                <a:lnTo>
                  <a:pt x="131" y="51"/>
                </a:lnTo>
                <a:moveTo>
                  <a:pt x="123" y="62"/>
                </a:moveTo>
                <a:lnTo>
                  <a:pt x="116" y="72"/>
                </a:lnTo>
                <a:lnTo>
                  <a:pt x="105" y="65"/>
                </a:lnTo>
                <a:lnTo>
                  <a:pt x="112" y="55"/>
                </a:lnTo>
                <a:lnTo>
                  <a:pt x="123" y="62"/>
                </a:lnTo>
                <a:moveTo>
                  <a:pt x="116" y="72"/>
                </a:moveTo>
                <a:lnTo>
                  <a:pt x="109" y="83"/>
                </a:lnTo>
                <a:lnTo>
                  <a:pt x="99" y="76"/>
                </a:lnTo>
                <a:lnTo>
                  <a:pt x="105" y="65"/>
                </a:lnTo>
                <a:lnTo>
                  <a:pt x="116" y="72"/>
                </a:lnTo>
                <a:moveTo>
                  <a:pt x="109" y="83"/>
                </a:moveTo>
                <a:lnTo>
                  <a:pt x="102" y="93"/>
                </a:lnTo>
                <a:lnTo>
                  <a:pt x="92" y="86"/>
                </a:lnTo>
                <a:lnTo>
                  <a:pt x="99" y="76"/>
                </a:lnTo>
                <a:lnTo>
                  <a:pt x="109" y="83"/>
                </a:lnTo>
                <a:moveTo>
                  <a:pt x="102" y="93"/>
                </a:moveTo>
                <a:lnTo>
                  <a:pt x="95" y="104"/>
                </a:lnTo>
                <a:lnTo>
                  <a:pt x="85" y="97"/>
                </a:lnTo>
                <a:lnTo>
                  <a:pt x="92" y="86"/>
                </a:lnTo>
                <a:lnTo>
                  <a:pt x="102" y="93"/>
                </a:lnTo>
                <a:moveTo>
                  <a:pt x="95" y="104"/>
                </a:moveTo>
                <a:lnTo>
                  <a:pt x="88" y="114"/>
                </a:lnTo>
                <a:lnTo>
                  <a:pt x="78" y="107"/>
                </a:lnTo>
                <a:lnTo>
                  <a:pt x="85" y="97"/>
                </a:lnTo>
                <a:lnTo>
                  <a:pt x="95" y="104"/>
                </a:lnTo>
                <a:moveTo>
                  <a:pt x="88" y="114"/>
                </a:moveTo>
                <a:lnTo>
                  <a:pt x="81" y="126"/>
                </a:lnTo>
                <a:lnTo>
                  <a:pt x="71" y="118"/>
                </a:lnTo>
                <a:lnTo>
                  <a:pt x="78" y="107"/>
                </a:lnTo>
                <a:lnTo>
                  <a:pt x="88" y="114"/>
                </a:lnTo>
                <a:moveTo>
                  <a:pt x="81" y="126"/>
                </a:moveTo>
                <a:lnTo>
                  <a:pt x="73" y="138"/>
                </a:lnTo>
                <a:lnTo>
                  <a:pt x="64" y="121"/>
                </a:lnTo>
                <a:lnTo>
                  <a:pt x="75" y="115"/>
                </a:lnTo>
                <a:lnTo>
                  <a:pt x="79" y="122"/>
                </a:lnTo>
                <a:lnTo>
                  <a:pt x="73" y="126"/>
                </a:lnTo>
                <a:lnTo>
                  <a:pt x="68" y="121"/>
                </a:lnTo>
                <a:lnTo>
                  <a:pt x="71" y="118"/>
                </a:lnTo>
                <a:lnTo>
                  <a:pt x="81" y="126"/>
                </a:lnTo>
                <a:moveTo>
                  <a:pt x="64" y="121"/>
                </a:moveTo>
                <a:lnTo>
                  <a:pt x="58" y="110"/>
                </a:lnTo>
                <a:lnTo>
                  <a:pt x="69" y="104"/>
                </a:lnTo>
                <a:lnTo>
                  <a:pt x="75" y="115"/>
                </a:lnTo>
                <a:lnTo>
                  <a:pt x="64" y="121"/>
                </a:lnTo>
                <a:moveTo>
                  <a:pt x="58" y="110"/>
                </a:moveTo>
                <a:lnTo>
                  <a:pt x="51" y="99"/>
                </a:lnTo>
                <a:lnTo>
                  <a:pt x="62" y="93"/>
                </a:lnTo>
                <a:lnTo>
                  <a:pt x="69" y="104"/>
                </a:lnTo>
                <a:lnTo>
                  <a:pt x="58" y="110"/>
                </a:lnTo>
                <a:moveTo>
                  <a:pt x="51" y="99"/>
                </a:moveTo>
                <a:lnTo>
                  <a:pt x="45" y="88"/>
                </a:lnTo>
                <a:lnTo>
                  <a:pt x="56" y="82"/>
                </a:lnTo>
                <a:lnTo>
                  <a:pt x="62" y="93"/>
                </a:lnTo>
                <a:lnTo>
                  <a:pt x="51" y="99"/>
                </a:lnTo>
                <a:moveTo>
                  <a:pt x="45" y="88"/>
                </a:moveTo>
                <a:lnTo>
                  <a:pt x="39" y="77"/>
                </a:lnTo>
                <a:lnTo>
                  <a:pt x="50" y="71"/>
                </a:lnTo>
                <a:lnTo>
                  <a:pt x="56" y="82"/>
                </a:lnTo>
                <a:lnTo>
                  <a:pt x="45" y="88"/>
                </a:lnTo>
                <a:moveTo>
                  <a:pt x="39" y="77"/>
                </a:moveTo>
                <a:lnTo>
                  <a:pt x="33" y="66"/>
                </a:lnTo>
                <a:lnTo>
                  <a:pt x="44" y="60"/>
                </a:lnTo>
                <a:lnTo>
                  <a:pt x="50" y="71"/>
                </a:lnTo>
                <a:lnTo>
                  <a:pt x="39" y="77"/>
                </a:lnTo>
                <a:moveTo>
                  <a:pt x="33" y="66"/>
                </a:moveTo>
                <a:lnTo>
                  <a:pt x="26" y="56"/>
                </a:lnTo>
                <a:lnTo>
                  <a:pt x="37" y="49"/>
                </a:lnTo>
                <a:lnTo>
                  <a:pt x="44" y="60"/>
                </a:lnTo>
                <a:lnTo>
                  <a:pt x="33" y="66"/>
                </a:lnTo>
                <a:moveTo>
                  <a:pt x="26" y="56"/>
                </a:moveTo>
                <a:lnTo>
                  <a:pt x="20" y="45"/>
                </a:lnTo>
                <a:lnTo>
                  <a:pt x="31" y="38"/>
                </a:lnTo>
                <a:lnTo>
                  <a:pt x="37" y="49"/>
                </a:lnTo>
                <a:lnTo>
                  <a:pt x="26" y="56"/>
                </a:lnTo>
                <a:moveTo>
                  <a:pt x="20" y="45"/>
                </a:moveTo>
                <a:lnTo>
                  <a:pt x="14" y="34"/>
                </a:lnTo>
                <a:lnTo>
                  <a:pt x="25" y="27"/>
                </a:lnTo>
                <a:lnTo>
                  <a:pt x="31" y="38"/>
                </a:lnTo>
                <a:lnTo>
                  <a:pt x="20" y="45"/>
                </a:lnTo>
                <a:moveTo>
                  <a:pt x="14" y="34"/>
                </a:moveTo>
                <a:lnTo>
                  <a:pt x="7" y="23"/>
                </a:lnTo>
                <a:lnTo>
                  <a:pt x="18" y="17"/>
                </a:lnTo>
                <a:lnTo>
                  <a:pt x="25" y="27"/>
                </a:lnTo>
                <a:lnTo>
                  <a:pt x="14" y="34"/>
                </a:lnTo>
                <a:moveTo>
                  <a:pt x="7" y="23"/>
                </a:moveTo>
                <a:lnTo>
                  <a:pt x="0" y="10"/>
                </a:lnTo>
                <a:lnTo>
                  <a:pt x="23" y="9"/>
                </a:lnTo>
                <a:lnTo>
                  <a:pt x="24" y="21"/>
                </a:lnTo>
                <a:lnTo>
                  <a:pt x="11" y="22"/>
                </a:lnTo>
                <a:lnTo>
                  <a:pt x="11" y="16"/>
                </a:lnTo>
                <a:lnTo>
                  <a:pt x="16" y="13"/>
                </a:lnTo>
                <a:lnTo>
                  <a:pt x="18" y="17"/>
                </a:lnTo>
                <a:lnTo>
                  <a:pt x="7" y="2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/>
          <p:nvPr/>
        </p:nvSpPr>
        <p:spPr>
          <a:xfrm>
            <a:off x="191448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191448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 txBox="1"/>
          <p:nvPr/>
        </p:nvSpPr>
        <p:spPr>
          <a:xfrm>
            <a:off x="4314600" y="1476720"/>
            <a:ext cx="71712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1f2937"/>
                </a:solidFill>
                <a:latin typeface="DejaVuSans"/>
                <a:ea typeface="DejaVuSans"/>
              </a:rPr>
              <a:t>Een organisatie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2744280" y="24332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2744280" y="24332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 txBox="1"/>
          <p:nvPr/>
        </p:nvSpPr>
        <p:spPr>
          <a:xfrm>
            <a:off x="191448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3574080" y="166284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3574080" y="166284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 txBox="1"/>
          <p:nvPr/>
        </p:nvSpPr>
        <p:spPr>
          <a:xfrm>
            <a:off x="2744280" y="24458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3380760" y="24746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3380760" y="2474640"/>
            <a:ext cx="141840" cy="136440"/>
          </a:xfrm>
          <a:custGeom>
            <a:avLst/>
            <a:gdLst/>
            <a:ahLst/>
            <a:rect l="0" t="0" r="r" b="b"/>
            <a:pathLst>
              <a:path w="394" h="379">
                <a:moveTo>
                  <a:pt x="0" y="0"/>
                </a:moveTo>
                <a:lnTo>
                  <a:pt x="394" y="0"/>
                </a:lnTo>
                <a:lnTo>
                  <a:pt x="394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 txBox="1"/>
          <p:nvPr/>
        </p:nvSpPr>
        <p:spPr>
          <a:xfrm>
            <a:off x="3574080" y="167508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439452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4394520" y="2014200"/>
            <a:ext cx="141840" cy="136080"/>
          </a:xfrm>
          <a:custGeom>
            <a:avLst/>
            <a:gdLst/>
            <a:ahLst/>
            <a:rect l="0" t="0" r="r" b="b"/>
            <a:pathLst>
              <a:path w="394" h="378">
                <a:moveTo>
                  <a:pt x="0" y="0"/>
                </a:moveTo>
                <a:lnTo>
                  <a:pt x="394" y="0"/>
                </a:lnTo>
                <a:lnTo>
                  <a:pt x="394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 txBox="1"/>
          <p:nvPr/>
        </p:nvSpPr>
        <p:spPr>
          <a:xfrm>
            <a:off x="3380760" y="24872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6986520" y="2014200"/>
            <a:ext cx="142200" cy="136080"/>
          </a:xfrm>
          <a:custGeom>
            <a:avLst/>
            <a:gdLst/>
            <a:ahLst/>
            <a:rect l="0" t="0" r="r" b="b"/>
            <a:pathLst>
              <a:path w="395" h="378">
                <a:moveTo>
                  <a:pt x="0" y="0"/>
                </a:moveTo>
                <a:lnTo>
                  <a:pt x="395" y="0"/>
                </a:lnTo>
                <a:lnTo>
                  <a:pt x="395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6986520" y="2014200"/>
            <a:ext cx="142200" cy="136080"/>
          </a:xfrm>
          <a:custGeom>
            <a:avLst/>
            <a:gdLst/>
            <a:ahLst/>
            <a:rect l="0" t="0" r="r" b="b"/>
            <a:pathLst>
              <a:path w="395" h="378">
                <a:moveTo>
                  <a:pt x="0" y="0"/>
                </a:moveTo>
                <a:lnTo>
                  <a:pt x="395" y="0"/>
                </a:lnTo>
                <a:lnTo>
                  <a:pt x="395" y="378"/>
                </a:lnTo>
                <a:lnTo>
                  <a:pt x="0" y="37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 txBox="1"/>
          <p:nvPr/>
        </p:nvSpPr>
        <p:spPr>
          <a:xfrm>
            <a:off x="439452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5214600" y="2523960"/>
            <a:ext cx="142200" cy="136440"/>
          </a:xfrm>
          <a:custGeom>
            <a:avLst/>
            <a:gdLst/>
            <a:ahLst/>
            <a:rect l="0" t="0" r="r" b="b"/>
            <a:pathLst>
              <a:path w="395" h="379">
                <a:moveTo>
                  <a:pt x="0" y="0"/>
                </a:moveTo>
                <a:lnTo>
                  <a:pt x="395" y="0"/>
                </a:lnTo>
                <a:lnTo>
                  <a:pt x="395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5214600" y="2523960"/>
            <a:ext cx="142200" cy="136440"/>
          </a:xfrm>
          <a:custGeom>
            <a:avLst/>
            <a:gdLst/>
            <a:ahLst/>
            <a:rect l="0" t="0" r="r" b="b"/>
            <a:pathLst>
              <a:path w="395" h="379">
                <a:moveTo>
                  <a:pt x="0" y="0"/>
                </a:moveTo>
                <a:lnTo>
                  <a:pt x="395" y="0"/>
                </a:lnTo>
                <a:lnTo>
                  <a:pt x="395" y="379"/>
                </a:lnTo>
                <a:lnTo>
                  <a:pt x="0" y="37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 txBox="1"/>
          <p:nvPr/>
        </p:nvSpPr>
        <p:spPr>
          <a:xfrm>
            <a:off x="6986880" y="202644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714960" y="1928880"/>
            <a:ext cx="987480" cy="306360"/>
          </a:xfrm>
          <a:custGeom>
            <a:avLst/>
            <a:gdLst/>
            <a:ahLst/>
            <a:rect l="0" t="0" r="r" b="b"/>
            <a:pathLst>
              <a:path w="2743" h="851">
                <a:moveTo>
                  <a:pt x="0" y="0"/>
                </a:moveTo>
                <a:lnTo>
                  <a:pt x="2743" y="0"/>
                </a:lnTo>
                <a:lnTo>
                  <a:pt x="2743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714960" y="1928880"/>
            <a:ext cx="987480" cy="306360"/>
          </a:xfrm>
          <a:custGeom>
            <a:avLst/>
            <a:gdLst/>
            <a:ahLst/>
            <a:rect l="0" t="0" r="r" b="b"/>
            <a:pathLst>
              <a:path w="2743" h="851">
                <a:moveTo>
                  <a:pt x="0" y="0"/>
                </a:moveTo>
                <a:lnTo>
                  <a:pt x="2743" y="0"/>
                </a:lnTo>
                <a:lnTo>
                  <a:pt x="2743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94a3b0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 txBox="1"/>
          <p:nvPr/>
        </p:nvSpPr>
        <p:spPr>
          <a:xfrm>
            <a:off x="5214960" y="2536560"/>
            <a:ext cx="1454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333333"/>
                </a:solidFill>
                <a:latin typeface="DejaVuSans"/>
                <a:ea typeface="DejaVuSans"/>
              </a:rPr>
              <a:t>API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2270520" y="1928880"/>
            <a:ext cx="1091520" cy="306360"/>
          </a:xfrm>
          <a:custGeom>
            <a:avLst/>
            <a:gdLst/>
            <a:ahLst/>
            <a:rect l="0" t="0" r="r" b="b"/>
            <a:pathLst>
              <a:path w="3032" h="851">
                <a:moveTo>
                  <a:pt x="0" y="0"/>
                </a:moveTo>
                <a:lnTo>
                  <a:pt x="3032" y="0"/>
                </a:lnTo>
                <a:lnTo>
                  <a:pt x="3032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2270520" y="1928880"/>
            <a:ext cx="1091520" cy="306360"/>
          </a:xfrm>
          <a:custGeom>
            <a:avLst/>
            <a:gdLst/>
            <a:ahLst/>
            <a:rect l="0" t="0" r="r" b="b"/>
            <a:pathLst>
              <a:path w="3032" h="851">
                <a:moveTo>
                  <a:pt x="0" y="0"/>
                </a:moveTo>
                <a:lnTo>
                  <a:pt x="3032" y="0"/>
                </a:lnTo>
                <a:lnTo>
                  <a:pt x="3032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 txBox="1"/>
          <p:nvPr/>
        </p:nvSpPr>
        <p:spPr>
          <a:xfrm>
            <a:off x="885240" y="2026440"/>
            <a:ext cx="6620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1f2937"/>
                </a:solidFill>
                <a:latin typeface="DejaVuSans"/>
                <a:ea typeface="DejaVuSans"/>
              </a:rPr>
              <a:t>Kernapplicatie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/>
          <p:nvPr/>
        </p:nvSpPr>
        <p:spPr>
          <a:xfrm>
            <a:off x="3930120" y="2439000"/>
            <a:ext cx="1072440" cy="306360"/>
          </a:xfrm>
          <a:custGeom>
            <a:avLst/>
            <a:gdLst/>
            <a:ahLst/>
            <a:rect l="0" t="0" r="r" b="b"/>
            <a:pathLst>
              <a:path w="2979" h="851">
                <a:moveTo>
                  <a:pt x="0" y="0"/>
                </a:moveTo>
                <a:lnTo>
                  <a:pt x="2979" y="0"/>
                </a:lnTo>
                <a:lnTo>
                  <a:pt x="2979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3930120" y="2439000"/>
            <a:ext cx="1072440" cy="306360"/>
          </a:xfrm>
          <a:custGeom>
            <a:avLst/>
            <a:gdLst/>
            <a:ahLst/>
            <a:rect l="0" t="0" r="r" b="b"/>
            <a:pathLst>
              <a:path w="2979" h="851">
                <a:moveTo>
                  <a:pt x="0" y="0"/>
                </a:moveTo>
                <a:lnTo>
                  <a:pt x="2979" y="0"/>
                </a:lnTo>
                <a:lnTo>
                  <a:pt x="2979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 txBox="1"/>
          <p:nvPr/>
        </p:nvSpPr>
        <p:spPr>
          <a:xfrm>
            <a:off x="2440440" y="2026440"/>
            <a:ext cx="7732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Verkoopplatform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/>
          <p:nvPr/>
        </p:nvSpPr>
        <p:spPr>
          <a:xfrm>
            <a:off x="5570640" y="1928880"/>
            <a:ext cx="1203840" cy="306360"/>
          </a:xfrm>
          <a:custGeom>
            <a:avLst/>
            <a:gdLst/>
            <a:ahLst/>
            <a:rect l="0" t="0" r="r" b="b"/>
            <a:pathLst>
              <a:path w="3344" h="851">
                <a:moveTo>
                  <a:pt x="0" y="0"/>
                </a:moveTo>
                <a:lnTo>
                  <a:pt x="3344" y="0"/>
                </a:lnTo>
                <a:lnTo>
                  <a:pt x="3344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5570640" y="1928880"/>
            <a:ext cx="1203840" cy="306360"/>
          </a:xfrm>
          <a:custGeom>
            <a:avLst/>
            <a:gdLst/>
            <a:ahLst/>
            <a:rect l="0" t="0" r="r" b="b"/>
            <a:pathLst>
              <a:path w="3344" h="851">
                <a:moveTo>
                  <a:pt x="0" y="0"/>
                </a:moveTo>
                <a:lnTo>
                  <a:pt x="3344" y="0"/>
                </a:lnTo>
                <a:lnTo>
                  <a:pt x="3344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 txBox="1"/>
          <p:nvPr/>
        </p:nvSpPr>
        <p:spPr>
          <a:xfrm>
            <a:off x="4100040" y="2536560"/>
            <a:ext cx="74448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Rapportage-app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/>
          <p:nvPr/>
        </p:nvSpPr>
        <p:spPr>
          <a:xfrm>
            <a:off x="7342560" y="1928880"/>
            <a:ext cx="1276920" cy="306360"/>
          </a:xfrm>
          <a:custGeom>
            <a:avLst/>
            <a:gdLst/>
            <a:ahLst/>
            <a:rect l="0" t="0" r="r" b="b"/>
            <a:pathLst>
              <a:path w="3547" h="851">
                <a:moveTo>
                  <a:pt x="0" y="0"/>
                </a:moveTo>
                <a:lnTo>
                  <a:pt x="3547" y="0"/>
                </a:lnTo>
                <a:lnTo>
                  <a:pt x="3547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7342560" y="1928880"/>
            <a:ext cx="1276920" cy="306360"/>
          </a:xfrm>
          <a:custGeom>
            <a:avLst/>
            <a:gdLst/>
            <a:ahLst/>
            <a:rect l="0" t="0" r="r" b="b"/>
            <a:pathLst>
              <a:path w="3547" h="851">
                <a:moveTo>
                  <a:pt x="0" y="0"/>
                </a:moveTo>
                <a:lnTo>
                  <a:pt x="3547" y="0"/>
                </a:lnTo>
                <a:lnTo>
                  <a:pt x="3547" y="851"/>
                </a:lnTo>
                <a:lnTo>
                  <a:pt x="0" y="851"/>
                </a:lnTo>
                <a:lnTo>
                  <a:pt x="0" y="0"/>
                </a:lnTo>
                <a:close/>
              </a:path>
            </a:pathLst>
          </a:custGeom>
          <a:noFill/>
          <a:ln w="5400">
            <a:solidFill>
              <a:srgbClr val="0e9e7e"/>
            </a:solidFill>
            <a:miter/>
          </a:ln>
        </p:spPr>
        <p:txBody>
          <a:bodyPr lIns="2520" rIns="2520" tIns="2520" bIns="25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 txBox="1"/>
          <p:nvPr/>
        </p:nvSpPr>
        <p:spPr>
          <a:xfrm>
            <a:off x="5740920" y="2026440"/>
            <a:ext cx="87840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Marketinginzichten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/>
          <p:nvPr/>
        </p:nvSpPr>
        <p:spPr>
          <a:xfrm>
            <a:off x="456840" y="3114360"/>
            <a:ext cx="7744320" cy="771840"/>
          </a:xfrm>
          <a:custGeom>
            <a:avLst/>
            <a:gdLst/>
            <a:ahLst/>
            <a:rect l="0" t="0" r="r" b="b"/>
            <a:pathLst>
              <a:path w="21512" h="2144">
                <a:moveTo>
                  <a:pt x="0" y="0"/>
                </a:moveTo>
                <a:lnTo>
                  <a:pt x="21512" y="0"/>
                </a:lnTo>
                <a:lnTo>
                  <a:pt x="21512" y="2144"/>
                </a:lnTo>
                <a:lnTo>
                  <a:pt x="0" y="2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/>
          <p:nvPr/>
        </p:nvSpPr>
        <p:spPr>
          <a:xfrm>
            <a:off x="456840" y="311436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/>
          <p:nvPr/>
        </p:nvSpPr>
        <p:spPr>
          <a:xfrm>
            <a:off x="456840" y="3876480"/>
            <a:ext cx="7744320" cy="9720"/>
          </a:xfrm>
          <a:custGeom>
            <a:avLst/>
            <a:gdLst/>
            <a:ahLst/>
            <a:rect l="0" t="0" r="r" b="b"/>
            <a:pathLst>
              <a:path w="21512" h="27">
                <a:moveTo>
                  <a:pt x="0" y="0"/>
                </a:moveTo>
                <a:lnTo>
                  <a:pt x="21512" y="0"/>
                </a:lnTo>
                <a:lnTo>
                  <a:pt x="2151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/>
          <p:nvPr/>
        </p:nvSpPr>
        <p:spPr>
          <a:xfrm>
            <a:off x="8191440" y="3114360"/>
            <a:ext cx="9720" cy="771840"/>
          </a:xfrm>
          <a:custGeom>
            <a:avLst/>
            <a:gdLst/>
            <a:ahLst/>
            <a:rect l="0" t="0" r="r" b="b"/>
            <a:pathLst>
              <a:path w="27" h="2144">
                <a:moveTo>
                  <a:pt x="0" y="106"/>
                </a:moveTo>
                <a:lnTo>
                  <a:pt x="0" y="2144"/>
                </a:lnTo>
                <a:lnTo>
                  <a:pt x="27" y="2144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456840" y="3114360"/>
            <a:ext cx="10080" cy="771840"/>
          </a:xfrm>
          <a:custGeom>
            <a:avLst/>
            <a:gdLst/>
            <a:ahLst/>
            <a:rect l="0" t="0" r="r" b="b"/>
            <a:pathLst>
              <a:path w="28" h="2144">
                <a:moveTo>
                  <a:pt x="0" y="0"/>
                </a:moveTo>
                <a:lnTo>
                  <a:pt x="0" y="2144"/>
                </a:lnTo>
                <a:lnTo>
                  <a:pt x="28" y="2144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 txBox="1"/>
          <p:nvPr/>
        </p:nvSpPr>
        <p:spPr>
          <a:xfrm>
            <a:off x="7512840" y="2026440"/>
            <a:ext cx="950040" cy="10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710" spc="-1" strike="noStrike">
                <a:solidFill>
                  <a:srgbClr val="0f3b2e"/>
                </a:solidFill>
                <a:latin typeface="DejaVuSans"/>
                <a:ea typeface="DejaVuSans"/>
              </a:rPr>
              <a:t>Socialmediaplatform</a:t>
            </a:r>
            <a:endParaRPr b="0" lang="en-US" sz="7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 txBox="1"/>
          <p:nvPr/>
        </p:nvSpPr>
        <p:spPr>
          <a:xfrm>
            <a:off x="634320" y="3327480"/>
            <a:ext cx="80841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Vijf applicaties, zeven koppelingen. Niet meer een applicatie met een paar lagen, maar tientallen applicaties naast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456840" y="404784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7"/>
                </a:moveTo>
                <a:cubicBezTo>
                  <a:pt x="0" y="334"/>
                  <a:pt x="3" y="311"/>
                  <a:pt x="7" y="288"/>
                </a:cubicBezTo>
                <a:cubicBezTo>
                  <a:pt x="12" y="265"/>
                  <a:pt x="19" y="242"/>
                  <a:pt x="28" y="221"/>
                </a:cubicBezTo>
                <a:cubicBezTo>
                  <a:pt x="37" y="199"/>
                  <a:pt x="48" y="179"/>
                  <a:pt x="61" y="159"/>
                </a:cubicBezTo>
                <a:cubicBezTo>
                  <a:pt x="74" y="140"/>
                  <a:pt x="89" y="121"/>
                  <a:pt x="105" y="105"/>
                </a:cubicBezTo>
                <a:cubicBezTo>
                  <a:pt x="122" y="88"/>
                  <a:pt x="140" y="74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1"/>
                  <a:pt x="2151" y="140"/>
                  <a:pt x="2164" y="159"/>
                </a:cubicBezTo>
                <a:cubicBezTo>
                  <a:pt x="2177" y="179"/>
                  <a:pt x="2188" y="199"/>
                  <a:pt x="2197" y="221"/>
                </a:cubicBezTo>
                <a:cubicBezTo>
                  <a:pt x="2206" y="242"/>
                  <a:pt x="2213" y="265"/>
                  <a:pt x="2217" y="288"/>
                </a:cubicBezTo>
                <a:cubicBezTo>
                  <a:pt x="2222" y="311"/>
                  <a:pt x="2224" y="334"/>
                  <a:pt x="2224" y="357"/>
                </a:cubicBezTo>
                <a:cubicBezTo>
                  <a:pt x="2224" y="381"/>
                  <a:pt x="2222" y="404"/>
                  <a:pt x="2217" y="427"/>
                </a:cubicBezTo>
                <a:cubicBezTo>
                  <a:pt x="2213" y="450"/>
                  <a:pt x="2206" y="472"/>
                  <a:pt x="2197" y="494"/>
                </a:cubicBezTo>
                <a:cubicBezTo>
                  <a:pt x="2188" y="516"/>
                  <a:pt x="2177" y="536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8"/>
                  <a:pt x="2085" y="642"/>
                  <a:pt x="2065" y="655"/>
                </a:cubicBezTo>
                <a:cubicBezTo>
                  <a:pt x="2045" y="668"/>
                  <a:pt x="2024" y="680"/>
                  <a:pt x="2003" y="688"/>
                </a:cubicBezTo>
                <a:cubicBezTo>
                  <a:pt x="1981" y="697"/>
                  <a:pt x="1958" y="704"/>
                  <a:pt x="1935" y="709"/>
                </a:cubicBezTo>
                <a:cubicBezTo>
                  <a:pt x="1912" y="713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3"/>
                  <a:pt x="288" y="709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80"/>
                  <a:pt x="179" y="668"/>
                  <a:pt x="159" y="655"/>
                </a:cubicBezTo>
                <a:cubicBezTo>
                  <a:pt x="140" y="642"/>
                  <a:pt x="122" y="628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6"/>
                  <a:pt x="37" y="516"/>
                  <a:pt x="28" y="494"/>
                </a:cubicBezTo>
                <a:cubicBezTo>
                  <a:pt x="19" y="472"/>
                  <a:pt x="12" y="450"/>
                  <a:pt x="7" y="427"/>
                </a:cubicBezTo>
                <a:cubicBezTo>
                  <a:pt x="3" y="404"/>
                  <a:pt x="0" y="381"/>
                  <a:pt x="0" y="357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634320" y="3537000"/>
            <a:ext cx="30852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elkaar, elk met eigen verwerking en opslag.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 txBox="1"/>
          <p:nvPr/>
        </p:nvSpPr>
        <p:spPr>
          <a:xfrm>
            <a:off x="563760" y="410652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 txBox="1"/>
          <p:nvPr/>
        </p:nvSpPr>
        <p:spPr>
          <a:xfrm>
            <a:off x="1367280" y="3994200"/>
            <a:ext cx="6681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instelling met tientallen pakketten naast elkaar: rooster, leeromgeving, studentinformatie,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 txBox="1"/>
          <p:nvPr/>
        </p:nvSpPr>
        <p:spPr>
          <a:xfrm>
            <a:off x="1367280" y="4184640"/>
            <a:ext cx="1661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aanmeldportaal, wallet.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1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15" name=""/>
          <p:cNvSpPr/>
          <p:nvPr/>
        </p:nvSpPr>
        <p:spPr>
          <a:xfrm>
            <a:off x="6477840" y="2642040"/>
            <a:ext cx="462600" cy="0"/>
          </a:xfrm>
          <a:custGeom>
            <a:avLst/>
            <a:gdLst/>
            <a:ahLst/>
            <a:rect l="0" t="0" r="r" b="b"/>
            <a:pathLst>
              <a:path fill="none" w="1285" h="0">
                <a:moveTo>
                  <a:pt x="0" y="0"/>
                </a:moveTo>
                <a:lnTo>
                  <a:pt x="107" y="0"/>
                </a:lnTo>
                <a:cubicBezTo>
                  <a:pt x="214" y="0"/>
                  <a:pt x="428" y="0"/>
                  <a:pt x="642" y="0"/>
                </a:cubicBezTo>
                <a:cubicBezTo>
                  <a:pt x="856" y="0"/>
                  <a:pt x="1071" y="0"/>
                  <a:pt x="1178" y="0"/>
                </a:cubicBezTo>
                <a:lnTo>
                  <a:pt x="1285" y="0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-6480" bIns="-64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6463800" y="262656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0" y="43"/>
                </a:moveTo>
                <a:lnTo>
                  <a:pt x="87" y="87"/>
                </a:lnTo>
                <a:lnTo>
                  <a:pt x="87" y="0"/>
                </a:lnTo>
                <a:lnTo>
                  <a:pt x="0" y="43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6460200" y="2624040"/>
            <a:ext cx="36360" cy="36360"/>
          </a:xfrm>
          <a:custGeom>
            <a:avLst/>
            <a:gdLst/>
            <a:ahLst/>
            <a:rect l="0" t="0" r="r" b="b"/>
            <a:pathLst>
              <a:path w="101" h="101">
                <a:moveTo>
                  <a:pt x="19" y="50"/>
                </a:moveTo>
                <a:lnTo>
                  <a:pt x="28" y="54"/>
                </a:lnTo>
                <a:lnTo>
                  <a:pt x="23" y="61"/>
                </a:lnTo>
                <a:lnTo>
                  <a:pt x="16" y="57"/>
                </a:lnTo>
                <a:lnTo>
                  <a:pt x="19" y="50"/>
                </a:lnTo>
                <a:moveTo>
                  <a:pt x="28" y="54"/>
                </a:moveTo>
                <a:lnTo>
                  <a:pt x="36" y="57"/>
                </a:lnTo>
                <a:lnTo>
                  <a:pt x="32" y="65"/>
                </a:lnTo>
                <a:lnTo>
                  <a:pt x="23" y="61"/>
                </a:lnTo>
                <a:lnTo>
                  <a:pt x="28" y="54"/>
                </a:lnTo>
                <a:moveTo>
                  <a:pt x="36" y="57"/>
                </a:moveTo>
                <a:lnTo>
                  <a:pt x="44" y="61"/>
                </a:lnTo>
                <a:lnTo>
                  <a:pt x="40" y="69"/>
                </a:lnTo>
                <a:lnTo>
                  <a:pt x="32" y="65"/>
                </a:lnTo>
                <a:lnTo>
                  <a:pt x="36" y="57"/>
                </a:lnTo>
                <a:moveTo>
                  <a:pt x="44" y="61"/>
                </a:moveTo>
                <a:lnTo>
                  <a:pt x="51" y="65"/>
                </a:lnTo>
                <a:lnTo>
                  <a:pt x="47" y="73"/>
                </a:lnTo>
                <a:lnTo>
                  <a:pt x="40" y="69"/>
                </a:lnTo>
                <a:lnTo>
                  <a:pt x="44" y="61"/>
                </a:lnTo>
                <a:moveTo>
                  <a:pt x="51" y="65"/>
                </a:moveTo>
                <a:lnTo>
                  <a:pt x="59" y="69"/>
                </a:lnTo>
                <a:lnTo>
                  <a:pt x="55" y="77"/>
                </a:lnTo>
                <a:lnTo>
                  <a:pt x="47" y="73"/>
                </a:lnTo>
                <a:lnTo>
                  <a:pt x="51" y="65"/>
                </a:lnTo>
                <a:moveTo>
                  <a:pt x="59" y="69"/>
                </a:moveTo>
                <a:lnTo>
                  <a:pt x="67" y="73"/>
                </a:lnTo>
                <a:lnTo>
                  <a:pt x="63" y="80"/>
                </a:lnTo>
                <a:lnTo>
                  <a:pt x="55" y="77"/>
                </a:lnTo>
                <a:lnTo>
                  <a:pt x="59" y="69"/>
                </a:lnTo>
                <a:moveTo>
                  <a:pt x="67" y="73"/>
                </a:moveTo>
                <a:lnTo>
                  <a:pt x="74" y="77"/>
                </a:lnTo>
                <a:lnTo>
                  <a:pt x="70" y="84"/>
                </a:lnTo>
                <a:lnTo>
                  <a:pt x="63" y="80"/>
                </a:lnTo>
                <a:lnTo>
                  <a:pt x="67" y="73"/>
                </a:lnTo>
                <a:moveTo>
                  <a:pt x="74" y="77"/>
                </a:moveTo>
                <a:lnTo>
                  <a:pt x="82" y="80"/>
                </a:lnTo>
                <a:lnTo>
                  <a:pt x="78" y="89"/>
                </a:lnTo>
                <a:lnTo>
                  <a:pt x="70" y="84"/>
                </a:lnTo>
                <a:lnTo>
                  <a:pt x="74" y="77"/>
                </a:lnTo>
                <a:moveTo>
                  <a:pt x="82" y="80"/>
                </a:moveTo>
                <a:lnTo>
                  <a:pt x="90" y="84"/>
                </a:lnTo>
                <a:lnTo>
                  <a:pt x="86" y="93"/>
                </a:lnTo>
                <a:lnTo>
                  <a:pt x="78" y="89"/>
                </a:lnTo>
                <a:lnTo>
                  <a:pt x="82" y="80"/>
                </a:lnTo>
                <a:moveTo>
                  <a:pt x="90" y="84"/>
                </a:moveTo>
                <a:lnTo>
                  <a:pt x="97" y="89"/>
                </a:lnTo>
                <a:lnTo>
                  <a:pt x="93" y="97"/>
                </a:lnTo>
                <a:lnTo>
                  <a:pt x="86" y="93"/>
                </a:lnTo>
                <a:lnTo>
                  <a:pt x="90" y="84"/>
                </a:lnTo>
                <a:moveTo>
                  <a:pt x="97" y="89"/>
                </a:moveTo>
                <a:lnTo>
                  <a:pt x="99" y="90"/>
                </a:lnTo>
                <a:lnTo>
                  <a:pt x="97" y="94"/>
                </a:lnTo>
                <a:lnTo>
                  <a:pt x="92" y="94"/>
                </a:lnTo>
                <a:lnTo>
                  <a:pt x="92" y="86"/>
                </a:lnTo>
                <a:lnTo>
                  <a:pt x="101" y="86"/>
                </a:lnTo>
                <a:lnTo>
                  <a:pt x="101" y="101"/>
                </a:lnTo>
                <a:lnTo>
                  <a:pt x="93" y="97"/>
                </a:lnTo>
                <a:lnTo>
                  <a:pt x="97" y="89"/>
                </a:lnTo>
                <a:moveTo>
                  <a:pt x="92" y="86"/>
                </a:moveTo>
                <a:lnTo>
                  <a:pt x="92" y="77"/>
                </a:lnTo>
                <a:lnTo>
                  <a:pt x="101" y="77"/>
                </a:lnTo>
                <a:lnTo>
                  <a:pt x="101" y="86"/>
                </a:lnTo>
                <a:lnTo>
                  <a:pt x="92" y="86"/>
                </a:lnTo>
                <a:moveTo>
                  <a:pt x="92" y="77"/>
                </a:moveTo>
                <a:lnTo>
                  <a:pt x="92" y="69"/>
                </a:lnTo>
                <a:lnTo>
                  <a:pt x="101" y="69"/>
                </a:lnTo>
                <a:lnTo>
                  <a:pt x="101" y="77"/>
                </a:lnTo>
                <a:lnTo>
                  <a:pt x="92" y="77"/>
                </a:lnTo>
                <a:moveTo>
                  <a:pt x="92" y="69"/>
                </a:moveTo>
                <a:lnTo>
                  <a:pt x="92" y="60"/>
                </a:lnTo>
                <a:lnTo>
                  <a:pt x="101" y="60"/>
                </a:lnTo>
                <a:lnTo>
                  <a:pt x="101" y="69"/>
                </a:lnTo>
                <a:lnTo>
                  <a:pt x="92" y="69"/>
                </a:lnTo>
                <a:moveTo>
                  <a:pt x="92" y="60"/>
                </a:moveTo>
                <a:lnTo>
                  <a:pt x="92" y="51"/>
                </a:lnTo>
                <a:lnTo>
                  <a:pt x="101" y="51"/>
                </a:lnTo>
                <a:lnTo>
                  <a:pt x="101" y="60"/>
                </a:lnTo>
                <a:lnTo>
                  <a:pt x="92" y="60"/>
                </a:lnTo>
                <a:moveTo>
                  <a:pt x="92" y="51"/>
                </a:moveTo>
                <a:lnTo>
                  <a:pt x="92" y="43"/>
                </a:lnTo>
                <a:lnTo>
                  <a:pt x="101" y="43"/>
                </a:lnTo>
                <a:lnTo>
                  <a:pt x="101" y="51"/>
                </a:lnTo>
                <a:lnTo>
                  <a:pt x="92" y="51"/>
                </a:lnTo>
                <a:moveTo>
                  <a:pt x="92" y="43"/>
                </a:moveTo>
                <a:lnTo>
                  <a:pt x="92" y="34"/>
                </a:lnTo>
                <a:lnTo>
                  <a:pt x="101" y="34"/>
                </a:lnTo>
                <a:lnTo>
                  <a:pt x="101" y="43"/>
                </a:lnTo>
                <a:lnTo>
                  <a:pt x="92" y="43"/>
                </a:lnTo>
                <a:moveTo>
                  <a:pt x="92" y="34"/>
                </a:moveTo>
                <a:lnTo>
                  <a:pt x="92" y="26"/>
                </a:lnTo>
                <a:lnTo>
                  <a:pt x="101" y="26"/>
                </a:lnTo>
                <a:lnTo>
                  <a:pt x="101" y="34"/>
                </a:lnTo>
                <a:lnTo>
                  <a:pt x="92" y="34"/>
                </a:lnTo>
                <a:moveTo>
                  <a:pt x="92" y="26"/>
                </a:moveTo>
                <a:lnTo>
                  <a:pt x="92" y="17"/>
                </a:lnTo>
                <a:lnTo>
                  <a:pt x="101" y="17"/>
                </a:lnTo>
                <a:lnTo>
                  <a:pt x="101" y="26"/>
                </a:lnTo>
                <a:lnTo>
                  <a:pt x="92" y="26"/>
                </a:lnTo>
                <a:moveTo>
                  <a:pt x="92" y="17"/>
                </a:moveTo>
                <a:lnTo>
                  <a:pt x="92" y="8"/>
                </a:lnTo>
                <a:lnTo>
                  <a:pt x="101" y="8"/>
                </a:lnTo>
                <a:lnTo>
                  <a:pt x="101" y="17"/>
                </a:lnTo>
                <a:lnTo>
                  <a:pt x="92" y="17"/>
                </a:lnTo>
                <a:moveTo>
                  <a:pt x="92" y="8"/>
                </a:moveTo>
                <a:lnTo>
                  <a:pt x="92" y="7"/>
                </a:lnTo>
                <a:lnTo>
                  <a:pt x="97" y="7"/>
                </a:lnTo>
                <a:lnTo>
                  <a:pt x="99" y="11"/>
                </a:lnTo>
                <a:lnTo>
                  <a:pt x="92" y="14"/>
                </a:lnTo>
                <a:lnTo>
                  <a:pt x="89" y="6"/>
                </a:lnTo>
                <a:lnTo>
                  <a:pt x="101" y="0"/>
                </a:lnTo>
                <a:lnTo>
                  <a:pt x="101" y="8"/>
                </a:lnTo>
                <a:lnTo>
                  <a:pt x="92" y="8"/>
                </a:lnTo>
                <a:moveTo>
                  <a:pt x="92" y="14"/>
                </a:moveTo>
                <a:lnTo>
                  <a:pt x="85" y="18"/>
                </a:lnTo>
                <a:lnTo>
                  <a:pt x="81" y="10"/>
                </a:lnTo>
                <a:lnTo>
                  <a:pt x="89" y="6"/>
                </a:lnTo>
                <a:lnTo>
                  <a:pt x="92" y="14"/>
                </a:lnTo>
                <a:moveTo>
                  <a:pt x="85" y="18"/>
                </a:moveTo>
                <a:lnTo>
                  <a:pt x="77" y="22"/>
                </a:lnTo>
                <a:lnTo>
                  <a:pt x="73" y="14"/>
                </a:lnTo>
                <a:lnTo>
                  <a:pt x="81" y="10"/>
                </a:lnTo>
                <a:lnTo>
                  <a:pt x="85" y="18"/>
                </a:lnTo>
                <a:moveTo>
                  <a:pt x="77" y="22"/>
                </a:moveTo>
                <a:lnTo>
                  <a:pt x="69" y="25"/>
                </a:lnTo>
                <a:lnTo>
                  <a:pt x="65" y="18"/>
                </a:lnTo>
                <a:lnTo>
                  <a:pt x="73" y="14"/>
                </a:lnTo>
                <a:lnTo>
                  <a:pt x="77" y="22"/>
                </a:lnTo>
                <a:moveTo>
                  <a:pt x="69" y="25"/>
                </a:moveTo>
                <a:lnTo>
                  <a:pt x="62" y="29"/>
                </a:lnTo>
                <a:lnTo>
                  <a:pt x="58" y="22"/>
                </a:lnTo>
                <a:lnTo>
                  <a:pt x="65" y="18"/>
                </a:lnTo>
                <a:lnTo>
                  <a:pt x="69" y="25"/>
                </a:lnTo>
                <a:moveTo>
                  <a:pt x="62" y="29"/>
                </a:moveTo>
                <a:lnTo>
                  <a:pt x="54" y="33"/>
                </a:lnTo>
                <a:lnTo>
                  <a:pt x="50" y="25"/>
                </a:lnTo>
                <a:lnTo>
                  <a:pt x="58" y="22"/>
                </a:lnTo>
                <a:lnTo>
                  <a:pt x="62" y="29"/>
                </a:lnTo>
                <a:moveTo>
                  <a:pt x="54" y="33"/>
                </a:moveTo>
                <a:lnTo>
                  <a:pt x="46" y="37"/>
                </a:lnTo>
                <a:lnTo>
                  <a:pt x="42" y="29"/>
                </a:lnTo>
                <a:lnTo>
                  <a:pt x="50" y="25"/>
                </a:lnTo>
                <a:lnTo>
                  <a:pt x="54" y="33"/>
                </a:lnTo>
                <a:moveTo>
                  <a:pt x="46" y="37"/>
                </a:moveTo>
                <a:lnTo>
                  <a:pt x="39" y="41"/>
                </a:lnTo>
                <a:lnTo>
                  <a:pt x="35" y="33"/>
                </a:lnTo>
                <a:lnTo>
                  <a:pt x="42" y="29"/>
                </a:lnTo>
                <a:lnTo>
                  <a:pt x="46" y="37"/>
                </a:lnTo>
                <a:moveTo>
                  <a:pt x="39" y="41"/>
                </a:moveTo>
                <a:lnTo>
                  <a:pt x="31" y="45"/>
                </a:lnTo>
                <a:lnTo>
                  <a:pt x="27" y="37"/>
                </a:lnTo>
                <a:lnTo>
                  <a:pt x="35" y="33"/>
                </a:lnTo>
                <a:lnTo>
                  <a:pt x="39" y="41"/>
                </a:lnTo>
                <a:moveTo>
                  <a:pt x="31" y="45"/>
                </a:moveTo>
                <a:lnTo>
                  <a:pt x="22" y="48"/>
                </a:lnTo>
                <a:lnTo>
                  <a:pt x="18" y="41"/>
                </a:lnTo>
                <a:lnTo>
                  <a:pt x="27" y="37"/>
                </a:lnTo>
                <a:lnTo>
                  <a:pt x="31" y="45"/>
                </a:lnTo>
                <a:moveTo>
                  <a:pt x="22" y="48"/>
                </a:moveTo>
                <a:lnTo>
                  <a:pt x="15" y="52"/>
                </a:lnTo>
                <a:lnTo>
                  <a:pt x="11" y="45"/>
                </a:lnTo>
                <a:lnTo>
                  <a:pt x="18" y="41"/>
                </a:lnTo>
                <a:lnTo>
                  <a:pt x="22" y="48"/>
                </a:lnTo>
                <a:moveTo>
                  <a:pt x="15" y="52"/>
                </a:moveTo>
                <a:lnTo>
                  <a:pt x="12" y="54"/>
                </a:lnTo>
                <a:lnTo>
                  <a:pt x="10" y="50"/>
                </a:lnTo>
                <a:lnTo>
                  <a:pt x="12" y="46"/>
                </a:lnTo>
                <a:lnTo>
                  <a:pt x="19" y="50"/>
                </a:lnTo>
                <a:lnTo>
                  <a:pt x="16" y="57"/>
                </a:lnTo>
                <a:lnTo>
                  <a:pt x="0" y="50"/>
                </a:lnTo>
                <a:lnTo>
                  <a:pt x="11" y="45"/>
                </a:lnTo>
                <a:lnTo>
                  <a:pt x="15" y="52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6924960" y="2626560"/>
            <a:ext cx="31320" cy="31320"/>
          </a:xfrm>
          <a:custGeom>
            <a:avLst/>
            <a:gdLst/>
            <a:ahLst/>
            <a:rect l="0" t="0" r="r" b="b"/>
            <a:pathLst>
              <a:path w="87" h="87">
                <a:moveTo>
                  <a:pt x="0" y="0"/>
                </a:moveTo>
                <a:lnTo>
                  <a:pt x="87" y="43"/>
                </a:lnTo>
                <a:lnTo>
                  <a:pt x="0" y="8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6923520" y="2624040"/>
            <a:ext cx="36000" cy="36360"/>
          </a:xfrm>
          <a:custGeom>
            <a:avLst/>
            <a:gdLst/>
            <a:ahLst/>
            <a:rect l="0" t="0" r="r" b="b"/>
            <a:pathLst>
              <a:path w="100" h="101">
                <a:moveTo>
                  <a:pt x="13" y="7"/>
                </a:moveTo>
                <a:lnTo>
                  <a:pt x="21" y="11"/>
                </a:lnTo>
                <a:lnTo>
                  <a:pt x="17" y="18"/>
                </a:lnTo>
                <a:lnTo>
                  <a:pt x="10" y="15"/>
                </a:lnTo>
                <a:lnTo>
                  <a:pt x="13" y="7"/>
                </a:lnTo>
                <a:moveTo>
                  <a:pt x="21" y="11"/>
                </a:moveTo>
                <a:lnTo>
                  <a:pt x="30" y="15"/>
                </a:lnTo>
                <a:lnTo>
                  <a:pt x="26" y="22"/>
                </a:lnTo>
                <a:lnTo>
                  <a:pt x="17" y="18"/>
                </a:lnTo>
                <a:lnTo>
                  <a:pt x="21" y="11"/>
                </a:lnTo>
                <a:moveTo>
                  <a:pt x="30" y="15"/>
                </a:moveTo>
                <a:lnTo>
                  <a:pt x="37" y="18"/>
                </a:lnTo>
                <a:lnTo>
                  <a:pt x="34" y="26"/>
                </a:lnTo>
                <a:lnTo>
                  <a:pt x="26" y="22"/>
                </a:lnTo>
                <a:lnTo>
                  <a:pt x="30" y="15"/>
                </a:lnTo>
                <a:moveTo>
                  <a:pt x="37" y="18"/>
                </a:moveTo>
                <a:lnTo>
                  <a:pt x="45" y="22"/>
                </a:lnTo>
                <a:lnTo>
                  <a:pt x="41" y="30"/>
                </a:lnTo>
                <a:lnTo>
                  <a:pt x="34" y="26"/>
                </a:lnTo>
                <a:lnTo>
                  <a:pt x="37" y="18"/>
                </a:lnTo>
                <a:moveTo>
                  <a:pt x="45" y="22"/>
                </a:moveTo>
                <a:lnTo>
                  <a:pt x="53" y="26"/>
                </a:lnTo>
                <a:lnTo>
                  <a:pt x="49" y="34"/>
                </a:lnTo>
                <a:lnTo>
                  <a:pt x="41" y="30"/>
                </a:lnTo>
                <a:lnTo>
                  <a:pt x="45" y="22"/>
                </a:lnTo>
                <a:moveTo>
                  <a:pt x="53" y="26"/>
                </a:moveTo>
                <a:lnTo>
                  <a:pt x="61" y="30"/>
                </a:lnTo>
                <a:lnTo>
                  <a:pt x="57" y="38"/>
                </a:lnTo>
                <a:lnTo>
                  <a:pt x="49" y="34"/>
                </a:lnTo>
                <a:lnTo>
                  <a:pt x="53" y="26"/>
                </a:lnTo>
                <a:moveTo>
                  <a:pt x="61" y="30"/>
                </a:moveTo>
                <a:lnTo>
                  <a:pt x="68" y="34"/>
                </a:lnTo>
                <a:lnTo>
                  <a:pt x="64" y="41"/>
                </a:lnTo>
                <a:lnTo>
                  <a:pt x="57" y="38"/>
                </a:lnTo>
                <a:lnTo>
                  <a:pt x="61" y="30"/>
                </a:lnTo>
                <a:moveTo>
                  <a:pt x="68" y="34"/>
                </a:moveTo>
                <a:lnTo>
                  <a:pt x="76" y="38"/>
                </a:lnTo>
                <a:lnTo>
                  <a:pt x="72" y="45"/>
                </a:lnTo>
                <a:lnTo>
                  <a:pt x="64" y="41"/>
                </a:lnTo>
                <a:lnTo>
                  <a:pt x="68" y="34"/>
                </a:lnTo>
                <a:moveTo>
                  <a:pt x="76" y="38"/>
                </a:moveTo>
                <a:lnTo>
                  <a:pt x="84" y="41"/>
                </a:lnTo>
                <a:lnTo>
                  <a:pt x="80" y="49"/>
                </a:lnTo>
                <a:lnTo>
                  <a:pt x="72" y="45"/>
                </a:lnTo>
                <a:lnTo>
                  <a:pt x="76" y="38"/>
                </a:lnTo>
                <a:moveTo>
                  <a:pt x="84" y="41"/>
                </a:moveTo>
                <a:lnTo>
                  <a:pt x="91" y="45"/>
                </a:lnTo>
                <a:lnTo>
                  <a:pt x="87" y="53"/>
                </a:lnTo>
                <a:lnTo>
                  <a:pt x="80" y="49"/>
                </a:lnTo>
                <a:lnTo>
                  <a:pt x="84" y="41"/>
                </a:lnTo>
                <a:moveTo>
                  <a:pt x="91" y="45"/>
                </a:moveTo>
                <a:lnTo>
                  <a:pt x="100" y="50"/>
                </a:lnTo>
                <a:lnTo>
                  <a:pt x="86" y="57"/>
                </a:lnTo>
                <a:lnTo>
                  <a:pt x="82" y="49"/>
                </a:lnTo>
                <a:lnTo>
                  <a:pt x="89" y="46"/>
                </a:lnTo>
                <a:lnTo>
                  <a:pt x="91" y="50"/>
                </a:lnTo>
                <a:lnTo>
                  <a:pt x="89" y="54"/>
                </a:lnTo>
                <a:lnTo>
                  <a:pt x="87" y="53"/>
                </a:lnTo>
                <a:lnTo>
                  <a:pt x="91" y="45"/>
                </a:lnTo>
                <a:moveTo>
                  <a:pt x="86" y="57"/>
                </a:moveTo>
                <a:lnTo>
                  <a:pt x="79" y="61"/>
                </a:lnTo>
                <a:lnTo>
                  <a:pt x="75" y="53"/>
                </a:lnTo>
                <a:lnTo>
                  <a:pt x="82" y="49"/>
                </a:lnTo>
                <a:lnTo>
                  <a:pt x="86" y="57"/>
                </a:lnTo>
                <a:moveTo>
                  <a:pt x="79" y="61"/>
                </a:moveTo>
                <a:lnTo>
                  <a:pt x="71" y="64"/>
                </a:lnTo>
                <a:lnTo>
                  <a:pt x="67" y="57"/>
                </a:lnTo>
                <a:lnTo>
                  <a:pt x="75" y="53"/>
                </a:lnTo>
                <a:lnTo>
                  <a:pt x="79" y="61"/>
                </a:lnTo>
                <a:moveTo>
                  <a:pt x="71" y="64"/>
                </a:moveTo>
                <a:lnTo>
                  <a:pt x="63" y="68"/>
                </a:lnTo>
                <a:lnTo>
                  <a:pt x="59" y="61"/>
                </a:lnTo>
                <a:lnTo>
                  <a:pt x="67" y="57"/>
                </a:lnTo>
                <a:lnTo>
                  <a:pt x="71" y="64"/>
                </a:lnTo>
                <a:moveTo>
                  <a:pt x="63" y="68"/>
                </a:moveTo>
                <a:lnTo>
                  <a:pt x="56" y="72"/>
                </a:lnTo>
                <a:lnTo>
                  <a:pt x="52" y="64"/>
                </a:lnTo>
                <a:lnTo>
                  <a:pt x="59" y="61"/>
                </a:lnTo>
                <a:lnTo>
                  <a:pt x="63" y="68"/>
                </a:lnTo>
                <a:moveTo>
                  <a:pt x="56" y="72"/>
                </a:moveTo>
                <a:lnTo>
                  <a:pt x="48" y="76"/>
                </a:lnTo>
                <a:lnTo>
                  <a:pt x="44" y="68"/>
                </a:lnTo>
                <a:lnTo>
                  <a:pt x="52" y="64"/>
                </a:lnTo>
                <a:lnTo>
                  <a:pt x="56" y="72"/>
                </a:lnTo>
                <a:moveTo>
                  <a:pt x="48" y="76"/>
                </a:moveTo>
                <a:lnTo>
                  <a:pt x="40" y="80"/>
                </a:lnTo>
                <a:lnTo>
                  <a:pt x="36" y="72"/>
                </a:lnTo>
                <a:lnTo>
                  <a:pt x="44" y="68"/>
                </a:lnTo>
                <a:lnTo>
                  <a:pt x="48" y="76"/>
                </a:lnTo>
                <a:moveTo>
                  <a:pt x="40" y="80"/>
                </a:moveTo>
                <a:lnTo>
                  <a:pt x="33" y="84"/>
                </a:lnTo>
                <a:lnTo>
                  <a:pt x="29" y="76"/>
                </a:lnTo>
                <a:lnTo>
                  <a:pt x="36" y="72"/>
                </a:lnTo>
                <a:lnTo>
                  <a:pt x="40" y="80"/>
                </a:lnTo>
                <a:moveTo>
                  <a:pt x="33" y="84"/>
                </a:moveTo>
                <a:lnTo>
                  <a:pt x="25" y="88"/>
                </a:lnTo>
                <a:lnTo>
                  <a:pt x="20" y="80"/>
                </a:lnTo>
                <a:lnTo>
                  <a:pt x="29" y="76"/>
                </a:lnTo>
                <a:lnTo>
                  <a:pt x="33" y="84"/>
                </a:lnTo>
                <a:moveTo>
                  <a:pt x="25" y="88"/>
                </a:moveTo>
                <a:lnTo>
                  <a:pt x="16" y="92"/>
                </a:lnTo>
                <a:lnTo>
                  <a:pt x="12" y="84"/>
                </a:lnTo>
                <a:lnTo>
                  <a:pt x="20" y="80"/>
                </a:lnTo>
                <a:lnTo>
                  <a:pt x="25" y="88"/>
                </a:lnTo>
                <a:moveTo>
                  <a:pt x="16" y="92"/>
                </a:moveTo>
                <a:lnTo>
                  <a:pt x="9" y="96"/>
                </a:lnTo>
                <a:lnTo>
                  <a:pt x="5" y="88"/>
                </a:lnTo>
                <a:lnTo>
                  <a:pt x="12" y="84"/>
                </a:lnTo>
                <a:lnTo>
                  <a:pt x="16" y="92"/>
                </a:lnTo>
                <a:moveTo>
                  <a:pt x="9" y="96"/>
                </a:moveTo>
                <a:lnTo>
                  <a:pt x="0" y="101"/>
                </a:lnTo>
                <a:lnTo>
                  <a:pt x="0" y="88"/>
                </a:lnTo>
                <a:lnTo>
                  <a:pt x="8" y="88"/>
                </a:lnTo>
                <a:lnTo>
                  <a:pt x="8" y="94"/>
                </a:lnTo>
                <a:lnTo>
                  <a:pt x="4" y="94"/>
                </a:lnTo>
                <a:lnTo>
                  <a:pt x="2" y="90"/>
                </a:lnTo>
                <a:lnTo>
                  <a:pt x="5" y="88"/>
                </a:lnTo>
                <a:lnTo>
                  <a:pt x="9" y="96"/>
                </a:lnTo>
                <a:moveTo>
                  <a:pt x="0" y="88"/>
                </a:moveTo>
                <a:lnTo>
                  <a:pt x="0" y="79"/>
                </a:lnTo>
                <a:lnTo>
                  <a:pt x="8" y="79"/>
                </a:lnTo>
                <a:lnTo>
                  <a:pt x="8" y="88"/>
                </a:lnTo>
                <a:lnTo>
                  <a:pt x="0" y="88"/>
                </a:lnTo>
                <a:moveTo>
                  <a:pt x="0" y="79"/>
                </a:moveTo>
                <a:lnTo>
                  <a:pt x="0" y="70"/>
                </a:lnTo>
                <a:lnTo>
                  <a:pt x="8" y="70"/>
                </a:lnTo>
                <a:lnTo>
                  <a:pt x="8" y="79"/>
                </a:lnTo>
                <a:lnTo>
                  <a:pt x="0" y="79"/>
                </a:lnTo>
                <a:moveTo>
                  <a:pt x="0" y="70"/>
                </a:moveTo>
                <a:lnTo>
                  <a:pt x="0" y="61"/>
                </a:lnTo>
                <a:lnTo>
                  <a:pt x="8" y="61"/>
                </a:lnTo>
                <a:lnTo>
                  <a:pt x="8" y="70"/>
                </a:lnTo>
                <a:lnTo>
                  <a:pt x="0" y="70"/>
                </a:lnTo>
                <a:moveTo>
                  <a:pt x="0" y="61"/>
                </a:moveTo>
                <a:lnTo>
                  <a:pt x="0" y="53"/>
                </a:lnTo>
                <a:lnTo>
                  <a:pt x="8" y="53"/>
                </a:lnTo>
                <a:lnTo>
                  <a:pt x="8" y="61"/>
                </a:lnTo>
                <a:lnTo>
                  <a:pt x="0" y="61"/>
                </a:lnTo>
                <a:moveTo>
                  <a:pt x="0" y="53"/>
                </a:moveTo>
                <a:lnTo>
                  <a:pt x="0" y="44"/>
                </a:lnTo>
                <a:lnTo>
                  <a:pt x="8" y="44"/>
                </a:lnTo>
                <a:lnTo>
                  <a:pt x="8" y="53"/>
                </a:lnTo>
                <a:lnTo>
                  <a:pt x="0" y="53"/>
                </a:lnTo>
                <a:moveTo>
                  <a:pt x="0" y="44"/>
                </a:moveTo>
                <a:lnTo>
                  <a:pt x="0" y="36"/>
                </a:lnTo>
                <a:lnTo>
                  <a:pt x="8" y="36"/>
                </a:lnTo>
                <a:lnTo>
                  <a:pt x="8" y="44"/>
                </a:lnTo>
                <a:lnTo>
                  <a:pt x="0" y="44"/>
                </a:lnTo>
                <a:moveTo>
                  <a:pt x="0" y="36"/>
                </a:moveTo>
                <a:lnTo>
                  <a:pt x="0" y="27"/>
                </a:lnTo>
                <a:lnTo>
                  <a:pt x="8" y="27"/>
                </a:lnTo>
                <a:lnTo>
                  <a:pt x="8" y="36"/>
                </a:lnTo>
                <a:lnTo>
                  <a:pt x="0" y="36"/>
                </a:lnTo>
                <a:moveTo>
                  <a:pt x="0" y="27"/>
                </a:moveTo>
                <a:lnTo>
                  <a:pt x="0" y="19"/>
                </a:lnTo>
                <a:lnTo>
                  <a:pt x="8" y="19"/>
                </a:lnTo>
                <a:lnTo>
                  <a:pt x="8" y="27"/>
                </a:lnTo>
                <a:lnTo>
                  <a:pt x="0" y="27"/>
                </a:lnTo>
                <a:moveTo>
                  <a:pt x="0" y="19"/>
                </a:moveTo>
                <a:lnTo>
                  <a:pt x="0" y="10"/>
                </a:lnTo>
                <a:lnTo>
                  <a:pt x="8" y="10"/>
                </a:lnTo>
                <a:lnTo>
                  <a:pt x="8" y="19"/>
                </a:lnTo>
                <a:lnTo>
                  <a:pt x="0" y="19"/>
                </a:lnTo>
                <a:moveTo>
                  <a:pt x="0" y="10"/>
                </a:moveTo>
                <a:lnTo>
                  <a:pt x="0" y="0"/>
                </a:lnTo>
                <a:lnTo>
                  <a:pt x="13" y="7"/>
                </a:lnTo>
                <a:lnTo>
                  <a:pt x="10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3724920" y="2561040"/>
            <a:ext cx="462960" cy="10440"/>
          </a:xfrm>
          <a:custGeom>
            <a:avLst/>
            <a:gdLst/>
            <a:ahLst/>
            <a:rect l="0" t="0" r="r" b="b"/>
            <a:pathLst>
              <a:path fill="none" w="1286" h="29">
                <a:moveTo>
                  <a:pt x="0" y="19"/>
                </a:moveTo>
                <a:lnTo>
                  <a:pt x="107" y="14"/>
                </a:lnTo>
                <a:cubicBezTo>
                  <a:pt x="214" y="8"/>
                  <a:pt x="428" y="-1"/>
                  <a:pt x="644" y="0"/>
                </a:cubicBezTo>
                <a:cubicBezTo>
                  <a:pt x="858" y="2"/>
                  <a:pt x="1072" y="16"/>
                  <a:pt x="1179" y="23"/>
                </a:cubicBezTo>
                <a:lnTo>
                  <a:pt x="1286" y="29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3710880" y="2551320"/>
            <a:ext cx="32040" cy="31320"/>
          </a:xfrm>
          <a:custGeom>
            <a:avLst/>
            <a:gdLst/>
            <a:ahLst/>
            <a:rect l="0" t="0" r="r" b="b"/>
            <a:pathLst>
              <a:path w="89" h="87">
                <a:moveTo>
                  <a:pt x="0" y="48"/>
                </a:moveTo>
                <a:lnTo>
                  <a:pt x="89" y="87"/>
                </a:lnTo>
                <a:lnTo>
                  <a:pt x="85" y="0"/>
                </a:lnTo>
                <a:lnTo>
                  <a:pt x="0" y="4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3707640" y="2548800"/>
            <a:ext cx="37080" cy="36360"/>
          </a:xfrm>
          <a:custGeom>
            <a:avLst/>
            <a:gdLst/>
            <a:ahLst/>
            <a:rect l="0" t="0" r="r" b="b"/>
            <a:pathLst>
              <a:path w="103" h="101">
                <a:moveTo>
                  <a:pt x="19" y="54"/>
                </a:moveTo>
                <a:lnTo>
                  <a:pt x="27" y="57"/>
                </a:lnTo>
                <a:lnTo>
                  <a:pt x="23" y="65"/>
                </a:lnTo>
                <a:lnTo>
                  <a:pt x="15" y="61"/>
                </a:lnTo>
                <a:lnTo>
                  <a:pt x="19" y="54"/>
                </a:lnTo>
                <a:moveTo>
                  <a:pt x="27" y="57"/>
                </a:moveTo>
                <a:lnTo>
                  <a:pt x="35" y="61"/>
                </a:lnTo>
                <a:lnTo>
                  <a:pt x="31" y="68"/>
                </a:lnTo>
                <a:lnTo>
                  <a:pt x="23" y="65"/>
                </a:lnTo>
                <a:lnTo>
                  <a:pt x="27" y="57"/>
                </a:lnTo>
                <a:moveTo>
                  <a:pt x="35" y="61"/>
                </a:moveTo>
                <a:lnTo>
                  <a:pt x="42" y="64"/>
                </a:lnTo>
                <a:lnTo>
                  <a:pt x="39" y="72"/>
                </a:lnTo>
                <a:lnTo>
                  <a:pt x="31" y="68"/>
                </a:lnTo>
                <a:lnTo>
                  <a:pt x="35" y="61"/>
                </a:lnTo>
                <a:moveTo>
                  <a:pt x="42" y="64"/>
                </a:moveTo>
                <a:lnTo>
                  <a:pt x="50" y="67"/>
                </a:lnTo>
                <a:lnTo>
                  <a:pt x="47" y="75"/>
                </a:lnTo>
                <a:lnTo>
                  <a:pt x="39" y="72"/>
                </a:lnTo>
                <a:lnTo>
                  <a:pt x="42" y="64"/>
                </a:lnTo>
                <a:moveTo>
                  <a:pt x="50" y="67"/>
                </a:moveTo>
                <a:lnTo>
                  <a:pt x="59" y="71"/>
                </a:lnTo>
                <a:lnTo>
                  <a:pt x="56" y="79"/>
                </a:lnTo>
                <a:lnTo>
                  <a:pt x="47" y="75"/>
                </a:lnTo>
                <a:lnTo>
                  <a:pt x="50" y="67"/>
                </a:lnTo>
                <a:moveTo>
                  <a:pt x="59" y="71"/>
                </a:moveTo>
                <a:lnTo>
                  <a:pt x="67" y="74"/>
                </a:lnTo>
                <a:lnTo>
                  <a:pt x="64" y="82"/>
                </a:lnTo>
                <a:lnTo>
                  <a:pt x="56" y="79"/>
                </a:lnTo>
                <a:lnTo>
                  <a:pt x="59" y="71"/>
                </a:lnTo>
                <a:moveTo>
                  <a:pt x="67" y="74"/>
                </a:moveTo>
                <a:lnTo>
                  <a:pt x="75" y="78"/>
                </a:lnTo>
                <a:lnTo>
                  <a:pt x="71" y="86"/>
                </a:lnTo>
                <a:lnTo>
                  <a:pt x="64" y="82"/>
                </a:lnTo>
                <a:lnTo>
                  <a:pt x="67" y="74"/>
                </a:lnTo>
                <a:moveTo>
                  <a:pt x="75" y="78"/>
                </a:moveTo>
                <a:lnTo>
                  <a:pt x="83" y="81"/>
                </a:lnTo>
                <a:lnTo>
                  <a:pt x="79" y="89"/>
                </a:lnTo>
                <a:lnTo>
                  <a:pt x="71" y="86"/>
                </a:lnTo>
                <a:lnTo>
                  <a:pt x="75" y="78"/>
                </a:lnTo>
                <a:moveTo>
                  <a:pt x="83" y="81"/>
                </a:moveTo>
                <a:lnTo>
                  <a:pt x="91" y="85"/>
                </a:lnTo>
                <a:lnTo>
                  <a:pt x="87" y="93"/>
                </a:lnTo>
                <a:lnTo>
                  <a:pt x="79" y="89"/>
                </a:lnTo>
                <a:lnTo>
                  <a:pt x="83" y="81"/>
                </a:lnTo>
                <a:moveTo>
                  <a:pt x="91" y="85"/>
                </a:moveTo>
                <a:lnTo>
                  <a:pt x="98" y="88"/>
                </a:lnTo>
                <a:lnTo>
                  <a:pt x="95" y="96"/>
                </a:lnTo>
                <a:lnTo>
                  <a:pt x="87" y="93"/>
                </a:lnTo>
                <a:lnTo>
                  <a:pt x="91" y="85"/>
                </a:lnTo>
                <a:moveTo>
                  <a:pt x="98" y="88"/>
                </a:moveTo>
                <a:lnTo>
                  <a:pt x="100" y="89"/>
                </a:lnTo>
                <a:lnTo>
                  <a:pt x="98" y="93"/>
                </a:lnTo>
                <a:lnTo>
                  <a:pt x="94" y="93"/>
                </a:lnTo>
                <a:lnTo>
                  <a:pt x="93" y="86"/>
                </a:lnTo>
                <a:lnTo>
                  <a:pt x="102" y="86"/>
                </a:lnTo>
                <a:lnTo>
                  <a:pt x="103" y="101"/>
                </a:lnTo>
                <a:lnTo>
                  <a:pt x="95" y="96"/>
                </a:lnTo>
                <a:lnTo>
                  <a:pt x="98" y="88"/>
                </a:lnTo>
                <a:moveTo>
                  <a:pt x="93" y="86"/>
                </a:moveTo>
                <a:lnTo>
                  <a:pt x="93" y="78"/>
                </a:lnTo>
                <a:lnTo>
                  <a:pt x="102" y="77"/>
                </a:lnTo>
                <a:lnTo>
                  <a:pt x="102" y="86"/>
                </a:lnTo>
                <a:lnTo>
                  <a:pt x="93" y="86"/>
                </a:lnTo>
                <a:moveTo>
                  <a:pt x="93" y="78"/>
                </a:moveTo>
                <a:lnTo>
                  <a:pt x="93" y="69"/>
                </a:lnTo>
                <a:lnTo>
                  <a:pt x="101" y="69"/>
                </a:lnTo>
                <a:lnTo>
                  <a:pt x="102" y="77"/>
                </a:lnTo>
                <a:lnTo>
                  <a:pt x="93" y="78"/>
                </a:lnTo>
                <a:moveTo>
                  <a:pt x="93" y="69"/>
                </a:moveTo>
                <a:lnTo>
                  <a:pt x="92" y="60"/>
                </a:lnTo>
                <a:lnTo>
                  <a:pt x="101" y="60"/>
                </a:lnTo>
                <a:lnTo>
                  <a:pt x="101" y="69"/>
                </a:lnTo>
                <a:lnTo>
                  <a:pt x="93" y="69"/>
                </a:lnTo>
                <a:moveTo>
                  <a:pt x="92" y="60"/>
                </a:moveTo>
                <a:lnTo>
                  <a:pt x="92" y="52"/>
                </a:lnTo>
                <a:lnTo>
                  <a:pt x="100" y="51"/>
                </a:lnTo>
                <a:lnTo>
                  <a:pt x="101" y="60"/>
                </a:lnTo>
                <a:lnTo>
                  <a:pt x="92" y="60"/>
                </a:lnTo>
                <a:moveTo>
                  <a:pt x="92" y="52"/>
                </a:moveTo>
                <a:lnTo>
                  <a:pt x="91" y="43"/>
                </a:lnTo>
                <a:lnTo>
                  <a:pt x="100" y="43"/>
                </a:lnTo>
                <a:lnTo>
                  <a:pt x="100" y="51"/>
                </a:lnTo>
                <a:lnTo>
                  <a:pt x="92" y="52"/>
                </a:lnTo>
                <a:moveTo>
                  <a:pt x="91" y="43"/>
                </a:moveTo>
                <a:lnTo>
                  <a:pt x="91" y="35"/>
                </a:lnTo>
                <a:lnTo>
                  <a:pt x="100" y="34"/>
                </a:lnTo>
                <a:lnTo>
                  <a:pt x="100" y="43"/>
                </a:lnTo>
                <a:lnTo>
                  <a:pt x="91" y="43"/>
                </a:lnTo>
                <a:moveTo>
                  <a:pt x="91" y="35"/>
                </a:moveTo>
                <a:lnTo>
                  <a:pt x="91" y="26"/>
                </a:lnTo>
                <a:lnTo>
                  <a:pt x="99" y="26"/>
                </a:lnTo>
                <a:lnTo>
                  <a:pt x="100" y="34"/>
                </a:lnTo>
                <a:lnTo>
                  <a:pt x="91" y="35"/>
                </a:lnTo>
                <a:moveTo>
                  <a:pt x="91" y="26"/>
                </a:moveTo>
                <a:lnTo>
                  <a:pt x="90" y="18"/>
                </a:lnTo>
                <a:lnTo>
                  <a:pt x="99" y="17"/>
                </a:lnTo>
                <a:lnTo>
                  <a:pt x="99" y="26"/>
                </a:lnTo>
                <a:lnTo>
                  <a:pt x="91" y="26"/>
                </a:lnTo>
                <a:moveTo>
                  <a:pt x="90" y="18"/>
                </a:moveTo>
                <a:lnTo>
                  <a:pt x="90" y="9"/>
                </a:lnTo>
                <a:lnTo>
                  <a:pt x="98" y="9"/>
                </a:lnTo>
                <a:lnTo>
                  <a:pt x="99" y="17"/>
                </a:lnTo>
                <a:lnTo>
                  <a:pt x="90" y="18"/>
                </a:lnTo>
                <a:moveTo>
                  <a:pt x="90" y="9"/>
                </a:moveTo>
                <a:lnTo>
                  <a:pt x="90" y="7"/>
                </a:lnTo>
                <a:lnTo>
                  <a:pt x="94" y="7"/>
                </a:lnTo>
                <a:lnTo>
                  <a:pt x="96" y="11"/>
                </a:lnTo>
                <a:lnTo>
                  <a:pt x="90" y="14"/>
                </a:lnTo>
                <a:lnTo>
                  <a:pt x="86" y="7"/>
                </a:lnTo>
                <a:lnTo>
                  <a:pt x="98" y="0"/>
                </a:lnTo>
                <a:lnTo>
                  <a:pt x="98" y="9"/>
                </a:lnTo>
                <a:lnTo>
                  <a:pt x="90" y="9"/>
                </a:lnTo>
                <a:moveTo>
                  <a:pt x="90" y="14"/>
                </a:moveTo>
                <a:lnTo>
                  <a:pt x="83" y="19"/>
                </a:lnTo>
                <a:lnTo>
                  <a:pt x="78" y="11"/>
                </a:lnTo>
                <a:lnTo>
                  <a:pt x="86" y="7"/>
                </a:lnTo>
                <a:lnTo>
                  <a:pt x="90" y="14"/>
                </a:lnTo>
                <a:moveTo>
                  <a:pt x="83" y="19"/>
                </a:moveTo>
                <a:lnTo>
                  <a:pt x="75" y="23"/>
                </a:lnTo>
                <a:lnTo>
                  <a:pt x="71" y="15"/>
                </a:lnTo>
                <a:lnTo>
                  <a:pt x="78" y="11"/>
                </a:lnTo>
                <a:lnTo>
                  <a:pt x="83" y="19"/>
                </a:lnTo>
                <a:moveTo>
                  <a:pt x="75" y="23"/>
                </a:moveTo>
                <a:lnTo>
                  <a:pt x="68" y="27"/>
                </a:lnTo>
                <a:lnTo>
                  <a:pt x="63" y="19"/>
                </a:lnTo>
                <a:lnTo>
                  <a:pt x="71" y="15"/>
                </a:lnTo>
                <a:lnTo>
                  <a:pt x="75" y="23"/>
                </a:lnTo>
                <a:moveTo>
                  <a:pt x="68" y="27"/>
                </a:moveTo>
                <a:lnTo>
                  <a:pt x="60" y="31"/>
                </a:lnTo>
                <a:lnTo>
                  <a:pt x="56" y="24"/>
                </a:lnTo>
                <a:lnTo>
                  <a:pt x="63" y="19"/>
                </a:lnTo>
                <a:lnTo>
                  <a:pt x="68" y="27"/>
                </a:lnTo>
                <a:moveTo>
                  <a:pt x="60" y="31"/>
                </a:moveTo>
                <a:lnTo>
                  <a:pt x="52" y="35"/>
                </a:lnTo>
                <a:lnTo>
                  <a:pt x="47" y="28"/>
                </a:lnTo>
                <a:lnTo>
                  <a:pt x="56" y="24"/>
                </a:lnTo>
                <a:lnTo>
                  <a:pt x="60" y="31"/>
                </a:lnTo>
                <a:moveTo>
                  <a:pt x="52" y="35"/>
                </a:moveTo>
                <a:lnTo>
                  <a:pt x="44" y="39"/>
                </a:lnTo>
                <a:lnTo>
                  <a:pt x="40" y="32"/>
                </a:lnTo>
                <a:lnTo>
                  <a:pt x="47" y="28"/>
                </a:lnTo>
                <a:lnTo>
                  <a:pt x="52" y="35"/>
                </a:lnTo>
                <a:moveTo>
                  <a:pt x="44" y="39"/>
                </a:moveTo>
                <a:lnTo>
                  <a:pt x="37" y="44"/>
                </a:lnTo>
                <a:lnTo>
                  <a:pt x="32" y="36"/>
                </a:lnTo>
                <a:lnTo>
                  <a:pt x="40" y="32"/>
                </a:lnTo>
                <a:lnTo>
                  <a:pt x="44" y="39"/>
                </a:lnTo>
                <a:moveTo>
                  <a:pt x="37" y="44"/>
                </a:moveTo>
                <a:lnTo>
                  <a:pt x="29" y="48"/>
                </a:lnTo>
                <a:lnTo>
                  <a:pt x="25" y="40"/>
                </a:lnTo>
                <a:lnTo>
                  <a:pt x="32" y="36"/>
                </a:lnTo>
                <a:lnTo>
                  <a:pt x="37" y="44"/>
                </a:lnTo>
                <a:moveTo>
                  <a:pt x="29" y="48"/>
                </a:moveTo>
                <a:lnTo>
                  <a:pt x="22" y="52"/>
                </a:lnTo>
                <a:lnTo>
                  <a:pt x="17" y="45"/>
                </a:lnTo>
                <a:lnTo>
                  <a:pt x="25" y="40"/>
                </a:lnTo>
                <a:lnTo>
                  <a:pt x="29" y="48"/>
                </a:lnTo>
                <a:moveTo>
                  <a:pt x="22" y="52"/>
                </a:moveTo>
                <a:lnTo>
                  <a:pt x="14" y="56"/>
                </a:lnTo>
                <a:lnTo>
                  <a:pt x="10" y="49"/>
                </a:lnTo>
                <a:lnTo>
                  <a:pt x="17" y="45"/>
                </a:lnTo>
                <a:lnTo>
                  <a:pt x="22" y="52"/>
                </a:lnTo>
                <a:moveTo>
                  <a:pt x="14" y="56"/>
                </a:moveTo>
                <a:lnTo>
                  <a:pt x="11" y="58"/>
                </a:lnTo>
                <a:lnTo>
                  <a:pt x="9" y="54"/>
                </a:lnTo>
                <a:lnTo>
                  <a:pt x="11" y="50"/>
                </a:lnTo>
                <a:lnTo>
                  <a:pt x="19" y="54"/>
                </a:lnTo>
                <a:lnTo>
                  <a:pt x="15" y="61"/>
                </a:lnTo>
                <a:lnTo>
                  <a:pt x="0" y="54"/>
                </a:lnTo>
                <a:lnTo>
                  <a:pt x="10" y="49"/>
                </a:lnTo>
                <a:lnTo>
                  <a:pt x="14" y="5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4171320" y="2554920"/>
            <a:ext cx="32040" cy="31680"/>
          </a:xfrm>
          <a:custGeom>
            <a:avLst/>
            <a:gdLst/>
            <a:ahLst/>
            <a:rect l="0" t="0" r="r" b="b"/>
            <a:pathLst>
              <a:path w="89" h="88">
                <a:moveTo>
                  <a:pt x="5" y="0"/>
                </a:moveTo>
                <a:lnTo>
                  <a:pt x="89" y="49"/>
                </a:lnTo>
                <a:lnTo>
                  <a:pt x="0" y="88"/>
                </a:lnTo>
                <a:lnTo>
                  <a:pt x="5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4169520" y="2552400"/>
            <a:ext cx="37440" cy="36000"/>
          </a:xfrm>
          <a:custGeom>
            <a:avLst/>
            <a:gdLst/>
            <a:ahLst/>
            <a:rect l="0" t="0" r="r" b="b"/>
            <a:pathLst>
              <a:path w="104" h="100">
                <a:moveTo>
                  <a:pt x="20" y="8"/>
                </a:moveTo>
                <a:lnTo>
                  <a:pt x="27" y="12"/>
                </a:lnTo>
                <a:lnTo>
                  <a:pt x="23" y="19"/>
                </a:lnTo>
                <a:lnTo>
                  <a:pt x="15" y="15"/>
                </a:lnTo>
                <a:lnTo>
                  <a:pt x="20" y="8"/>
                </a:lnTo>
                <a:moveTo>
                  <a:pt x="27" y="12"/>
                </a:moveTo>
                <a:lnTo>
                  <a:pt x="35" y="16"/>
                </a:lnTo>
                <a:lnTo>
                  <a:pt x="30" y="24"/>
                </a:lnTo>
                <a:lnTo>
                  <a:pt x="23" y="19"/>
                </a:lnTo>
                <a:lnTo>
                  <a:pt x="27" y="12"/>
                </a:lnTo>
                <a:moveTo>
                  <a:pt x="35" y="16"/>
                </a:moveTo>
                <a:lnTo>
                  <a:pt x="42" y="21"/>
                </a:lnTo>
                <a:lnTo>
                  <a:pt x="38" y="28"/>
                </a:lnTo>
                <a:lnTo>
                  <a:pt x="30" y="24"/>
                </a:lnTo>
                <a:lnTo>
                  <a:pt x="35" y="16"/>
                </a:lnTo>
                <a:moveTo>
                  <a:pt x="42" y="21"/>
                </a:moveTo>
                <a:lnTo>
                  <a:pt x="49" y="25"/>
                </a:lnTo>
                <a:lnTo>
                  <a:pt x="45" y="32"/>
                </a:lnTo>
                <a:lnTo>
                  <a:pt x="38" y="28"/>
                </a:lnTo>
                <a:lnTo>
                  <a:pt x="42" y="21"/>
                </a:lnTo>
                <a:moveTo>
                  <a:pt x="49" y="25"/>
                </a:moveTo>
                <a:lnTo>
                  <a:pt x="57" y="29"/>
                </a:lnTo>
                <a:lnTo>
                  <a:pt x="53" y="37"/>
                </a:lnTo>
                <a:lnTo>
                  <a:pt x="45" y="32"/>
                </a:lnTo>
                <a:lnTo>
                  <a:pt x="49" y="25"/>
                </a:lnTo>
                <a:moveTo>
                  <a:pt x="57" y="29"/>
                </a:moveTo>
                <a:lnTo>
                  <a:pt x="64" y="33"/>
                </a:lnTo>
                <a:lnTo>
                  <a:pt x="60" y="41"/>
                </a:lnTo>
                <a:lnTo>
                  <a:pt x="53" y="37"/>
                </a:lnTo>
                <a:lnTo>
                  <a:pt x="57" y="29"/>
                </a:lnTo>
                <a:moveTo>
                  <a:pt x="64" y="33"/>
                </a:moveTo>
                <a:lnTo>
                  <a:pt x="72" y="38"/>
                </a:lnTo>
                <a:lnTo>
                  <a:pt x="67" y="45"/>
                </a:lnTo>
                <a:lnTo>
                  <a:pt x="60" y="41"/>
                </a:lnTo>
                <a:lnTo>
                  <a:pt x="64" y="33"/>
                </a:lnTo>
                <a:moveTo>
                  <a:pt x="72" y="38"/>
                </a:moveTo>
                <a:lnTo>
                  <a:pt x="79" y="42"/>
                </a:lnTo>
                <a:lnTo>
                  <a:pt x="75" y="49"/>
                </a:lnTo>
                <a:lnTo>
                  <a:pt x="67" y="45"/>
                </a:lnTo>
                <a:lnTo>
                  <a:pt x="72" y="38"/>
                </a:lnTo>
                <a:moveTo>
                  <a:pt x="79" y="42"/>
                </a:moveTo>
                <a:lnTo>
                  <a:pt x="87" y="46"/>
                </a:lnTo>
                <a:lnTo>
                  <a:pt x="82" y="54"/>
                </a:lnTo>
                <a:lnTo>
                  <a:pt x="75" y="49"/>
                </a:lnTo>
                <a:lnTo>
                  <a:pt x="79" y="42"/>
                </a:lnTo>
                <a:moveTo>
                  <a:pt x="87" y="46"/>
                </a:moveTo>
                <a:lnTo>
                  <a:pt x="94" y="51"/>
                </a:lnTo>
                <a:lnTo>
                  <a:pt x="90" y="58"/>
                </a:lnTo>
                <a:lnTo>
                  <a:pt x="82" y="54"/>
                </a:lnTo>
                <a:lnTo>
                  <a:pt x="87" y="46"/>
                </a:lnTo>
                <a:moveTo>
                  <a:pt x="94" y="51"/>
                </a:moveTo>
                <a:lnTo>
                  <a:pt x="104" y="56"/>
                </a:lnTo>
                <a:lnTo>
                  <a:pt x="88" y="62"/>
                </a:lnTo>
                <a:lnTo>
                  <a:pt x="85" y="54"/>
                </a:lnTo>
                <a:lnTo>
                  <a:pt x="91" y="51"/>
                </a:lnTo>
                <a:lnTo>
                  <a:pt x="93" y="55"/>
                </a:lnTo>
                <a:lnTo>
                  <a:pt x="91" y="59"/>
                </a:lnTo>
                <a:lnTo>
                  <a:pt x="90" y="58"/>
                </a:lnTo>
                <a:lnTo>
                  <a:pt x="94" y="51"/>
                </a:lnTo>
                <a:moveTo>
                  <a:pt x="88" y="62"/>
                </a:moveTo>
                <a:lnTo>
                  <a:pt x="80" y="65"/>
                </a:lnTo>
                <a:lnTo>
                  <a:pt x="77" y="57"/>
                </a:lnTo>
                <a:lnTo>
                  <a:pt x="85" y="54"/>
                </a:lnTo>
                <a:lnTo>
                  <a:pt x="88" y="62"/>
                </a:lnTo>
                <a:moveTo>
                  <a:pt x="80" y="65"/>
                </a:moveTo>
                <a:lnTo>
                  <a:pt x="73" y="69"/>
                </a:lnTo>
                <a:lnTo>
                  <a:pt x="69" y="61"/>
                </a:lnTo>
                <a:lnTo>
                  <a:pt x="77" y="57"/>
                </a:lnTo>
                <a:lnTo>
                  <a:pt x="80" y="65"/>
                </a:lnTo>
                <a:moveTo>
                  <a:pt x="73" y="69"/>
                </a:moveTo>
                <a:lnTo>
                  <a:pt x="65" y="72"/>
                </a:lnTo>
                <a:lnTo>
                  <a:pt x="61" y="64"/>
                </a:lnTo>
                <a:lnTo>
                  <a:pt x="69" y="61"/>
                </a:lnTo>
                <a:lnTo>
                  <a:pt x="73" y="69"/>
                </a:lnTo>
                <a:moveTo>
                  <a:pt x="65" y="72"/>
                </a:moveTo>
                <a:lnTo>
                  <a:pt x="57" y="75"/>
                </a:lnTo>
                <a:lnTo>
                  <a:pt x="53" y="67"/>
                </a:lnTo>
                <a:lnTo>
                  <a:pt x="61" y="64"/>
                </a:lnTo>
                <a:lnTo>
                  <a:pt x="65" y="72"/>
                </a:lnTo>
                <a:moveTo>
                  <a:pt x="57" y="75"/>
                </a:moveTo>
                <a:lnTo>
                  <a:pt x="49" y="79"/>
                </a:lnTo>
                <a:lnTo>
                  <a:pt x="46" y="71"/>
                </a:lnTo>
                <a:lnTo>
                  <a:pt x="53" y="67"/>
                </a:lnTo>
                <a:lnTo>
                  <a:pt x="57" y="75"/>
                </a:lnTo>
                <a:moveTo>
                  <a:pt x="49" y="79"/>
                </a:moveTo>
                <a:lnTo>
                  <a:pt x="41" y="82"/>
                </a:lnTo>
                <a:lnTo>
                  <a:pt x="38" y="74"/>
                </a:lnTo>
                <a:lnTo>
                  <a:pt x="46" y="71"/>
                </a:lnTo>
                <a:lnTo>
                  <a:pt x="49" y="79"/>
                </a:lnTo>
                <a:moveTo>
                  <a:pt x="41" y="82"/>
                </a:moveTo>
                <a:lnTo>
                  <a:pt x="33" y="85"/>
                </a:lnTo>
                <a:lnTo>
                  <a:pt x="30" y="77"/>
                </a:lnTo>
                <a:lnTo>
                  <a:pt x="38" y="74"/>
                </a:lnTo>
                <a:lnTo>
                  <a:pt x="41" y="82"/>
                </a:lnTo>
                <a:moveTo>
                  <a:pt x="33" y="85"/>
                </a:moveTo>
                <a:lnTo>
                  <a:pt x="25" y="90"/>
                </a:lnTo>
                <a:lnTo>
                  <a:pt x="22" y="81"/>
                </a:lnTo>
                <a:lnTo>
                  <a:pt x="30" y="77"/>
                </a:lnTo>
                <a:lnTo>
                  <a:pt x="33" y="85"/>
                </a:lnTo>
                <a:moveTo>
                  <a:pt x="25" y="90"/>
                </a:moveTo>
                <a:lnTo>
                  <a:pt x="17" y="93"/>
                </a:lnTo>
                <a:lnTo>
                  <a:pt x="14" y="84"/>
                </a:lnTo>
                <a:lnTo>
                  <a:pt x="22" y="81"/>
                </a:lnTo>
                <a:lnTo>
                  <a:pt x="25" y="90"/>
                </a:lnTo>
                <a:moveTo>
                  <a:pt x="17" y="93"/>
                </a:moveTo>
                <a:lnTo>
                  <a:pt x="9" y="96"/>
                </a:lnTo>
                <a:lnTo>
                  <a:pt x="6" y="89"/>
                </a:lnTo>
                <a:lnTo>
                  <a:pt x="14" y="84"/>
                </a:lnTo>
                <a:lnTo>
                  <a:pt x="17" y="93"/>
                </a:lnTo>
                <a:moveTo>
                  <a:pt x="9" y="96"/>
                </a:moveTo>
                <a:lnTo>
                  <a:pt x="0" y="100"/>
                </a:lnTo>
                <a:lnTo>
                  <a:pt x="1" y="87"/>
                </a:lnTo>
                <a:lnTo>
                  <a:pt x="9" y="87"/>
                </a:lnTo>
                <a:lnTo>
                  <a:pt x="9" y="94"/>
                </a:lnTo>
                <a:lnTo>
                  <a:pt x="5" y="94"/>
                </a:lnTo>
                <a:lnTo>
                  <a:pt x="3" y="90"/>
                </a:lnTo>
                <a:lnTo>
                  <a:pt x="6" y="89"/>
                </a:lnTo>
                <a:lnTo>
                  <a:pt x="9" y="96"/>
                </a:lnTo>
                <a:moveTo>
                  <a:pt x="1" y="87"/>
                </a:moveTo>
                <a:lnTo>
                  <a:pt x="1" y="78"/>
                </a:lnTo>
                <a:lnTo>
                  <a:pt x="10" y="79"/>
                </a:lnTo>
                <a:lnTo>
                  <a:pt x="9" y="87"/>
                </a:lnTo>
                <a:lnTo>
                  <a:pt x="1" y="87"/>
                </a:lnTo>
                <a:moveTo>
                  <a:pt x="1" y="78"/>
                </a:moveTo>
                <a:lnTo>
                  <a:pt x="2" y="70"/>
                </a:lnTo>
                <a:lnTo>
                  <a:pt x="11" y="70"/>
                </a:lnTo>
                <a:lnTo>
                  <a:pt x="10" y="79"/>
                </a:lnTo>
                <a:lnTo>
                  <a:pt x="1" y="78"/>
                </a:lnTo>
                <a:moveTo>
                  <a:pt x="2" y="70"/>
                </a:moveTo>
                <a:lnTo>
                  <a:pt x="2" y="61"/>
                </a:lnTo>
                <a:lnTo>
                  <a:pt x="11" y="62"/>
                </a:lnTo>
                <a:lnTo>
                  <a:pt x="11" y="70"/>
                </a:lnTo>
                <a:lnTo>
                  <a:pt x="2" y="70"/>
                </a:lnTo>
                <a:moveTo>
                  <a:pt x="2" y="61"/>
                </a:moveTo>
                <a:lnTo>
                  <a:pt x="3" y="53"/>
                </a:lnTo>
                <a:lnTo>
                  <a:pt x="12" y="53"/>
                </a:lnTo>
                <a:lnTo>
                  <a:pt x="11" y="62"/>
                </a:lnTo>
                <a:lnTo>
                  <a:pt x="2" y="61"/>
                </a:lnTo>
                <a:moveTo>
                  <a:pt x="3" y="53"/>
                </a:moveTo>
                <a:lnTo>
                  <a:pt x="4" y="44"/>
                </a:lnTo>
                <a:lnTo>
                  <a:pt x="12" y="45"/>
                </a:lnTo>
                <a:lnTo>
                  <a:pt x="12" y="53"/>
                </a:lnTo>
                <a:lnTo>
                  <a:pt x="3" y="53"/>
                </a:lnTo>
                <a:moveTo>
                  <a:pt x="4" y="44"/>
                </a:moveTo>
                <a:lnTo>
                  <a:pt x="4" y="36"/>
                </a:lnTo>
                <a:lnTo>
                  <a:pt x="13" y="36"/>
                </a:lnTo>
                <a:lnTo>
                  <a:pt x="12" y="45"/>
                </a:lnTo>
                <a:lnTo>
                  <a:pt x="4" y="44"/>
                </a:lnTo>
                <a:moveTo>
                  <a:pt x="4" y="36"/>
                </a:moveTo>
                <a:lnTo>
                  <a:pt x="5" y="27"/>
                </a:lnTo>
                <a:lnTo>
                  <a:pt x="13" y="28"/>
                </a:lnTo>
                <a:lnTo>
                  <a:pt x="13" y="36"/>
                </a:lnTo>
                <a:lnTo>
                  <a:pt x="4" y="36"/>
                </a:lnTo>
                <a:moveTo>
                  <a:pt x="5" y="27"/>
                </a:moveTo>
                <a:lnTo>
                  <a:pt x="5" y="18"/>
                </a:lnTo>
                <a:lnTo>
                  <a:pt x="14" y="19"/>
                </a:lnTo>
                <a:lnTo>
                  <a:pt x="13" y="28"/>
                </a:lnTo>
                <a:lnTo>
                  <a:pt x="5" y="27"/>
                </a:lnTo>
                <a:moveTo>
                  <a:pt x="5" y="18"/>
                </a:moveTo>
                <a:lnTo>
                  <a:pt x="6" y="10"/>
                </a:lnTo>
                <a:lnTo>
                  <a:pt x="14" y="10"/>
                </a:lnTo>
                <a:lnTo>
                  <a:pt x="14" y="19"/>
                </a:lnTo>
                <a:lnTo>
                  <a:pt x="5" y="18"/>
                </a:lnTo>
                <a:moveTo>
                  <a:pt x="6" y="10"/>
                </a:moveTo>
                <a:lnTo>
                  <a:pt x="6" y="0"/>
                </a:lnTo>
                <a:lnTo>
                  <a:pt x="20" y="8"/>
                </a:lnTo>
                <a:lnTo>
                  <a:pt x="15" y="15"/>
                </a:lnTo>
                <a:lnTo>
                  <a:pt x="8" y="11"/>
                </a:lnTo>
                <a:lnTo>
                  <a:pt x="10" y="7"/>
                </a:lnTo>
                <a:lnTo>
                  <a:pt x="14" y="7"/>
                </a:lnTo>
                <a:lnTo>
                  <a:pt x="14" y="10"/>
                </a:lnTo>
                <a:lnTo>
                  <a:pt x="6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3724920" y="2712600"/>
            <a:ext cx="462960" cy="10440"/>
          </a:xfrm>
          <a:custGeom>
            <a:avLst/>
            <a:gdLst/>
            <a:ahLst/>
            <a:rect l="0" t="0" r="r" b="b"/>
            <a:pathLst>
              <a:path fill="none" w="1286" h="29">
                <a:moveTo>
                  <a:pt x="0" y="10"/>
                </a:moveTo>
                <a:lnTo>
                  <a:pt x="107" y="16"/>
                </a:lnTo>
                <a:cubicBezTo>
                  <a:pt x="214" y="21"/>
                  <a:pt x="428" y="31"/>
                  <a:pt x="644" y="29"/>
                </a:cubicBezTo>
                <a:cubicBezTo>
                  <a:pt x="858" y="28"/>
                  <a:pt x="1072" y="14"/>
                  <a:pt x="1179" y="7"/>
                </a:cubicBezTo>
                <a:lnTo>
                  <a:pt x="1286" y="0"/>
                </a:lnTo>
              </a:path>
            </a:pathLst>
          </a:custGeom>
          <a:ln w="13320">
            <a:solidFill>
              <a:srgbClr val="d4a017"/>
            </a:solidFill>
            <a:miter/>
          </a:ln>
        </p:spPr>
        <p:txBody>
          <a:bodyPr lIns="6480" rIns="6480" tIns="3960" bIns="3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3710880" y="2701800"/>
            <a:ext cx="32040" cy="30960"/>
          </a:xfrm>
          <a:custGeom>
            <a:avLst/>
            <a:gdLst/>
            <a:ahLst/>
            <a:rect l="0" t="0" r="r" b="b"/>
            <a:pathLst>
              <a:path w="89" h="86">
                <a:moveTo>
                  <a:pt x="0" y="40"/>
                </a:moveTo>
                <a:lnTo>
                  <a:pt x="85" y="86"/>
                </a:lnTo>
                <a:lnTo>
                  <a:pt x="89" y="0"/>
                </a:lnTo>
                <a:lnTo>
                  <a:pt x="0" y="4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3707640" y="2699280"/>
            <a:ext cx="37080" cy="36360"/>
          </a:xfrm>
          <a:custGeom>
            <a:avLst/>
            <a:gdLst/>
            <a:ahLst/>
            <a:rect l="0" t="0" r="r" b="b"/>
            <a:pathLst>
              <a:path w="103" h="101">
                <a:moveTo>
                  <a:pt x="19" y="46"/>
                </a:moveTo>
                <a:lnTo>
                  <a:pt x="26" y="50"/>
                </a:lnTo>
                <a:lnTo>
                  <a:pt x="22" y="58"/>
                </a:lnTo>
                <a:lnTo>
                  <a:pt x="15" y="54"/>
                </a:lnTo>
                <a:lnTo>
                  <a:pt x="19" y="46"/>
                </a:lnTo>
                <a:moveTo>
                  <a:pt x="26" y="50"/>
                </a:moveTo>
                <a:lnTo>
                  <a:pt x="34" y="54"/>
                </a:lnTo>
                <a:lnTo>
                  <a:pt x="30" y="62"/>
                </a:lnTo>
                <a:lnTo>
                  <a:pt x="22" y="58"/>
                </a:lnTo>
                <a:lnTo>
                  <a:pt x="26" y="50"/>
                </a:lnTo>
                <a:moveTo>
                  <a:pt x="34" y="54"/>
                </a:moveTo>
                <a:lnTo>
                  <a:pt x="41" y="59"/>
                </a:lnTo>
                <a:lnTo>
                  <a:pt x="37" y="66"/>
                </a:lnTo>
                <a:lnTo>
                  <a:pt x="30" y="62"/>
                </a:lnTo>
                <a:lnTo>
                  <a:pt x="34" y="54"/>
                </a:lnTo>
                <a:moveTo>
                  <a:pt x="41" y="59"/>
                </a:moveTo>
                <a:lnTo>
                  <a:pt x="49" y="63"/>
                </a:lnTo>
                <a:lnTo>
                  <a:pt x="45" y="70"/>
                </a:lnTo>
                <a:lnTo>
                  <a:pt x="37" y="66"/>
                </a:lnTo>
                <a:lnTo>
                  <a:pt x="41" y="59"/>
                </a:lnTo>
                <a:moveTo>
                  <a:pt x="49" y="63"/>
                </a:moveTo>
                <a:lnTo>
                  <a:pt x="57" y="67"/>
                </a:lnTo>
                <a:lnTo>
                  <a:pt x="52" y="74"/>
                </a:lnTo>
                <a:lnTo>
                  <a:pt x="45" y="70"/>
                </a:lnTo>
                <a:lnTo>
                  <a:pt x="49" y="63"/>
                </a:lnTo>
                <a:moveTo>
                  <a:pt x="57" y="67"/>
                </a:moveTo>
                <a:lnTo>
                  <a:pt x="65" y="71"/>
                </a:lnTo>
                <a:lnTo>
                  <a:pt x="61" y="80"/>
                </a:lnTo>
                <a:lnTo>
                  <a:pt x="52" y="74"/>
                </a:lnTo>
                <a:lnTo>
                  <a:pt x="57" y="67"/>
                </a:lnTo>
                <a:moveTo>
                  <a:pt x="65" y="71"/>
                </a:moveTo>
                <a:lnTo>
                  <a:pt x="72" y="75"/>
                </a:lnTo>
                <a:lnTo>
                  <a:pt x="68" y="84"/>
                </a:lnTo>
                <a:lnTo>
                  <a:pt x="61" y="80"/>
                </a:lnTo>
                <a:lnTo>
                  <a:pt x="65" y="71"/>
                </a:lnTo>
                <a:moveTo>
                  <a:pt x="72" y="75"/>
                </a:moveTo>
                <a:lnTo>
                  <a:pt x="80" y="81"/>
                </a:lnTo>
                <a:lnTo>
                  <a:pt x="76" y="88"/>
                </a:lnTo>
                <a:lnTo>
                  <a:pt x="68" y="84"/>
                </a:lnTo>
                <a:lnTo>
                  <a:pt x="72" y="75"/>
                </a:lnTo>
                <a:moveTo>
                  <a:pt x="80" y="81"/>
                </a:moveTo>
                <a:lnTo>
                  <a:pt x="87" y="85"/>
                </a:lnTo>
                <a:lnTo>
                  <a:pt x="83" y="92"/>
                </a:lnTo>
                <a:lnTo>
                  <a:pt x="76" y="88"/>
                </a:lnTo>
                <a:lnTo>
                  <a:pt x="80" y="81"/>
                </a:lnTo>
                <a:moveTo>
                  <a:pt x="87" y="85"/>
                </a:moveTo>
                <a:lnTo>
                  <a:pt x="95" y="89"/>
                </a:lnTo>
                <a:lnTo>
                  <a:pt x="91" y="96"/>
                </a:lnTo>
                <a:lnTo>
                  <a:pt x="83" y="92"/>
                </a:lnTo>
                <a:lnTo>
                  <a:pt x="87" y="85"/>
                </a:lnTo>
                <a:moveTo>
                  <a:pt x="95" y="89"/>
                </a:moveTo>
                <a:lnTo>
                  <a:pt x="96" y="90"/>
                </a:lnTo>
                <a:lnTo>
                  <a:pt x="94" y="93"/>
                </a:lnTo>
                <a:lnTo>
                  <a:pt x="90" y="93"/>
                </a:lnTo>
                <a:lnTo>
                  <a:pt x="90" y="86"/>
                </a:lnTo>
                <a:lnTo>
                  <a:pt x="99" y="87"/>
                </a:lnTo>
                <a:lnTo>
                  <a:pt x="98" y="101"/>
                </a:lnTo>
                <a:lnTo>
                  <a:pt x="91" y="96"/>
                </a:lnTo>
                <a:lnTo>
                  <a:pt x="95" y="89"/>
                </a:lnTo>
                <a:moveTo>
                  <a:pt x="90" y="86"/>
                </a:moveTo>
                <a:lnTo>
                  <a:pt x="91" y="78"/>
                </a:lnTo>
                <a:lnTo>
                  <a:pt x="99" y="78"/>
                </a:lnTo>
                <a:lnTo>
                  <a:pt x="99" y="87"/>
                </a:lnTo>
                <a:lnTo>
                  <a:pt x="90" y="86"/>
                </a:lnTo>
                <a:moveTo>
                  <a:pt x="91" y="78"/>
                </a:moveTo>
                <a:lnTo>
                  <a:pt x="91" y="68"/>
                </a:lnTo>
                <a:lnTo>
                  <a:pt x="100" y="68"/>
                </a:lnTo>
                <a:lnTo>
                  <a:pt x="99" y="78"/>
                </a:lnTo>
                <a:lnTo>
                  <a:pt x="91" y="78"/>
                </a:lnTo>
                <a:moveTo>
                  <a:pt x="91" y="68"/>
                </a:moveTo>
                <a:lnTo>
                  <a:pt x="91" y="59"/>
                </a:lnTo>
                <a:lnTo>
                  <a:pt x="100" y="60"/>
                </a:lnTo>
                <a:lnTo>
                  <a:pt x="100" y="68"/>
                </a:lnTo>
                <a:lnTo>
                  <a:pt x="91" y="68"/>
                </a:lnTo>
                <a:moveTo>
                  <a:pt x="91" y="59"/>
                </a:moveTo>
                <a:lnTo>
                  <a:pt x="92" y="51"/>
                </a:lnTo>
                <a:lnTo>
                  <a:pt x="100" y="51"/>
                </a:lnTo>
                <a:lnTo>
                  <a:pt x="100" y="60"/>
                </a:lnTo>
                <a:lnTo>
                  <a:pt x="91" y="59"/>
                </a:lnTo>
                <a:moveTo>
                  <a:pt x="92" y="51"/>
                </a:moveTo>
                <a:lnTo>
                  <a:pt x="92" y="42"/>
                </a:lnTo>
                <a:lnTo>
                  <a:pt x="101" y="43"/>
                </a:lnTo>
                <a:lnTo>
                  <a:pt x="100" y="51"/>
                </a:lnTo>
                <a:lnTo>
                  <a:pt x="92" y="51"/>
                </a:lnTo>
                <a:moveTo>
                  <a:pt x="92" y="42"/>
                </a:moveTo>
                <a:lnTo>
                  <a:pt x="92" y="34"/>
                </a:lnTo>
                <a:lnTo>
                  <a:pt x="101" y="34"/>
                </a:lnTo>
                <a:lnTo>
                  <a:pt x="101" y="43"/>
                </a:lnTo>
                <a:lnTo>
                  <a:pt x="92" y="42"/>
                </a:lnTo>
                <a:moveTo>
                  <a:pt x="92" y="34"/>
                </a:moveTo>
                <a:lnTo>
                  <a:pt x="93" y="25"/>
                </a:lnTo>
                <a:lnTo>
                  <a:pt x="101" y="26"/>
                </a:lnTo>
                <a:lnTo>
                  <a:pt x="101" y="34"/>
                </a:lnTo>
                <a:lnTo>
                  <a:pt x="92" y="34"/>
                </a:lnTo>
                <a:moveTo>
                  <a:pt x="93" y="25"/>
                </a:moveTo>
                <a:lnTo>
                  <a:pt x="93" y="17"/>
                </a:lnTo>
                <a:lnTo>
                  <a:pt x="102" y="17"/>
                </a:lnTo>
                <a:lnTo>
                  <a:pt x="101" y="26"/>
                </a:lnTo>
                <a:lnTo>
                  <a:pt x="93" y="25"/>
                </a:lnTo>
                <a:moveTo>
                  <a:pt x="93" y="17"/>
                </a:moveTo>
                <a:lnTo>
                  <a:pt x="94" y="8"/>
                </a:lnTo>
                <a:lnTo>
                  <a:pt x="102" y="8"/>
                </a:lnTo>
                <a:lnTo>
                  <a:pt x="102" y="17"/>
                </a:lnTo>
                <a:lnTo>
                  <a:pt x="93" y="17"/>
                </a:lnTo>
                <a:moveTo>
                  <a:pt x="94" y="8"/>
                </a:moveTo>
                <a:lnTo>
                  <a:pt x="94" y="6"/>
                </a:lnTo>
                <a:lnTo>
                  <a:pt x="98" y="7"/>
                </a:lnTo>
                <a:lnTo>
                  <a:pt x="100" y="11"/>
                </a:lnTo>
                <a:lnTo>
                  <a:pt x="93" y="13"/>
                </a:lnTo>
                <a:lnTo>
                  <a:pt x="90" y="6"/>
                </a:lnTo>
                <a:lnTo>
                  <a:pt x="103" y="0"/>
                </a:lnTo>
                <a:lnTo>
                  <a:pt x="102" y="8"/>
                </a:lnTo>
                <a:lnTo>
                  <a:pt x="94" y="8"/>
                </a:lnTo>
                <a:moveTo>
                  <a:pt x="93" y="13"/>
                </a:moveTo>
                <a:lnTo>
                  <a:pt x="85" y="17"/>
                </a:lnTo>
                <a:lnTo>
                  <a:pt x="82" y="9"/>
                </a:lnTo>
                <a:lnTo>
                  <a:pt x="90" y="6"/>
                </a:lnTo>
                <a:lnTo>
                  <a:pt x="93" y="13"/>
                </a:lnTo>
                <a:moveTo>
                  <a:pt x="85" y="17"/>
                </a:moveTo>
                <a:lnTo>
                  <a:pt x="78" y="20"/>
                </a:lnTo>
                <a:lnTo>
                  <a:pt x="74" y="13"/>
                </a:lnTo>
                <a:lnTo>
                  <a:pt x="82" y="9"/>
                </a:lnTo>
                <a:lnTo>
                  <a:pt x="85" y="17"/>
                </a:lnTo>
                <a:moveTo>
                  <a:pt x="78" y="20"/>
                </a:moveTo>
                <a:lnTo>
                  <a:pt x="70" y="24"/>
                </a:lnTo>
                <a:lnTo>
                  <a:pt x="66" y="16"/>
                </a:lnTo>
                <a:lnTo>
                  <a:pt x="74" y="13"/>
                </a:lnTo>
                <a:lnTo>
                  <a:pt x="78" y="20"/>
                </a:lnTo>
                <a:moveTo>
                  <a:pt x="70" y="24"/>
                </a:moveTo>
                <a:lnTo>
                  <a:pt x="62" y="27"/>
                </a:lnTo>
                <a:lnTo>
                  <a:pt x="58" y="20"/>
                </a:lnTo>
                <a:lnTo>
                  <a:pt x="66" y="16"/>
                </a:lnTo>
                <a:lnTo>
                  <a:pt x="70" y="24"/>
                </a:lnTo>
                <a:moveTo>
                  <a:pt x="62" y="27"/>
                </a:moveTo>
                <a:lnTo>
                  <a:pt x="53" y="31"/>
                </a:lnTo>
                <a:lnTo>
                  <a:pt x="50" y="23"/>
                </a:lnTo>
                <a:lnTo>
                  <a:pt x="58" y="20"/>
                </a:lnTo>
                <a:lnTo>
                  <a:pt x="62" y="27"/>
                </a:lnTo>
                <a:moveTo>
                  <a:pt x="53" y="31"/>
                </a:moveTo>
                <a:lnTo>
                  <a:pt x="45" y="34"/>
                </a:lnTo>
                <a:lnTo>
                  <a:pt x="42" y="27"/>
                </a:lnTo>
                <a:lnTo>
                  <a:pt x="50" y="23"/>
                </a:lnTo>
                <a:lnTo>
                  <a:pt x="53" y="31"/>
                </a:lnTo>
                <a:moveTo>
                  <a:pt x="45" y="34"/>
                </a:moveTo>
                <a:lnTo>
                  <a:pt x="37" y="38"/>
                </a:lnTo>
                <a:lnTo>
                  <a:pt x="34" y="30"/>
                </a:lnTo>
                <a:lnTo>
                  <a:pt x="42" y="27"/>
                </a:lnTo>
                <a:lnTo>
                  <a:pt x="45" y="34"/>
                </a:lnTo>
                <a:moveTo>
                  <a:pt x="37" y="38"/>
                </a:moveTo>
                <a:lnTo>
                  <a:pt x="30" y="41"/>
                </a:lnTo>
                <a:lnTo>
                  <a:pt x="26" y="33"/>
                </a:lnTo>
                <a:lnTo>
                  <a:pt x="34" y="30"/>
                </a:lnTo>
                <a:lnTo>
                  <a:pt x="37" y="38"/>
                </a:lnTo>
                <a:moveTo>
                  <a:pt x="30" y="41"/>
                </a:moveTo>
                <a:lnTo>
                  <a:pt x="22" y="45"/>
                </a:lnTo>
                <a:lnTo>
                  <a:pt x="18" y="37"/>
                </a:lnTo>
                <a:lnTo>
                  <a:pt x="26" y="33"/>
                </a:lnTo>
                <a:lnTo>
                  <a:pt x="30" y="41"/>
                </a:lnTo>
                <a:moveTo>
                  <a:pt x="22" y="45"/>
                </a:moveTo>
                <a:lnTo>
                  <a:pt x="14" y="48"/>
                </a:lnTo>
                <a:lnTo>
                  <a:pt x="10" y="40"/>
                </a:lnTo>
                <a:lnTo>
                  <a:pt x="18" y="37"/>
                </a:lnTo>
                <a:lnTo>
                  <a:pt x="22" y="45"/>
                </a:lnTo>
                <a:moveTo>
                  <a:pt x="14" y="48"/>
                </a:moveTo>
                <a:lnTo>
                  <a:pt x="11" y="50"/>
                </a:lnTo>
                <a:lnTo>
                  <a:pt x="9" y="46"/>
                </a:lnTo>
                <a:lnTo>
                  <a:pt x="11" y="42"/>
                </a:lnTo>
                <a:lnTo>
                  <a:pt x="19" y="46"/>
                </a:lnTo>
                <a:lnTo>
                  <a:pt x="15" y="54"/>
                </a:lnTo>
                <a:lnTo>
                  <a:pt x="0" y="45"/>
                </a:lnTo>
                <a:lnTo>
                  <a:pt x="10" y="40"/>
                </a:lnTo>
                <a:lnTo>
                  <a:pt x="14" y="4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4171320" y="2698200"/>
            <a:ext cx="32040" cy="31320"/>
          </a:xfrm>
          <a:custGeom>
            <a:avLst/>
            <a:gdLst/>
            <a:ahLst/>
            <a:rect l="0" t="0" r="r" b="b"/>
            <a:pathLst>
              <a:path w="89" h="87">
                <a:moveTo>
                  <a:pt x="0" y="0"/>
                </a:moveTo>
                <a:lnTo>
                  <a:pt x="89" y="38"/>
                </a:lnTo>
                <a:lnTo>
                  <a:pt x="5" y="8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4169520" y="2695680"/>
            <a:ext cx="37440" cy="36360"/>
          </a:xfrm>
          <a:custGeom>
            <a:avLst/>
            <a:gdLst/>
            <a:ahLst/>
            <a:rect l="0" t="0" r="r" b="b"/>
            <a:pathLst>
              <a:path w="104" h="101">
                <a:moveTo>
                  <a:pt x="14" y="6"/>
                </a:moveTo>
                <a:lnTo>
                  <a:pt x="22" y="10"/>
                </a:lnTo>
                <a:lnTo>
                  <a:pt x="19" y="18"/>
                </a:lnTo>
                <a:lnTo>
                  <a:pt x="11" y="14"/>
                </a:lnTo>
                <a:lnTo>
                  <a:pt x="14" y="6"/>
                </a:lnTo>
                <a:moveTo>
                  <a:pt x="22" y="10"/>
                </a:moveTo>
                <a:lnTo>
                  <a:pt x="30" y="13"/>
                </a:lnTo>
                <a:lnTo>
                  <a:pt x="27" y="21"/>
                </a:lnTo>
                <a:lnTo>
                  <a:pt x="19" y="18"/>
                </a:lnTo>
                <a:lnTo>
                  <a:pt x="22" y="10"/>
                </a:lnTo>
                <a:moveTo>
                  <a:pt x="30" y="13"/>
                </a:moveTo>
                <a:lnTo>
                  <a:pt x="38" y="16"/>
                </a:lnTo>
                <a:lnTo>
                  <a:pt x="35" y="24"/>
                </a:lnTo>
                <a:lnTo>
                  <a:pt x="27" y="21"/>
                </a:lnTo>
                <a:lnTo>
                  <a:pt x="30" y="13"/>
                </a:lnTo>
                <a:moveTo>
                  <a:pt x="38" y="16"/>
                </a:moveTo>
                <a:lnTo>
                  <a:pt x="46" y="20"/>
                </a:lnTo>
                <a:lnTo>
                  <a:pt x="43" y="28"/>
                </a:lnTo>
                <a:lnTo>
                  <a:pt x="35" y="24"/>
                </a:lnTo>
                <a:lnTo>
                  <a:pt x="38" y="16"/>
                </a:lnTo>
                <a:moveTo>
                  <a:pt x="46" y="20"/>
                </a:moveTo>
                <a:lnTo>
                  <a:pt x="54" y="23"/>
                </a:lnTo>
                <a:lnTo>
                  <a:pt x="51" y="31"/>
                </a:lnTo>
                <a:lnTo>
                  <a:pt x="43" y="28"/>
                </a:lnTo>
                <a:lnTo>
                  <a:pt x="46" y="20"/>
                </a:lnTo>
                <a:moveTo>
                  <a:pt x="54" y="23"/>
                </a:moveTo>
                <a:lnTo>
                  <a:pt x="62" y="26"/>
                </a:lnTo>
                <a:lnTo>
                  <a:pt x="58" y="34"/>
                </a:lnTo>
                <a:lnTo>
                  <a:pt x="51" y="31"/>
                </a:lnTo>
                <a:lnTo>
                  <a:pt x="54" y="23"/>
                </a:lnTo>
                <a:moveTo>
                  <a:pt x="62" y="26"/>
                </a:moveTo>
                <a:lnTo>
                  <a:pt x="70" y="30"/>
                </a:lnTo>
                <a:lnTo>
                  <a:pt x="66" y="38"/>
                </a:lnTo>
                <a:lnTo>
                  <a:pt x="58" y="34"/>
                </a:lnTo>
                <a:lnTo>
                  <a:pt x="62" y="26"/>
                </a:lnTo>
                <a:moveTo>
                  <a:pt x="70" y="30"/>
                </a:moveTo>
                <a:lnTo>
                  <a:pt x="78" y="33"/>
                </a:lnTo>
                <a:lnTo>
                  <a:pt x="74" y="41"/>
                </a:lnTo>
                <a:lnTo>
                  <a:pt x="66" y="38"/>
                </a:lnTo>
                <a:lnTo>
                  <a:pt x="70" y="30"/>
                </a:lnTo>
                <a:moveTo>
                  <a:pt x="78" y="33"/>
                </a:moveTo>
                <a:lnTo>
                  <a:pt x="85" y="37"/>
                </a:lnTo>
                <a:lnTo>
                  <a:pt x="82" y="44"/>
                </a:lnTo>
                <a:lnTo>
                  <a:pt x="74" y="41"/>
                </a:lnTo>
                <a:lnTo>
                  <a:pt x="78" y="33"/>
                </a:lnTo>
                <a:moveTo>
                  <a:pt x="85" y="37"/>
                </a:moveTo>
                <a:lnTo>
                  <a:pt x="93" y="40"/>
                </a:lnTo>
                <a:lnTo>
                  <a:pt x="90" y="48"/>
                </a:lnTo>
                <a:lnTo>
                  <a:pt x="82" y="44"/>
                </a:lnTo>
                <a:lnTo>
                  <a:pt x="85" y="37"/>
                </a:lnTo>
                <a:moveTo>
                  <a:pt x="93" y="40"/>
                </a:moveTo>
                <a:lnTo>
                  <a:pt x="104" y="44"/>
                </a:lnTo>
                <a:lnTo>
                  <a:pt x="89" y="52"/>
                </a:lnTo>
                <a:lnTo>
                  <a:pt x="85" y="44"/>
                </a:lnTo>
                <a:lnTo>
                  <a:pt x="91" y="41"/>
                </a:lnTo>
                <a:lnTo>
                  <a:pt x="93" y="44"/>
                </a:lnTo>
                <a:lnTo>
                  <a:pt x="91" y="48"/>
                </a:lnTo>
                <a:lnTo>
                  <a:pt x="90" y="48"/>
                </a:lnTo>
                <a:lnTo>
                  <a:pt x="93" y="40"/>
                </a:lnTo>
                <a:moveTo>
                  <a:pt x="89" y="52"/>
                </a:moveTo>
                <a:lnTo>
                  <a:pt x="82" y="56"/>
                </a:lnTo>
                <a:lnTo>
                  <a:pt x="77" y="49"/>
                </a:lnTo>
                <a:lnTo>
                  <a:pt x="85" y="44"/>
                </a:lnTo>
                <a:lnTo>
                  <a:pt x="89" y="52"/>
                </a:lnTo>
                <a:moveTo>
                  <a:pt x="82" y="56"/>
                </a:moveTo>
                <a:lnTo>
                  <a:pt x="74" y="60"/>
                </a:lnTo>
                <a:lnTo>
                  <a:pt x="70" y="53"/>
                </a:lnTo>
                <a:lnTo>
                  <a:pt x="77" y="49"/>
                </a:lnTo>
                <a:lnTo>
                  <a:pt x="82" y="56"/>
                </a:lnTo>
                <a:moveTo>
                  <a:pt x="74" y="60"/>
                </a:moveTo>
                <a:lnTo>
                  <a:pt x="67" y="65"/>
                </a:lnTo>
                <a:lnTo>
                  <a:pt x="63" y="57"/>
                </a:lnTo>
                <a:lnTo>
                  <a:pt x="70" y="53"/>
                </a:lnTo>
                <a:lnTo>
                  <a:pt x="74" y="60"/>
                </a:lnTo>
                <a:moveTo>
                  <a:pt x="67" y="65"/>
                </a:moveTo>
                <a:lnTo>
                  <a:pt x="60" y="69"/>
                </a:lnTo>
                <a:lnTo>
                  <a:pt x="55" y="61"/>
                </a:lnTo>
                <a:lnTo>
                  <a:pt x="63" y="57"/>
                </a:lnTo>
                <a:lnTo>
                  <a:pt x="67" y="65"/>
                </a:lnTo>
                <a:moveTo>
                  <a:pt x="60" y="69"/>
                </a:moveTo>
                <a:lnTo>
                  <a:pt x="52" y="73"/>
                </a:lnTo>
                <a:lnTo>
                  <a:pt x="48" y="66"/>
                </a:lnTo>
                <a:lnTo>
                  <a:pt x="55" y="61"/>
                </a:lnTo>
                <a:lnTo>
                  <a:pt x="60" y="69"/>
                </a:lnTo>
                <a:moveTo>
                  <a:pt x="52" y="73"/>
                </a:moveTo>
                <a:lnTo>
                  <a:pt x="45" y="78"/>
                </a:lnTo>
                <a:lnTo>
                  <a:pt x="40" y="70"/>
                </a:lnTo>
                <a:lnTo>
                  <a:pt x="48" y="66"/>
                </a:lnTo>
                <a:lnTo>
                  <a:pt x="52" y="73"/>
                </a:lnTo>
                <a:moveTo>
                  <a:pt x="45" y="78"/>
                </a:moveTo>
                <a:lnTo>
                  <a:pt x="37" y="82"/>
                </a:lnTo>
                <a:lnTo>
                  <a:pt x="33" y="74"/>
                </a:lnTo>
                <a:lnTo>
                  <a:pt x="40" y="70"/>
                </a:lnTo>
                <a:lnTo>
                  <a:pt x="45" y="78"/>
                </a:lnTo>
                <a:moveTo>
                  <a:pt x="37" y="82"/>
                </a:moveTo>
                <a:lnTo>
                  <a:pt x="30" y="87"/>
                </a:lnTo>
                <a:lnTo>
                  <a:pt x="26" y="79"/>
                </a:lnTo>
                <a:lnTo>
                  <a:pt x="33" y="74"/>
                </a:lnTo>
                <a:lnTo>
                  <a:pt x="37" y="82"/>
                </a:lnTo>
                <a:moveTo>
                  <a:pt x="30" y="87"/>
                </a:moveTo>
                <a:lnTo>
                  <a:pt x="22" y="91"/>
                </a:lnTo>
                <a:lnTo>
                  <a:pt x="18" y="83"/>
                </a:lnTo>
                <a:lnTo>
                  <a:pt x="26" y="79"/>
                </a:lnTo>
                <a:lnTo>
                  <a:pt x="30" y="87"/>
                </a:lnTo>
                <a:moveTo>
                  <a:pt x="22" y="91"/>
                </a:moveTo>
                <a:lnTo>
                  <a:pt x="15" y="96"/>
                </a:lnTo>
                <a:lnTo>
                  <a:pt x="11" y="88"/>
                </a:lnTo>
                <a:lnTo>
                  <a:pt x="18" y="83"/>
                </a:lnTo>
                <a:lnTo>
                  <a:pt x="22" y="91"/>
                </a:lnTo>
                <a:moveTo>
                  <a:pt x="15" y="96"/>
                </a:moveTo>
                <a:lnTo>
                  <a:pt x="6" y="101"/>
                </a:lnTo>
                <a:lnTo>
                  <a:pt x="6" y="88"/>
                </a:lnTo>
                <a:lnTo>
                  <a:pt x="14" y="88"/>
                </a:lnTo>
                <a:lnTo>
                  <a:pt x="14" y="93"/>
                </a:lnTo>
                <a:lnTo>
                  <a:pt x="10" y="94"/>
                </a:lnTo>
                <a:lnTo>
                  <a:pt x="8" y="90"/>
                </a:lnTo>
                <a:lnTo>
                  <a:pt x="11" y="88"/>
                </a:lnTo>
                <a:lnTo>
                  <a:pt x="15" y="96"/>
                </a:lnTo>
                <a:moveTo>
                  <a:pt x="6" y="88"/>
                </a:moveTo>
                <a:lnTo>
                  <a:pt x="5" y="79"/>
                </a:lnTo>
                <a:lnTo>
                  <a:pt x="14" y="78"/>
                </a:lnTo>
                <a:lnTo>
                  <a:pt x="14" y="88"/>
                </a:lnTo>
                <a:lnTo>
                  <a:pt x="6" y="88"/>
                </a:lnTo>
                <a:moveTo>
                  <a:pt x="5" y="79"/>
                </a:moveTo>
                <a:lnTo>
                  <a:pt x="4" y="70"/>
                </a:lnTo>
                <a:lnTo>
                  <a:pt x="13" y="70"/>
                </a:lnTo>
                <a:lnTo>
                  <a:pt x="14" y="78"/>
                </a:lnTo>
                <a:lnTo>
                  <a:pt x="5" y="79"/>
                </a:lnTo>
                <a:moveTo>
                  <a:pt x="4" y="70"/>
                </a:moveTo>
                <a:lnTo>
                  <a:pt x="4" y="62"/>
                </a:lnTo>
                <a:lnTo>
                  <a:pt x="12" y="61"/>
                </a:lnTo>
                <a:lnTo>
                  <a:pt x="13" y="70"/>
                </a:lnTo>
                <a:lnTo>
                  <a:pt x="4" y="70"/>
                </a:lnTo>
                <a:moveTo>
                  <a:pt x="4" y="62"/>
                </a:moveTo>
                <a:lnTo>
                  <a:pt x="3" y="53"/>
                </a:lnTo>
                <a:lnTo>
                  <a:pt x="12" y="53"/>
                </a:lnTo>
                <a:lnTo>
                  <a:pt x="12" y="61"/>
                </a:lnTo>
                <a:lnTo>
                  <a:pt x="4" y="62"/>
                </a:lnTo>
                <a:moveTo>
                  <a:pt x="3" y="53"/>
                </a:moveTo>
                <a:lnTo>
                  <a:pt x="3" y="45"/>
                </a:lnTo>
                <a:lnTo>
                  <a:pt x="11" y="44"/>
                </a:lnTo>
                <a:lnTo>
                  <a:pt x="12" y="53"/>
                </a:lnTo>
                <a:lnTo>
                  <a:pt x="3" y="53"/>
                </a:lnTo>
                <a:moveTo>
                  <a:pt x="3" y="45"/>
                </a:moveTo>
                <a:lnTo>
                  <a:pt x="2" y="36"/>
                </a:lnTo>
                <a:lnTo>
                  <a:pt x="11" y="35"/>
                </a:lnTo>
                <a:lnTo>
                  <a:pt x="11" y="44"/>
                </a:lnTo>
                <a:lnTo>
                  <a:pt x="3" y="45"/>
                </a:lnTo>
                <a:moveTo>
                  <a:pt x="2" y="36"/>
                </a:moveTo>
                <a:lnTo>
                  <a:pt x="2" y="27"/>
                </a:lnTo>
                <a:lnTo>
                  <a:pt x="10" y="27"/>
                </a:lnTo>
                <a:lnTo>
                  <a:pt x="11" y="35"/>
                </a:lnTo>
                <a:lnTo>
                  <a:pt x="2" y="36"/>
                </a:lnTo>
                <a:moveTo>
                  <a:pt x="2" y="27"/>
                </a:moveTo>
                <a:lnTo>
                  <a:pt x="1" y="19"/>
                </a:lnTo>
                <a:lnTo>
                  <a:pt x="10" y="18"/>
                </a:lnTo>
                <a:lnTo>
                  <a:pt x="10" y="27"/>
                </a:lnTo>
                <a:lnTo>
                  <a:pt x="2" y="27"/>
                </a:lnTo>
                <a:moveTo>
                  <a:pt x="1" y="19"/>
                </a:moveTo>
                <a:lnTo>
                  <a:pt x="1" y="10"/>
                </a:lnTo>
                <a:lnTo>
                  <a:pt x="9" y="10"/>
                </a:lnTo>
                <a:lnTo>
                  <a:pt x="10" y="18"/>
                </a:lnTo>
                <a:lnTo>
                  <a:pt x="1" y="19"/>
                </a:lnTo>
                <a:moveTo>
                  <a:pt x="1" y="10"/>
                </a:moveTo>
                <a:lnTo>
                  <a:pt x="0" y="0"/>
                </a:lnTo>
                <a:lnTo>
                  <a:pt x="14" y="6"/>
                </a:lnTo>
                <a:lnTo>
                  <a:pt x="11" y="14"/>
                </a:lnTo>
                <a:lnTo>
                  <a:pt x="3" y="11"/>
                </a:lnTo>
                <a:lnTo>
                  <a:pt x="5" y="7"/>
                </a:lnTo>
                <a:lnTo>
                  <a:pt x="9" y="7"/>
                </a:lnTo>
                <a:lnTo>
                  <a:pt x="9" y="10"/>
                </a:lnTo>
                <a:lnTo>
                  <a:pt x="1" y="1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/>
          <p:nvPr/>
        </p:nvSpPr>
        <p:spPr>
          <a:xfrm>
            <a:off x="6558840" y="2595600"/>
            <a:ext cx="301320" cy="93240"/>
          </a:xfrm>
          <a:custGeom>
            <a:avLst/>
            <a:gdLst/>
            <a:ahLst/>
            <a:rect l="0" t="0" r="r" b="b"/>
            <a:pathLst>
              <a:path w="837" h="259">
                <a:moveTo>
                  <a:pt x="0" y="0"/>
                </a:moveTo>
                <a:lnTo>
                  <a:pt x="837" y="0"/>
                </a:lnTo>
                <a:lnTo>
                  <a:pt x="837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/>
          <p:nvPr/>
        </p:nvSpPr>
        <p:spPr>
          <a:xfrm>
            <a:off x="6558840" y="2595600"/>
            <a:ext cx="301320" cy="93240"/>
          </a:xfrm>
          <a:custGeom>
            <a:avLst/>
            <a:gdLst/>
            <a:ahLst/>
            <a:rect l="0" t="0" r="r" b="b"/>
            <a:pathLst>
              <a:path w="837" h="259">
                <a:moveTo>
                  <a:pt x="0" y="0"/>
                </a:moveTo>
                <a:lnTo>
                  <a:pt x="837" y="0"/>
                </a:lnTo>
                <a:lnTo>
                  <a:pt x="837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 txBox="1"/>
          <p:nvPr/>
        </p:nvSpPr>
        <p:spPr>
          <a:xfrm>
            <a:off x="439920" y="1824840"/>
            <a:ext cx="7921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Ecosystemen koppelen aan ecosystemen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3805920" y="2510640"/>
            <a:ext cx="301680" cy="93240"/>
          </a:xfrm>
          <a:custGeom>
            <a:avLst/>
            <a:gdLst/>
            <a:ahLst/>
            <a:rect l="0" t="0" r="r" b="b"/>
            <a:pathLst>
              <a:path w="838" h="259">
                <a:moveTo>
                  <a:pt x="0" y="0"/>
                </a:moveTo>
                <a:lnTo>
                  <a:pt x="838" y="0"/>
                </a:lnTo>
                <a:lnTo>
                  <a:pt x="838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3805920" y="2510640"/>
            <a:ext cx="301680" cy="93240"/>
          </a:xfrm>
          <a:custGeom>
            <a:avLst/>
            <a:gdLst/>
            <a:ahLst/>
            <a:rect l="0" t="0" r="r" b="b"/>
            <a:pathLst>
              <a:path w="838" h="259">
                <a:moveTo>
                  <a:pt x="0" y="0"/>
                </a:moveTo>
                <a:lnTo>
                  <a:pt x="838" y="0"/>
                </a:lnTo>
                <a:lnTo>
                  <a:pt x="838" y="259"/>
                </a:lnTo>
                <a:lnTo>
                  <a:pt x="0" y="259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6558840" y="260424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3805920" y="2680560"/>
            <a:ext cx="301680" cy="92880"/>
          </a:xfrm>
          <a:custGeom>
            <a:avLst/>
            <a:gdLst/>
            <a:ahLst/>
            <a:rect l="0" t="0" r="r" b="b"/>
            <a:pathLst>
              <a:path w="838" h="258">
                <a:moveTo>
                  <a:pt x="0" y="0"/>
                </a:moveTo>
                <a:lnTo>
                  <a:pt x="838" y="0"/>
                </a:lnTo>
                <a:lnTo>
                  <a:pt x="838" y="258"/>
                </a:lnTo>
                <a:lnTo>
                  <a:pt x="0" y="25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/>
          <p:nvPr/>
        </p:nvSpPr>
        <p:spPr>
          <a:xfrm>
            <a:off x="3805920" y="2680560"/>
            <a:ext cx="301680" cy="92880"/>
          </a:xfrm>
          <a:custGeom>
            <a:avLst/>
            <a:gdLst/>
            <a:ahLst/>
            <a:rect l="0" t="0" r="r" b="b"/>
            <a:pathLst>
              <a:path w="838" h="258">
                <a:moveTo>
                  <a:pt x="0" y="0"/>
                </a:moveTo>
                <a:lnTo>
                  <a:pt x="838" y="0"/>
                </a:lnTo>
                <a:lnTo>
                  <a:pt x="838" y="258"/>
                </a:lnTo>
                <a:lnTo>
                  <a:pt x="0" y="258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 txBox="1"/>
          <p:nvPr/>
        </p:nvSpPr>
        <p:spPr>
          <a:xfrm>
            <a:off x="3806280" y="251928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6955920" y="2392920"/>
            <a:ext cx="1890360" cy="498600"/>
          </a:xfrm>
          <a:custGeom>
            <a:avLst/>
            <a:gdLst/>
            <a:ahLst/>
            <a:rect l="0" t="0" r="r" b="b"/>
            <a:pathLst>
              <a:path w="5251" h="1385">
                <a:moveTo>
                  <a:pt x="0" y="0"/>
                </a:moveTo>
                <a:lnTo>
                  <a:pt x="5251" y="0"/>
                </a:lnTo>
                <a:lnTo>
                  <a:pt x="5251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/>
          <p:nvPr/>
        </p:nvSpPr>
        <p:spPr>
          <a:xfrm>
            <a:off x="6955920" y="2392920"/>
            <a:ext cx="1890360" cy="498600"/>
          </a:xfrm>
          <a:custGeom>
            <a:avLst/>
            <a:gdLst/>
            <a:ahLst/>
            <a:rect l="0" t="0" r="r" b="b"/>
            <a:pathLst>
              <a:path w="5251" h="1385">
                <a:moveTo>
                  <a:pt x="0" y="0"/>
                </a:moveTo>
                <a:lnTo>
                  <a:pt x="5251" y="0"/>
                </a:lnTo>
                <a:lnTo>
                  <a:pt x="5251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 txBox="1"/>
          <p:nvPr/>
        </p:nvSpPr>
        <p:spPr>
          <a:xfrm>
            <a:off x="3806280" y="2689200"/>
            <a:ext cx="2962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/>
          <p:nvPr/>
        </p:nvSpPr>
        <p:spPr>
          <a:xfrm>
            <a:off x="7090920" y="2537640"/>
            <a:ext cx="658080" cy="208800"/>
          </a:xfrm>
          <a:custGeom>
            <a:avLst/>
            <a:gdLst/>
            <a:ahLst/>
            <a:rect l="0" t="0" r="r" b="b"/>
            <a:pathLst>
              <a:path w="1828" h="580">
                <a:moveTo>
                  <a:pt x="0" y="0"/>
                </a:moveTo>
                <a:lnTo>
                  <a:pt x="1828" y="0"/>
                </a:lnTo>
                <a:lnTo>
                  <a:pt x="1828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3" name=""/>
          <p:cNvSpPr/>
          <p:nvPr/>
        </p:nvSpPr>
        <p:spPr>
          <a:xfrm>
            <a:off x="7090920" y="2537640"/>
            <a:ext cx="658080" cy="208800"/>
          </a:xfrm>
          <a:custGeom>
            <a:avLst/>
            <a:gdLst/>
            <a:ahLst/>
            <a:rect l="0" t="0" r="r" b="b"/>
            <a:pathLst>
              <a:path w="1828" h="580">
                <a:moveTo>
                  <a:pt x="0" y="0"/>
                </a:moveTo>
                <a:lnTo>
                  <a:pt x="1828" y="0"/>
                </a:lnTo>
                <a:lnTo>
                  <a:pt x="1828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7731000" y="2401560"/>
            <a:ext cx="3405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Vervoerder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7941960" y="2537640"/>
            <a:ext cx="769320" cy="208800"/>
          </a:xfrm>
          <a:custGeom>
            <a:avLst/>
            <a:gdLst/>
            <a:ahLst/>
            <a:rect l="0" t="0" r="r" b="b"/>
            <a:pathLst>
              <a:path w="2137" h="580">
                <a:moveTo>
                  <a:pt x="0" y="0"/>
                </a:moveTo>
                <a:lnTo>
                  <a:pt x="2137" y="0"/>
                </a:lnTo>
                <a:lnTo>
                  <a:pt x="2137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7941960" y="2537640"/>
            <a:ext cx="769320" cy="208800"/>
          </a:xfrm>
          <a:custGeom>
            <a:avLst/>
            <a:gdLst/>
            <a:ahLst/>
            <a:rect l="0" t="0" r="r" b="b"/>
            <a:pathLst>
              <a:path w="2137" h="580">
                <a:moveTo>
                  <a:pt x="0" y="0"/>
                </a:moveTo>
                <a:lnTo>
                  <a:pt x="2137" y="0"/>
                </a:lnTo>
                <a:lnTo>
                  <a:pt x="2137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7" name=""/>
          <p:cNvSpPr txBox="1"/>
          <p:nvPr/>
        </p:nvSpPr>
        <p:spPr>
          <a:xfrm>
            <a:off x="7206840" y="2604240"/>
            <a:ext cx="4258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Kaartsysteem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4203000" y="2392920"/>
            <a:ext cx="2259720" cy="498600"/>
          </a:xfrm>
          <a:custGeom>
            <a:avLst/>
            <a:gdLst/>
            <a:ahLst/>
            <a:rect l="0" t="0" r="r" b="b"/>
            <a:pathLst>
              <a:path w="6277" h="1385">
                <a:moveTo>
                  <a:pt x="0" y="0"/>
                </a:moveTo>
                <a:lnTo>
                  <a:pt x="6277" y="0"/>
                </a:lnTo>
                <a:lnTo>
                  <a:pt x="6277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9" name=""/>
          <p:cNvSpPr/>
          <p:nvPr/>
        </p:nvSpPr>
        <p:spPr>
          <a:xfrm>
            <a:off x="4203000" y="2392920"/>
            <a:ext cx="2259720" cy="498600"/>
          </a:xfrm>
          <a:custGeom>
            <a:avLst/>
            <a:gdLst/>
            <a:ahLst/>
            <a:rect l="0" t="0" r="r" b="b"/>
            <a:pathLst>
              <a:path w="6277" h="1385">
                <a:moveTo>
                  <a:pt x="0" y="0"/>
                </a:moveTo>
                <a:lnTo>
                  <a:pt x="6277" y="0"/>
                </a:lnTo>
                <a:lnTo>
                  <a:pt x="6277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0" name=""/>
          <p:cNvSpPr txBox="1"/>
          <p:nvPr/>
        </p:nvSpPr>
        <p:spPr>
          <a:xfrm>
            <a:off x="8057880" y="2604240"/>
            <a:ext cx="535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Reisadministratie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4338360" y="2537640"/>
            <a:ext cx="901800" cy="208800"/>
          </a:xfrm>
          <a:custGeom>
            <a:avLst/>
            <a:gdLst/>
            <a:ahLst/>
            <a:rect l="0" t="0" r="r" b="b"/>
            <a:pathLst>
              <a:path w="2505" h="580">
                <a:moveTo>
                  <a:pt x="0" y="0"/>
                </a:moveTo>
                <a:lnTo>
                  <a:pt x="2505" y="0"/>
                </a:lnTo>
                <a:lnTo>
                  <a:pt x="250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4338360" y="2537640"/>
            <a:ext cx="901800" cy="208800"/>
          </a:xfrm>
          <a:custGeom>
            <a:avLst/>
            <a:gdLst/>
            <a:ahLst/>
            <a:rect l="0" t="0" r="r" b="b"/>
            <a:pathLst>
              <a:path w="2505" h="580">
                <a:moveTo>
                  <a:pt x="0" y="0"/>
                </a:moveTo>
                <a:lnTo>
                  <a:pt x="2505" y="0"/>
                </a:lnTo>
                <a:lnTo>
                  <a:pt x="250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 txBox="1"/>
          <p:nvPr/>
        </p:nvSpPr>
        <p:spPr>
          <a:xfrm>
            <a:off x="4984200" y="2401560"/>
            <a:ext cx="6879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Uitvoeringsorganisatie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5432760" y="2537640"/>
            <a:ext cx="894600" cy="208800"/>
          </a:xfrm>
          <a:custGeom>
            <a:avLst/>
            <a:gdLst/>
            <a:ahLst/>
            <a:rect l="0" t="0" r="r" b="b"/>
            <a:pathLst>
              <a:path w="2485" h="580">
                <a:moveTo>
                  <a:pt x="0" y="0"/>
                </a:moveTo>
                <a:lnTo>
                  <a:pt x="2485" y="0"/>
                </a:lnTo>
                <a:lnTo>
                  <a:pt x="248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5432760" y="2537640"/>
            <a:ext cx="894600" cy="208800"/>
          </a:xfrm>
          <a:custGeom>
            <a:avLst/>
            <a:gdLst/>
            <a:ahLst/>
            <a:rect l="0" t="0" r="r" b="b"/>
            <a:pathLst>
              <a:path w="2485" h="580">
                <a:moveTo>
                  <a:pt x="0" y="0"/>
                </a:moveTo>
                <a:lnTo>
                  <a:pt x="2485" y="0"/>
                </a:lnTo>
                <a:lnTo>
                  <a:pt x="2485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 txBox="1"/>
          <p:nvPr/>
        </p:nvSpPr>
        <p:spPr>
          <a:xfrm>
            <a:off x="4454280" y="2604240"/>
            <a:ext cx="66060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Inschrijvingenregister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/>
          <p:nvPr/>
        </p:nvSpPr>
        <p:spPr>
          <a:xfrm>
            <a:off x="488160" y="2392920"/>
            <a:ext cx="3221640" cy="498600"/>
          </a:xfrm>
          <a:custGeom>
            <a:avLst/>
            <a:gdLst/>
            <a:ahLst/>
            <a:rect l="0" t="0" r="r" b="b"/>
            <a:pathLst>
              <a:path w="8949" h="1385">
                <a:moveTo>
                  <a:pt x="0" y="0"/>
                </a:moveTo>
                <a:lnTo>
                  <a:pt x="8949" y="0"/>
                </a:lnTo>
                <a:lnTo>
                  <a:pt x="8949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solidFill>
            <a:srgbClr val="f7f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/>
          <p:nvPr/>
        </p:nvSpPr>
        <p:spPr>
          <a:xfrm>
            <a:off x="488160" y="2392920"/>
            <a:ext cx="3221640" cy="498600"/>
          </a:xfrm>
          <a:custGeom>
            <a:avLst/>
            <a:gdLst/>
            <a:ahLst/>
            <a:rect l="0" t="0" r="r" b="b"/>
            <a:pathLst>
              <a:path w="8949" h="1385">
                <a:moveTo>
                  <a:pt x="0" y="0"/>
                </a:moveTo>
                <a:lnTo>
                  <a:pt x="8949" y="0"/>
                </a:lnTo>
                <a:lnTo>
                  <a:pt x="8949" y="1385"/>
                </a:lnTo>
                <a:lnTo>
                  <a:pt x="0" y="1385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b7c0ca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 txBox="1"/>
          <p:nvPr/>
        </p:nvSpPr>
        <p:spPr>
          <a:xfrm>
            <a:off x="5549040" y="2604240"/>
            <a:ext cx="6591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Rechtenadministratie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/>
          <p:nvPr/>
        </p:nvSpPr>
        <p:spPr>
          <a:xfrm>
            <a:off x="623160" y="2537640"/>
            <a:ext cx="839160" cy="208800"/>
          </a:xfrm>
          <a:custGeom>
            <a:avLst/>
            <a:gdLst/>
            <a:ahLst/>
            <a:rect l="0" t="0" r="r" b="b"/>
            <a:pathLst>
              <a:path w="2331" h="580">
                <a:moveTo>
                  <a:pt x="0" y="0"/>
                </a:moveTo>
                <a:lnTo>
                  <a:pt x="2331" y="0"/>
                </a:lnTo>
                <a:lnTo>
                  <a:pt x="2331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/>
          <p:nvPr/>
        </p:nvSpPr>
        <p:spPr>
          <a:xfrm>
            <a:off x="623160" y="2537640"/>
            <a:ext cx="839160" cy="208800"/>
          </a:xfrm>
          <a:custGeom>
            <a:avLst/>
            <a:gdLst/>
            <a:ahLst/>
            <a:rect l="0" t="0" r="r" b="b"/>
            <a:pathLst>
              <a:path w="2331" h="580">
                <a:moveTo>
                  <a:pt x="0" y="0"/>
                </a:moveTo>
                <a:lnTo>
                  <a:pt x="2331" y="0"/>
                </a:lnTo>
                <a:lnTo>
                  <a:pt x="2331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 txBox="1"/>
          <p:nvPr/>
        </p:nvSpPr>
        <p:spPr>
          <a:xfrm>
            <a:off x="1805040" y="2401560"/>
            <a:ext cx="5781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Onderwijsinstelling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/>
          <p:nvPr/>
        </p:nvSpPr>
        <p:spPr>
          <a:xfrm>
            <a:off x="1654920" y="2537640"/>
            <a:ext cx="1054440" cy="208800"/>
          </a:xfrm>
          <a:custGeom>
            <a:avLst/>
            <a:gdLst/>
            <a:ahLst/>
            <a:rect l="0" t="0" r="r" b="b"/>
            <a:pathLst>
              <a:path w="2929" h="580">
                <a:moveTo>
                  <a:pt x="0" y="0"/>
                </a:moveTo>
                <a:lnTo>
                  <a:pt x="2929" y="0"/>
                </a:lnTo>
                <a:lnTo>
                  <a:pt x="292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/>
          <p:nvPr/>
        </p:nvSpPr>
        <p:spPr>
          <a:xfrm>
            <a:off x="1654920" y="2537640"/>
            <a:ext cx="1054440" cy="208800"/>
          </a:xfrm>
          <a:custGeom>
            <a:avLst/>
            <a:gdLst/>
            <a:ahLst/>
            <a:rect l="0" t="0" r="r" b="b"/>
            <a:pathLst>
              <a:path w="2929" h="580">
                <a:moveTo>
                  <a:pt x="0" y="0"/>
                </a:moveTo>
                <a:lnTo>
                  <a:pt x="2929" y="0"/>
                </a:lnTo>
                <a:lnTo>
                  <a:pt x="292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739440" y="2604240"/>
            <a:ext cx="59796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Onderwijscatalogus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/>
          <p:nvPr/>
        </p:nvSpPr>
        <p:spPr>
          <a:xfrm>
            <a:off x="2901960" y="2537640"/>
            <a:ext cx="672840" cy="208800"/>
          </a:xfrm>
          <a:custGeom>
            <a:avLst/>
            <a:gdLst/>
            <a:ahLst/>
            <a:rect l="0" t="0" r="r" b="b"/>
            <a:pathLst>
              <a:path w="1869" h="580">
                <a:moveTo>
                  <a:pt x="0" y="0"/>
                </a:moveTo>
                <a:lnTo>
                  <a:pt x="1869" y="0"/>
                </a:lnTo>
                <a:lnTo>
                  <a:pt x="186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/>
          <p:nvPr/>
        </p:nvSpPr>
        <p:spPr>
          <a:xfrm>
            <a:off x="2901960" y="2537640"/>
            <a:ext cx="672840" cy="208800"/>
          </a:xfrm>
          <a:custGeom>
            <a:avLst/>
            <a:gdLst/>
            <a:ahLst/>
            <a:rect l="0" t="0" r="r" b="b"/>
            <a:pathLst>
              <a:path w="1869" h="580">
                <a:moveTo>
                  <a:pt x="0" y="0"/>
                </a:moveTo>
                <a:lnTo>
                  <a:pt x="1869" y="0"/>
                </a:lnTo>
                <a:lnTo>
                  <a:pt x="1869" y="580"/>
                </a:lnTo>
                <a:lnTo>
                  <a:pt x="0" y="58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1770840" y="2604240"/>
            <a:ext cx="814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/>
          <p:nvPr/>
        </p:nvSpPr>
        <p:spPr>
          <a:xfrm>
            <a:off x="456840" y="310500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8"/>
                </a:moveTo>
                <a:cubicBezTo>
                  <a:pt x="0" y="335"/>
                  <a:pt x="3" y="311"/>
                  <a:pt x="7" y="287"/>
                </a:cubicBezTo>
                <a:cubicBezTo>
                  <a:pt x="12" y="264"/>
                  <a:pt x="19" y="242"/>
                  <a:pt x="28" y="220"/>
                </a:cubicBezTo>
                <a:cubicBezTo>
                  <a:pt x="37" y="199"/>
                  <a:pt x="48" y="178"/>
                  <a:pt x="61" y="159"/>
                </a:cubicBezTo>
                <a:cubicBezTo>
                  <a:pt x="74" y="139"/>
                  <a:pt x="89" y="121"/>
                  <a:pt x="105" y="105"/>
                </a:cubicBezTo>
                <a:cubicBezTo>
                  <a:pt x="122" y="88"/>
                  <a:pt x="140" y="73"/>
                  <a:pt x="159" y="60"/>
                </a:cubicBezTo>
                <a:cubicBezTo>
                  <a:pt x="179" y="47"/>
                  <a:pt x="199" y="36"/>
                  <a:pt x="221" y="27"/>
                </a:cubicBezTo>
                <a:cubicBezTo>
                  <a:pt x="243" y="18"/>
                  <a:pt x="265" y="11"/>
                  <a:pt x="288" y="7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7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6"/>
                  <a:pt x="2045" y="47"/>
                  <a:pt x="2065" y="60"/>
                </a:cubicBezTo>
                <a:cubicBezTo>
                  <a:pt x="2085" y="73"/>
                  <a:pt x="2103" y="88"/>
                  <a:pt x="2119" y="105"/>
                </a:cubicBezTo>
                <a:cubicBezTo>
                  <a:pt x="2136" y="121"/>
                  <a:pt x="2151" y="139"/>
                  <a:pt x="2164" y="159"/>
                </a:cubicBezTo>
                <a:cubicBezTo>
                  <a:pt x="2177" y="178"/>
                  <a:pt x="2188" y="199"/>
                  <a:pt x="2197" y="220"/>
                </a:cubicBezTo>
                <a:cubicBezTo>
                  <a:pt x="2206" y="242"/>
                  <a:pt x="2213" y="264"/>
                  <a:pt x="2217" y="287"/>
                </a:cubicBezTo>
                <a:cubicBezTo>
                  <a:pt x="2222" y="311"/>
                  <a:pt x="2224" y="335"/>
                  <a:pt x="2224" y="358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3"/>
                  <a:pt x="2197" y="495"/>
                </a:cubicBezTo>
                <a:cubicBezTo>
                  <a:pt x="2188" y="516"/>
                  <a:pt x="2177" y="537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4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7"/>
                  <a:pt x="37" y="516"/>
                  <a:pt x="28" y="495"/>
                </a:cubicBezTo>
                <a:cubicBezTo>
                  <a:pt x="19" y="473"/>
                  <a:pt x="12" y="451"/>
                  <a:pt x="7" y="428"/>
                </a:cubicBezTo>
                <a:cubicBezTo>
                  <a:pt x="3" y="405"/>
                  <a:pt x="0" y="382"/>
                  <a:pt x="0" y="35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3017880" y="2604240"/>
            <a:ext cx="436680" cy="7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80" spc="-1" strike="noStrike">
                <a:solidFill>
                  <a:srgbClr val="1f2937"/>
                </a:solidFill>
                <a:latin typeface="DejaVuSans"/>
                <a:ea typeface="DejaVuSans"/>
              </a:rPr>
              <a:t>Leeromgeving</a:t>
            </a:r>
            <a:endParaRPr b="0" lang="en-US" sz="4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 txBox="1"/>
          <p:nvPr/>
        </p:nvSpPr>
        <p:spPr>
          <a:xfrm>
            <a:off x="563760" y="316332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1367280" y="3051360"/>
            <a:ext cx="7387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studentenreisproduct. Instelling, uitvoeringsorganisatie en vervoerder moeten het eens zijn over wie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1367280" y="3251160"/>
            <a:ext cx="2043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student is en vanaf wanneer.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8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81" name=""/>
          <p:cNvSpPr/>
          <p:nvPr/>
        </p:nvSpPr>
        <p:spPr>
          <a:xfrm>
            <a:off x="456840" y="1800000"/>
            <a:ext cx="3582000" cy="1362600"/>
          </a:xfrm>
          <a:custGeom>
            <a:avLst/>
            <a:gdLst/>
            <a:ahLst/>
            <a:rect l="0" t="0" r="r" b="b"/>
            <a:pathLst>
              <a:path w="9950" h="3785">
                <a:moveTo>
                  <a:pt x="0" y="3520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80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8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9685" y="0"/>
                </a:lnTo>
                <a:cubicBezTo>
                  <a:pt x="9703" y="0"/>
                  <a:pt x="9720" y="2"/>
                  <a:pt x="9737" y="5"/>
                </a:cubicBezTo>
                <a:cubicBezTo>
                  <a:pt x="9754" y="9"/>
                  <a:pt x="9770" y="14"/>
                  <a:pt x="9786" y="20"/>
                </a:cubicBezTo>
                <a:cubicBezTo>
                  <a:pt x="9803" y="27"/>
                  <a:pt x="9818" y="35"/>
                  <a:pt x="9832" y="45"/>
                </a:cubicBezTo>
                <a:cubicBezTo>
                  <a:pt x="9847" y="54"/>
                  <a:pt x="9860" y="65"/>
                  <a:pt x="9872" y="78"/>
                </a:cubicBezTo>
                <a:cubicBezTo>
                  <a:pt x="9885" y="90"/>
                  <a:pt x="9896" y="103"/>
                  <a:pt x="9905" y="118"/>
                </a:cubicBezTo>
                <a:cubicBezTo>
                  <a:pt x="9915" y="132"/>
                  <a:pt x="9923" y="147"/>
                  <a:pt x="9930" y="163"/>
                </a:cubicBezTo>
                <a:cubicBezTo>
                  <a:pt x="9936" y="180"/>
                  <a:pt x="9941" y="196"/>
                  <a:pt x="9945" y="213"/>
                </a:cubicBezTo>
                <a:cubicBezTo>
                  <a:pt x="9948" y="230"/>
                  <a:pt x="9950" y="247"/>
                  <a:pt x="9950" y="265"/>
                </a:cubicBezTo>
                <a:lnTo>
                  <a:pt x="9950" y="3520"/>
                </a:lnTo>
                <a:cubicBezTo>
                  <a:pt x="9950" y="3537"/>
                  <a:pt x="9948" y="3555"/>
                  <a:pt x="9945" y="3572"/>
                </a:cubicBezTo>
                <a:cubicBezTo>
                  <a:pt x="9941" y="3589"/>
                  <a:pt x="9936" y="3605"/>
                  <a:pt x="9930" y="3621"/>
                </a:cubicBezTo>
                <a:cubicBezTo>
                  <a:pt x="9923" y="3637"/>
                  <a:pt x="9915" y="3653"/>
                  <a:pt x="9905" y="3667"/>
                </a:cubicBezTo>
                <a:cubicBezTo>
                  <a:pt x="9896" y="3682"/>
                  <a:pt x="9885" y="3695"/>
                  <a:pt x="9872" y="3707"/>
                </a:cubicBezTo>
                <a:cubicBezTo>
                  <a:pt x="9860" y="3719"/>
                  <a:pt x="9847" y="3730"/>
                  <a:pt x="9832" y="3740"/>
                </a:cubicBezTo>
                <a:cubicBezTo>
                  <a:pt x="9818" y="3750"/>
                  <a:pt x="9803" y="3758"/>
                  <a:pt x="9786" y="3765"/>
                </a:cubicBezTo>
                <a:cubicBezTo>
                  <a:pt x="9770" y="3771"/>
                  <a:pt x="9754" y="3776"/>
                  <a:pt x="9737" y="3780"/>
                </a:cubicBezTo>
                <a:cubicBezTo>
                  <a:pt x="9720" y="3783"/>
                  <a:pt x="9703" y="3785"/>
                  <a:pt x="9685" y="3785"/>
                </a:cubicBezTo>
                <a:lnTo>
                  <a:pt x="265" y="3785"/>
                </a:lnTo>
                <a:cubicBezTo>
                  <a:pt x="248" y="3785"/>
                  <a:pt x="231" y="3783"/>
                  <a:pt x="213" y="3780"/>
                </a:cubicBezTo>
                <a:cubicBezTo>
                  <a:pt x="196" y="3776"/>
                  <a:pt x="180" y="3771"/>
                  <a:pt x="164" y="3765"/>
                </a:cubicBezTo>
                <a:cubicBezTo>
                  <a:pt x="148" y="3758"/>
                  <a:pt x="133" y="3750"/>
                  <a:pt x="118" y="3740"/>
                </a:cubicBezTo>
                <a:cubicBezTo>
                  <a:pt x="104" y="3730"/>
                  <a:pt x="90" y="3719"/>
                  <a:pt x="78" y="3707"/>
                </a:cubicBezTo>
                <a:cubicBezTo>
                  <a:pt x="66" y="3695"/>
                  <a:pt x="55" y="3682"/>
                  <a:pt x="45" y="3667"/>
                </a:cubicBezTo>
                <a:cubicBezTo>
                  <a:pt x="35" y="3653"/>
                  <a:pt x="27" y="3637"/>
                  <a:pt x="21" y="3621"/>
                </a:cubicBezTo>
                <a:cubicBezTo>
                  <a:pt x="14" y="3605"/>
                  <a:pt x="9" y="3589"/>
                  <a:pt x="6" y="3572"/>
                </a:cubicBezTo>
                <a:cubicBezTo>
                  <a:pt x="2" y="3555"/>
                  <a:pt x="0" y="3537"/>
                  <a:pt x="0" y="3520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 txBox="1"/>
          <p:nvPr/>
        </p:nvSpPr>
        <p:spPr>
          <a:xfrm>
            <a:off x="439920" y="1110600"/>
            <a:ext cx="76420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Hetzelfde woord, een andere betekenis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655200" y="1994400"/>
            <a:ext cx="1497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Onderwijsontwerper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 txBox="1"/>
          <p:nvPr/>
        </p:nvSpPr>
        <p:spPr>
          <a:xfrm>
            <a:off x="655200" y="2256840"/>
            <a:ext cx="6804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f2937"/>
                </a:solidFill>
                <a:latin typeface="Arial"/>
                <a:ea typeface="Arial"/>
              </a:rPr>
              <a:t>groep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 txBox="1"/>
          <p:nvPr/>
        </p:nvSpPr>
        <p:spPr>
          <a:xfrm>
            <a:off x="655200" y="2599200"/>
            <a:ext cx="3156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Studenten die samen dezelfde leeruitkomst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655200" y="2808720"/>
            <a:ext cx="2835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nastreven, ongeacht waar en wanneer.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/>
          <p:nvPr/>
        </p:nvSpPr>
        <p:spPr>
          <a:xfrm>
            <a:off x="4952880" y="1800000"/>
            <a:ext cx="3591360" cy="1362600"/>
          </a:xfrm>
          <a:custGeom>
            <a:avLst/>
            <a:gdLst/>
            <a:ahLst/>
            <a:rect l="0" t="0" r="r" b="b"/>
            <a:pathLst>
              <a:path w="9976" h="3785">
                <a:moveTo>
                  <a:pt x="0" y="3520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9711" y="0"/>
                </a:lnTo>
                <a:cubicBezTo>
                  <a:pt x="9728" y="0"/>
                  <a:pt x="9746" y="2"/>
                  <a:pt x="9763" y="5"/>
                </a:cubicBezTo>
                <a:cubicBezTo>
                  <a:pt x="9780" y="9"/>
                  <a:pt x="9796" y="14"/>
                  <a:pt x="9812" y="20"/>
                </a:cubicBezTo>
                <a:cubicBezTo>
                  <a:pt x="9828" y="27"/>
                  <a:pt x="9844" y="35"/>
                  <a:pt x="9858" y="45"/>
                </a:cubicBezTo>
                <a:cubicBezTo>
                  <a:pt x="9872" y="54"/>
                  <a:pt x="9886" y="65"/>
                  <a:pt x="9898" y="78"/>
                </a:cubicBezTo>
                <a:cubicBezTo>
                  <a:pt x="9910" y="90"/>
                  <a:pt x="9921" y="103"/>
                  <a:pt x="9931" y="118"/>
                </a:cubicBezTo>
                <a:cubicBezTo>
                  <a:pt x="9941" y="132"/>
                  <a:pt x="9949" y="147"/>
                  <a:pt x="9955" y="163"/>
                </a:cubicBezTo>
                <a:cubicBezTo>
                  <a:pt x="9962" y="180"/>
                  <a:pt x="9967" y="196"/>
                  <a:pt x="9971" y="213"/>
                </a:cubicBezTo>
                <a:cubicBezTo>
                  <a:pt x="9974" y="230"/>
                  <a:pt x="9976" y="247"/>
                  <a:pt x="9976" y="265"/>
                </a:cubicBezTo>
                <a:lnTo>
                  <a:pt x="9976" y="3520"/>
                </a:lnTo>
                <a:cubicBezTo>
                  <a:pt x="9976" y="3537"/>
                  <a:pt x="9974" y="3555"/>
                  <a:pt x="9971" y="3572"/>
                </a:cubicBezTo>
                <a:cubicBezTo>
                  <a:pt x="9967" y="3589"/>
                  <a:pt x="9962" y="3605"/>
                  <a:pt x="9955" y="3621"/>
                </a:cubicBezTo>
                <a:cubicBezTo>
                  <a:pt x="9949" y="3637"/>
                  <a:pt x="9941" y="3653"/>
                  <a:pt x="9931" y="3667"/>
                </a:cubicBezTo>
                <a:cubicBezTo>
                  <a:pt x="9921" y="3682"/>
                  <a:pt x="9910" y="3695"/>
                  <a:pt x="9898" y="3707"/>
                </a:cubicBezTo>
                <a:cubicBezTo>
                  <a:pt x="9886" y="3719"/>
                  <a:pt x="9872" y="3730"/>
                  <a:pt x="9858" y="3740"/>
                </a:cubicBezTo>
                <a:cubicBezTo>
                  <a:pt x="9844" y="3750"/>
                  <a:pt x="9828" y="3758"/>
                  <a:pt x="9812" y="3765"/>
                </a:cubicBezTo>
                <a:cubicBezTo>
                  <a:pt x="9796" y="3771"/>
                  <a:pt x="9780" y="3776"/>
                  <a:pt x="9763" y="3780"/>
                </a:cubicBezTo>
                <a:cubicBezTo>
                  <a:pt x="9746" y="3783"/>
                  <a:pt x="9728" y="3785"/>
                  <a:pt x="9711" y="3785"/>
                </a:cubicBezTo>
                <a:lnTo>
                  <a:pt x="264" y="3785"/>
                </a:lnTo>
                <a:cubicBezTo>
                  <a:pt x="247" y="3785"/>
                  <a:pt x="230" y="3783"/>
                  <a:pt x="213" y="3780"/>
                </a:cubicBezTo>
                <a:cubicBezTo>
                  <a:pt x="196" y="3776"/>
                  <a:pt x="179" y="3771"/>
                  <a:pt x="163" y="3765"/>
                </a:cubicBezTo>
                <a:cubicBezTo>
                  <a:pt x="147" y="3758"/>
                  <a:pt x="132" y="3750"/>
                  <a:pt x="117" y="3740"/>
                </a:cubicBezTo>
                <a:cubicBezTo>
                  <a:pt x="103" y="3730"/>
                  <a:pt x="90" y="3719"/>
                  <a:pt x="77" y="3707"/>
                </a:cubicBezTo>
                <a:cubicBezTo>
                  <a:pt x="65" y="3695"/>
                  <a:pt x="54" y="3682"/>
                  <a:pt x="44" y="3667"/>
                </a:cubicBezTo>
                <a:cubicBezTo>
                  <a:pt x="35" y="3653"/>
                  <a:pt x="27" y="3637"/>
                  <a:pt x="20" y="3621"/>
                </a:cubicBezTo>
                <a:cubicBezTo>
                  <a:pt x="13" y="3605"/>
                  <a:pt x="8" y="3589"/>
                  <a:pt x="5" y="3572"/>
                </a:cubicBezTo>
                <a:cubicBezTo>
                  <a:pt x="2" y="3555"/>
                  <a:pt x="0" y="3537"/>
                  <a:pt x="0" y="352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 txBox="1"/>
          <p:nvPr/>
        </p:nvSpPr>
        <p:spPr>
          <a:xfrm>
            <a:off x="4370040" y="2270880"/>
            <a:ext cx="396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a8481f"/>
                </a:solidFill>
                <a:latin typeface="Arial"/>
                <a:ea typeface="Arial"/>
              </a:rPr>
              <a:t>≠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5154120" y="1994400"/>
            <a:ext cx="5644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Planner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 txBox="1"/>
          <p:nvPr/>
        </p:nvSpPr>
        <p:spPr>
          <a:xfrm>
            <a:off x="5154120" y="2256840"/>
            <a:ext cx="680400" cy="23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20" spc="-1" strike="noStrike">
                <a:solidFill>
                  <a:srgbClr val="1f2937"/>
                </a:solidFill>
                <a:latin typeface="Arial"/>
                <a:ea typeface="Arial"/>
              </a:rPr>
              <a:t>groep</a:t>
            </a:r>
            <a:endParaRPr b="0" lang="en-US" sz="16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5154120" y="2599200"/>
            <a:ext cx="331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Het aantal studenten dat op dat tijdstip in dat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/>
          <p:nvPr/>
        </p:nvSpPr>
        <p:spPr>
          <a:xfrm>
            <a:off x="456840" y="3314520"/>
            <a:ext cx="8087400" cy="829080"/>
          </a:xfrm>
          <a:custGeom>
            <a:avLst/>
            <a:gdLst/>
            <a:ahLst/>
            <a:rect l="0" t="0" r="r" b="b"/>
            <a:pathLst>
              <a:path w="22465" h="2303">
                <a:moveTo>
                  <a:pt x="0" y="0"/>
                </a:moveTo>
                <a:lnTo>
                  <a:pt x="22465" y="0"/>
                </a:lnTo>
                <a:lnTo>
                  <a:pt x="22465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/>
          <p:nvPr/>
        </p:nvSpPr>
        <p:spPr>
          <a:xfrm>
            <a:off x="456840" y="331452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456840" y="413352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/>
          <p:nvPr/>
        </p:nvSpPr>
        <p:spPr>
          <a:xfrm>
            <a:off x="8534160" y="331452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106"/>
                </a:moveTo>
                <a:lnTo>
                  <a:pt x="0" y="2303"/>
                </a:lnTo>
                <a:lnTo>
                  <a:pt x="28" y="2303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/>
          <p:nvPr/>
        </p:nvSpPr>
        <p:spPr>
          <a:xfrm>
            <a:off x="456840" y="3314520"/>
            <a:ext cx="10080" cy="829080"/>
          </a:xfrm>
          <a:custGeom>
            <a:avLst/>
            <a:gdLst/>
            <a:ahLst/>
            <a:rect l="0" t="0" r="r" b="b"/>
            <a:pathLst>
              <a:path w="28" h="2303">
                <a:moveTo>
                  <a:pt x="0" y="0"/>
                </a:moveTo>
                <a:lnTo>
                  <a:pt x="0" y="2303"/>
                </a:lnTo>
                <a:lnTo>
                  <a:pt x="28" y="2303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5154120" y="2808720"/>
            <a:ext cx="831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lokaal past.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 txBox="1"/>
          <p:nvPr/>
        </p:nvSpPr>
        <p:spPr>
          <a:xfrm>
            <a:off x="634320" y="3535200"/>
            <a:ext cx="8480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Twee systemen die allebei werken, en toch niet samenwerken. De leiding leggen is techniek. Het eens worden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 txBox="1"/>
          <p:nvPr/>
        </p:nvSpPr>
        <p:spPr>
          <a:xfrm>
            <a:off x="634320" y="3773520"/>
            <a:ext cx="312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over wat het woord betekent, is dat niet.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0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07" name=""/>
          <p:cNvSpPr/>
          <p:nvPr/>
        </p:nvSpPr>
        <p:spPr>
          <a:xfrm>
            <a:off x="825840" y="2360520"/>
            <a:ext cx="629280" cy="35280"/>
          </a:xfrm>
          <a:custGeom>
            <a:avLst/>
            <a:gdLst/>
            <a:ahLst/>
            <a:rect l="0" t="0" r="r" b="b"/>
            <a:pathLst>
              <a:path fill="none" w="1748" h="98">
                <a:moveTo>
                  <a:pt x="0" y="98"/>
                </a:moveTo>
                <a:lnTo>
                  <a:pt x="149" y="76"/>
                </a:lnTo>
                <a:cubicBezTo>
                  <a:pt x="298" y="54"/>
                  <a:pt x="598" y="8"/>
                  <a:pt x="889" y="1"/>
                </a:cubicBezTo>
                <a:cubicBezTo>
                  <a:pt x="1181" y="-5"/>
                  <a:pt x="1464" y="28"/>
                  <a:pt x="1606" y="44"/>
                </a:cubicBezTo>
                <a:lnTo>
                  <a:pt x="1748" y="6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1438560" y="236520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9" y="0"/>
                </a:moveTo>
                <a:lnTo>
                  <a:pt x="86" y="50"/>
                </a:lnTo>
                <a:lnTo>
                  <a:pt x="0" y="82"/>
                </a:lnTo>
                <a:lnTo>
                  <a:pt x="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1436760" y="236268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23" y="8"/>
                </a:moveTo>
                <a:lnTo>
                  <a:pt x="30" y="13"/>
                </a:lnTo>
                <a:lnTo>
                  <a:pt x="25" y="19"/>
                </a:lnTo>
                <a:lnTo>
                  <a:pt x="19" y="15"/>
                </a:lnTo>
                <a:lnTo>
                  <a:pt x="23" y="8"/>
                </a:lnTo>
                <a:moveTo>
                  <a:pt x="30" y="13"/>
                </a:moveTo>
                <a:lnTo>
                  <a:pt x="37" y="17"/>
                </a:lnTo>
                <a:lnTo>
                  <a:pt x="32" y="24"/>
                </a:lnTo>
                <a:lnTo>
                  <a:pt x="25" y="19"/>
                </a:lnTo>
                <a:lnTo>
                  <a:pt x="30" y="13"/>
                </a:lnTo>
                <a:moveTo>
                  <a:pt x="37" y="17"/>
                </a:moveTo>
                <a:lnTo>
                  <a:pt x="43" y="21"/>
                </a:lnTo>
                <a:lnTo>
                  <a:pt x="39" y="28"/>
                </a:lnTo>
                <a:lnTo>
                  <a:pt x="32" y="24"/>
                </a:lnTo>
                <a:lnTo>
                  <a:pt x="37" y="17"/>
                </a:lnTo>
                <a:moveTo>
                  <a:pt x="43" y="21"/>
                </a:moveTo>
                <a:lnTo>
                  <a:pt x="50" y="26"/>
                </a:lnTo>
                <a:lnTo>
                  <a:pt x="46" y="33"/>
                </a:lnTo>
                <a:lnTo>
                  <a:pt x="39" y="28"/>
                </a:lnTo>
                <a:lnTo>
                  <a:pt x="43" y="21"/>
                </a:lnTo>
                <a:moveTo>
                  <a:pt x="50" y="26"/>
                </a:moveTo>
                <a:lnTo>
                  <a:pt x="57" y="30"/>
                </a:lnTo>
                <a:lnTo>
                  <a:pt x="53" y="37"/>
                </a:lnTo>
                <a:lnTo>
                  <a:pt x="46" y="33"/>
                </a:lnTo>
                <a:lnTo>
                  <a:pt x="50" y="26"/>
                </a:lnTo>
                <a:moveTo>
                  <a:pt x="57" y="30"/>
                </a:moveTo>
                <a:lnTo>
                  <a:pt x="64" y="35"/>
                </a:lnTo>
                <a:lnTo>
                  <a:pt x="59" y="41"/>
                </a:lnTo>
                <a:lnTo>
                  <a:pt x="53" y="37"/>
                </a:lnTo>
                <a:lnTo>
                  <a:pt x="57" y="30"/>
                </a:lnTo>
                <a:moveTo>
                  <a:pt x="64" y="35"/>
                </a:moveTo>
                <a:lnTo>
                  <a:pt x="71" y="39"/>
                </a:lnTo>
                <a:lnTo>
                  <a:pt x="66" y="46"/>
                </a:lnTo>
                <a:lnTo>
                  <a:pt x="59" y="41"/>
                </a:lnTo>
                <a:lnTo>
                  <a:pt x="64" y="35"/>
                </a:lnTo>
                <a:moveTo>
                  <a:pt x="71" y="39"/>
                </a:moveTo>
                <a:lnTo>
                  <a:pt x="78" y="43"/>
                </a:lnTo>
                <a:lnTo>
                  <a:pt x="73" y="50"/>
                </a:lnTo>
                <a:lnTo>
                  <a:pt x="66" y="46"/>
                </a:lnTo>
                <a:lnTo>
                  <a:pt x="71" y="39"/>
                </a:lnTo>
                <a:moveTo>
                  <a:pt x="78" y="43"/>
                </a:moveTo>
                <a:lnTo>
                  <a:pt x="85" y="48"/>
                </a:lnTo>
                <a:lnTo>
                  <a:pt x="81" y="55"/>
                </a:lnTo>
                <a:lnTo>
                  <a:pt x="73" y="50"/>
                </a:lnTo>
                <a:lnTo>
                  <a:pt x="78" y="43"/>
                </a:lnTo>
                <a:moveTo>
                  <a:pt x="85" y="48"/>
                </a:moveTo>
                <a:lnTo>
                  <a:pt x="92" y="52"/>
                </a:lnTo>
                <a:lnTo>
                  <a:pt x="87" y="59"/>
                </a:lnTo>
                <a:lnTo>
                  <a:pt x="81" y="55"/>
                </a:lnTo>
                <a:lnTo>
                  <a:pt x="85" y="48"/>
                </a:lnTo>
                <a:moveTo>
                  <a:pt x="92" y="52"/>
                </a:moveTo>
                <a:lnTo>
                  <a:pt x="100" y="57"/>
                </a:lnTo>
                <a:lnTo>
                  <a:pt x="86" y="62"/>
                </a:lnTo>
                <a:lnTo>
                  <a:pt x="83" y="55"/>
                </a:lnTo>
                <a:lnTo>
                  <a:pt x="90" y="53"/>
                </a:lnTo>
                <a:lnTo>
                  <a:pt x="91" y="56"/>
                </a:lnTo>
                <a:lnTo>
                  <a:pt x="89" y="60"/>
                </a:lnTo>
                <a:lnTo>
                  <a:pt x="87" y="59"/>
                </a:lnTo>
                <a:lnTo>
                  <a:pt x="92" y="52"/>
                </a:lnTo>
                <a:moveTo>
                  <a:pt x="86" y="62"/>
                </a:moveTo>
                <a:lnTo>
                  <a:pt x="78" y="65"/>
                </a:lnTo>
                <a:lnTo>
                  <a:pt x="75" y="58"/>
                </a:lnTo>
                <a:lnTo>
                  <a:pt x="83" y="55"/>
                </a:lnTo>
                <a:lnTo>
                  <a:pt x="86" y="62"/>
                </a:lnTo>
                <a:moveTo>
                  <a:pt x="78" y="65"/>
                </a:moveTo>
                <a:lnTo>
                  <a:pt x="70" y="68"/>
                </a:lnTo>
                <a:lnTo>
                  <a:pt x="67" y="60"/>
                </a:lnTo>
                <a:lnTo>
                  <a:pt x="75" y="58"/>
                </a:lnTo>
                <a:lnTo>
                  <a:pt x="78" y="65"/>
                </a:lnTo>
                <a:moveTo>
                  <a:pt x="70" y="68"/>
                </a:moveTo>
                <a:lnTo>
                  <a:pt x="62" y="71"/>
                </a:lnTo>
                <a:lnTo>
                  <a:pt x="60" y="63"/>
                </a:lnTo>
                <a:lnTo>
                  <a:pt x="67" y="60"/>
                </a:lnTo>
                <a:lnTo>
                  <a:pt x="70" y="68"/>
                </a:lnTo>
                <a:moveTo>
                  <a:pt x="62" y="71"/>
                </a:moveTo>
                <a:lnTo>
                  <a:pt x="55" y="74"/>
                </a:lnTo>
                <a:lnTo>
                  <a:pt x="52" y="66"/>
                </a:lnTo>
                <a:lnTo>
                  <a:pt x="60" y="63"/>
                </a:lnTo>
                <a:lnTo>
                  <a:pt x="62" y="71"/>
                </a:lnTo>
                <a:moveTo>
                  <a:pt x="55" y="74"/>
                </a:moveTo>
                <a:lnTo>
                  <a:pt x="47" y="76"/>
                </a:lnTo>
                <a:lnTo>
                  <a:pt x="44" y="69"/>
                </a:lnTo>
                <a:lnTo>
                  <a:pt x="52" y="66"/>
                </a:lnTo>
                <a:lnTo>
                  <a:pt x="55" y="74"/>
                </a:lnTo>
                <a:moveTo>
                  <a:pt x="47" y="76"/>
                </a:moveTo>
                <a:lnTo>
                  <a:pt x="40" y="79"/>
                </a:lnTo>
                <a:lnTo>
                  <a:pt x="37" y="72"/>
                </a:lnTo>
                <a:lnTo>
                  <a:pt x="44" y="69"/>
                </a:lnTo>
                <a:lnTo>
                  <a:pt x="47" y="76"/>
                </a:lnTo>
                <a:moveTo>
                  <a:pt x="40" y="79"/>
                </a:moveTo>
                <a:lnTo>
                  <a:pt x="32" y="82"/>
                </a:lnTo>
                <a:lnTo>
                  <a:pt x="29" y="74"/>
                </a:lnTo>
                <a:lnTo>
                  <a:pt x="37" y="72"/>
                </a:lnTo>
                <a:lnTo>
                  <a:pt x="40" y="79"/>
                </a:lnTo>
                <a:moveTo>
                  <a:pt x="32" y="82"/>
                </a:moveTo>
                <a:lnTo>
                  <a:pt x="24" y="85"/>
                </a:lnTo>
                <a:lnTo>
                  <a:pt x="22" y="77"/>
                </a:lnTo>
                <a:lnTo>
                  <a:pt x="29" y="74"/>
                </a:lnTo>
                <a:lnTo>
                  <a:pt x="32" y="82"/>
                </a:lnTo>
                <a:moveTo>
                  <a:pt x="24" y="85"/>
                </a:moveTo>
                <a:lnTo>
                  <a:pt x="17" y="89"/>
                </a:lnTo>
                <a:lnTo>
                  <a:pt x="14" y="80"/>
                </a:lnTo>
                <a:lnTo>
                  <a:pt x="22" y="77"/>
                </a:lnTo>
                <a:lnTo>
                  <a:pt x="24" y="85"/>
                </a:lnTo>
                <a:moveTo>
                  <a:pt x="17" y="89"/>
                </a:moveTo>
                <a:lnTo>
                  <a:pt x="9" y="91"/>
                </a:lnTo>
                <a:lnTo>
                  <a:pt x="6" y="83"/>
                </a:lnTo>
                <a:lnTo>
                  <a:pt x="14" y="80"/>
                </a:lnTo>
                <a:lnTo>
                  <a:pt x="17" y="89"/>
                </a:lnTo>
                <a:moveTo>
                  <a:pt x="9" y="91"/>
                </a:moveTo>
                <a:lnTo>
                  <a:pt x="0" y="95"/>
                </a:lnTo>
                <a:lnTo>
                  <a:pt x="2" y="82"/>
                </a:lnTo>
                <a:lnTo>
                  <a:pt x="10" y="83"/>
                </a:lnTo>
                <a:lnTo>
                  <a:pt x="9" y="89"/>
                </a:lnTo>
                <a:lnTo>
                  <a:pt x="5" y="89"/>
                </a:lnTo>
                <a:lnTo>
                  <a:pt x="4" y="84"/>
                </a:lnTo>
                <a:lnTo>
                  <a:pt x="6" y="83"/>
                </a:lnTo>
                <a:lnTo>
                  <a:pt x="9" y="91"/>
                </a:lnTo>
                <a:moveTo>
                  <a:pt x="2" y="82"/>
                </a:moveTo>
                <a:lnTo>
                  <a:pt x="2" y="74"/>
                </a:lnTo>
                <a:lnTo>
                  <a:pt x="11" y="75"/>
                </a:lnTo>
                <a:lnTo>
                  <a:pt x="10" y="83"/>
                </a:lnTo>
                <a:lnTo>
                  <a:pt x="2" y="82"/>
                </a:lnTo>
                <a:moveTo>
                  <a:pt x="2" y="74"/>
                </a:moveTo>
                <a:lnTo>
                  <a:pt x="3" y="66"/>
                </a:lnTo>
                <a:lnTo>
                  <a:pt x="11" y="67"/>
                </a:lnTo>
                <a:lnTo>
                  <a:pt x="11" y="75"/>
                </a:lnTo>
                <a:lnTo>
                  <a:pt x="2" y="74"/>
                </a:lnTo>
                <a:moveTo>
                  <a:pt x="3" y="66"/>
                </a:moveTo>
                <a:lnTo>
                  <a:pt x="4" y="58"/>
                </a:lnTo>
                <a:lnTo>
                  <a:pt x="12" y="59"/>
                </a:lnTo>
                <a:lnTo>
                  <a:pt x="11" y="67"/>
                </a:lnTo>
                <a:lnTo>
                  <a:pt x="3" y="66"/>
                </a:lnTo>
                <a:moveTo>
                  <a:pt x="4" y="58"/>
                </a:moveTo>
                <a:lnTo>
                  <a:pt x="5" y="50"/>
                </a:lnTo>
                <a:lnTo>
                  <a:pt x="13" y="51"/>
                </a:lnTo>
                <a:lnTo>
                  <a:pt x="12" y="59"/>
                </a:lnTo>
                <a:lnTo>
                  <a:pt x="4" y="58"/>
                </a:lnTo>
                <a:moveTo>
                  <a:pt x="5" y="50"/>
                </a:moveTo>
                <a:lnTo>
                  <a:pt x="6" y="42"/>
                </a:lnTo>
                <a:lnTo>
                  <a:pt x="14" y="43"/>
                </a:lnTo>
                <a:lnTo>
                  <a:pt x="13" y="51"/>
                </a:lnTo>
                <a:lnTo>
                  <a:pt x="5" y="50"/>
                </a:lnTo>
                <a:moveTo>
                  <a:pt x="6" y="42"/>
                </a:moveTo>
                <a:lnTo>
                  <a:pt x="7" y="34"/>
                </a:lnTo>
                <a:lnTo>
                  <a:pt x="15" y="35"/>
                </a:lnTo>
                <a:lnTo>
                  <a:pt x="14" y="43"/>
                </a:lnTo>
                <a:lnTo>
                  <a:pt x="6" y="42"/>
                </a:lnTo>
                <a:moveTo>
                  <a:pt x="7" y="34"/>
                </a:moveTo>
                <a:lnTo>
                  <a:pt x="8" y="26"/>
                </a:lnTo>
                <a:lnTo>
                  <a:pt x="16" y="27"/>
                </a:lnTo>
                <a:lnTo>
                  <a:pt x="15" y="35"/>
                </a:lnTo>
                <a:lnTo>
                  <a:pt x="7" y="34"/>
                </a:lnTo>
                <a:moveTo>
                  <a:pt x="8" y="26"/>
                </a:moveTo>
                <a:lnTo>
                  <a:pt x="9" y="18"/>
                </a:lnTo>
                <a:lnTo>
                  <a:pt x="17" y="19"/>
                </a:lnTo>
                <a:lnTo>
                  <a:pt x="16" y="27"/>
                </a:lnTo>
                <a:lnTo>
                  <a:pt x="8" y="26"/>
                </a:lnTo>
                <a:moveTo>
                  <a:pt x="9" y="18"/>
                </a:moveTo>
                <a:lnTo>
                  <a:pt x="10" y="10"/>
                </a:lnTo>
                <a:lnTo>
                  <a:pt x="18" y="10"/>
                </a:lnTo>
                <a:lnTo>
                  <a:pt x="17" y="19"/>
                </a:lnTo>
                <a:lnTo>
                  <a:pt x="9" y="18"/>
                </a:lnTo>
                <a:moveTo>
                  <a:pt x="10" y="10"/>
                </a:moveTo>
                <a:lnTo>
                  <a:pt x="11" y="0"/>
                </a:lnTo>
                <a:lnTo>
                  <a:pt x="23" y="8"/>
                </a:lnTo>
                <a:lnTo>
                  <a:pt x="19" y="15"/>
                </a:lnTo>
                <a:lnTo>
                  <a:pt x="12" y="11"/>
                </a:lnTo>
                <a:lnTo>
                  <a:pt x="14" y="7"/>
                </a:lnTo>
                <a:lnTo>
                  <a:pt x="18" y="8"/>
                </a:lnTo>
                <a:lnTo>
                  <a:pt x="18" y="10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0" name=""/>
          <p:cNvSpPr/>
          <p:nvPr/>
        </p:nvSpPr>
        <p:spPr>
          <a:xfrm>
            <a:off x="2135880" y="2355480"/>
            <a:ext cx="442080" cy="21600"/>
          </a:xfrm>
          <a:custGeom>
            <a:avLst/>
            <a:gdLst/>
            <a:ahLst/>
            <a:rect l="0" t="0" r="r" b="b"/>
            <a:pathLst>
              <a:path fill="none" w="1228" h="60">
                <a:moveTo>
                  <a:pt x="0" y="60"/>
                </a:moveTo>
                <a:lnTo>
                  <a:pt x="106" y="46"/>
                </a:lnTo>
                <a:cubicBezTo>
                  <a:pt x="211" y="31"/>
                  <a:pt x="423" y="4"/>
                  <a:pt x="627" y="0"/>
                </a:cubicBezTo>
                <a:cubicBezTo>
                  <a:pt x="833" y="-3"/>
                  <a:pt x="1031" y="18"/>
                  <a:pt x="1129" y="28"/>
                </a:cubicBezTo>
                <a:lnTo>
                  <a:pt x="1228" y="38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/>
          <p:nvPr/>
        </p:nvSpPr>
        <p:spPr>
          <a:xfrm>
            <a:off x="2561760" y="2353320"/>
            <a:ext cx="30960" cy="29160"/>
          </a:xfrm>
          <a:custGeom>
            <a:avLst/>
            <a:gdLst/>
            <a:ahLst/>
            <a:rect l="0" t="0" r="r" b="b"/>
            <a:pathLst>
              <a:path w="86" h="81">
                <a:moveTo>
                  <a:pt x="8" y="0"/>
                </a:moveTo>
                <a:lnTo>
                  <a:pt x="86" y="49"/>
                </a:lnTo>
                <a:lnTo>
                  <a:pt x="0" y="81"/>
                </a:lnTo>
                <a:lnTo>
                  <a:pt x="8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2559960" y="2350800"/>
            <a:ext cx="36000" cy="33840"/>
          </a:xfrm>
          <a:custGeom>
            <a:avLst/>
            <a:gdLst/>
            <a:ahLst/>
            <a:rect l="0" t="0" r="r" b="b"/>
            <a:pathLst>
              <a:path w="100" h="94">
                <a:moveTo>
                  <a:pt x="22" y="8"/>
                </a:moveTo>
                <a:lnTo>
                  <a:pt x="29" y="12"/>
                </a:lnTo>
                <a:lnTo>
                  <a:pt x="25" y="19"/>
                </a:lnTo>
                <a:lnTo>
                  <a:pt x="18" y="15"/>
                </a:lnTo>
                <a:lnTo>
                  <a:pt x="22" y="8"/>
                </a:lnTo>
                <a:moveTo>
                  <a:pt x="29" y="12"/>
                </a:moveTo>
                <a:lnTo>
                  <a:pt x="36" y="17"/>
                </a:lnTo>
                <a:lnTo>
                  <a:pt x="32" y="23"/>
                </a:lnTo>
                <a:lnTo>
                  <a:pt x="25" y="19"/>
                </a:lnTo>
                <a:lnTo>
                  <a:pt x="29" y="12"/>
                </a:lnTo>
                <a:moveTo>
                  <a:pt x="36" y="17"/>
                </a:moveTo>
                <a:lnTo>
                  <a:pt x="43" y="21"/>
                </a:lnTo>
                <a:lnTo>
                  <a:pt x="38" y="29"/>
                </a:lnTo>
                <a:lnTo>
                  <a:pt x="32" y="23"/>
                </a:lnTo>
                <a:lnTo>
                  <a:pt x="36" y="17"/>
                </a:lnTo>
                <a:moveTo>
                  <a:pt x="43" y="21"/>
                </a:moveTo>
                <a:lnTo>
                  <a:pt x="50" y="25"/>
                </a:lnTo>
                <a:lnTo>
                  <a:pt x="45" y="33"/>
                </a:lnTo>
                <a:lnTo>
                  <a:pt x="38" y="29"/>
                </a:lnTo>
                <a:lnTo>
                  <a:pt x="43" y="21"/>
                </a:lnTo>
                <a:moveTo>
                  <a:pt x="50" y="25"/>
                </a:moveTo>
                <a:lnTo>
                  <a:pt x="56" y="31"/>
                </a:lnTo>
                <a:lnTo>
                  <a:pt x="52" y="37"/>
                </a:lnTo>
                <a:lnTo>
                  <a:pt x="45" y="33"/>
                </a:lnTo>
                <a:lnTo>
                  <a:pt x="50" y="25"/>
                </a:lnTo>
                <a:moveTo>
                  <a:pt x="56" y="31"/>
                </a:moveTo>
                <a:lnTo>
                  <a:pt x="63" y="35"/>
                </a:lnTo>
                <a:lnTo>
                  <a:pt x="59" y="42"/>
                </a:lnTo>
                <a:lnTo>
                  <a:pt x="52" y="37"/>
                </a:lnTo>
                <a:lnTo>
                  <a:pt x="56" y="31"/>
                </a:lnTo>
                <a:moveTo>
                  <a:pt x="63" y="35"/>
                </a:moveTo>
                <a:lnTo>
                  <a:pt x="70" y="39"/>
                </a:lnTo>
                <a:lnTo>
                  <a:pt x="66" y="46"/>
                </a:lnTo>
                <a:lnTo>
                  <a:pt x="59" y="42"/>
                </a:lnTo>
                <a:lnTo>
                  <a:pt x="63" y="35"/>
                </a:lnTo>
                <a:moveTo>
                  <a:pt x="70" y="39"/>
                </a:moveTo>
                <a:lnTo>
                  <a:pt x="77" y="44"/>
                </a:lnTo>
                <a:lnTo>
                  <a:pt x="73" y="51"/>
                </a:lnTo>
                <a:lnTo>
                  <a:pt x="66" y="46"/>
                </a:lnTo>
                <a:lnTo>
                  <a:pt x="70" y="39"/>
                </a:lnTo>
                <a:moveTo>
                  <a:pt x="77" y="44"/>
                </a:moveTo>
                <a:lnTo>
                  <a:pt x="84" y="48"/>
                </a:lnTo>
                <a:lnTo>
                  <a:pt x="79" y="55"/>
                </a:lnTo>
                <a:lnTo>
                  <a:pt x="73" y="51"/>
                </a:lnTo>
                <a:lnTo>
                  <a:pt x="77" y="44"/>
                </a:lnTo>
                <a:moveTo>
                  <a:pt x="84" y="48"/>
                </a:moveTo>
                <a:lnTo>
                  <a:pt x="91" y="52"/>
                </a:lnTo>
                <a:lnTo>
                  <a:pt x="86" y="59"/>
                </a:lnTo>
                <a:lnTo>
                  <a:pt x="79" y="55"/>
                </a:lnTo>
                <a:lnTo>
                  <a:pt x="84" y="48"/>
                </a:lnTo>
                <a:moveTo>
                  <a:pt x="91" y="52"/>
                </a:moveTo>
                <a:lnTo>
                  <a:pt x="100" y="58"/>
                </a:lnTo>
                <a:lnTo>
                  <a:pt x="85" y="63"/>
                </a:lnTo>
                <a:lnTo>
                  <a:pt x="82" y="55"/>
                </a:lnTo>
                <a:lnTo>
                  <a:pt x="88" y="53"/>
                </a:lnTo>
                <a:lnTo>
                  <a:pt x="90" y="57"/>
                </a:lnTo>
                <a:lnTo>
                  <a:pt x="87" y="60"/>
                </a:lnTo>
                <a:lnTo>
                  <a:pt x="86" y="59"/>
                </a:lnTo>
                <a:lnTo>
                  <a:pt x="91" y="52"/>
                </a:lnTo>
                <a:moveTo>
                  <a:pt x="85" y="63"/>
                </a:moveTo>
                <a:lnTo>
                  <a:pt x="77" y="66"/>
                </a:lnTo>
                <a:lnTo>
                  <a:pt x="74" y="58"/>
                </a:lnTo>
                <a:lnTo>
                  <a:pt x="82" y="55"/>
                </a:lnTo>
                <a:lnTo>
                  <a:pt x="85" y="63"/>
                </a:lnTo>
                <a:moveTo>
                  <a:pt x="77" y="66"/>
                </a:moveTo>
                <a:lnTo>
                  <a:pt x="70" y="68"/>
                </a:lnTo>
                <a:lnTo>
                  <a:pt x="67" y="61"/>
                </a:lnTo>
                <a:lnTo>
                  <a:pt x="74" y="58"/>
                </a:lnTo>
                <a:lnTo>
                  <a:pt x="77" y="66"/>
                </a:lnTo>
                <a:moveTo>
                  <a:pt x="70" y="68"/>
                </a:moveTo>
                <a:lnTo>
                  <a:pt x="62" y="71"/>
                </a:lnTo>
                <a:lnTo>
                  <a:pt x="59" y="64"/>
                </a:lnTo>
                <a:lnTo>
                  <a:pt x="67" y="61"/>
                </a:lnTo>
                <a:lnTo>
                  <a:pt x="70" y="68"/>
                </a:lnTo>
                <a:moveTo>
                  <a:pt x="62" y="71"/>
                </a:moveTo>
                <a:lnTo>
                  <a:pt x="55" y="74"/>
                </a:lnTo>
                <a:lnTo>
                  <a:pt x="52" y="67"/>
                </a:lnTo>
                <a:lnTo>
                  <a:pt x="59" y="64"/>
                </a:lnTo>
                <a:lnTo>
                  <a:pt x="62" y="71"/>
                </a:lnTo>
                <a:moveTo>
                  <a:pt x="55" y="74"/>
                </a:moveTo>
                <a:lnTo>
                  <a:pt x="47" y="77"/>
                </a:lnTo>
                <a:lnTo>
                  <a:pt x="44" y="69"/>
                </a:lnTo>
                <a:lnTo>
                  <a:pt x="52" y="67"/>
                </a:lnTo>
                <a:lnTo>
                  <a:pt x="55" y="74"/>
                </a:lnTo>
                <a:moveTo>
                  <a:pt x="47" y="77"/>
                </a:moveTo>
                <a:lnTo>
                  <a:pt x="39" y="80"/>
                </a:lnTo>
                <a:lnTo>
                  <a:pt x="37" y="72"/>
                </a:lnTo>
                <a:lnTo>
                  <a:pt x="44" y="69"/>
                </a:lnTo>
                <a:lnTo>
                  <a:pt x="47" y="77"/>
                </a:lnTo>
                <a:moveTo>
                  <a:pt x="39" y="80"/>
                </a:moveTo>
                <a:lnTo>
                  <a:pt x="32" y="83"/>
                </a:lnTo>
                <a:lnTo>
                  <a:pt x="29" y="75"/>
                </a:lnTo>
                <a:lnTo>
                  <a:pt x="37" y="72"/>
                </a:lnTo>
                <a:lnTo>
                  <a:pt x="39" y="80"/>
                </a:lnTo>
                <a:moveTo>
                  <a:pt x="32" y="83"/>
                </a:moveTo>
                <a:lnTo>
                  <a:pt x="24" y="85"/>
                </a:lnTo>
                <a:lnTo>
                  <a:pt x="21" y="78"/>
                </a:lnTo>
                <a:lnTo>
                  <a:pt x="29" y="75"/>
                </a:lnTo>
                <a:lnTo>
                  <a:pt x="32" y="83"/>
                </a:lnTo>
                <a:moveTo>
                  <a:pt x="24" y="85"/>
                </a:moveTo>
                <a:lnTo>
                  <a:pt x="17" y="88"/>
                </a:lnTo>
                <a:lnTo>
                  <a:pt x="14" y="81"/>
                </a:lnTo>
                <a:lnTo>
                  <a:pt x="21" y="78"/>
                </a:lnTo>
                <a:lnTo>
                  <a:pt x="24" y="85"/>
                </a:lnTo>
                <a:moveTo>
                  <a:pt x="17" y="88"/>
                </a:moveTo>
                <a:lnTo>
                  <a:pt x="9" y="91"/>
                </a:lnTo>
                <a:lnTo>
                  <a:pt x="6" y="84"/>
                </a:lnTo>
                <a:lnTo>
                  <a:pt x="14" y="81"/>
                </a:lnTo>
                <a:lnTo>
                  <a:pt x="17" y="88"/>
                </a:lnTo>
                <a:moveTo>
                  <a:pt x="9" y="91"/>
                </a:moveTo>
                <a:lnTo>
                  <a:pt x="0" y="94"/>
                </a:lnTo>
                <a:lnTo>
                  <a:pt x="1" y="83"/>
                </a:lnTo>
                <a:lnTo>
                  <a:pt x="9" y="84"/>
                </a:lnTo>
                <a:lnTo>
                  <a:pt x="9" y="89"/>
                </a:lnTo>
                <a:lnTo>
                  <a:pt x="5" y="88"/>
                </a:lnTo>
                <a:lnTo>
                  <a:pt x="3" y="85"/>
                </a:lnTo>
                <a:lnTo>
                  <a:pt x="6" y="84"/>
                </a:lnTo>
                <a:lnTo>
                  <a:pt x="9" y="91"/>
                </a:lnTo>
                <a:moveTo>
                  <a:pt x="1" y="83"/>
                </a:moveTo>
                <a:lnTo>
                  <a:pt x="2" y="75"/>
                </a:lnTo>
                <a:lnTo>
                  <a:pt x="10" y="76"/>
                </a:lnTo>
                <a:lnTo>
                  <a:pt x="9" y="84"/>
                </a:lnTo>
                <a:lnTo>
                  <a:pt x="1" y="83"/>
                </a:lnTo>
                <a:moveTo>
                  <a:pt x="2" y="75"/>
                </a:moveTo>
                <a:lnTo>
                  <a:pt x="3" y="67"/>
                </a:lnTo>
                <a:lnTo>
                  <a:pt x="11" y="68"/>
                </a:lnTo>
                <a:lnTo>
                  <a:pt x="10" y="76"/>
                </a:lnTo>
                <a:lnTo>
                  <a:pt x="2" y="75"/>
                </a:lnTo>
                <a:moveTo>
                  <a:pt x="3" y="67"/>
                </a:moveTo>
                <a:lnTo>
                  <a:pt x="4" y="59"/>
                </a:lnTo>
                <a:lnTo>
                  <a:pt x="12" y="60"/>
                </a:lnTo>
                <a:lnTo>
                  <a:pt x="11" y="68"/>
                </a:lnTo>
                <a:lnTo>
                  <a:pt x="3" y="67"/>
                </a:lnTo>
                <a:moveTo>
                  <a:pt x="4" y="59"/>
                </a:moveTo>
                <a:lnTo>
                  <a:pt x="5" y="51"/>
                </a:lnTo>
                <a:lnTo>
                  <a:pt x="13" y="51"/>
                </a:lnTo>
                <a:lnTo>
                  <a:pt x="12" y="60"/>
                </a:lnTo>
                <a:lnTo>
                  <a:pt x="4" y="59"/>
                </a:lnTo>
                <a:moveTo>
                  <a:pt x="5" y="51"/>
                </a:moveTo>
                <a:lnTo>
                  <a:pt x="6" y="43"/>
                </a:lnTo>
                <a:lnTo>
                  <a:pt x="14" y="43"/>
                </a:lnTo>
                <a:lnTo>
                  <a:pt x="13" y="51"/>
                </a:lnTo>
                <a:lnTo>
                  <a:pt x="5" y="51"/>
                </a:lnTo>
                <a:moveTo>
                  <a:pt x="6" y="43"/>
                </a:moveTo>
                <a:lnTo>
                  <a:pt x="7" y="35"/>
                </a:lnTo>
                <a:lnTo>
                  <a:pt x="15" y="35"/>
                </a:lnTo>
                <a:lnTo>
                  <a:pt x="14" y="43"/>
                </a:lnTo>
                <a:lnTo>
                  <a:pt x="6" y="43"/>
                </a:lnTo>
                <a:moveTo>
                  <a:pt x="7" y="35"/>
                </a:moveTo>
                <a:lnTo>
                  <a:pt x="7" y="26"/>
                </a:lnTo>
                <a:lnTo>
                  <a:pt x="15" y="26"/>
                </a:lnTo>
                <a:lnTo>
                  <a:pt x="15" y="35"/>
                </a:lnTo>
                <a:lnTo>
                  <a:pt x="7" y="35"/>
                </a:lnTo>
                <a:moveTo>
                  <a:pt x="7" y="26"/>
                </a:moveTo>
                <a:lnTo>
                  <a:pt x="8" y="17"/>
                </a:lnTo>
                <a:lnTo>
                  <a:pt x="16" y="18"/>
                </a:lnTo>
                <a:lnTo>
                  <a:pt x="15" y="26"/>
                </a:lnTo>
                <a:lnTo>
                  <a:pt x="7" y="26"/>
                </a:lnTo>
                <a:moveTo>
                  <a:pt x="8" y="17"/>
                </a:moveTo>
                <a:lnTo>
                  <a:pt x="9" y="9"/>
                </a:lnTo>
                <a:lnTo>
                  <a:pt x="17" y="10"/>
                </a:lnTo>
                <a:lnTo>
                  <a:pt x="16" y="18"/>
                </a:lnTo>
                <a:lnTo>
                  <a:pt x="8" y="17"/>
                </a:lnTo>
                <a:moveTo>
                  <a:pt x="9" y="9"/>
                </a:moveTo>
                <a:lnTo>
                  <a:pt x="10" y="0"/>
                </a:lnTo>
                <a:lnTo>
                  <a:pt x="22" y="8"/>
                </a:lnTo>
                <a:lnTo>
                  <a:pt x="18" y="15"/>
                </a:lnTo>
                <a:lnTo>
                  <a:pt x="11" y="10"/>
                </a:lnTo>
                <a:lnTo>
                  <a:pt x="13" y="7"/>
                </a:lnTo>
                <a:lnTo>
                  <a:pt x="17" y="7"/>
                </a:lnTo>
                <a:lnTo>
                  <a:pt x="17" y="10"/>
                </a:lnTo>
                <a:lnTo>
                  <a:pt x="9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3" name=""/>
          <p:cNvSpPr/>
          <p:nvPr/>
        </p:nvSpPr>
        <p:spPr>
          <a:xfrm>
            <a:off x="3538800" y="2280600"/>
            <a:ext cx="816840" cy="55800"/>
          </a:xfrm>
          <a:custGeom>
            <a:avLst/>
            <a:gdLst/>
            <a:ahLst/>
            <a:rect l="0" t="0" r="r" b="b"/>
            <a:pathLst>
              <a:path fill="none" w="2269" h="155">
                <a:moveTo>
                  <a:pt x="0" y="155"/>
                </a:moveTo>
                <a:lnTo>
                  <a:pt x="192" y="120"/>
                </a:lnTo>
                <a:cubicBezTo>
                  <a:pt x="385" y="84"/>
                  <a:pt x="770" y="15"/>
                  <a:pt x="1148" y="2"/>
                </a:cubicBezTo>
                <a:cubicBezTo>
                  <a:pt x="1526" y="-11"/>
                  <a:pt x="1897" y="33"/>
                  <a:pt x="2083" y="54"/>
                </a:cubicBezTo>
                <a:lnTo>
                  <a:pt x="2269" y="76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4" name=""/>
          <p:cNvSpPr/>
          <p:nvPr/>
        </p:nvSpPr>
        <p:spPr>
          <a:xfrm>
            <a:off x="4339080" y="229104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9" y="0"/>
                </a:moveTo>
                <a:lnTo>
                  <a:pt x="86" y="50"/>
                </a:lnTo>
                <a:lnTo>
                  <a:pt x="0" y="82"/>
                </a:lnTo>
                <a:lnTo>
                  <a:pt x="9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5" name=""/>
          <p:cNvSpPr/>
          <p:nvPr/>
        </p:nvSpPr>
        <p:spPr>
          <a:xfrm>
            <a:off x="4337280" y="228852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23" y="8"/>
                </a:moveTo>
                <a:lnTo>
                  <a:pt x="30" y="13"/>
                </a:lnTo>
                <a:lnTo>
                  <a:pt x="26" y="20"/>
                </a:lnTo>
                <a:lnTo>
                  <a:pt x="19" y="16"/>
                </a:lnTo>
                <a:lnTo>
                  <a:pt x="23" y="8"/>
                </a:lnTo>
                <a:moveTo>
                  <a:pt x="30" y="13"/>
                </a:moveTo>
                <a:lnTo>
                  <a:pt x="37" y="18"/>
                </a:lnTo>
                <a:lnTo>
                  <a:pt x="32" y="25"/>
                </a:lnTo>
                <a:lnTo>
                  <a:pt x="26" y="20"/>
                </a:lnTo>
                <a:lnTo>
                  <a:pt x="30" y="13"/>
                </a:lnTo>
                <a:moveTo>
                  <a:pt x="37" y="18"/>
                </a:moveTo>
                <a:lnTo>
                  <a:pt x="44" y="23"/>
                </a:lnTo>
                <a:lnTo>
                  <a:pt x="39" y="29"/>
                </a:lnTo>
                <a:lnTo>
                  <a:pt x="32" y="25"/>
                </a:lnTo>
                <a:lnTo>
                  <a:pt x="37" y="18"/>
                </a:lnTo>
                <a:moveTo>
                  <a:pt x="44" y="23"/>
                </a:moveTo>
                <a:lnTo>
                  <a:pt x="50" y="27"/>
                </a:lnTo>
                <a:lnTo>
                  <a:pt x="46" y="34"/>
                </a:lnTo>
                <a:lnTo>
                  <a:pt x="39" y="29"/>
                </a:lnTo>
                <a:lnTo>
                  <a:pt x="44" y="23"/>
                </a:lnTo>
                <a:moveTo>
                  <a:pt x="50" y="27"/>
                </a:moveTo>
                <a:lnTo>
                  <a:pt x="58" y="31"/>
                </a:lnTo>
                <a:lnTo>
                  <a:pt x="53" y="38"/>
                </a:lnTo>
                <a:lnTo>
                  <a:pt x="46" y="34"/>
                </a:lnTo>
                <a:lnTo>
                  <a:pt x="50" y="27"/>
                </a:lnTo>
                <a:moveTo>
                  <a:pt x="58" y="31"/>
                </a:moveTo>
                <a:lnTo>
                  <a:pt x="65" y="36"/>
                </a:lnTo>
                <a:lnTo>
                  <a:pt x="60" y="43"/>
                </a:lnTo>
                <a:lnTo>
                  <a:pt x="53" y="38"/>
                </a:lnTo>
                <a:lnTo>
                  <a:pt x="58" y="31"/>
                </a:lnTo>
                <a:moveTo>
                  <a:pt x="65" y="36"/>
                </a:moveTo>
                <a:lnTo>
                  <a:pt x="72" y="40"/>
                </a:lnTo>
                <a:lnTo>
                  <a:pt x="67" y="47"/>
                </a:lnTo>
                <a:lnTo>
                  <a:pt x="60" y="43"/>
                </a:lnTo>
                <a:lnTo>
                  <a:pt x="65" y="36"/>
                </a:lnTo>
                <a:moveTo>
                  <a:pt x="72" y="40"/>
                </a:moveTo>
                <a:lnTo>
                  <a:pt x="78" y="45"/>
                </a:lnTo>
                <a:lnTo>
                  <a:pt x="74" y="52"/>
                </a:lnTo>
                <a:lnTo>
                  <a:pt x="67" y="47"/>
                </a:lnTo>
                <a:lnTo>
                  <a:pt x="72" y="40"/>
                </a:lnTo>
                <a:moveTo>
                  <a:pt x="78" y="45"/>
                </a:moveTo>
                <a:lnTo>
                  <a:pt x="85" y="49"/>
                </a:lnTo>
                <a:lnTo>
                  <a:pt x="81" y="56"/>
                </a:lnTo>
                <a:lnTo>
                  <a:pt x="74" y="52"/>
                </a:lnTo>
                <a:lnTo>
                  <a:pt x="78" y="45"/>
                </a:lnTo>
                <a:moveTo>
                  <a:pt x="85" y="49"/>
                </a:moveTo>
                <a:lnTo>
                  <a:pt x="92" y="54"/>
                </a:lnTo>
                <a:lnTo>
                  <a:pt x="88" y="60"/>
                </a:lnTo>
                <a:lnTo>
                  <a:pt x="81" y="56"/>
                </a:lnTo>
                <a:lnTo>
                  <a:pt x="85" y="49"/>
                </a:lnTo>
                <a:moveTo>
                  <a:pt x="92" y="54"/>
                </a:moveTo>
                <a:lnTo>
                  <a:pt x="100" y="59"/>
                </a:lnTo>
                <a:lnTo>
                  <a:pt x="86" y="64"/>
                </a:lnTo>
                <a:lnTo>
                  <a:pt x="83" y="56"/>
                </a:lnTo>
                <a:lnTo>
                  <a:pt x="90" y="54"/>
                </a:lnTo>
                <a:lnTo>
                  <a:pt x="91" y="58"/>
                </a:lnTo>
                <a:lnTo>
                  <a:pt x="89" y="61"/>
                </a:lnTo>
                <a:lnTo>
                  <a:pt x="88" y="60"/>
                </a:lnTo>
                <a:lnTo>
                  <a:pt x="92" y="54"/>
                </a:lnTo>
                <a:moveTo>
                  <a:pt x="86" y="64"/>
                </a:moveTo>
                <a:lnTo>
                  <a:pt x="78" y="67"/>
                </a:lnTo>
                <a:lnTo>
                  <a:pt x="76" y="59"/>
                </a:lnTo>
                <a:lnTo>
                  <a:pt x="83" y="56"/>
                </a:lnTo>
                <a:lnTo>
                  <a:pt x="86" y="64"/>
                </a:lnTo>
                <a:moveTo>
                  <a:pt x="78" y="67"/>
                </a:moveTo>
                <a:lnTo>
                  <a:pt x="71" y="69"/>
                </a:lnTo>
                <a:lnTo>
                  <a:pt x="68" y="62"/>
                </a:lnTo>
                <a:lnTo>
                  <a:pt x="76" y="59"/>
                </a:lnTo>
                <a:lnTo>
                  <a:pt x="78" y="67"/>
                </a:lnTo>
                <a:moveTo>
                  <a:pt x="71" y="69"/>
                </a:moveTo>
                <a:lnTo>
                  <a:pt x="63" y="72"/>
                </a:lnTo>
                <a:lnTo>
                  <a:pt x="61" y="65"/>
                </a:lnTo>
                <a:lnTo>
                  <a:pt x="68" y="62"/>
                </a:lnTo>
                <a:lnTo>
                  <a:pt x="71" y="69"/>
                </a:lnTo>
                <a:moveTo>
                  <a:pt x="63" y="72"/>
                </a:moveTo>
                <a:lnTo>
                  <a:pt x="55" y="75"/>
                </a:lnTo>
                <a:lnTo>
                  <a:pt x="52" y="67"/>
                </a:lnTo>
                <a:lnTo>
                  <a:pt x="61" y="65"/>
                </a:lnTo>
                <a:lnTo>
                  <a:pt x="63" y="72"/>
                </a:lnTo>
                <a:moveTo>
                  <a:pt x="55" y="75"/>
                </a:moveTo>
                <a:lnTo>
                  <a:pt x="47" y="78"/>
                </a:lnTo>
                <a:lnTo>
                  <a:pt x="44" y="70"/>
                </a:lnTo>
                <a:lnTo>
                  <a:pt x="52" y="67"/>
                </a:lnTo>
                <a:lnTo>
                  <a:pt x="55" y="75"/>
                </a:lnTo>
                <a:moveTo>
                  <a:pt x="47" y="78"/>
                </a:moveTo>
                <a:lnTo>
                  <a:pt x="39" y="80"/>
                </a:lnTo>
                <a:lnTo>
                  <a:pt x="37" y="73"/>
                </a:lnTo>
                <a:lnTo>
                  <a:pt x="44" y="70"/>
                </a:lnTo>
                <a:lnTo>
                  <a:pt x="47" y="78"/>
                </a:lnTo>
                <a:moveTo>
                  <a:pt x="39" y="80"/>
                </a:moveTo>
                <a:lnTo>
                  <a:pt x="32" y="83"/>
                </a:lnTo>
                <a:lnTo>
                  <a:pt x="29" y="76"/>
                </a:lnTo>
                <a:lnTo>
                  <a:pt x="37" y="73"/>
                </a:lnTo>
                <a:lnTo>
                  <a:pt x="39" y="80"/>
                </a:lnTo>
                <a:moveTo>
                  <a:pt x="32" y="83"/>
                </a:moveTo>
                <a:lnTo>
                  <a:pt x="24" y="86"/>
                </a:lnTo>
                <a:lnTo>
                  <a:pt x="21" y="78"/>
                </a:lnTo>
                <a:lnTo>
                  <a:pt x="29" y="76"/>
                </a:lnTo>
                <a:lnTo>
                  <a:pt x="32" y="83"/>
                </a:lnTo>
                <a:moveTo>
                  <a:pt x="24" y="86"/>
                </a:moveTo>
                <a:lnTo>
                  <a:pt x="17" y="89"/>
                </a:lnTo>
                <a:lnTo>
                  <a:pt x="14" y="81"/>
                </a:lnTo>
                <a:lnTo>
                  <a:pt x="21" y="78"/>
                </a:lnTo>
                <a:lnTo>
                  <a:pt x="24" y="86"/>
                </a:lnTo>
                <a:moveTo>
                  <a:pt x="17" y="89"/>
                </a:moveTo>
                <a:lnTo>
                  <a:pt x="9" y="91"/>
                </a:lnTo>
                <a:lnTo>
                  <a:pt x="6" y="84"/>
                </a:lnTo>
                <a:lnTo>
                  <a:pt x="14" y="81"/>
                </a:lnTo>
                <a:lnTo>
                  <a:pt x="17" y="89"/>
                </a:lnTo>
                <a:moveTo>
                  <a:pt x="9" y="91"/>
                </a:moveTo>
                <a:lnTo>
                  <a:pt x="0" y="95"/>
                </a:lnTo>
                <a:lnTo>
                  <a:pt x="1" y="83"/>
                </a:lnTo>
                <a:lnTo>
                  <a:pt x="10" y="84"/>
                </a:lnTo>
                <a:lnTo>
                  <a:pt x="9" y="89"/>
                </a:lnTo>
                <a:lnTo>
                  <a:pt x="5" y="89"/>
                </a:lnTo>
                <a:lnTo>
                  <a:pt x="4" y="85"/>
                </a:lnTo>
                <a:lnTo>
                  <a:pt x="6" y="84"/>
                </a:lnTo>
                <a:lnTo>
                  <a:pt x="9" y="91"/>
                </a:lnTo>
                <a:moveTo>
                  <a:pt x="1" y="83"/>
                </a:moveTo>
                <a:lnTo>
                  <a:pt x="2" y="75"/>
                </a:lnTo>
                <a:lnTo>
                  <a:pt x="10" y="76"/>
                </a:lnTo>
                <a:lnTo>
                  <a:pt x="10" y="84"/>
                </a:lnTo>
                <a:lnTo>
                  <a:pt x="1" y="83"/>
                </a:lnTo>
                <a:moveTo>
                  <a:pt x="2" y="75"/>
                </a:moveTo>
                <a:lnTo>
                  <a:pt x="3" y="67"/>
                </a:lnTo>
                <a:lnTo>
                  <a:pt x="11" y="68"/>
                </a:lnTo>
                <a:lnTo>
                  <a:pt x="10" y="76"/>
                </a:lnTo>
                <a:lnTo>
                  <a:pt x="2" y="75"/>
                </a:lnTo>
                <a:moveTo>
                  <a:pt x="3" y="67"/>
                </a:moveTo>
                <a:lnTo>
                  <a:pt x="4" y="59"/>
                </a:lnTo>
                <a:lnTo>
                  <a:pt x="12" y="60"/>
                </a:lnTo>
                <a:lnTo>
                  <a:pt x="11" y="68"/>
                </a:lnTo>
                <a:lnTo>
                  <a:pt x="3" y="67"/>
                </a:lnTo>
                <a:moveTo>
                  <a:pt x="4" y="59"/>
                </a:moveTo>
                <a:lnTo>
                  <a:pt x="5" y="51"/>
                </a:lnTo>
                <a:lnTo>
                  <a:pt x="13" y="52"/>
                </a:lnTo>
                <a:lnTo>
                  <a:pt x="12" y="60"/>
                </a:lnTo>
                <a:lnTo>
                  <a:pt x="4" y="59"/>
                </a:lnTo>
                <a:moveTo>
                  <a:pt x="5" y="51"/>
                </a:moveTo>
                <a:lnTo>
                  <a:pt x="6" y="43"/>
                </a:lnTo>
                <a:lnTo>
                  <a:pt x="14" y="44"/>
                </a:lnTo>
                <a:lnTo>
                  <a:pt x="13" y="52"/>
                </a:lnTo>
                <a:lnTo>
                  <a:pt x="5" y="51"/>
                </a:lnTo>
                <a:moveTo>
                  <a:pt x="6" y="43"/>
                </a:moveTo>
                <a:lnTo>
                  <a:pt x="7" y="35"/>
                </a:lnTo>
                <a:lnTo>
                  <a:pt x="15" y="36"/>
                </a:lnTo>
                <a:lnTo>
                  <a:pt x="14" y="44"/>
                </a:lnTo>
                <a:lnTo>
                  <a:pt x="6" y="43"/>
                </a:lnTo>
                <a:moveTo>
                  <a:pt x="7" y="35"/>
                </a:moveTo>
                <a:lnTo>
                  <a:pt x="8" y="27"/>
                </a:lnTo>
                <a:lnTo>
                  <a:pt x="16" y="28"/>
                </a:lnTo>
                <a:lnTo>
                  <a:pt x="15" y="36"/>
                </a:lnTo>
                <a:lnTo>
                  <a:pt x="7" y="35"/>
                </a:lnTo>
                <a:moveTo>
                  <a:pt x="8" y="27"/>
                </a:moveTo>
                <a:lnTo>
                  <a:pt x="9" y="19"/>
                </a:lnTo>
                <a:lnTo>
                  <a:pt x="17" y="20"/>
                </a:lnTo>
                <a:lnTo>
                  <a:pt x="16" y="28"/>
                </a:lnTo>
                <a:lnTo>
                  <a:pt x="8" y="27"/>
                </a:lnTo>
                <a:moveTo>
                  <a:pt x="9" y="19"/>
                </a:moveTo>
                <a:lnTo>
                  <a:pt x="10" y="10"/>
                </a:lnTo>
                <a:lnTo>
                  <a:pt x="18" y="11"/>
                </a:lnTo>
                <a:lnTo>
                  <a:pt x="17" y="20"/>
                </a:lnTo>
                <a:lnTo>
                  <a:pt x="9" y="19"/>
                </a:lnTo>
                <a:moveTo>
                  <a:pt x="10" y="10"/>
                </a:moveTo>
                <a:lnTo>
                  <a:pt x="11" y="0"/>
                </a:lnTo>
                <a:lnTo>
                  <a:pt x="23" y="8"/>
                </a:lnTo>
                <a:lnTo>
                  <a:pt x="19" y="16"/>
                </a:lnTo>
                <a:lnTo>
                  <a:pt x="12" y="11"/>
                </a:lnTo>
                <a:lnTo>
                  <a:pt x="14" y="7"/>
                </a:lnTo>
                <a:lnTo>
                  <a:pt x="18" y="8"/>
                </a:lnTo>
                <a:lnTo>
                  <a:pt x="18" y="11"/>
                </a:lnTo>
                <a:lnTo>
                  <a:pt x="10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3553200" y="2372040"/>
            <a:ext cx="816840" cy="48960"/>
          </a:xfrm>
          <a:custGeom>
            <a:avLst/>
            <a:gdLst/>
            <a:ahLst/>
            <a:rect l="0" t="0" r="r" b="b"/>
            <a:pathLst>
              <a:path fill="none" w="2269" h="136">
                <a:moveTo>
                  <a:pt x="2269" y="0"/>
                </a:moveTo>
                <a:lnTo>
                  <a:pt x="2077" y="22"/>
                </a:lnTo>
                <a:cubicBezTo>
                  <a:pt x="1884" y="45"/>
                  <a:pt x="1499" y="90"/>
                  <a:pt x="1121" y="113"/>
                </a:cubicBezTo>
                <a:cubicBezTo>
                  <a:pt x="743" y="136"/>
                  <a:pt x="372" y="136"/>
                  <a:pt x="186" y="136"/>
                </a:cubicBezTo>
                <a:lnTo>
                  <a:pt x="0" y="136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3538800" y="2405880"/>
            <a:ext cx="29160" cy="29520"/>
          </a:xfrm>
          <a:custGeom>
            <a:avLst/>
            <a:gdLst/>
            <a:ahLst/>
            <a:rect l="0" t="0" r="r" b="b"/>
            <a:pathLst>
              <a:path w="81" h="82">
                <a:moveTo>
                  <a:pt x="81" y="82"/>
                </a:moveTo>
                <a:lnTo>
                  <a:pt x="0" y="41"/>
                </a:lnTo>
                <a:lnTo>
                  <a:pt x="81" y="0"/>
                </a:lnTo>
                <a:lnTo>
                  <a:pt x="81" y="82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8" name=""/>
          <p:cNvSpPr/>
          <p:nvPr/>
        </p:nvSpPr>
        <p:spPr>
          <a:xfrm>
            <a:off x="3535560" y="2403720"/>
            <a:ext cx="33840" cy="34200"/>
          </a:xfrm>
          <a:custGeom>
            <a:avLst/>
            <a:gdLst/>
            <a:ahLst/>
            <a:rect l="0" t="0" r="r" b="b"/>
            <a:pathLst>
              <a:path w="94" h="95">
                <a:moveTo>
                  <a:pt x="80" y="88"/>
                </a:moveTo>
                <a:lnTo>
                  <a:pt x="73" y="84"/>
                </a:lnTo>
                <a:lnTo>
                  <a:pt x="77" y="77"/>
                </a:lnTo>
                <a:lnTo>
                  <a:pt x="85" y="81"/>
                </a:lnTo>
                <a:lnTo>
                  <a:pt x="80" y="88"/>
                </a:lnTo>
                <a:moveTo>
                  <a:pt x="73" y="84"/>
                </a:moveTo>
                <a:lnTo>
                  <a:pt x="66" y="81"/>
                </a:lnTo>
                <a:lnTo>
                  <a:pt x="70" y="74"/>
                </a:lnTo>
                <a:lnTo>
                  <a:pt x="77" y="77"/>
                </a:lnTo>
                <a:lnTo>
                  <a:pt x="73" y="84"/>
                </a:lnTo>
                <a:moveTo>
                  <a:pt x="66" y="81"/>
                </a:moveTo>
                <a:lnTo>
                  <a:pt x="59" y="77"/>
                </a:lnTo>
                <a:lnTo>
                  <a:pt x="62" y="70"/>
                </a:lnTo>
                <a:lnTo>
                  <a:pt x="70" y="74"/>
                </a:lnTo>
                <a:lnTo>
                  <a:pt x="66" y="81"/>
                </a:lnTo>
                <a:moveTo>
                  <a:pt x="59" y="77"/>
                </a:moveTo>
                <a:lnTo>
                  <a:pt x="51" y="74"/>
                </a:lnTo>
                <a:lnTo>
                  <a:pt x="55" y="65"/>
                </a:lnTo>
                <a:lnTo>
                  <a:pt x="62" y="70"/>
                </a:lnTo>
                <a:lnTo>
                  <a:pt x="59" y="77"/>
                </a:lnTo>
                <a:moveTo>
                  <a:pt x="51" y="74"/>
                </a:moveTo>
                <a:lnTo>
                  <a:pt x="44" y="70"/>
                </a:lnTo>
                <a:lnTo>
                  <a:pt x="48" y="62"/>
                </a:lnTo>
                <a:lnTo>
                  <a:pt x="55" y="65"/>
                </a:lnTo>
                <a:lnTo>
                  <a:pt x="51" y="74"/>
                </a:lnTo>
                <a:moveTo>
                  <a:pt x="44" y="70"/>
                </a:moveTo>
                <a:lnTo>
                  <a:pt x="37" y="65"/>
                </a:lnTo>
                <a:lnTo>
                  <a:pt x="41" y="58"/>
                </a:lnTo>
                <a:lnTo>
                  <a:pt x="48" y="62"/>
                </a:lnTo>
                <a:lnTo>
                  <a:pt x="44" y="70"/>
                </a:lnTo>
                <a:moveTo>
                  <a:pt x="37" y="65"/>
                </a:moveTo>
                <a:lnTo>
                  <a:pt x="30" y="62"/>
                </a:lnTo>
                <a:lnTo>
                  <a:pt x="33" y="55"/>
                </a:lnTo>
                <a:lnTo>
                  <a:pt x="41" y="58"/>
                </a:lnTo>
                <a:lnTo>
                  <a:pt x="37" y="65"/>
                </a:lnTo>
                <a:moveTo>
                  <a:pt x="30" y="62"/>
                </a:moveTo>
                <a:lnTo>
                  <a:pt x="23" y="58"/>
                </a:lnTo>
                <a:lnTo>
                  <a:pt x="26" y="51"/>
                </a:lnTo>
                <a:lnTo>
                  <a:pt x="33" y="55"/>
                </a:lnTo>
                <a:lnTo>
                  <a:pt x="30" y="62"/>
                </a:lnTo>
                <a:moveTo>
                  <a:pt x="23" y="58"/>
                </a:moveTo>
                <a:lnTo>
                  <a:pt x="15" y="55"/>
                </a:lnTo>
                <a:lnTo>
                  <a:pt x="19" y="47"/>
                </a:lnTo>
                <a:lnTo>
                  <a:pt x="26" y="51"/>
                </a:lnTo>
                <a:lnTo>
                  <a:pt x="23" y="58"/>
                </a:lnTo>
                <a:moveTo>
                  <a:pt x="15" y="55"/>
                </a:moveTo>
                <a:lnTo>
                  <a:pt x="8" y="51"/>
                </a:lnTo>
                <a:lnTo>
                  <a:pt x="12" y="44"/>
                </a:lnTo>
                <a:lnTo>
                  <a:pt x="19" y="47"/>
                </a:lnTo>
                <a:lnTo>
                  <a:pt x="15" y="55"/>
                </a:lnTo>
                <a:moveTo>
                  <a:pt x="8" y="51"/>
                </a:moveTo>
                <a:lnTo>
                  <a:pt x="0" y="47"/>
                </a:lnTo>
                <a:lnTo>
                  <a:pt x="13" y="40"/>
                </a:lnTo>
                <a:lnTo>
                  <a:pt x="16" y="47"/>
                </a:lnTo>
                <a:lnTo>
                  <a:pt x="10" y="50"/>
                </a:lnTo>
                <a:lnTo>
                  <a:pt x="9" y="47"/>
                </a:lnTo>
                <a:lnTo>
                  <a:pt x="10" y="43"/>
                </a:lnTo>
                <a:lnTo>
                  <a:pt x="12" y="44"/>
                </a:lnTo>
                <a:lnTo>
                  <a:pt x="8" y="51"/>
                </a:lnTo>
                <a:moveTo>
                  <a:pt x="13" y="40"/>
                </a:moveTo>
                <a:lnTo>
                  <a:pt x="20" y="36"/>
                </a:lnTo>
                <a:lnTo>
                  <a:pt x="24" y="44"/>
                </a:lnTo>
                <a:lnTo>
                  <a:pt x="16" y="47"/>
                </a:lnTo>
                <a:lnTo>
                  <a:pt x="13" y="40"/>
                </a:lnTo>
                <a:moveTo>
                  <a:pt x="20" y="36"/>
                </a:moveTo>
                <a:lnTo>
                  <a:pt x="27" y="33"/>
                </a:lnTo>
                <a:lnTo>
                  <a:pt x="31" y="40"/>
                </a:lnTo>
                <a:lnTo>
                  <a:pt x="24" y="44"/>
                </a:lnTo>
                <a:lnTo>
                  <a:pt x="20" y="36"/>
                </a:lnTo>
                <a:moveTo>
                  <a:pt x="27" y="33"/>
                </a:moveTo>
                <a:lnTo>
                  <a:pt x="34" y="29"/>
                </a:lnTo>
                <a:lnTo>
                  <a:pt x="38" y="36"/>
                </a:lnTo>
                <a:lnTo>
                  <a:pt x="31" y="40"/>
                </a:lnTo>
                <a:lnTo>
                  <a:pt x="27" y="33"/>
                </a:lnTo>
                <a:moveTo>
                  <a:pt x="34" y="29"/>
                </a:moveTo>
                <a:lnTo>
                  <a:pt x="42" y="26"/>
                </a:lnTo>
                <a:lnTo>
                  <a:pt x="45" y="33"/>
                </a:lnTo>
                <a:lnTo>
                  <a:pt x="38" y="36"/>
                </a:lnTo>
                <a:lnTo>
                  <a:pt x="34" y="29"/>
                </a:lnTo>
                <a:moveTo>
                  <a:pt x="42" y="26"/>
                </a:moveTo>
                <a:lnTo>
                  <a:pt x="49" y="22"/>
                </a:lnTo>
                <a:lnTo>
                  <a:pt x="52" y="29"/>
                </a:lnTo>
                <a:lnTo>
                  <a:pt x="45" y="33"/>
                </a:lnTo>
                <a:lnTo>
                  <a:pt x="42" y="26"/>
                </a:lnTo>
                <a:moveTo>
                  <a:pt x="49" y="22"/>
                </a:moveTo>
                <a:lnTo>
                  <a:pt x="56" y="18"/>
                </a:lnTo>
                <a:lnTo>
                  <a:pt x="60" y="26"/>
                </a:lnTo>
                <a:lnTo>
                  <a:pt x="52" y="29"/>
                </a:lnTo>
                <a:lnTo>
                  <a:pt x="49" y="22"/>
                </a:lnTo>
                <a:moveTo>
                  <a:pt x="56" y="18"/>
                </a:moveTo>
                <a:lnTo>
                  <a:pt x="63" y="15"/>
                </a:lnTo>
                <a:lnTo>
                  <a:pt x="67" y="22"/>
                </a:lnTo>
                <a:lnTo>
                  <a:pt x="60" y="26"/>
                </a:lnTo>
                <a:lnTo>
                  <a:pt x="56" y="18"/>
                </a:lnTo>
                <a:moveTo>
                  <a:pt x="63" y="15"/>
                </a:moveTo>
                <a:lnTo>
                  <a:pt x="71" y="11"/>
                </a:lnTo>
                <a:lnTo>
                  <a:pt x="74" y="18"/>
                </a:lnTo>
                <a:lnTo>
                  <a:pt x="67" y="22"/>
                </a:lnTo>
                <a:lnTo>
                  <a:pt x="63" y="15"/>
                </a:lnTo>
                <a:moveTo>
                  <a:pt x="71" y="11"/>
                </a:moveTo>
                <a:lnTo>
                  <a:pt x="78" y="8"/>
                </a:lnTo>
                <a:lnTo>
                  <a:pt x="81" y="15"/>
                </a:lnTo>
                <a:lnTo>
                  <a:pt x="74" y="18"/>
                </a:lnTo>
                <a:lnTo>
                  <a:pt x="71" y="11"/>
                </a:lnTo>
                <a:moveTo>
                  <a:pt x="78" y="8"/>
                </a:moveTo>
                <a:lnTo>
                  <a:pt x="86" y="4"/>
                </a:lnTo>
                <a:lnTo>
                  <a:pt x="90" y="11"/>
                </a:lnTo>
                <a:lnTo>
                  <a:pt x="81" y="15"/>
                </a:lnTo>
                <a:lnTo>
                  <a:pt x="78" y="8"/>
                </a:lnTo>
                <a:moveTo>
                  <a:pt x="86" y="4"/>
                </a:moveTo>
                <a:lnTo>
                  <a:pt x="94" y="0"/>
                </a:lnTo>
                <a:lnTo>
                  <a:pt x="94" y="11"/>
                </a:lnTo>
                <a:lnTo>
                  <a:pt x="86" y="11"/>
                </a:lnTo>
                <a:lnTo>
                  <a:pt x="86" y="6"/>
                </a:lnTo>
                <a:lnTo>
                  <a:pt x="90" y="6"/>
                </a:lnTo>
                <a:lnTo>
                  <a:pt x="92" y="10"/>
                </a:lnTo>
                <a:lnTo>
                  <a:pt x="90" y="11"/>
                </a:lnTo>
                <a:lnTo>
                  <a:pt x="86" y="4"/>
                </a:lnTo>
                <a:moveTo>
                  <a:pt x="94" y="11"/>
                </a:moveTo>
                <a:lnTo>
                  <a:pt x="94" y="19"/>
                </a:lnTo>
                <a:lnTo>
                  <a:pt x="86" y="19"/>
                </a:lnTo>
                <a:lnTo>
                  <a:pt x="86" y="11"/>
                </a:lnTo>
                <a:lnTo>
                  <a:pt x="94" y="11"/>
                </a:lnTo>
                <a:moveTo>
                  <a:pt x="94" y="19"/>
                </a:moveTo>
                <a:lnTo>
                  <a:pt x="94" y="28"/>
                </a:lnTo>
                <a:lnTo>
                  <a:pt x="86" y="28"/>
                </a:lnTo>
                <a:lnTo>
                  <a:pt x="86" y="19"/>
                </a:lnTo>
                <a:lnTo>
                  <a:pt x="94" y="19"/>
                </a:lnTo>
                <a:moveTo>
                  <a:pt x="94" y="28"/>
                </a:moveTo>
                <a:lnTo>
                  <a:pt x="94" y="36"/>
                </a:lnTo>
                <a:lnTo>
                  <a:pt x="86" y="36"/>
                </a:lnTo>
                <a:lnTo>
                  <a:pt x="86" y="28"/>
                </a:lnTo>
                <a:lnTo>
                  <a:pt x="94" y="28"/>
                </a:lnTo>
                <a:moveTo>
                  <a:pt x="94" y="36"/>
                </a:moveTo>
                <a:lnTo>
                  <a:pt x="94" y="44"/>
                </a:lnTo>
                <a:lnTo>
                  <a:pt x="86" y="44"/>
                </a:lnTo>
                <a:lnTo>
                  <a:pt x="86" y="36"/>
                </a:lnTo>
                <a:lnTo>
                  <a:pt x="94" y="36"/>
                </a:lnTo>
                <a:moveTo>
                  <a:pt x="94" y="44"/>
                </a:moveTo>
                <a:lnTo>
                  <a:pt x="94" y="52"/>
                </a:lnTo>
                <a:lnTo>
                  <a:pt x="86" y="52"/>
                </a:lnTo>
                <a:lnTo>
                  <a:pt x="86" y="44"/>
                </a:lnTo>
                <a:lnTo>
                  <a:pt x="94" y="44"/>
                </a:lnTo>
                <a:moveTo>
                  <a:pt x="94" y="52"/>
                </a:moveTo>
                <a:lnTo>
                  <a:pt x="94" y="60"/>
                </a:lnTo>
                <a:lnTo>
                  <a:pt x="86" y="60"/>
                </a:lnTo>
                <a:lnTo>
                  <a:pt x="86" y="52"/>
                </a:lnTo>
                <a:lnTo>
                  <a:pt x="94" y="52"/>
                </a:lnTo>
                <a:moveTo>
                  <a:pt x="94" y="60"/>
                </a:moveTo>
                <a:lnTo>
                  <a:pt x="94" y="69"/>
                </a:lnTo>
                <a:lnTo>
                  <a:pt x="86" y="69"/>
                </a:lnTo>
                <a:lnTo>
                  <a:pt x="86" y="60"/>
                </a:lnTo>
                <a:lnTo>
                  <a:pt x="94" y="60"/>
                </a:lnTo>
                <a:moveTo>
                  <a:pt x="94" y="69"/>
                </a:moveTo>
                <a:lnTo>
                  <a:pt x="94" y="77"/>
                </a:lnTo>
                <a:lnTo>
                  <a:pt x="86" y="77"/>
                </a:lnTo>
                <a:lnTo>
                  <a:pt x="86" y="69"/>
                </a:lnTo>
                <a:lnTo>
                  <a:pt x="94" y="69"/>
                </a:lnTo>
                <a:moveTo>
                  <a:pt x="94" y="77"/>
                </a:moveTo>
                <a:lnTo>
                  <a:pt x="94" y="85"/>
                </a:lnTo>
                <a:lnTo>
                  <a:pt x="86" y="85"/>
                </a:lnTo>
                <a:lnTo>
                  <a:pt x="86" y="77"/>
                </a:lnTo>
                <a:lnTo>
                  <a:pt x="94" y="77"/>
                </a:lnTo>
                <a:moveTo>
                  <a:pt x="94" y="85"/>
                </a:moveTo>
                <a:lnTo>
                  <a:pt x="94" y="95"/>
                </a:lnTo>
                <a:lnTo>
                  <a:pt x="80" y="88"/>
                </a:lnTo>
                <a:lnTo>
                  <a:pt x="85" y="81"/>
                </a:lnTo>
                <a:lnTo>
                  <a:pt x="92" y="84"/>
                </a:lnTo>
                <a:lnTo>
                  <a:pt x="90" y="88"/>
                </a:lnTo>
                <a:lnTo>
                  <a:pt x="86" y="88"/>
                </a:lnTo>
                <a:lnTo>
                  <a:pt x="86" y="85"/>
                </a:lnTo>
                <a:lnTo>
                  <a:pt x="94" y="85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9" name=""/>
          <p:cNvSpPr/>
          <p:nvPr/>
        </p:nvSpPr>
        <p:spPr>
          <a:xfrm>
            <a:off x="2150280" y="2473920"/>
            <a:ext cx="442440" cy="23400"/>
          </a:xfrm>
          <a:custGeom>
            <a:avLst/>
            <a:gdLst/>
            <a:ahLst/>
            <a:rect l="0" t="0" r="r" b="b"/>
            <a:pathLst>
              <a:path fill="none" w="1229" h="65">
                <a:moveTo>
                  <a:pt x="1229" y="14"/>
                </a:moveTo>
                <a:lnTo>
                  <a:pt x="1123" y="28"/>
                </a:lnTo>
                <a:cubicBezTo>
                  <a:pt x="1017" y="41"/>
                  <a:pt x="806" y="67"/>
                  <a:pt x="601" y="65"/>
                </a:cubicBezTo>
                <a:cubicBezTo>
                  <a:pt x="396" y="62"/>
                  <a:pt x="198" y="32"/>
                  <a:pt x="99" y="16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0" name=""/>
          <p:cNvSpPr/>
          <p:nvPr/>
        </p:nvSpPr>
        <p:spPr>
          <a:xfrm>
            <a:off x="2135880" y="246204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75" y="81"/>
                </a:moveTo>
                <a:lnTo>
                  <a:pt x="0" y="27"/>
                </a:lnTo>
                <a:lnTo>
                  <a:pt x="87" y="0"/>
                </a:lnTo>
                <a:lnTo>
                  <a:pt x="75" y="8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1" name=""/>
          <p:cNvSpPr/>
          <p:nvPr/>
        </p:nvSpPr>
        <p:spPr>
          <a:xfrm>
            <a:off x="2132640" y="2459880"/>
            <a:ext cx="36360" cy="33840"/>
          </a:xfrm>
          <a:custGeom>
            <a:avLst/>
            <a:gdLst/>
            <a:ahLst/>
            <a:rect l="0" t="0" r="r" b="b"/>
            <a:pathLst>
              <a:path w="101" h="94">
                <a:moveTo>
                  <a:pt x="75" y="85"/>
                </a:moveTo>
                <a:lnTo>
                  <a:pt x="68" y="81"/>
                </a:lnTo>
                <a:lnTo>
                  <a:pt x="73" y="74"/>
                </a:lnTo>
                <a:lnTo>
                  <a:pt x="80" y="79"/>
                </a:lnTo>
                <a:lnTo>
                  <a:pt x="75" y="85"/>
                </a:lnTo>
                <a:moveTo>
                  <a:pt x="68" y="81"/>
                </a:moveTo>
                <a:lnTo>
                  <a:pt x="62" y="76"/>
                </a:lnTo>
                <a:lnTo>
                  <a:pt x="67" y="69"/>
                </a:lnTo>
                <a:lnTo>
                  <a:pt x="73" y="74"/>
                </a:lnTo>
                <a:lnTo>
                  <a:pt x="68" y="81"/>
                </a:lnTo>
                <a:moveTo>
                  <a:pt x="62" y="76"/>
                </a:moveTo>
                <a:lnTo>
                  <a:pt x="55" y="71"/>
                </a:lnTo>
                <a:lnTo>
                  <a:pt x="60" y="65"/>
                </a:lnTo>
                <a:lnTo>
                  <a:pt x="67" y="69"/>
                </a:lnTo>
                <a:lnTo>
                  <a:pt x="62" y="76"/>
                </a:lnTo>
                <a:moveTo>
                  <a:pt x="55" y="71"/>
                </a:moveTo>
                <a:lnTo>
                  <a:pt x="49" y="67"/>
                </a:lnTo>
                <a:lnTo>
                  <a:pt x="53" y="60"/>
                </a:lnTo>
                <a:lnTo>
                  <a:pt x="60" y="65"/>
                </a:lnTo>
                <a:lnTo>
                  <a:pt x="55" y="71"/>
                </a:lnTo>
                <a:moveTo>
                  <a:pt x="49" y="67"/>
                </a:moveTo>
                <a:lnTo>
                  <a:pt x="42" y="62"/>
                </a:lnTo>
                <a:lnTo>
                  <a:pt x="47" y="55"/>
                </a:lnTo>
                <a:lnTo>
                  <a:pt x="53" y="60"/>
                </a:lnTo>
                <a:lnTo>
                  <a:pt x="49" y="67"/>
                </a:lnTo>
                <a:moveTo>
                  <a:pt x="42" y="62"/>
                </a:moveTo>
                <a:lnTo>
                  <a:pt x="35" y="57"/>
                </a:lnTo>
                <a:lnTo>
                  <a:pt x="40" y="51"/>
                </a:lnTo>
                <a:lnTo>
                  <a:pt x="47" y="55"/>
                </a:lnTo>
                <a:lnTo>
                  <a:pt x="42" y="62"/>
                </a:lnTo>
                <a:moveTo>
                  <a:pt x="35" y="57"/>
                </a:moveTo>
                <a:lnTo>
                  <a:pt x="29" y="53"/>
                </a:lnTo>
                <a:lnTo>
                  <a:pt x="34" y="46"/>
                </a:lnTo>
                <a:lnTo>
                  <a:pt x="40" y="51"/>
                </a:lnTo>
                <a:lnTo>
                  <a:pt x="35" y="57"/>
                </a:lnTo>
                <a:moveTo>
                  <a:pt x="29" y="53"/>
                </a:moveTo>
                <a:lnTo>
                  <a:pt x="21" y="48"/>
                </a:lnTo>
                <a:lnTo>
                  <a:pt x="27" y="41"/>
                </a:lnTo>
                <a:lnTo>
                  <a:pt x="34" y="46"/>
                </a:lnTo>
                <a:lnTo>
                  <a:pt x="29" y="53"/>
                </a:lnTo>
                <a:moveTo>
                  <a:pt x="21" y="48"/>
                </a:moveTo>
                <a:lnTo>
                  <a:pt x="15" y="43"/>
                </a:lnTo>
                <a:lnTo>
                  <a:pt x="19" y="37"/>
                </a:lnTo>
                <a:lnTo>
                  <a:pt x="27" y="41"/>
                </a:lnTo>
                <a:lnTo>
                  <a:pt x="21" y="48"/>
                </a:lnTo>
                <a:moveTo>
                  <a:pt x="15" y="43"/>
                </a:moveTo>
                <a:lnTo>
                  <a:pt x="8" y="38"/>
                </a:lnTo>
                <a:lnTo>
                  <a:pt x="13" y="32"/>
                </a:lnTo>
                <a:lnTo>
                  <a:pt x="19" y="37"/>
                </a:lnTo>
                <a:lnTo>
                  <a:pt x="15" y="43"/>
                </a:lnTo>
                <a:moveTo>
                  <a:pt x="8" y="38"/>
                </a:moveTo>
                <a:lnTo>
                  <a:pt x="0" y="33"/>
                </a:lnTo>
                <a:lnTo>
                  <a:pt x="14" y="28"/>
                </a:lnTo>
                <a:lnTo>
                  <a:pt x="17" y="36"/>
                </a:lnTo>
                <a:lnTo>
                  <a:pt x="10" y="38"/>
                </a:lnTo>
                <a:lnTo>
                  <a:pt x="9" y="34"/>
                </a:lnTo>
                <a:lnTo>
                  <a:pt x="12" y="31"/>
                </a:lnTo>
                <a:lnTo>
                  <a:pt x="13" y="32"/>
                </a:lnTo>
                <a:lnTo>
                  <a:pt x="8" y="38"/>
                </a:lnTo>
                <a:moveTo>
                  <a:pt x="14" y="28"/>
                </a:moveTo>
                <a:lnTo>
                  <a:pt x="22" y="26"/>
                </a:lnTo>
                <a:lnTo>
                  <a:pt x="24" y="34"/>
                </a:lnTo>
                <a:lnTo>
                  <a:pt x="17" y="36"/>
                </a:lnTo>
                <a:lnTo>
                  <a:pt x="14" y="28"/>
                </a:lnTo>
                <a:moveTo>
                  <a:pt x="22" y="26"/>
                </a:moveTo>
                <a:lnTo>
                  <a:pt x="31" y="24"/>
                </a:lnTo>
                <a:lnTo>
                  <a:pt x="33" y="31"/>
                </a:lnTo>
                <a:lnTo>
                  <a:pt x="24" y="34"/>
                </a:lnTo>
                <a:lnTo>
                  <a:pt x="22" y="26"/>
                </a:lnTo>
                <a:moveTo>
                  <a:pt x="31" y="24"/>
                </a:moveTo>
                <a:lnTo>
                  <a:pt x="38" y="20"/>
                </a:lnTo>
                <a:lnTo>
                  <a:pt x="41" y="29"/>
                </a:lnTo>
                <a:lnTo>
                  <a:pt x="33" y="31"/>
                </a:lnTo>
                <a:lnTo>
                  <a:pt x="31" y="24"/>
                </a:lnTo>
                <a:moveTo>
                  <a:pt x="38" y="20"/>
                </a:moveTo>
                <a:lnTo>
                  <a:pt x="46" y="18"/>
                </a:lnTo>
                <a:lnTo>
                  <a:pt x="49" y="26"/>
                </a:lnTo>
                <a:lnTo>
                  <a:pt x="41" y="29"/>
                </a:lnTo>
                <a:lnTo>
                  <a:pt x="38" y="20"/>
                </a:lnTo>
                <a:moveTo>
                  <a:pt x="46" y="18"/>
                </a:moveTo>
                <a:lnTo>
                  <a:pt x="54" y="15"/>
                </a:lnTo>
                <a:lnTo>
                  <a:pt x="56" y="24"/>
                </a:lnTo>
                <a:lnTo>
                  <a:pt x="49" y="26"/>
                </a:lnTo>
                <a:lnTo>
                  <a:pt x="46" y="18"/>
                </a:lnTo>
                <a:moveTo>
                  <a:pt x="54" y="15"/>
                </a:moveTo>
                <a:lnTo>
                  <a:pt x="61" y="13"/>
                </a:lnTo>
                <a:lnTo>
                  <a:pt x="64" y="20"/>
                </a:lnTo>
                <a:lnTo>
                  <a:pt x="56" y="24"/>
                </a:lnTo>
                <a:lnTo>
                  <a:pt x="54" y="15"/>
                </a:lnTo>
                <a:moveTo>
                  <a:pt x="61" y="13"/>
                </a:moveTo>
                <a:lnTo>
                  <a:pt x="69" y="10"/>
                </a:lnTo>
                <a:lnTo>
                  <a:pt x="72" y="18"/>
                </a:lnTo>
                <a:lnTo>
                  <a:pt x="64" y="20"/>
                </a:lnTo>
                <a:lnTo>
                  <a:pt x="61" y="13"/>
                </a:lnTo>
                <a:moveTo>
                  <a:pt x="69" y="10"/>
                </a:moveTo>
                <a:lnTo>
                  <a:pt x="77" y="8"/>
                </a:lnTo>
                <a:lnTo>
                  <a:pt x="79" y="15"/>
                </a:lnTo>
                <a:lnTo>
                  <a:pt x="72" y="18"/>
                </a:lnTo>
                <a:lnTo>
                  <a:pt x="69" y="10"/>
                </a:lnTo>
                <a:moveTo>
                  <a:pt x="77" y="8"/>
                </a:moveTo>
                <a:lnTo>
                  <a:pt x="85" y="5"/>
                </a:lnTo>
                <a:lnTo>
                  <a:pt x="87" y="13"/>
                </a:lnTo>
                <a:lnTo>
                  <a:pt x="79" y="15"/>
                </a:lnTo>
                <a:lnTo>
                  <a:pt x="77" y="8"/>
                </a:lnTo>
                <a:moveTo>
                  <a:pt x="85" y="5"/>
                </a:moveTo>
                <a:lnTo>
                  <a:pt x="92" y="3"/>
                </a:lnTo>
                <a:lnTo>
                  <a:pt x="95" y="10"/>
                </a:lnTo>
                <a:lnTo>
                  <a:pt x="87" y="13"/>
                </a:lnTo>
                <a:lnTo>
                  <a:pt x="85" y="5"/>
                </a:lnTo>
                <a:moveTo>
                  <a:pt x="92" y="3"/>
                </a:moveTo>
                <a:lnTo>
                  <a:pt x="101" y="0"/>
                </a:lnTo>
                <a:lnTo>
                  <a:pt x="100" y="11"/>
                </a:lnTo>
                <a:lnTo>
                  <a:pt x="92" y="10"/>
                </a:lnTo>
                <a:lnTo>
                  <a:pt x="92" y="5"/>
                </a:lnTo>
                <a:lnTo>
                  <a:pt x="96" y="6"/>
                </a:lnTo>
                <a:lnTo>
                  <a:pt x="98" y="10"/>
                </a:lnTo>
                <a:lnTo>
                  <a:pt x="95" y="10"/>
                </a:lnTo>
                <a:lnTo>
                  <a:pt x="92" y="3"/>
                </a:lnTo>
                <a:moveTo>
                  <a:pt x="100" y="11"/>
                </a:moveTo>
                <a:lnTo>
                  <a:pt x="98" y="19"/>
                </a:lnTo>
                <a:lnTo>
                  <a:pt x="90" y="18"/>
                </a:lnTo>
                <a:lnTo>
                  <a:pt x="92" y="10"/>
                </a:lnTo>
                <a:lnTo>
                  <a:pt x="100" y="11"/>
                </a:lnTo>
                <a:moveTo>
                  <a:pt x="98" y="19"/>
                </a:moveTo>
                <a:lnTo>
                  <a:pt x="97" y="28"/>
                </a:lnTo>
                <a:lnTo>
                  <a:pt x="89" y="27"/>
                </a:lnTo>
                <a:lnTo>
                  <a:pt x="90" y="18"/>
                </a:lnTo>
                <a:lnTo>
                  <a:pt x="98" y="19"/>
                </a:lnTo>
                <a:moveTo>
                  <a:pt x="97" y="28"/>
                </a:moveTo>
                <a:lnTo>
                  <a:pt x="96" y="36"/>
                </a:lnTo>
                <a:lnTo>
                  <a:pt x="88" y="35"/>
                </a:lnTo>
                <a:lnTo>
                  <a:pt x="89" y="27"/>
                </a:lnTo>
                <a:lnTo>
                  <a:pt x="97" y="28"/>
                </a:lnTo>
                <a:moveTo>
                  <a:pt x="96" y="36"/>
                </a:moveTo>
                <a:lnTo>
                  <a:pt x="95" y="44"/>
                </a:lnTo>
                <a:lnTo>
                  <a:pt x="87" y="43"/>
                </a:lnTo>
                <a:lnTo>
                  <a:pt x="88" y="35"/>
                </a:lnTo>
                <a:lnTo>
                  <a:pt x="96" y="36"/>
                </a:lnTo>
                <a:moveTo>
                  <a:pt x="95" y="44"/>
                </a:moveTo>
                <a:lnTo>
                  <a:pt x="93" y="52"/>
                </a:lnTo>
                <a:lnTo>
                  <a:pt x="85" y="51"/>
                </a:lnTo>
                <a:lnTo>
                  <a:pt x="87" y="43"/>
                </a:lnTo>
                <a:lnTo>
                  <a:pt x="95" y="44"/>
                </a:lnTo>
                <a:moveTo>
                  <a:pt x="93" y="52"/>
                </a:moveTo>
                <a:lnTo>
                  <a:pt x="92" y="60"/>
                </a:lnTo>
                <a:lnTo>
                  <a:pt x="84" y="59"/>
                </a:lnTo>
                <a:lnTo>
                  <a:pt x="85" y="51"/>
                </a:lnTo>
                <a:lnTo>
                  <a:pt x="93" y="52"/>
                </a:lnTo>
                <a:moveTo>
                  <a:pt x="92" y="60"/>
                </a:moveTo>
                <a:lnTo>
                  <a:pt x="91" y="68"/>
                </a:lnTo>
                <a:lnTo>
                  <a:pt x="83" y="67"/>
                </a:lnTo>
                <a:lnTo>
                  <a:pt x="84" y="59"/>
                </a:lnTo>
                <a:lnTo>
                  <a:pt x="92" y="60"/>
                </a:lnTo>
                <a:moveTo>
                  <a:pt x="91" y="68"/>
                </a:moveTo>
                <a:lnTo>
                  <a:pt x="90" y="76"/>
                </a:lnTo>
                <a:lnTo>
                  <a:pt x="82" y="75"/>
                </a:lnTo>
                <a:lnTo>
                  <a:pt x="83" y="67"/>
                </a:lnTo>
                <a:lnTo>
                  <a:pt x="91" y="68"/>
                </a:lnTo>
                <a:moveTo>
                  <a:pt x="90" y="76"/>
                </a:moveTo>
                <a:lnTo>
                  <a:pt x="88" y="84"/>
                </a:lnTo>
                <a:lnTo>
                  <a:pt x="80" y="83"/>
                </a:lnTo>
                <a:lnTo>
                  <a:pt x="82" y="75"/>
                </a:lnTo>
                <a:lnTo>
                  <a:pt x="90" y="76"/>
                </a:lnTo>
                <a:moveTo>
                  <a:pt x="88" y="84"/>
                </a:moveTo>
                <a:lnTo>
                  <a:pt x="87" y="94"/>
                </a:lnTo>
                <a:lnTo>
                  <a:pt x="75" y="85"/>
                </a:lnTo>
                <a:lnTo>
                  <a:pt x="80" y="79"/>
                </a:lnTo>
                <a:lnTo>
                  <a:pt x="86" y="83"/>
                </a:lnTo>
                <a:lnTo>
                  <a:pt x="84" y="87"/>
                </a:lnTo>
                <a:lnTo>
                  <a:pt x="80" y="86"/>
                </a:lnTo>
                <a:lnTo>
                  <a:pt x="80" y="83"/>
                </a:lnTo>
                <a:lnTo>
                  <a:pt x="88" y="8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839520" y="2452680"/>
            <a:ext cx="630000" cy="38880"/>
          </a:xfrm>
          <a:custGeom>
            <a:avLst/>
            <a:gdLst/>
            <a:ahLst/>
            <a:rect l="0" t="0" r="r" b="b"/>
            <a:pathLst>
              <a:path fill="none" w="1750" h="108">
                <a:moveTo>
                  <a:pt x="1750" y="34"/>
                </a:moveTo>
                <a:lnTo>
                  <a:pt x="1601" y="54"/>
                </a:lnTo>
                <a:cubicBezTo>
                  <a:pt x="1453" y="73"/>
                  <a:pt x="1156" y="113"/>
                  <a:pt x="864" y="107"/>
                </a:cubicBezTo>
                <a:cubicBezTo>
                  <a:pt x="573" y="102"/>
                  <a:pt x="286" y="51"/>
                  <a:pt x="143" y="26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/>
          <p:nvPr/>
        </p:nvSpPr>
        <p:spPr>
          <a:xfrm>
            <a:off x="825120" y="2440800"/>
            <a:ext cx="31320" cy="29160"/>
          </a:xfrm>
          <a:custGeom>
            <a:avLst/>
            <a:gdLst/>
            <a:ahLst/>
            <a:rect l="0" t="0" r="r" b="b"/>
            <a:pathLst>
              <a:path w="87" h="81">
                <a:moveTo>
                  <a:pt x="72" y="81"/>
                </a:moveTo>
                <a:lnTo>
                  <a:pt x="0" y="26"/>
                </a:lnTo>
                <a:lnTo>
                  <a:pt x="87" y="0"/>
                </a:lnTo>
                <a:lnTo>
                  <a:pt x="72" y="8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4" name=""/>
          <p:cNvSpPr/>
          <p:nvPr/>
        </p:nvSpPr>
        <p:spPr>
          <a:xfrm>
            <a:off x="821880" y="2438640"/>
            <a:ext cx="36720" cy="33840"/>
          </a:xfrm>
          <a:custGeom>
            <a:avLst/>
            <a:gdLst/>
            <a:ahLst/>
            <a:rect l="0" t="0" r="r" b="b"/>
            <a:pathLst>
              <a:path w="102" h="94">
                <a:moveTo>
                  <a:pt x="74" y="85"/>
                </a:moveTo>
                <a:lnTo>
                  <a:pt x="66" y="79"/>
                </a:lnTo>
                <a:lnTo>
                  <a:pt x="72" y="73"/>
                </a:lnTo>
                <a:lnTo>
                  <a:pt x="78" y="78"/>
                </a:lnTo>
                <a:lnTo>
                  <a:pt x="74" y="85"/>
                </a:lnTo>
                <a:moveTo>
                  <a:pt x="66" y="79"/>
                </a:moveTo>
                <a:lnTo>
                  <a:pt x="60" y="74"/>
                </a:lnTo>
                <a:lnTo>
                  <a:pt x="64" y="68"/>
                </a:lnTo>
                <a:lnTo>
                  <a:pt x="72" y="73"/>
                </a:lnTo>
                <a:lnTo>
                  <a:pt x="66" y="79"/>
                </a:lnTo>
                <a:moveTo>
                  <a:pt x="60" y="74"/>
                </a:moveTo>
                <a:lnTo>
                  <a:pt x="53" y="70"/>
                </a:lnTo>
                <a:lnTo>
                  <a:pt x="58" y="63"/>
                </a:lnTo>
                <a:lnTo>
                  <a:pt x="64" y="68"/>
                </a:lnTo>
                <a:lnTo>
                  <a:pt x="60" y="74"/>
                </a:lnTo>
                <a:moveTo>
                  <a:pt x="53" y="70"/>
                </a:moveTo>
                <a:lnTo>
                  <a:pt x="47" y="65"/>
                </a:lnTo>
                <a:lnTo>
                  <a:pt x="51" y="58"/>
                </a:lnTo>
                <a:lnTo>
                  <a:pt x="58" y="63"/>
                </a:lnTo>
                <a:lnTo>
                  <a:pt x="53" y="70"/>
                </a:lnTo>
                <a:moveTo>
                  <a:pt x="47" y="65"/>
                </a:moveTo>
                <a:lnTo>
                  <a:pt x="40" y="60"/>
                </a:lnTo>
                <a:lnTo>
                  <a:pt x="45" y="54"/>
                </a:lnTo>
                <a:lnTo>
                  <a:pt x="51" y="58"/>
                </a:lnTo>
                <a:lnTo>
                  <a:pt x="47" y="65"/>
                </a:lnTo>
                <a:moveTo>
                  <a:pt x="40" y="60"/>
                </a:moveTo>
                <a:lnTo>
                  <a:pt x="34" y="55"/>
                </a:lnTo>
                <a:lnTo>
                  <a:pt x="38" y="49"/>
                </a:lnTo>
                <a:lnTo>
                  <a:pt x="45" y="54"/>
                </a:lnTo>
                <a:lnTo>
                  <a:pt x="40" y="60"/>
                </a:lnTo>
                <a:moveTo>
                  <a:pt x="34" y="55"/>
                </a:moveTo>
                <a:lnTo>
                  <a:pt x="27" y="50"/>
                </a:lnTo>
                <a:lnTo>
                  <a:pt x="32" y="44"/>
                </a:lnTo>
                <a:lnTo>
                  <a:pt x="38" y="49"/>
                </a:lnTo>
                <a:lnTo>
                  <a:pt x="34" y="55"/>
                </a:lnTo>
                <a:moveTo>
                  <a:pt x="27" y="50"/>
                </a:moveTo>
                <a:lnTo>
                  <a:pt x="21" y="46"/>
                </a:lnTo>
                <a:lnTo>
                  <a:pt x="25" y="39"/>
                </a:lnTo>
                <a:lnTo>
                  <a:pt x="32" y="44"/>
                </a:lnTo>
                <a:lnTo>
                  <a:pt x="27" y="50"/>
                </a:lnTo>
                <a:moveTo>
                  <a:pt x="21" y="46"/>
                </a:moveTo>
                <a:lnTo>
                  <a:pt x="14" y="41"/>
                </a:lnTo>
                <a:lnTo>
                  <a:pt x="19" y="34"/>
                </a:lnTo>
                <a:lnTo>
                  <a:pt x="25" y="39"/>
                </a:lnTo>
                <a:lnTo>
                  <a:pt x="21" y="46"/>
                </a:lnTo>
                <a:moveTo>
                  <a:pt x="14" y="41"/>
                </a:moveTo>
                <a:lnTo>
                  <a:pt x="8" y="36"/>
                </a:lnTo>
                <a:lnTo>
                  <a:pt x="12" y="29"/>
                </a:lnTo>
                <a:lnTo>
                  <a:pt x="19" y="34"/>
                </a:lnTo>
                <a:lnTo>
                  <a:pt x="14" y="41"/>
                </a:lnTo>
                <a:moveTo>
                  <a:pt x="8" y="36"/>
                </a:moveTo>
                <a:lnTo>
                  <a:pt x="0" y="30"/>
                </a:lnTo>
                <a:lnTo>
                  <a:pt x="14" y="26"/>
                </a:lnTo>
                <a:lnTo>
                  <a:pt x="16" y="34"/>
                </a:lnTo>
                <a:lnTo>
                  <a:pt x="10" y="36"/>
                </a:lnTo>
                <a:lnTo>
                  <a:pt x="9" y="32"/>
                </a:lnTo>
                <a:lnTo>
                  <a:pt x="11" y="29"/>
                </a:lnTo>
                <a:lnTo>
                  <a:pt x="12" y="29"/>
                </a:lnTo>
                <a:lnTo>
                  <a:pt x="8" y="36"/>
                </a:lnTo>
                <a:moveTo>
                  <a:pt x="14" y="26"/>
                </a:moveTo>
                <a:lnTo>
                  <a:pt x="22" y="24"/>
                </a:lnTo>
                <a:lnTo>
                  <a:pt x="24" y="31"/>
                </a:lnTo>
                <a:lnTo>
                  <a:pt x="16" y="34"/>
                </a:lnTo>
                <a:lnTo>
                  <a:pt x="14" y="26"/>
                </a:lnTo>
                <a:moveTo>
                  <a:pt x="22" y="24"/>
                </a:moveTo>
                <a:lnTo>
                  <a:pt x="29" y="21"/>
                </a:lnTo>
                <a:lnTo>
                  <a:pt x="32" y="29"/>
                </a:lnTo>
                <a:lnTo>
                  <a:pt x="24" y="31"/>
                </a:lnTo>
                <a:lnTo>
                  <a:pt x="22" y="24"/>
                </a:lnTo>
                <a:moveTo>
                  <a:pt x="29" y="21"/>
                </a:moveTo>
                <a:lnTo>
                  <a:pt x="37" y="19"/>
                </a:lnTo>
                <a:lnTo>
                  <a:pt x="40" y="27"/>
                </a:lnTo>
                <a:lnTo>
                  <a:pt x="32" y="29"/>
                </a:lnTo>
                <a:lnTo>
                  <a:pt x="29" y="21"/>
                </a:lnTo>
                <a:moveTo>
                  <a:pt x="37" y="19"/>
                </a:moveTo>
                <a:lnTo>
                  <a:pt x="45" y="17"/>
                </a:lnTo>
                <a:lnTo>
                  <a:pt x="47" y="25"/>
                </a:lnTo>
                <a:lnTo>
                  <a:pt x="40" y="27"/>
                </a:lnTo>
                <a:lnTo>
                  <a:pt x="37" y="19"/>
                </a:lnTo>
                <a:moveTo>
                  <a:pt x="45" y="17"/>
                </a:moveTo>
                <a:lnTo>
                  <a:pt x="53" y="14"/>
                </a:lnTo>
                <a:lnTo>
                  <a:pt x="55" y="22"/>
                </a:lnTo>
                <a:lnTo>
                  <a:pt x="47" y="25"/>
                </a:lnTo>
                <a:lnTo>
                  <a:pt x="45" y="17"/>
                </a:lnTo>
                <a:moveTo>
                  <a:pt x="53" y="14"/>
                </a:moveTo>
                <a:lnTo>
                  <a:pt x="60" y="12"/>
                </a:lnTo>
                <a:lnTo>
                  <a:pt x="63" y="20"/>
                </a:lnTo>
                <a:lnTo>
                  <a:pt x="55" y="22"/>
                </a:lnTo>
                <a:lnTo>
                  <a:pt x="53" y="14"/>
                </a:lnTo>
                <a:moveTo>
                  <a:pt x="60" y="12"/>
                </a:moveTo>
                <a:lnTo>
                  <a:pt x="69" y="10"/>
                </a:lnTo>
                <a:lnTo>
                  <a:pt x="72" y="18"/>
                </a:lnTo>
                <a:lnTo>
                  <a:pt x="63" y="20"/>
                </a:lnTo>
                <a:lnTo>
                  <a:pt x="60" y="12"/>
                </a:lnTo>
                <a:moveTo>
                  <a:pt x="69" y="10"/>
                </a:moveTo>
                <a:lnTo>
                  <a:pt x="77" y="8"/>
                </a:lnTo>
                <a:lnTo>
                  <a:pt x="79" y="15"/>
                </a:lnTo>
                <a:lnTo>
                  <a:pt x="72" y="18"/>
                </a:lnTo>
                <a:lnTo>
                  <a:pt x="69" y="10"/>
                </a:lnTo>
                <a:moveTo>
                  <a:pt x="77" y="8"/>
                </a:moveTo>
                <a:lnTo>
                  <a:pt x="85" y="5"/>
                </a:lnTo>
                <a:lnTo>
                  <a:pt x="87" y="13"/>
                </a:lnTo>
                <a:lnTo>
                  <a:pt x="79" y="15"/>
                </a:lnTo>
                <a:lnTo>
                  <a:pt x="77" y="8"/>
                </a:lnTo>
                <a:moveTo>
                  <a:pt x="85" y="5"/>
                </a:moveTo>
                <a:lnTo>
                  <a:pt x="92" y="3"/>
                </a:lnTo>
                <a:lnTo>
                  <a:pt x="95" y="11"/>
                </a:lnTo>
                <a:lnTo>
                  <a:pt x="87" y="13"/>
                </a:lnTo>
                <a:lnTo>
                  <a:pt x="85" y="5"/>
                </a:lnTo>
                <a:moveTo>
                  <a:pt x="92" y="3"/>
                </a:moveTo>
                <a:lnTo>
                  <a:pt x="102" y="0"/>
                </a:lnTo>
                <a:lnTo>
                  <a:pt x="100" y="12"/>
                </a:lnTo>
                <a:lnTo>
                  <a:pt x="92" y="10"/>
                </a:lnTo>
                <a:lnTo>
                  <a:pt x="92" y="5"/>
                </a:lnTo>
                <a:lnTo>
                  <a:pt x="96" y="6"/>
                </a:lnTo>
                <a:lnTo>
                  <a:pt x="98" y="10"/>
                </a:lnTo>
                <a:lnTo>
                  <a:pt x="95" y="11"/>
                </a:lnTo>
                <a:lnTo>
                  <a:pt x="92" y="3"/>
                </a:lnTo>
                <a:moveTo>
                  <a:pt x="100" y="12"/>
                </a:moveTo>
                <a:lnTo>
                  <a:pt x="98" y="20"/>
                </a:lnTo>
                <a:lnTo>
                  <a:pt x="90" y="18"/>
                </a:lnTo>
                <a:lnTo>
                  <a:pt x="92" y="10"/>
                </a:lnTo>
                <a:lnTo>
                  <a:pt x="100" y="12"/>
                </a:lnTo>
                <a:moveTo>
                  <a:pt x="98" y="20"/>
                </a:moveTo>
                <a:lnTo>
                  <a:pt x="97" y="28"/>
                </a:lnTo>
                <a:lnTo>
                  <a:pt x="89" y="26"/>
                </a:lnTo>
                <a:lnTo>
                  <a:pt x="90" y="18"/>
                </a:lnTo>
                <a:lnTo>
                  <a:pt x="98" y="20"/>
                </a:lnTo>
                <a:moveTo>
                  <a:pt x="97" y="28"/>
                </a:moveTo>
                <a:lnTo>
                  <a:pt x="95" y="36"/>
                </a:lnTo>
                <a:lnTo>
                  <a:pt x="87" y="34"/>
                </a:lnTo>
                <a:lnTo>
                  <a:pt x="89" y="26"/>
                </a:lnTo>
                <a:lnTo>
                  <a:pt x="97" y="28"/>
                </a:lnTo>
                <a:moveTo>
                  <a:pt x="95" y="36"/>
                </a:moveTo>
                <a:lnTo>
                  <a:pt x="94" y="44"/>
                </a:lnTo>
                <a:lnTo>
                  <a:pt x="86" y="42"/>
                </a:lnTo>
                <a:lnTo>
                  <a:pt x="87" y="34"/>
                </a:lnTo>
                <a:lnTo>
                  <a:pt x="95" y="36"/>
                </a:lnTo>
                <a:moveTo>
                  <a:pt x="94" y="44"/>
                </a:moveTo>
                <a:lnTo>
                  <a:pt x="93" y="52"/>
                </a:lnTo>
                <a:lnTo>
                  <a:pt x="85" y="50"/>
                </a:lnTo>
                <a:lnTo>
                  <a:pt x="86" y="42"/>
                </a:lnTo>
                <a:lnTo>
                  <a:pt x="94" y="44"/>
                </a:lnTo>
                <a:moveTo>
                  <a:pt x="93" y="52"/>
                </a:moveTo>
                <a:lnTo>
                  <a:pt x="91" y="60"/>
                </a:lnTo>
                <a:lnTo>
                  <a:pt x="83" y="58"/>
                </a:lnTo>
                <a:lnTo>
                  <a:pt x="85" y="50"/>
                </a:lnTo>
                <a:lnTo>
                  <a:pt x="93" y="52"/>
                </a:lnTo>
                <a:moveTo>
                  <a:pt x="91" y="60"/>
                </a:moveTo>
                <a:lnTo>
                  <a:pt x="90" y="68"/>
                </a:lnTo>
                <a:lnTo>
                  <a:pt x="82" y="66"/>
                </a:lnTo>
                <a:lnTo>
                  <a:pt x="83" y="58"/>
                </a:lnTo>
                <a:lnTo>
                  <a:pt x="91" y="60"/>
                </a:lnTo>
                <a:moveTo>
                  <a:pt x="90" y="68"/>
                </a:moveTo>
                <a:lnTo>
                  <a:pt x="88" y="76"/>
                </a:lnTo>
                <a:lnTo>
                  <a:pt x="80" y="74"/>
                </a:lnTo>
                <a:lnTo>
                  <a:pt x="82" y="66"/>
                </a:lnTo>
                <a:lnTo>
                  <a:pt x="90" y="68"/>
                </a:lnTo>
                <a:moveTo>
                  <a:pt x="88" y="76"/>
                </a:moveTo>
                <a:lnTo>
                  <a:pt x="87" y="84"/>
                </a:lnTo>
                <a:lnTo>
                  <a:pt x="79" y="83"/>
                </a:lnTo>
                <a:lnTo>
                  <a:pt x="80" y="74"/>
                </a:lnTo>
                <a:lnTo>
                  <a:pt x="88" y="76"/>
                </a:lnTo>
                <a:moveTo>
                  <a:pt x="87" y="84"/>
                </a:moveTo>
                <a:lnTo>
                  <a:pt x="85" y="94"/>
                </a:lnTo>
                <a:lnTo>
                  <a:pt x="74" y="85"/>
                </a:lnTo>
                <a:lnTo>
                  <a:pt x="78" y="78"/>
                </a:lnTo>
                <a:lnTo>
                  <a:pt x="85" y="83"/>
                </a:lnTo>
                <a:lnTo>
                  <a:pt x="82" y="87"/>
                </a:lnTo>
                <a:lnTo>
                  <a:pt x="78" y="86"/>
                </a:lnTo>
                <a:lnTo>
                  <a:pt x="79" y="83"/>
                </a:lnTo>
                <a:lnTo>
                  <a:pt x="87" y="84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5" name=""/>
          <p:cNvSpPr/>
          <p:nvPr/>
        </p:nvSpPr>
        <p:spPr>
          <a:xfrm>
            <a:off x="4907520" y="2340360"/>
            <a:ext cx="695880" cy="0"/>
          </a:xfrm>
          <a:custGeom>
            <a:avLst/>
            <a:gdLst/>
            <a:ahLst/>
            <a:rect l="0" t="0" r="r" b="b"/>
            <a:pathLst>
              <a:path fill="none" w="1933" h="0">
                <a:moveTo>
                  <a:pt x="0" y="0"/>
                </a:moveTo>
                <a:lnTo>
                  <a:pt x="153" y="0"/>
                </a:lnTo>
                <a:cubicBezTo>
                  <a:pt x="306" y="0"/>
                  <a:pt x="612" y="0"/>
                  <a:pt x="935" y="0"/>
                </a:cubicBezTo>
                <a:cubicBezTo>
                  <a:pt x="1257" y="0"/>
                  <a:pt x="1595" y="0"/>
                  <a:pt x="1764" y="0"/>
                </a:cubicBezTo>
                <a:lnTo>
                  <a:pt x="1933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/>
          <p:nvPr/>
        </p:nvSpPr>
        <p:spPr>
          <a:xfrm>
            <a:off x="5589000" y="232596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0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7" name=""/>
          <p:cNvSpPr/>
          <p:nvPr/>
        </p:nvSpPr>
        <p:spPr>
          <a:xfrm>
            <a:off x="5587560" y="232344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3" y="7"/>
                </a:moveTo>
                <a:lnTo>
                  <a:pt x="20" y="11"/>
                </a:lnTo>
                <a:lnTo>
                  <a:pt x="17" y="19"/>
                </a:lnTo>
                <a:lnTo>
                  <a:pt x="9" y="15"/>
                </a:lnTo>
                <a:lnTo>
                  <a:pt x="13" y="7"/>
                </a:lnTo>
                <a:moveTo>
                  <a:pt x="20" y="11"/>
                </a:moveTo>
                <a:lnTo>
                  <a:pt x="28" y="15"/>
                </a:lnTo>
                <a:lnTo>
                  <a:pt x="24" y="22"/>
                </a:lnTo>
                <a:lnTo>
                  <a:pt x="17" y="19"/>
                </a:lnTo>
                <a:lnTo>
                  <a:pt x="20" y="11"/>
                </a:lnTo>
                <a:moveTo>
                  <a:pt x="28" y="15"/>
                </a:moveTo>
                <a:lnTo>
                  <a:pt x="35" y="19"/>
                </a:lnTo>
                <a:lnTo>
                  <a:pt x="31" y="26"/>
                </a:lnTo>
                <a:lnTo>
                  <a:pt x="24" y="22"/>
                </a:lnTo>
                <a:lnTo>
                  <a:pt x="28" y="15"/>
                </a:lnTo>
                <a:moveTo>
                  <a:pt x="35" y="19"/>
                </a:moveTo>
                <a:lnTo>
                  <a:pt x="42" y="22"/>
                </a:lnTo>
                <a:lnTo>
                  <a:pt x="38" y="29"/>
                </a:lnTo>
                <a:lnTo>
                  <a:pt x="31" y="26"/>
                </a:lnTo>
                <a:lnTo>
                  <a:pt x="35" y="19"/>
                </a:lnTo>
                <a:moveTo>
                  <a:pt x="42" y="22"/>
                </a:moveTo>
                <a:lnTo>
                  <a:pt x="49" y="26"/>
                </a:lnTo>
                <a:lnTo>
                  <a:pt x="46" y="33"/>
                </a:lnTo>
                <a:lnTo>
                  <a:pt x="38" y="29"/>
                </a:lnTo>
                <a:lnTo>
                  <a:pt x="42" y="22"/>
                </a:lnTo>
                <a:moveTo>
                  <a:pt x="49" y="26"/>
                </a:moveTo>
                <a:lnTo>
                  <a:pt x="56" y="29"/>
                </a:lnTo>
                <a:lnTo>
                  <a:pt x="53" y="37"/>
                </a:lnTo>
                <a:lnTo>
                  <a:pt x="46" y="33"/>
                </a:lnTo>
                <a:lnTo>
                  <a:pt x="49" y="26"/>
                </a:lnTo>
                <a:moveTo>
                  <a:pt x="56" y="29"/>
                </a:moveTo>
                <a:lnTo>
                  <a:pt x="65" y="33"/>
                </a:lnTo>
                <a:lnTo>
                  <a:pt x="61" y="40"/>
                </a:lnTo>
                <a:lnTo>
                  <a:pt x="53" y="37"/>
                </a:lnTo>
                <a:lnTo>
                  <a:pt x="56" y="29"/>
                </a:lnTo>
                <a:moveTo>
                  <a:pt x="65" y="33"/>
                </a:moveTo>
                <a:lnTo>
                  <a:pt x="72" y="37"/>
                </a:lnTo>
                <a:lnTo>
                  <a:pt x="68" y="44"/>
                </a:lnTo>
                <a:lnTo>
                  <a:pt x="61" y="40"/>
                </a:lnTo>
                <a:lnTo>
                  <a:pt x="65" y="33"/>
                </a:lnTo>
                <a:moveTo>
                  <a:pt x="72" y="37"/>
                </a:moveTo>
                <a:lnTo>
                  <a:pt x="79" y="40"/>
                </a:lnTo>
                <a:lnTo>
                  <a:pt x="76" y="48"/>
                </a:lnTo>
                <a:lnTo>
                  <a:pt x="68" y="44"/>
                </a:lnTo>
                <a:lnTo>
                  <a:pt x="72" y="37"/>
                </a:lnTo>
                <a:moveTo>
                  <a:pt x="79" y="40"/>
                </a:moveTo>
                <a:lnTo>
                  <a:pt x="86" y="44"/>
                </a:lnTo>
                <a:lnTo>
                  <a:pt x="83" y="51"/>
                </a:lnTo>
                <a:lnTo>
                  <a:pt x="76" y="48"/>
                </a:lnTo>
                <a:lnTo>
                  <a:pt x="79" y="40"/>
                </a:lnTo>
                <a:moveTo>
                  <a:pt x="86" y="44"/>
                </a:moveTo>
                <a:lnTo>
                  <a:pt x="95" y="48"/>
                </a:lnTo>
                <a:lnTo>
                  <a:pt x="82" y="55"/>
                </a:lnTo>
                <a:lnTo>
                  <a:pt x="78" y="48"/>
                </a:lnTo>
                <a:lnTo>
                  <a:pt x="84" y="45"/>
                </a:lnTo>
                <a:lnTo>
                  <a:pt x="86" y="48"/>
                </a:lnTo>
                <a:lnTo>
                  <a:pt x="84" y="52"/>
                </a:lnTo>
                <a:lnTo>
                  <a:pt x="83" y="51"/>
                </a:lnTo>
                <a:lnTo>
                  <a:pt x="86" y="44"/>
                </a:lnTo>
                <a:moveTo>
                  <a:pt x="82" y="55"/>
                </a:moveTo>
                <a:lnTo>
                  <a:pt x="75" y="58"/>
                </a:lnTo>
                <a:lnTo>
                  <a:pt x="71" y="51"/>
                </a:lnTo>
                <a:lnTo>
                  <a:pt x="78" y="48"/>
                </a:lnTo>
                <a:lnTo>
                  <a:pt x="82" y="55"/>
                </a:lnTo>
                <a:moveTo>
                  <a:pt x="75" y="58"/>
                </a:moveTo>
                <a:lnTo>
                  <a:pt x="67" y="62"/>
                </a:lnTo>
                <a:lnTo>
                  <a:pt x="64" y="55"/>
                </a:lnTo>
                <a:lnTo>
                  <a:pt x="71" y="51"/>
                </a:lnTo>
                <a:lnTo>
                  <a:pt x="75" y="58"/>
                </a:lnTo>
                <a:moveTo>
                  <a:pt x="67" y="62"/>
                </a:moveTo>
                <a:lnTo>
                  <a:pt x="60" y="66"/>
                </a:lnTo>
                <a:lnTo>
                  <a:pt x="55" y="58"/>
                </a:lnTo>
                <a:lnTo>
                  <a:pt x="64" y="55"/>
                </a:lnTo>
                <a:lnTo>
                  <a:pt x="67" y="62"/>
                </a:lnTo>
                <a:moveTo>
                  <a:pt x="60" y="66"/>
                </a:moveTo>
                <a:lnTo>
                  <a:pt x="52" y="69"/>
                </a:lnTo>
                <a:lnTo>
                  <a:pt x="48" y="62"/>
                </a:lnTo>
                <a:lnTo>
                  <a:pt x="55" y="58"/>
                </a:lnTo>
                <a:lnTo>
                  <a:pt x="60" y="66"/>
                </a:lnTo>
                <a:moveTo>
                  <a:pt x="52" y="69"/>
                </a:moveTo>
                <a:lnTo>
                  <a:pt x="45" y="73"/>
                </a:lnTo>
                <a:lnTo>
                  <a:pt x="41" y="66"/>
                </a:lnTo>
                <a:lnTo>
                  <a:pt x="48" y="62"/>
                </a:lnTo>
                <a:lnTo>
                  <a:pt x="52" y="69"/>
                </a:lnTo>
                <a:moveTo>
                  <a:pt x="45" y="73"/>
                </a:moveTo>
                <a:lnTo>
                  <a:pt x="37" y="76"/>
                </a:lnTo>
                <a:lnTo>
                  <a:pt x="34" y="69"/>
                </a:lnTo>
                <a:lnTo>
                  <a:pt x="41" y="66"/>
                </a:lnTo>
                <a:lnTo>
                  <a:pt x="45" y="73"/>
                </a:lnTo>
                <a:moveTo>
                  <a:pt x="37" y="76"/>
                </a:moveTo>
                <a:lnTo>
                  <a:pt x="30" y="80"/>
                </a:lnTo>
                <a:lnTo>
                  <a:pt x="27" y="73"/>
                </a:lnTo>
                <a:lnTo>
                  <a:pt x="34" y="69"/>
                </a:lnTo>
                <a:lnTo>
                  <a:pt x="37" y="76"/>
                </a:lnTo>
                <a:moveTo>
                  <a:pt x="30" y="80"/>
                </a:moveTo>
                <a:lnTo>
                  <a:pt x="23" y="84"/>
                </a:lnTo>
                <a:lnTo>
                  <a:pt x="19" y="76"/>
                </a:lnTo>
                <a:lnTo>
                  <a:pt x="27" y="73"/>
                </a:lnTo>
                <a:lnTo>
                  <a:pt x="30" y="80"/>
                </a:lnTo>
                <a:moveTo>
                  <a:pt x="23" y="84"/>
                </a:moveTo>
                <a:lnTo>
                  <a:pt x="16" y="87"/>
                </a:lnTo>
                <a:lnTo>
                  <a:pt x="12" y="80"/>
                </a:lnTo>
                <a:lnTo>
                  <a:pt x="19" y="76"/>
                </a:lnTo>
                <a:lnTo>
                  <a:pt x="23" y="84"/>
                </a:lnTo>
                <a:moveTo>
                  <a:pt x="16" y="87"/>
                </a:moveTo>
                <a:lnTo>
                  <a:pt x="8" y="91"/>
                </a:lnTo>
                <a:lnTo>
                  <a:pt x="5" y="84"/>
                </a:lnTo>
                <a:lnTo>
                  <a:pt x="12" y="80"/>
                </a:lnTo>
                <a:lnTo>
                  <a:pt x="16" y="87"/>
                </a:lnTo>
                <a:moveTo>
                  <a:pt x="8" y="91"/>
                </a:moveTo>
                <a:lnTo>
                  <a:pt x="0" y="95"/>
                </a:lnTo>
                <a:lnTo>
                  <a:pt x="0" y="83"/>
                </a:lnTo>
                <a:lnTo>
                  <a:pt x="8" y="83"/>
                </a:lnTo>
                <a:lnTo>
                  <a:pt x="8" y="89"/>
                </a:lnTo>
                <a:lnTo>
                  <a:pt x="4" y="89"/>
                </a:lnTo>
                <a:lnTo>
                  <a:pt x="2" y="85"/>
                </a:lnTo>
                <a:lnTo>
                  <a:pt x="5" y="84"/>
                </a:lnTo>
                <a:lnTo>
                  <a:pt x="8" y="91"/>
                </a:lnTo>
                <a:moveTo>
                  <a:pt x="0" y="83"/>
                </a:moveTo>
                <a:lnTo>
                  <a:pt x="0" y="75"/>
                </a:lnTo>
                <a:lnTo>
                  <a:pt x="8" y="75"/>
                </a:lnTo>
                <a:lnTo>
                  <a:pt x="8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8" y="67"/>
                </a:lnTo>
                <a:lnTo>
                  <a:pt x="8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8" y="59"/>
                </a:lnTo>
                <a:lnTo>
                  <a:pt x="8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8" y="51"/>
                </a:lnTo>
                <a:lnTo>
                  <a:pt x="8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3"/>
                </a:lnTo>
                <a:lnTo>
                  <a:pt x="8" y="43"/>
                </a:lnTo>
                <a:lnTo>
                  <a:pt x="8" y="51"/>
                </a:lnTo>
                <a:lnTo>
                  <a:pt x="0" y="51"/>
                </a:lnTo>
                <a:moveTo>
                  <a:pt x="0" y="43"/>
                </a:moveTo>
                <a:lnTo>
                  <a:pt x="0" y="35"/>
                </a:lnTo>
                <a:lnTo>
                  <a:pt x="8" y="35"/>
                </a:lnTo>
                <a:lnTo>
                  <a:pt x="8" y="43"/>
                </a:lnTo>
                <a:lnTo>
                  <a:pt x="0" y="43"/>
                </a:lnTo>
                <a:moveTo>
                  <a:pt x="0" y="35"/>
                </a:moveTo>
                <a:lnTo>
                  <a:pt x="0" y="27"/>
                </a:lnTo>
                <a:lnTo>
                  <a:pt x="8" y="27"/>
                </a:lnTo>
                <a:lnTo>
                  <a:pt x="8" y="35"/>
                </a:lnTo>
                <a:lnTo>
                  <a:pt x="0" y="35"/>
                </a:lnTo>
                <a:moveTo>
                  <a:pt x="0" y="27"/>
                </a:moveTo>
                <a:lnTo>
                  <a:pt x="0" y="19"/>
                </a:lnTo>
                <a:lnTo>
                  <a:pt x="8" y="19"/>
                </a:lnTo>
                <a:lnTo>
                  <a:pt x="8" y="27"/>
                </a:lnTo>
                <a:lnTo>
                  <a:pt x="0" y="27"/>
                </a:lnTo>
                <a:moveTo>
                  <a:pt x="0" y="19"/>
                </a:moveTo>
                <a:lnTo>
                  <a:pt x="0" y="11"/>
                </a:lnTo>
                <a:lnTo>
                  <a:pt x="8" y="11"/>
                </a:lnTo>
                <a:lnTo>
                  <a:pt x="8" y="19"/>
                </a:lnTo>
                <a:lnTo>
                  <a:pt x="0" y="19"/>
                </a:lnTo>
                <a:moveTo>
                  <a:pt x="0" y="11"/>
                </a:moveTo>
                <a:lnTo>
                  <a:pt x="0" y="0"/>
                </a:lnTo>
                <a:lnTo>
                  <a:pt x="13" y="7"/>
                </a:lnTo>
                <a:lnTo>
                  <a:pt x="9" y="15"/>
                </a:lnTo>
                <a:lnTo>
                  <a:pt x="2" y="11"/>
                </a:lnTo>
                <a:lnTo>
                  <a:pt x="4" y="7"/>
                </a:lnTo>
                <a:lnTo>
                  <a:pt x="8" y="7"/>
                </a:lnTo>
                <a:lnTo>
                  <a:pt x="8" y="11"/>
                </a:lnTo>
                <a:lnTo>
                  <a:pt x="0" y="11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28" name=""/>
          <p:cNvSpPr/>
          <p:nvPr/>
        </p:nvSpPr>
        <p:spPr>
          <a:xfrm>
            <a:off x="6342480" y="2260440"/>
            <a:ext cx="552600" cy="37080"/>
          </a:xfrm>
          <a:custGeom>
            <a:avLst/>
            <a:gdLst/>
            <a:ahLst/>
            <a:rect l="0" t="0" r="r" b="b"/>
            <a:pathLst>
              <a:path fill="none" w="1535" h="103">
                <a:moveTo>
                  <a:pt x="0" y="103"/>
                </a:moveTo>
                <a:lnTo>
                  <a:pt x="143" y="85"/>
                </a:lnTo>
                <a:cubicBezTo>
                  <a:pt x="286" y="68"/>
                  <a:pt x="571" y="34"/>
                  <a:pt x="827" y="17"/>
                </a:cubicBezTo>
                <a:cubicBezTo>
                  <a:pt x="1083" y="0"/>
                  <a:pt x="1309" y="0"/>
                  <a:pt x="1422" y="0"/>
                </a:cubicBezTo>
                <a:lnTo>
                  <a:pt x="1535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/>
          <p:nvPr/>
        </p:nvSpPr>
        <p:spPr>
          <a:xfrm>
            <a:off x="6880320" y="224568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1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0" name=""/>
          <p:cNvSpPr/>
          <p:nvPr/>
        </p:nvSpPr>
        <p:spPr>
          <a:xfrm>
            <a:off x="6878880" y="224352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4" y="6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6"/>
                </a:lnTo>
                <a:moveTo>
                  <a:pt x="21" y="10"/>
                </a:moveTo>
                <a:lnTo>
                  <a:pt x="28" y="14"/>
                </a:lnTo>
                <a:lnTo>
                  <a:pt x="25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6" y="17"/>
                </a:lnTo>
                <a:lnTo>
                  <a:pt x="32" y="24"/>
                </a:lnTo>
                <a:lnTo>
                  <a:pt x="25" y="21"/>
                </a:lnTo>
                <a:lnTo>
                  <a:pt x="28" y="14"/>
                </a:lnTo>
                <a:moveTo>
                  <a:pt x="36" y="17"/>
                </a:moveTo>
                <a:lnTo>
                  <a:pt x="43" y="21"/>
                </a:lnTo>
                <a:lnTo>
                  <a:pt x="39" y="28"/>
                </a:lnTo>
                <a:lnTo>
                  <a:pt x="32" y="24"/>
                </a:lnTo>
                <a:lnTo>
                  <a:pt x="36" y="17"/>
                </a:lnTo>
                <a:moveTo>
                  <a:pt x="43" y="21"/>
                </a:moveTo>
                <a:lnTo>
                  <a:pt x="50" y="24"/>
                </a:lnTo>
                <a:lnTo>
                  <a:pt x="46" y="32"/>
                </a:lnTo>
                <a:lnTo>
                  <a:pt x="39" y="28"/>
                </a:lnTo>
                <a:lnTo>
                  <a:pt x="43" y="21"/>
                </a:lnTo>
                <a:moveTo>
                  <a:pt x="50" y="24"/>
                </a:moveTo>
                <a:lnTo>
                  <a:pt x="57" y="28"/>
                </a:lnTo>
                <a:lnTo>
                  <a:pt x="54" y="35"/>
                </a:lnTo>
                <a:lnTo>
                  <a:pt x="46" y="32"/>
                </a:lnTo>
                <a:lnTo>
                  <a:pt x="50" y="24"/>
                </a:lnTo>
                <a:moveTo>
                  <a:pt x="57" y="28"/>
                </a:moveTo>
                <a:lnTo>
                  <a:pt x="64" y="32"/>
                </a:lnTo>
                <a:lnTo>
                  <a:pt x="61" y="39"/>
                </a:lnTo>
                <a:lnTo>
                  <a:pt x="54" y="35"/>
                </a:lnTo>
                <a:lnTo>
                  <a:pt x="57" y="28"/>
                </a:lnTo>
                <a:moveTo>
                  <a:pt x="64" y="32"/>
                </a:moveTo>
                <a:lnTo>
                  <a:pt x="72" y="35"/>
                </a:lnTo>
                <a:lnTo>
                  <a:pt x="68" y="42"/>
                </a:lnTo>
                <a:lnTo>
                  <a:pt x="61" y="39"/>
                </a:lnTo>
                <a:lnTo>
                  <a:pt x="64" y="32"/>
                </a:lnTo>
                <a:moveTo>
                  <a:pt x="72" y="35"/>
                </a:moveTo>
                <a:lnTo>
                  <a:pt x="79" y="39"/>
                </a:lnTo>
                <a:lnTo>
                  <a:pt x="75" y="47"/>
                </a:lnTo>
                <a:lnTo>
                  <a:pt x="68" y="42"/>
                </a:lnTo>
                <a:lnTo>
                  <a:pt x="72" y="35"/>
                </a:lnTo>
                <a:moveTo>
                  <a:pt x="79" y="39"/>
                </a:moveTo>
                <a:lnTo>
                  <a:pt x="86" y="42"/>
                </a:lnTo>
                <a:lnTo>
                  <a:pt x="83" y="51"/>
                </a:lnTo>
                <a:lnTo>
                  <a:pt x="75" y="47"/>
                </a:lnTo>
                <a:lnTo>
                  <a:pt x="79" y="39"/>
                </a:lnTo>
                <a:moveTo>
                  <a:pt x="86" y="42"/>
                </a:moveTo>
                <a:lnTo>
                  <a:pt x="95" y="48"/>
                </a:lnTo>
                <a:lnTo>
                  <a:pt x="82" y="54"/>
                </a:lnTo>
                <a:lnTo>
                  <a:pt x="78" y="47"/>
                </a:lnTo>
                <a:lnTo>
                  <a:pt x="84" y="43"/>
                </a:lnTo>
                <a:lnTo>
                  <a:pt x="86" y="48"/>
                </a:lnTo>
                <a:lnTo>
                  <a:pt x="84" y="51"/>
                </a:lnTo>
                <a:lnTo>
                  <a:pt x="83" y="51"/>
                </a:lnTo>
                <a:lnTo>
                  <a:pt x="86" y="42"/>
                </a:lnTo>
                <a:moveTo>
                  <a:pt x="82" y="54"/>
                </a:moveTo>
                <a:lnTo>
                  <a:pt x="74" y="58"/>
                </a:lnTo>
                <a:lnTo>
                  <a:pt x="71" y="51"/>
                </a:lnTo>
                <a:lnTo>
                  <a:pt x="78" y="47"/>
                </a:lnTo>
                <a:lnTo>
                  <a:pt x="82" y="54"/>
                </a:lnTo>
                <a:moveTo>
                  <a:pt x="74" y="58"/>
                </a:moveTo>
                <a:lnTo>
                  <a:pt x="67" y="62"/>
                </a:lnTo>
                <a:lnTo>
                  <a:pt x="63" y="54"/>
                </a:lnTo>
                <a:lnTo>
                  <a:pt x="71" y="51"/>
                </a:lnTo>
                <a:lnTo>
                  <a:pt x="74" y="58"/>
                </a:lnTo>
                <a:moveTo>
                  <a:pt x="67" y="62"/>
                </a:moveTo>
                <a:lnTo>
                  <a:pt x="60" y="65"/>
                </a:lnTo>
                <a:lnTo>
                  <a:pt x="56" y="58"/>
                </a:lnTo>
                <a:lnTo>
                  <a:pt x="63" y="54"/>
                </a:lnTo>
                <a:lnTo>
                  <a:pt x="67" y="62"/>
                </a:lnTo>
                <a:moveTo>
                  <a:pt x="60" y="65"/>
                </a:moveTo>
                <a:lnTo>
                  <a:pt x="53" y="69"/>
                </a:lnTo>
                <a:lnTo>
                  <a:pt x="49" y="62"/>
                </a:lnTo>
                <a:lnTo>
                  <a:pt x="56" y="58"/>
                </a:lnTo>
                <a:lnTo>
                  <a:pt x="60" y="65"/>
                </a:lnTo>
                <a:moveTo>
                  <a:pt x="53" y="69"/>
                </a:moveTo>
                <a:lnTo>
                  <a:pt x="45" y="72"/>
                </a:lnTo>
                <a:lnTo>
                  <a:pt x="42" y="65"/>
                </a:lnTo>
                <a:lnTo>
                  <a:pt x="49" y="62"/>
                </a:lnTo>
                <a:lnTo>
                  <a:pt x="53" y="69"/>
                </a:lnTo>
                <a:moveTo>
                  <a:pt x="45" y="72"/>
                </a:moveTo>
                <a:lnTo>
                  <a:pt x="38" y="76"/>
                </a:lnTo>
                <a:lnTo>
                  <a:pt x="35" y="69"/>
                </a:lnTo>
                <a:lnTo>
                  <a:pt x="42" y="65"/>
                </a:lnTo>
                <a:lnTo>
                  <a:pt x="45" y="72"/>
                </a:lnTo>
                <a:moveTo>
                  <a:pt x="38" y="76"/>
                </a:moveTo>
                <a:lnTo>
                  <a:pt x="31" y="80"/>
                </a:lnTo>
                <a:lnTo>
                  <a:pt x="27" y="72"/>
                </a:lnTo>
                <a:lnTo>
                  <a:pt x="35" y="69"/>
                </a:lnTo>
                <a:lnTo>
                  <a:pt x="38" y="76"/>
                </a:lnTo>
                <a:moveTo>
                  <a:pt x="31" y="80"/>
                </a:moveTo>
                <a:lnTo>
                  <a:pt x="24" y="83"/>
                </a:lnTo>
                <a:lnTo>
                  <a:pt x="20" y="76"/>
                </a:lnTo>
                <a:lnTo>
                  <a:pt x="27" y="72"/>
                </a:lnTo>
                <a:lnTo>
                  <a:pt x="31" y="80"/>
                </a:lnTo>
                <a:moveTo>
                  <a:pt x="24" y="83"/>
                </a:moveTo>
                <a:lnTo>
                  <a:pt x="16" y="87"/>
                </a:lnTo>
                <a:lnTo>
                  <a:pt x="13" y="80"/>
                </a:lnTo>
                <a:lnTo>
                  <a:pt x="20" y="76"/>
                </a:lnTo>
                <a:lnTo>
                  <a:pt x="24" y="83"/>
                </a:lnTo>
                <a:moveTo>
                  <a:pt x="16" y="87"/>
                </a:moveTo>
                <a:lnTo>
                  <a:pt x="9" y="91"/>
                </a:lnTo>
                <a:lnTo>
                  <a:pt x="6" y="83"/>
                </a:lnTo>
                <a:lnTo>
                  <a:pt x="13" y="80"/>
                </a:lnTo>
                <a:lnTo>
                  <a:pt x="16" y="87"/>
                </a:lnTo>
                <a:moveTo>
                  <a:pt x="9" y="91"/>
                </a:moveTo>
                <a:lnTo>
                  <a:pt x="0" y="95"/>
                </a:lnTo>
                <a:lnTo>
                  <a:pt x="0" y="83"/>
                </a:lnTo>
                <a:lnTo>
                  <a:pt x="9" y="83"/>
                </a:lnTo>
                <a:lnTo>
                  <a:pt x="9" y="88"/>
                </a:lnTo>
                <a:lnTo>
                  <a:pt x="5" y="88"/>
                </a:lnTo>
                <a:lnTo>
                  <a:pt x="2" y="85"/>
                </a:lnTo>
                <a:lnTo>
                  <a:pt x="6" y="83"/>
                </a:lnTo>
                <a:lnTo>
                  <a:pt x="9" y="91"/>
                </a:lnTo>
                <a:moveTo>
                  <a:pt x="0" y="83"/>
                </a:moveTo>
                <a:lnTo>
                  <a:pt x="0" y="75"/>
                </a:lnTo>
                <a:lnTo>
                  <a:pt x="9" y="75"/>
                </a:lnTo>
                <a:lnTo>
                  <a:pt x="9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9" y="67"/>
                </a:lnTo>
                <a:lnTo>
                  <a:pt x="9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9" y="59"/>
                </a:lnTo>
                <a:lnTo>
                  <a:pt x="9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9" y="51"/>
                </a:lnTo>
                <a:lnTo>
                  <a:pt x="9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2"/>
                </a:lnTo>
                <a:lnTo>
                  <a:pt x="9" y="42"/>
                </a:lnTo>
                <a:lnTo>
                  <a:pt x="9" y="51"/>
                </a:lnTo>
                <a:lnTo>
                  <a:pt x="0" y="51"/>
                </a:lnTo>
                <a:moveTo>
                  <a:pt x="0" y="42"/>
                </a:moveTo>
                <a:lnTo>
                  <a:pt x="0" y="33"/>
                </a:lnTo>
                <a:lnTo>
                  <a:pt x="9" y="33"/>
                </a:lnTo>
                <a:lnTo>
                  <a:pt x="9" y="42"/>
                </a:lnTo>
                <a:lnTo>
                  <a:pt x="0" y="42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6"/>
                </a:lnTo>
                <a:lnTo>
                  <a:pt x="10" y="14"/>
                </a:lnTo>
                <a:lnTo>
                  <a:pt x="2" y="10"/>
                </a:lnTo>
                <a:lnTo>
                  <a:pt x="5" y="6"/>
                </a:lnTo>
                <a:lnTo>
                  <a:pt x="9" y="6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1" name=""/>
          <p:cNvSpPr/>
          <p:nvPr/>
        </p:nvSpPr>
        <p:spPr>
          <a:xfrm>
            <a:off x="7672320" y="2260440"/>
            <a:ext cx="643320" cy="0"/>
          </a:xfrm>
          <a:custGeom>
            <a:avLst/>
            <a:gdLst/>
            <a:ahLst/>
            <a:rect l="0" t="0" r="r" b="b"/>
            <a:pathLst>
              <a:path fill="none" w="1787" h="0">
                <a:moveTo>
                  <a:pt x="0" y="0"/>
                </a:moveTo>
                <a:lnTo>
                  <a:pt x="104" y="0"/>
                </a:lnTo>
                <a:cubicBezTo>
                  <a:pt x="208" y="0"/>
                  <a:pt x="417" y="0"/>
                  <a:pt x="715" y="0"/>
                </a:cubicBezTo>
                <a:cubicBezTo>
                  <a:pt x="1013" y="0"/>
                  <a:pt x="1400" y="0"/>
                  <a:pt x="1593" y="0"/>
                </a:cubicBezTo>
                <a:lnTo>
                  <a:pt x="1787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-1800" bIns="-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/>
          <p:nvPr/>
        </p:nvSpPr>
        <p:spPr>
          <a:xfrm>
            <a:off x="8300880" y="2245680"/>
            <a:ext cx="29520" cy="29520"/>
          </a:xfrm>
          <a:custGeom>
            <a:avLst/>
            <a:gdLst/>
            <a:ahLst/>
            <a:rect l="0" t="0" r="r" b="b"/>
            <a:pathLst>
              <a:path w="82" h="82">
                <a:moveTo>
                  <a:pt x="0" y="0"/>
                </a:moveTo>
                <a:lnTo>
                  <a:pt x="82" y="41"/>
                </a:lnTo>
                <a:lnTo>
                  <a:pt x="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3" name=""/>
          <p:cNvSpPr/>
          <p:nvPr/>
        </p:nvSpPr>
        <p:spPr>
          <a:xfrm>
            <a:off x="8299440" y="2243520"/>
            <a:ext cx="34200" cy="34200"/>
          </a:xfrm>
          <a:custGeom>
            <a:avLst/>
            <a:gdLst/>
            <a:ahLst/>
            <a:rect l="0" t="0" r="r" b="b"/>
            <a:pathLst>
              <a:path w="95" h="95">
                <a:moveTo>
                  <a:pt x="14" y="6"/>
                </a:moveTo>
                <a:lnTo>
                  <a:pt x="21" y="10"/>
                </a:lnTo>
                <a:lnTo>
                  <a:pt x="17" y="17"/>
                </a:lnTo>
                <a:lnTo>
                  <a:pt x="10" y="14"/>
                </a:lnTo>
                <a:lnTo>
                  <a:pt x="14" y="6"/>
                </a:lnTo>
                <a:moveTo>
                  <a:pt x="21" y="10"/>
                </a:moveTo>
                <a:lnTo>
                  <a:pt x="28" y="14"/>
                </a:lnTo>
                <a:lnTo>
                  <a:pt x="24" y="21"/>
                </a:lnTo>
                <a:lnTo>
                  <a:pt x="17" y="17"/>
                </a:lnTo>
                <a:lnTo>
                  <a:pt x="21" y="10"/>
                </a:lnTo>
                <a:moveTo>
                  <a:pt x="28" y="14"/>
                </a:moveTo>
                <a:lnTo>
                  <a:pt x="35" y="17"/>
                </a:lnTo>
                <a:lnTo>
                  <a:pt x="32" y="24"/>
                </a:lnTo>
                <a:lnTo>
                  <a:pt x="24" y="21"/>
                </a:lnTo>
                <a:lnTo>
                  <a:pt x="28" y="14"/>
                </a:lnTo>
                <a:moveTo>
                  <a:pt x="35" y="17"/>
                </a:moveTo>
                <a:lnTo>
                  <a:pt x="42" y="21"/>
                </a:lnTo>
                <a:lnTo>
                  <a:pt x="39" y="28"/>
                </a:lnTo>
                <a:lnTo>
                  <a:pt x="32" y="24"/>
                </a:lnTo>
                <a:lnTo>
                  <a:pt x="35" y="17"/>
                </a:lnTo>
                <a:moveTo>
                  <a:pt x="42" y="21"/>
                </a:moveTo>
                <a:lnTo>
                  <a:pt x="50" y="24"/>
                </a:lnTo>
                <a:lnTo>
                  <a:pt x="46" y="32"/>
                </a:lnTo>
                <a:lnTo>
                  <a:pt x="39" y="28"/>
                </a:lnTo>
                <a:lnTo>
                  <a:pt x="42" y="21"/>
                </a:lnTo>
                <a:moveTo>
                  <a:pt x="50" y="24"/>
                </a:moveTo>
                <a:lnTo>
                  <a:pt x="58" y="28"/>
                </a:lnTo>
                <a:lnTo>
                  <a:pt x="53" y="35"/>
                </a:lnTo>
                <a:lnTo>
                  <a:pt x="46" y="32"/>
                </a:lnTo>
                <a:lnTo>
                  <a:pt x="50" y="24"/>
                </a:lnTo>
                <a:moveTo>
                  <a:pt x="58" y="28"/>
                </a:moveTo>
                <a:lnTo>
                  <a:pt x="65" y="32"/>
                </a:lnTo>
                <a:lnTo>
                  <a:pt x="62" y="39"/>
                </a:lnTo>
                <a:lnTo>
                  <a:pt x="53" y="35"/>
                </a:lnTo>
                <a:lnTo>
                  <a:pt x="58" y="28"/>
                </a:lnTo>
                <a:moveTo>
                  <a:pt x="65" y="32"/>
                </a:moveTo>
                <a:lnTo>
                  <a:pt x="72" y="35"/>
                </a:lnTo>
                <a:lnTo>
                  <a:pt x="69" y="42"/>
                </a:lnTo>
                <a:lnTo>
                  <a:pt x="62" y="39"/>
                </a:lnTo>
                <a:lnTo>
                  <a:pt x="65" y="32"/>
                </a:lnTo>
                <a:moveTo>
                  <a:pt x="72" y="35"/>
                </a:moveTo>
                <a:lnTo>
                  <a:pt x="80" y="39"/>
                </a:lnTo>
                <a:lnTo>
                  <a:pt x="76" y="47"/>
                </a:lnTo>
                <a:lnTo>
                  <a:pt x="69" y="42"/>
                </a:lnTo>
                <a:lnTo>
                  <a:pt x="72" y="35"/>
                </a:lnTo>
                <a:moveTo>
                  <a:pt x="80" y="39"/>
                </a:moveTo>
                <a:lnTo>
                  <a:pt x="87" y="42"/>
                </a:lnTo>
                <a:lnTo>
                  <a:pt x="83" y="51"/>
                </a:lnTo>
                <a:lnTo>
                  <a:pt x="76" y="47"/>
                </a:lnTo>
                <a:lnTo>
                  <a:pt x="80" y="39"/>
                </a:lnTo>
                <a:moveTo>
                  <a:pt x="87" y="42"/>
                </a:moveTo>
                <a:lnTo>
                  <a:pt x="95" y="48"/>
                </a:lnTo>
                <a:lnTo>
                  <a:pt x="82" y="54"/>
                </a:lnTo>
                <a:lnTo>
                  <a:pt x="79" y="47"/>
                </a:lnTo>
                <a:lnTo>
                  <a:pt x="85" y="43"/>
                </a:lnTo>
                <a:lnTo>
                  <a:pt x="86" y="48"/>
                </a:lnTo>
                <a:lnTo>
                  <a:pt x="85" y="51"/>
                </a:lnTo>
                <a:lnTo>
                  <a:pt x="83" y="51"/>
                </a:lnTo>
                <a:lnTo>
                  <a:pt x="87" y="42"/>
                </a:lnTo>
                <a:moveTo>
                  <a:pt x="82" y="54"/>
                </a:moveTo>
                <a:lnTo>
                  <a:pt x="75" y="58"/>
                </a:lnTo>
                <a:lnTo>
                  <a:pt x="71" y="51"/>
                </a:lnTo>
                <a:lnTo>
                  <a:pt x="79" y="47"/>
                </a:lnTo>
                <a:lnTo>
                  <a:pt x="82" y="54"/>
                </a:lnTo>
                <a:moveTo>
                  <a:pt x="75" y="58"/>
                </a:moveTo>
                <a:lnTo>
                  <a:pt x="68" y="62"/>
                </a:lnTo>
                <a:lnTo>
                  <a:pt x="64" y="54"/>
                </a:lnTo>
                <a:lnTo>
                  <a:pt x="71" y="51"/>
                </a:lnTo>
                <a:lnTo>
                  <a:pt x="75" y="58"/>
                </a:lnTo>
                <a:moveTo>
                  <a:pt x="68" y="62"/>
                </a:moveTo>
                <a:lnTo>
                  <a:pt x="61" y="65"/>
                </a:lnTo>
                <a:lnTo>
                  <a:pt x="56" y="58"/>
                </a:lnTo>
                <a:lnTo>
                  <a:pt x="64" y="54"/>
                </a:lnTo>
                <a:lnTo>
                  <a:pt x="68" y="62"/>
                </a:lnTo>
                <a:moveTo>
                  <a:pt x="61" y="65"/>
                </a:moveTo>
                <a:lnTo>
                  <a:pt x="52" y="69"/>
                </a:lnTo>
                <a:lnTo>
                  <a:pt x="49" y="62"/>
                </a:lnTo>
                <a:lnTo>
                  <a:pt x="56" y="58"/>
                </a:lnTo>
                <a:lnTo>
                  <a:pt x="61" y="65"/>
                </a:lnTo>
                <a:moveTo>
                  <a:pt x="52" y="69"/>
                </a:moveTo>
                <a:lnTo>
                  <a:pt x="45" y="72"/>
                </a:lnTo>
                <a:lnTo>
                  <a:pt x="41" y="65"/>
                </a:lnTo>
                <a:lnTo>
                  <a:pt x="49" y="62"/>
                </a:lnTo>
                <a:lnTo>
                  <a:pt x="52" y="69"/>
                </a:lnTo>
                <a:moveTo>
                  <a:pt x="45" y="72"/>
                </a:moveTo>
                <a:lnTo>
                  <a:pt x="38" y="76"/>
                </a:lnTo>
                <a:lnTo>
                  <a:pt x="34" y="69"/>
                </a:lnTo>
                <a:lnTo>
                  <a:pt x="41" y="65"/>
                </a:lnTo>
                <a:lnTo>
                  <a:pt x="45" y="72"/>
                </a:lnTo>
                <a:moveTo>
                  <a:pt x="38" y="76"/>
                </a:moveTo>
                <a:lnTo>
                  <a:pt x="31" y="80"/>
                </a:lnTo>
                <a:lnTo>
                  <a:pt x="27" y="72"/>
                </a:lnTo>
                <a:lnTo>
                  <a:pt x="34" y="69"/>
                </a:lnTo>
                <a:lnTo>
                  <a:pt x="38" y="76"/>
                </a:lnTo>
                <a:moveTo>
                  <a:pt x="31" y="80"/>
                </a:moveTo>
                <a:lnTo>
                  <a:pt x="23" y="83"/>
                </a:lnTo>
                <a:lnTo>
                  <a:pt x="20" y="76"/>
                </a:lnTo>
                <a:lnTo>
                  <a:pt x="27" y="72"/>
                </a:lnTo>
                <a:lnTo>
                  <a:pt x="31" y="80"/>
                </a:lnTo>
                <a:moveTo>
                  <a:pt x="23" y="83"/>
                </a:moveTo>
                <a:lnTo>
                  <a:pt x="16" y="87"/>
                </a:lnTo>
                <a:lnTo>
                  <a:pt x="13" y="80"/>
                </a:lnTo>
                <a:lnTo>
                  <a:pt x="20" y="76"/>
                </a:lnTo>
                <a:lnTo>
                  <a:pt x="23" y="83"/>
                </a:lnTo>
                <a:moveTo>
                  <a:pt x="16" y="87"/>
                </a:moveTo>
                <a:lnTo>
                  <a:pt x="9" y="91"/>
                </a:lnTo>
                <a:lnTo>
                  <a:pt x="5" y="83"/>
                </a:lnTo>
                <a:lnTo>
                  <a:pt x="13" y="80"/>
                </a:lnTo>
                <a:lnTo>
                  <a:pt x="16" y="87"/>
                </a:lnTo>
                <a:moveTo>
                  <a:pt x="9" y="91"/>
                </a:moveTo>
                <a:lnTo>
                  <a:pt x="0" y="95"/>
                </a:lnTo>
                <a:lnTo>
                  <a:pt x="0" y="83"/>
                </a:lnTo>
                <a:lnTo>
                  <a:pt x="9" y="83"/>
                </a:lnTo>
                <a:lnTo>
                  <a:pt x="9" y="88"/>
                </a:lnTo>
                <a:lnTo>
                  <a:pt x="4" y="88"/>
                </a:lnTo>
                <a:lnTo>
                  <a:pt x="3" y="85"/>
                </a:lnTo>
                <a:lnTo>
                  <a:pt x="5" y="83"/>
                </a:lnTo>
                <a:lnTo>
                  <a:pt x="9" y="91"/>
                </a:lnTo>
                <a:moveTo>
                  <a:pt x="0" y="83"/>
                </a:moveTo>
                <a:lnTo>
                  <a:pt x="0" y="75"/>
                </a:lnTo>
                <a:lnTo>
                  <a:pt x="9" y="75"/>
                </a:lnTo>
                <a:lnTo>
                  <a:pt x="9" y="83"/>
                </a:lnTo>
                <a:lnTo>
                  <a:pt x="0" y="83"/>
                </a:lnTo>
                <a:moveTo>
                  <a:pt x="0" y="75"/>
                </a:moveTo>
                <a:lnTo>
                  <a:pt x="0" y="67"/>
                </a:lnTo>
                <a:lnTo>
                  <a:pt x="9" y="67"/>
                </a:lnTo>
                <a:lnTo>
                  <a:pt x="9" y="75"/>
                </a:lnTo>
                <a:lnTo>
                  <a:pt x="0" y="75"/>
                </a:lnTo>
                <a:moveTo>
                  <a:pt x="0" y="67"/>
                </a:moveTo>
                <a:lnTo>
                  <a:pt x="0" y="59"/>
                </a:lnTo>
                <a:lnTo>
                  <a:pt x="9" y="59"/>
                </a:lnTo>
                <a:lnTo>
                  <a:pt x="9" y="67"/>
                </a:lnTo>
                <a:lnTo>
                  <a:pt x="0" y="67"/>
                </a:lnTo>
                <a:moveTo>
                  <a:pt x="0" y="59"/>
                </a:moveTo>
                <a:lnTo>
                  <a:pt x="0" y="51"/>
                </a:lnTo>
                <a:lnTo>
                  <a:pt x="9" y="51"/>
                </a:lnTo>
                <a:lnTo>
                  <a:pt x="9" y="59"/>
                </a:lnTo>
                <a:lnTo>
                  <a:pt x="0" y="59"/>
                </a:lnTo>
                <a:moveTo>
                  <a:pt x="0" y="51"/>
                </a:moveTo>
                <a:lnTo>
                  <a:pt x="0" y="42"/>
                </a:lnTo>
                <a:lnTo>
                  <a:pt x="9" y="42"/>
                </a:lnTo>
                <a:lnTo>
                  <a:pt x="9" y="51"/>
                </a:lnTo>
                <a:lnTo>
                  <a:pt x="0" y="51"/>
                </a:lnTo>
                <a:moveTo>
                  <a:pt x="0" y="42"/>
                </a:moveTo>
                <a:lnTo>
                  <a:pt x="0" y="33"/>
                </a:lnTo>
                <a:lnTo>
                  <a:pt x="9" y="33"/>
                </a:lnTo>
                <a:lnTo>
                  <a:pt x="9" y="42"/>
                </a:lnTo>
                <a:lnTo>
                  <a:pt x="0" y="42"/>
                </a:lnTo>
                <a:moveTo>
                  <a:pt x="0" y="33"/>
                </a:moveTo>
                <a:lnTo>
                  <a:pt x="0" y="25"/>
                </a:lnTo>
                <a:lnTo>
                  <a:pt x="9" y="25"/>
                </a:lnTo>
                <a:lnTo>
                  <a:pt x="9" y="33"/>
                </a:lnTo>
                <a:lnTo>
                  <a:pt x="0" y="33"/>
                </a:lnTo>
                <a:moveTo>
                  <a:pt x="0" y="25"/>
                </a:moveTo>
                <a:lnTo>
                  <a:pt x="0" y="17"/>
                </a:lnTo>
                <a:lnTo>
                  <a:pt x="9" y="17"/>
                </a:lnTo>
                <a:lnTo>
                  <a:pt x="9" y="25"/>
                </a:lnTo>
                <a:lnTo>
                  <a:pt x="0" y="25"/>
                </a:lnTo>
                <a:moveTo>
                  <a:pt x="0" y="17"/>
                </a:moveTo>
                <a:lnTo>
                  <a:pt x="0" y="9"/>
                </a:lnTo>
                <a:lnTo>
                  <a:pt x="9" y="9"/>
                </a:lnTo>
                <a:lnTo>
                  <a:pt x="9" y="17"/>
                </a:lnTo>
                <a:lnTo>
                  <a:pt x="0" y="17"/>
                </a:lnTo>
                <a:moveTo>
                  <a:pt x="0" y="9"/>
                </a:moveTo>
                <a:lnTo>
                  <a:pt x="0" y="0"/>
                </a:lnTo>
                <a:lnTo>
                  <a:pt x="14" y="6"/>
                </a:lnTo>
                <a:lnTo>
                  <a:pt x="10" y="14"/>
                </a:lnTo>
                <a:lnTo>
                  <a:pt x="3" y="10"/>
                </a:lnTo>
                <a:lnTo>
                  <a:pt x="4" y="6"/>
                </a:lnTo>
                <a:lnTo>
                  <a:pt x="9" y="6"/>
                </a:lnTo>
                <a:lnTo>
                  <a:pt x="9" y="9"/>
                </a:lnTo>
                <a:lnTo>
                  <a:pt x="0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4" name=""/>
          <p:cNvSpPr/>
          <p:nvPr/>
        </p:nvSpPr>
        <p:spPr>
          <a:xfrm>
            <a:off x="6342480" y="2481840"/>
            <a:ext cx="563040" cy="278640"/>
          </a:xfrm>
          <a:custGeom>
            <a:avLst/>
            <a:gdLst/>
            <a:ahLst/>
            <a:rect l="0" t="0" r="r" b="b"/>
            <a:pathLst>
              <a:path fill="none" w="1564" h="774">
                <a:moveTo>
                  <a:pt x="0" y="0"/>
                </a:moveTo>
                <a:lnTo>
                  <a:pt x="142" y="56"/>
                </a:lnTo>
                <a:cubicBezTo>
                  <a:pt x="285" y="111"/>
                  <a:pt x="571" y="223"/>
                  <a:pt x="832" y="352"/>
                </a:cubicBezTo>
                <a:cubicBezTo>
                  <a:pt x="1092" y="481"/>
                  <a:pt x="1328" y="627"/>
                  <a:pt x="1446" y="701"/>
                </a:cubicBezTo>
                <a:lnTo>
                  <a:pt x="1564" y="774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/>
          <p:nvPr/>
        </p:nvSpPr>
        <p:spPr>
          <a:xfrm>
            <a:off x="6885000" y="2739960"/>
            <a:ext cx="32760" cy="28080"/>
          </a:xfrm>
          <a:custGeom>
            <a:avLst/>
            <a:gdLst/>
            <a:ahLst/>
            <a:rect l="0" t="0" r="r" b="b"/>
            <a:pathLst>
              <a:path w="91" h="78">
                <a:moveTo>
                  <a:pt x="43" y="0"/>
                </a:moveTo>
                <a:lnTo>
                  <a:pt x="91" y="78"/>
                </a:lnTo>
                <a:lnTo>
                  <a:pt x="0" y="70"/>
                </a:lnTo>
                <a:lnTo>
                  <a:pt x="4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6" name=""/>
          <p:cNvSpPr/>
          <p:nvPr/>
        </p:nvSpPr>
        <p:spPr>
          <a:xfrm>
            <a:off x="6882480" y="2737080"/>
            <a:ext cx="38160" cy="32760"/>
          </a:xfrm>
          <a:custGeom>
            <a:avLst/>
            <a:gdLst/>
            <a:ahLst/>
            <a:rect l="0" t="0" r="r" b="b"/>
            <a:pathLst>
              <a:path w="106" h="91">
                <a:moveTo>
                  <a:pt x="57" y="14"/>
                </a:moveTo>
                <a:lnTo>
                  <a:pt x="62" y="21"/>
                </a:lnTo>
                <a:lnTo>
                  <a:pt x="55" y="25"/>
                </a:lnTo>
                <a:lnTo>
                  <a:pt x="50" y="18"/>
                </a:lnTo>
                <a:lnTo>
                  <a:pt x="57" y="14"/>
                </a:lnTo>
                <a:moveTo>
                  <a:pt x="62" y="21"/>
                </a:moveTo>
                <a:lnTo>
                  <a:pt x="66" y="27"/>
                </a:lnTo>
                <a:lnTo>
                  <a:pt x="59" y="32"/>
                </a:lnTo>
                <a:lnTo>
                  <a:pt x="55" y="25"/>
                </a:lnTo>
                <a:lnTo>
                  <a:pt x="62" y="21"/>
                </a:lnTo>
                <a:moveTo>
                  <a:pt x="66" y="27"/>
                </a:moveTo>
                <a:lnTo>
                  <a:pt x="71" y="34"/>
                </a:lnTo>
                <a:lnTo>
                  <a:pt x="63" y="39"/>
                </a:lnTo>
                <a:lnTo>
                  <a:pt x="59" y="32"/>
                </a:lnTo>
                <a:lnTo>
                  <a:pt x="66" y="27"/>
                </a:lnTo>
                <a:moveTo>
                  <a:pt x="71" y="34"/>
                </a:moveTo>
                <a:lnTo>
                  <a:pt x="75" y="41"/>
                </a:lnTo>
                <a:lnTo>
                  <a:pt x="67" y="45"/>
                </a:lnTo>
                <a:lnTo>
                  <a:pt x="63" y="39"/>
                </a:lnTo>
                <a:lnTo>
                  <a:pt x="71" y="34"/>
                </a:lnTo>
                <a:moveTo>
                  <a:pt x="75" y="41"/>
                </a:moveTo>
                <a:lnTo>
                  <a:pt x="80" y="48"/>
                </a:lnTo>
                <a:lnTo>
                  <a:pt x="73" y="52"/>
                </a:lnTo>
                <a:lnTo>
                  <a:pt x="67" y="45"/>
                </a:lnTo>
                <a:lnTo>
                  <a:pt x="75" y="41"/>
                </a:lnTo>
                <a:moveTo>
                  <a:pt x="80" y="48"/>
                </a:moveTo>
                <a:lnTo>
                  <a:pt x="84" y="55"/>
                </a:lnTo>
                <a:lnTo>
                  <a:pt x="77" y="59"/>
                </a:lnTo>
                <a:lnTo>
                  <a:pt x="73" y="52"/>
                </a:lnTo>
                <a:lnTo>
                  <a:pt x="80" y="48"/>
                </a:lnTo>
                <a:moveTo>
                  <a:pt x="84" y="55"/>
                </a:moveTo>
                <a:lnTo>
                  <a:pt x="88" y="62"/>
                </a:lnTo>
                <a:lnTo>
                  <a:pt x="81" y="66"/>
                </a:lnTo>
                <a:lnTo>
                  <a:pt x="77" y="59"/>
                </a:lnTo>
                <a:lnTo>
                  <a:pt x="84" y="55"/>
                </a:lnTo>
                <a:moveTo>
                  <a:pt x="88" y="62"/>
                </a:moveTo>
                <a:lnTo>
                  <a:pt x="92" y="69"/>
                </a:lnTo>
                <a:lnTo>
                  <a:pt x="85" y="73"/>
                </a:lnTo>
                <a:lnTo>
                  <a:pt x="81" y="66"/>
                </a:lnTo>
                <a:lnTo>
                  <a:pt x="88" y="62"/>
                </a:lnTo>
                <a:moveTo>
                  <a:pt x="92" y="69"/>
                </a:moveTo>
                <a:lnTo>
                  <a:pt x="96" y="76"/>
                </a:lnTo>
                <a:lnTo>
                  <a:pt x="90" y="80"/>
                </a:lnTo>
                <a:lnTo>
                  <a:pt x="85" y="73"/>
                </a:lnTo>
                <a:lnTo>
                  <a:pt x="92" y="69"/>
                </a:lnTo>
                <a:moveTo>
                  <a:pt x="96" y="76"/>
                </a:moveTo>
                <a:lnTo>
                  <a:pt x="101" y="83"/>
                </a:lnTo>
                <a:lnTo>
                  <a:pt x="94" y="87"/>
                </a:lnTo>
                <a:lnTo>
                  <a:pt x="90" y="80"/>
                </a:lnTo>
                <a:lnTo>
                  <a:pt x="96" y="76"/>
                </a:lnTo>
                <a:moveTo>
                  <a:pt x="101" y="83"/>
                </a:moveTo>
                <a:lnTo>
                  <a:pt x="106" y="91"/>
                </a:lnTo>
                <a:lnTo>
                  <a:pt x="91" y="89"/>
                </a:lnTo>
                <a:lnTo>
                  <a:pt x="92" y="81"/>
                </a:lnTo>
                <a:lnTo>
                  <a:pt x="98" y="82"/>
                </a:lnTo>
                <a:lnTo>
                  <a:pt x="98" y="86"/>
                </a:lnTo>
                <a:lnTo>
                  <a:pt x="95" y="88"/>
                </a:lnTo>
                <a:lnTo>
                  <a:pt x="94" y="87"/>
                </a:lnTo>
                <a:lnTo>
                  <a:pt x="101" y="83"/>
                </a:lnTo>
                <a:moveTo>
                  <a:pt x="91" y="89"/>
                </a:moveTo>
                <a:lnTo>
                  <a:pt x="83" y="89"/>
                </a:lnTo>
                <a:lnTo>
                  <a:pt x="84" y="81"/>
                </a:lnTo>
                <a:lnTo>
                  <a:pt x="92" y="81"/>
                </a:lnTo>
                <a:lnTo>
                  <a:pt x="91" y="89"/>
                </a:lnTo>
                <a:moveTo>
                  <a:pt x="83" y="89"/>
                </a:moveTo>
                <a:lnTo>
                  <a:pt x="75" y="88"/>
                </a:lnTo>
                <a:lnTo>
                  <a:pt x="76" y="80"/>
                </a:lnTo>
                <a:lnTo>
                  <a:pt x="84" y="81"/>
                </a:lnTo>
                <a:lnTo>
                  <a:pt x="83" y="89"/>
                </a:lnTo>
                <a:moveTo>
                  <a:pt x="75" y="88"/>
                </a:moveTo>
                <a:lnTo>
                  <a:pt x="66" y="87"/>
                </a:lnTo>
                <a:lnTo>
                  <a:pt x="67" y="79"/>
                </a:lnTo>
                <a:lnTo>
                  <a:pt x="76" y="80"/>
                </a:lnTo>
                <a:lnTo>
                  <a:pt x="75" y="88"/>
                </a:lnTo>
                <a:moveTo>
                  <a:pt x="66" y="87"/>
                </a:moveTo>
                <a:lnTo>
                  <a:pt x="58" y="86"/>
                </a:lnTo>
                <a:lnTo>
                  <a:pt x="59" y="78"/>
                </a:lnTo>
                <a:lnTo>
                  <a:pt x="67" y="79"/>
                </a:lnTo>
                <a:lnTo>
                  <a:pt x="66" y="87"/>
                </a:lnTo>
                <a:moveTo>
                  <a:pt x="58" y="86"/>
                </a:moveTo>
                <a:lnTo>
                  <a:pt x="50" y="86"/>
                </a:lnTo>
                <a:lnTo>
                  <a:pt x="51" y="78"/>
                </a:lnTo>
                <a:lnTo>
                  <a:pt x="59" y="78"/>
                </a:lnTo>
                <a:lnTo>
                  <a:pt x="58" y="86"/>
                </a:lnTo>
                <a:moveTo>
                  <a:pt x="50" y="86"/>
                </a:moveTo>
                <a:lnTo>
                  <a:pt x="42" y="85"/>
                </a:lnTo>
                <a:lnTo>
                  <a:pt x="42" y="77"/>
                </a:lnTo>
                <a:lnTo>
                  <a:pt x="51" y="78"/>
                </a:lnTo>
                <a:lnTo>
                  <a:pt x="50" y="86"/>
                </a:lnTo>
                <a:moveTo>
                  <a:pt x="42" y="85"/>
                </a:moveTo>
                <a:lnTo>
                  <a:pt x="34" y="84"/>
                </a:lnTo>
                <a:lnTo>
                  <a:pt x="34" y="76"/>
                </a:lnTo>
                <a:lnTo>
                  <a:pt x="42" y="77"/>
                </a:lnTo>
                <a:lnTo>
                  <a:pt x="42" y="85"/>
                </a:lnTo>
                <a:moveTo>
                  <a:pt x="34" y="84"/>
                </a:moveTo>
                <a:lnTo>
                  <a:pt x="26" y="83"/>
                </a:lnTo>
                <a:lnTo>
                  <a:pt x="26" y="75"/>
                </a:lnTo>
                <a:lnTo>
                  <a:pt x="34" y="76"/>
                </a:lnTo>
                <a:lnTo>
                  <a:pt x="34" y="84"/>
                </a:lnTo>
                <a:moveTo>
                  <a:pt x="26" y="83"/>
                </a:moveTo>
                <a:lnTo>
                  <a:pt x="18" y="83"/>
                </a:lnTo>
                <a:lnTo>
                  <a:pt x="18" y="75"/>
                </a:lnTo>
                <a:lnTo>
                  <a:pt x="26" y="75"/>
                </a:lnTo>
                <a:lnTo>
                  <a:pt x="26" y="83"/>
                </a:lnTo>
                <a:moveTo>
                  <a:pt x="18" y="83"/>
                </a:moveTo>
                <a:lnTo>
                  <a:pt x="10" y="82"/>
                </a:lnTo>
                <a:lnTo>
                  <a:pt x="10" y="74"/>
                </a:lnTo>
                <a:lnTo>
                  <a:pt x="18" y="75"/>
                </a:lnTo>
                <a:lnTo>
                  <a:pt x="18" y="83"/>
                </a:lnTo>
                <a:moveTo>
                  <a:pt x="10" y="82"/>
                </a:moveTo>
                <a:lnTo>
                  <a:pt x="0" y="81"/>
                </a:lnTo>
                <a:lnTo>
                  <a:pt x="6" y="71"/>
                </a:lnTo>
                <a:lnTo>
                  <a:pt x="13" y="75"/>
                </a:lnTo>
                <a:lnTo>
                  <a:pt x="10" y="80"/>
                </a:lnTo>
                <a:lnTo>
                  <a:pt x="7" y="78"/>
                </a:lnTo>
                <a:lnTo>
                  <a:pt x="7" y="74"/>
                </a:lnTo>
                <a:lnTo>
                  <a:pt x="10" y="74"/>
                </a:lnTo>
                <a:lnTo>
                  <a:pt x="10" y="82"/>
                </a:lnTo>
                <a:moveTo>
                  <a:pt x="6" y="71"/>
                </a:moveTo>
                <a:lnTo>
                  <a:pt x="11" y="64"/>
                </a:lnTo>
                <a:lnTo>
                  <a:pt x="17" y="69"/>
                </a:lnTo>
                <a:lnTo>
                  <a:pt x="13" y="75"/>
                </a:lnTo>
                <a:lnTo>
                  <a:pt x="6" y="71"/>
                </a:lnTo>
                <a:moveTo>
                  <a:pt x="11" y="64"/>
                </a:moveTo>
                <a:lnTo>
                  <a:pt x="15" y="57"/>
                </a:lnTo>
                <a:lnTo>
                  <a:pt x="22" y="62"/>
                </a:lnTo>
                <a:lnTo>
                  <a:pt x="17" y="69"/>
                </a:lnTo>
                <a:lnTo>
                  <a:pt x="11" y="64"/>
                </a:lnTo>
                <a:moveTo>
                  <a:pt x="15" y="57"/>
                </a:moveTo>
                <a:lnTo>
                  <a:pt x="19" y="51"/>
                </a:lnTo>
                <a:lnTo>
                  <a:pt x="26" y="55"/>
                </a:lnTo>
                <a:lnTo>
                  <a:pt x="22" y="62"/>
                </a:lnTo>
                <a:lnTo>
                  <a:pt x="15" y="57"/>
                </a:lnTo>
                <a:moveTo>
                  <a:pt x="19" y="51"/>
                </a:moveTo>
                <a:lnTo>
                  <a:pt x="23" y="44"/>
                </a:lnTo>
                <a:lnTo>
                  <a:pt x="30" y="48"/>
                </a:lnTo>
                <a:lnTo>
                  <a:pt x="26" y="55"/>
                </a:lnTo>
                <a:lnTo>
                  <a:pt x="19" y="51"/>
                </a:lnTo>
                <a:moveTo>
                  <a:pt x="23" y="44"/>
                </a:moveTo>
                <a:lnTo>
                  <a:pt x="28" y="37"/>
                </a:lnTo>
                <a:lnTo>
                  <a:pt x="34" y="41"/>
                </a:lnTo>
                <a:lnTo>
                  <a:pt x="30" y="48"/>
                </a:lnTo>
                <a:lnTo>
                  <a:pt x="23" y="44"/>
                </a:lnTo>
                <a:moveTo>
                  <a:pt x="28" y="37"/>
                </a:moveTo>
                <a:lnTo>
                  <a:pt x="32" y="30"/>
                </a:lnTo>
                <a:lnTo>
                  <a:pt x="39" y="34"/>
                </a:lnTo>
                <a:lnTo>
                  <a:pt x="34" y="41"/>
                </a:lnTo>
                <a:lnTo>
                  <a:pt x="28" y="37"/>
                </a:lnTo>
                <a:moveTo>
                  <a:pt x="32" y="30"/>
                </a:moveTo>
                <a:lnTo>
                  <a:pt x="36" y="23"/>
                </a:lnTo>
                <a:lnTo>
                  <a:pt x="43" y="27"/>
                </a:lnTo>
                <a:lnTo>
                  <a:pt x="39" y="34"/>
                </a:lnTo>
                <a:lnTo>
                  <a:pt x="32" y="30"/>
                </a:lnTo>
                <a:moveTo>
                  <a:pt x="36" y="23"/>
                </a:moveTo>
                <a:lnTo>
                  <a:pt x="40" y="16"/>
                </a:lnTo>
                <a:lnTo>
                  <a:pt x="47" y="20"/>
                </a:lnTo>
                <a:lnTo>
                  <a:pt x="43" y="27"/>
                </a:lnTo>
                <a:lnTo>
                  <a:pt x="36" y="23"/>
                </a:lnTo>
                <a:moveTo>
                  <a:pt x="40" y="16"/>
                </a:moveTo>
                <a:lnTo>
                  <a:pt x="45" y="9"/>
                </a:lnTo>
                <a:lnTo>
                  <a:pt x="51" y="14"/>
                </a:lnTo>
                <a:lnTo>
                  <a:pt x="47" y="20"/>
                </a:lnTo>
                <a:lnTo>
                  <a:pt x="40" y="16"/>
                </a:lnTo>
                <a:moveTo>
                  <a:pt x="45" y="9"/>
                </a:moveTo>
                <a:lnTo>
                  <a:pt x="50" y="0"/>
                </a:lnTo>
                <a:lnTo>
                  <a:pt x="57" y="14"/>
                </a:lnTo>
                <a:lnTo>
                  <a:pt x="50" y="18"/>
                </a:lnTo>
                <a:lnTo>
                  <a:pt x="46" y="11"/>
                </a:lnTo>
                <a:lnTo>
                  <a:pt x="50" y="9"/>
                </a:lnTo>
                <a:lnTo>
                  <a:pt x="53" y="11"/>
                </a:lnTo>
                <a:lnTo>
                  <a:pt x="51" y="14"/>
                </a:lnTo>
                <a:lnTo>
                  <a:pt x="45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6391440" y="2912040"/>
            <a:ext cx="511920" cy="31680"/>
          </a:xfrm>
          <a:custGeom>
            <a:avLst/>
            <a:gdLst/>
            <a:ahLst/>
            <a:rect l="0" t="0" r="r" b="b"/>
            <a:pathLst>
              <a:path fill="none" w="1422" h="88">
                <a:moveTo>
                  <a:pt x="0" y="88"/>
                </a:moveTo>
                <a:lnTo>
                  <a:pt x="121" y="88"/>
                </a:lnTo>
                <a:cubicBezTo>
                  <a:pt x="241" y="88"/>
                  <a:pt x="480" y="88"/>
                  <a:pt x="717" y="74"/>
                </a:cubicBezTo>
                <a:cubicBezTo>
                  <a:pt x="954" y="59"/>
                  <a:pt x="1188" y="29"/>
                  <a:pt x="1305" y="14"/>
                </a:cubicBezTo>
                <a:lnTo>
                  <a:pt x="1422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/>
          <p:nvPr/>
        </p:nvSpPr>
        <p:spPr>
          <a:xfrm>
            <a:off x="6886800" y="2899080"/>
            <a:ext cx="30960" cy="29520"/>
          </a:xfrm>
          <a:custGeom>
            <a:avLst/>
            <a:gdLst/>
            <a:ahLst/>
            <a:rect l="0" t="0" r="r" b="b"/>
            <a:pathLst>
              <a:path w="86" h="82">
                <a:moveTo>
                  <a:pt x="0" y="0"/>
                </a:moveTo>
                <a:lnTo>
                  <a:pt x="86" y="31"/>
                </a:lnTo>
                <a:lnTo>
                  <a:pt x="10" y="82"/>
                </a:lnTo>
                <a:lnTo>
                  <a:pt x="0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9" name=""/>
          <p:cNvSpPr/>
          <p:nvPr/>
        </p:nvSpPr>
        <p:spPr>
          <a:xfrm>
            <a:off x="6885000" y="2896920"/>
            <a:ext cx="36000" cy="34200"/>
          </a:xfrm>
          <a:custGeom>
            <a:avLst/>
            <a:gdLst/>
            <a:ahLst/>
            <a:rect l="0" t="0" r="r" b="b"/>
            <a:pathLst>
              <a:path w="100" h="95">
                <a:moveTo>
                  <a:pt x="14" y="5"/>
                </a:moveTo>
                <a:lnTo>
                  <a:pt x="21" y="8"/>
                </a:lnTo>
                <a:lnTo>
                  <a:pt x="19" y="16"/>
                </a:lnTo>
                <a:lnTo>
                  <a:pt x="11" y="13"/>
                </a:lnTo>
                <a:lnTo>
                  <a:pt x="14" y="5"/>
                </a:lnTo>
                <a:moveTo>
                  <a:pt x="21" y="8"/>
                </a:moveTo>
                <a:lnTo>
                  <a:pt x="29" y="11"/>
                </a:lnTo>
                <a:lnTo>
                  <a:pt x="26" y="18"/>
                </a:lnTo>
                <a:lnTo>
                  <a:pt x="19" y="16"/>
                </a:lnTo>
                <a:lnTo>
                  <a:pt x="21" y="8"/>
                </a:lnTo>
                <a:moveTo>
                  <a:pt x="29" y="11"/>
                </a:moveTo>
                <a:lnTo>
                  <a:pt x="38" y="13"/>
                </a:lnTo>
                <a:lnTo>
                  <a:pt x="35" y="21"/>
                </a:lnTo>
                <a:lnTo>
                  <a:pt x="26" y="18"/>
                </a:lnTo>
                <a:lnTo>
                  <a:pt x="29" y="11"/>
                </a:lnTo>
                <a:moveTo>
                  <a:pt x="38" y="13"/>
                </a:moveTo>
                <a:lnTo>
                  <a:pt x="45" y="16"/>
                </a:lnTo>
                <a:lnTo>
                  <a:pt x="43" y="24"/>
                </a:lnTo>
                <a:lnTo>
                  <a:pt x="35" y="21"/>
                </a:lnTo>
                <a:lnTo>
                  <a:pt x="38" y="13"/>
                </a:lnTo>
                <a:moveTo>
                  <a:pt x="45" y="16"/>
                </a:moveTo>
                <a:lnTo>
                  <a:pt x="53" y="19"/>
                </a:lnTo>
                <a:lnTo>
                  <a:pt x="50" y="26"/>
                </a:lnTo>
                <a:lnTo>
                  <a:pt x="43" y="24"/>
                </a:lnTo>
                <a:lnTo>
                  <a:pt x="45" y="16"/>
                </a:lnTo>
                <a:moveTo>
                  <a:pt x="53" y="19"/>
                </a:moveTo>
                <a:lnTo>
                  <a:pt x="61" y="22"/>
                </a:lnTo>
                <a:lnTo>
                  <a:pt x="58" y="29"/>
                </a:lnTo>
                <a:lnTo>
                  <a:pt x="50" y="26"/>
                </a:lnTo>
                <a:lnTo>
                  <a:pt x="53" y="19"/>
                </a:lnTo>
                <a:moveTo>
                  <a:pt x="61" y="22"/>
                </a:moveTo>
                <a:lnTo>
                  <a:pt x="68" y="24"/>
                </a:lnTo>
                <a:lnTo>
                  <a:pt x="65" y="32"/>
                </a:lnTo>
                <a:lnTo>
                  <a:pt x="58" y="29"/>
                </a:lnTo>
                <a:lnTo>
                  <a:pt x="61" y="22"/>
                </a:lnTo>
                <a:moveTo>
                  <a:pt x="68" y="24"/>
                </a:moveTo>
                <a:lnTo>
                  <a:pt x="76" y="27"/>
                </a:lnTo>
                <a:lnTo>
                  <a:pt x="73" y="35"/>
                </a:lnTo>
                <a:lnTo>
                  <a:pt x="65" y="32"/>
                </a:lnTo>
                <a:lnTo>
                  <a:pt x="68" y="24"/>
                </a:lnTo>
                <a:moveTo>
                  <a:pt x="76" y="27"/>
                </a:moveTo>
                <a:lnTo>
                  <a:pt x="83" y="30"/>
                </a:lnTo>
                <a:lnTo>
                  <a:pt x="81" y="37"/>
                </a:lnTo>
                <a:lnTo>
                  <a:pt x="73" y="35"/>
                </a:lnTo>
                <a:lnTo>
                  <a:pt x="76" y="27"/>
                </a:lnTo>
                <a:moveTo>
                  <a:pt x="83" y="30"/>
                </a:moveTo>
                <a:lnTo>
                  <a:pt x="91" y="32"/>
                </a:lnTo>
                <a:lnTo>
                  <a:pt x="88" y="40"/>
                </a:lnTo>
                <a:lnTo>
                  <a:pt x="81" y="37"/>
                </a:lnTo>
                <a:lnTo>
                  <a:pt x="83" y="30"/>
                </a:lnTo>
                <a:moveTo>
                  <a:pt x="91" y="32"/>
                </a:moveTo>
                <a:lnTo>
                  <a:pt x="100" y="35"/>
                </a:lnTo>
                <a:lnTo>
                  <a:pt x="88" y="44"/>
                </a:lnTo>
                <a:lnTo>
                  <a:pt x="83" y="37"/>
                </a:lnTo>
                <a:lnTo>
                  <a:pt x="89" y="33"/>
                </a:lnTo>
                <a:lnTo>
                  <a:pt x="91" y="37"/>
                </a:lnTo>
                <a:lnTo>
                  <a:pt x="90" y="40"/>
                </a:lnTo>
                <a:lnTo>
                  <a:pt x="88" y="40"/>
                </a:lnTo>
                <a:lnTo>
                  <a:pt x="91" y="32"/>
                </a:lnTo>
                <a:moveTo>
                  <a:pt x="88" y="44"/>
                </a:moveTo>
                <a:lnTo>
                  <a:pt x="81" y="48"/>
                </a:lnTo>
                <a:lnTo>
                  <a:pt x="77" y="41"/>
                </a:lnTo>
                <a:lnTo>
                  <a:pt x="83" y="37"/>
                </a:lnTo>
                <a:lnTo>
                  <a:pt x="88" y="44"/>
                </a:lnTo>
                <a:moveTo>
                  <a:pt x="81" y="48"/>
                </a:moveTo>
                <a:lnTo>
                  <a:pt x="74" y="53"/>
                </a:lnTo>
                <a:lnTo>
                  <a:pt x="70" y="46"/>
                </a:lnTo>
                <a:lnTo>
                  <a:pt x="77" y="41"/>
                </a:lnTo>
                <a:lnTo>
                  <a:pt x="81" y="48"/>
                </a:lnTo>
                <a:moveTo>
                  <a:pt x="74" y="53"/>
                </a:moveTo>
                <a:lnTo>
                  <a:pt x="68" y="57"/>
                </a:lnTo>
                <a:lnTo>
                  <a:pt x="63" y="50"/>
                </a:lnTo>
                <a:lnTo>
                  <a:pt x="70" y="46"/>
                </a:lnTo>
                <a:lnTo>
                  <a:pt x="74" y="53"/>
                </a:lnTo>
                <a:moveTo>
                  <a:pt x="68" y="57"/>
                </a:moveTo>
                <a:lnTo>
                  <a:pt x="61" y="62"/>
                </a:lnTo>
                <a:lnTo>
                  <a:pt x="56" y="55"/>
                </a:lnTo>
                <a:lnTo>
                  <a:pt x="63" y="50"/>
                </a:lnTo>
                <a:lnTo>
                  <a:pt x="68" y="57"/>
                </a:lnTo>
                <a:moveTo>
                  <a:pt x="61" y="62"/>
                </a:moveTo>
                <a:lnTo>
                  <a:pt x="54" y="66"/>
                </a:lnTo>
                <a:lnTo>
                  <a:pt x="50" y="59"/>
                </a:lnTo>
                <a:lnTo>
                  <a:pt x="56" y="55"/>
                </a:lnTo>
                <a:lnTo>
                  <a:pt x="61" y="62"/>
                </a:lnTo>
                <a:moveTo>
                  <a:pt x="54" y="66"/>
                </a:moveTo>
                <a:lnTo>
                  <a:pt x="47" y="71"/>
                </a:lnTo>
                <a:lnTo>
                  <a:pt x="43" y="64"/>
                </a:lnTo>
                <a:lnTo>
                  <a:pt x="50" y="59"/>
                </a:lnTo>
                <a:lnTo>
                  <a:pt x="54" y="66"/>
                </a:lnTo>
                <a:moveTo>
                  <a:pt x="47" y="71"/>
                </a:moveTo>
                <a:lnTo>
                  <a:pt x="41" y="75"/>
                </a:lnTo>
                <a:lnTo>
                  <a:pt x="36" y="68"/>
                </a:lnTo>
                <a:lnTo>
                  <a:pt x="43" y="64"/>
                </a:lnTo>
                <a:lnTo>
                  <a:pt x="47" y="71"/>
                </a:lnTo>
                <a:moveTo>
                  <a:pt x="41" y="75"/>
                </a:moveTo>
                <a:lnTo>
                  <a:pt x="34" y="80"/>
                </a:lnTo>
                <a:lnTo>
                  <a:pt x="28" y="73"/>
                </a:lnTo>
                <a:lnTo>
                  <a:pt x="36" y="68"/>
                </a:lnTo>
                <a:lnTo>
                  <a:pt x="41" y="75"/>
                </a:lnTo>
                <a:moveTo>
                  <a:pt x="34" y="80"/>
                </a:moveTo>
                <a:lnTo>
                  <a:pt x="26" y="84"/>
                </a:lnTo>
                <a:lnTo>
                  <a:pt x="22" y="77"/>
                </a:lnTo>
                <a:lnTo>
                  <a:pt x="28" y="73"/>
                </a:lnTo>
                <a:lnTo>
                  <a:pt x="34" y="80"/>
                </a:lnTo>
                <a:moveTo>
                  <a:pt x="26" y="84"/>
                </a:moveTo>
                <a:lnTo>
                  <a:pt x="19" y="88"/>
                </a:lnTo>
                <a:lnTo>
                  <a:pt x="15" y="82"/>
                </a:lnTo>
                <a:lnTo>
                  <a:pt x="22" y="77"/>
                </a:lnTo>
                <a:lnTo>
                  <a:pt x="26" y="84"/>
                </a:lnTo>
                <a:moveTo>
                  <a:pt x="19" y="88"/>
                </a:moveTo>
                <a:lnTo>
                  <a:pt x="12" y="95"/>
                </a:lnTo>
                <a:lnTo>
                  <a:pt x="10" y="82"/>
                </a:lnTo>
                <a:lnTo>
                  <a:pt x="18" y="81"/>
                </a:lnTo>
                <a:lnTo>
                  <a:pt x="19" y="86"/>
                </a:lnTo>
                <a:lnTo>
                  <a:pt x="15" y="87"/>
                </a:lnTo>
                <a:lnTo>
                  <a:pt x="13" y="83"/>
                </a:lnTo>
                <a:lnTo>
                  <a:pt x="15" y="82"/>
                </a:lnTo>
                <a:lnTo>
                  <a:pt x="19" y="88"/>
                </a:lnTo>
                <a:moveTo>
                  <a:pt x="10" y="82"/>
                </a:moveTo>
                <a:lnTo>
                  <a:pt x="9" y="74"/>
                </a:lnTo>
                <a:lnTo>
                  <a:pt x="17" y="73"/>
                </a:lnTo>
                <a:lnTo>
                  <a:pt x="18" y="81"/>
                </a:lnTo>
                <a:lnTo>
                  <a:pt x="10" y="82"/>
                </a:lnTo>
                <a:moveTo>
                  <a:pt x="9" y="74"/>
                </a:moveTo>
                <a:lnTo>
                  <a:pt x="8" y="66"/>
                </a:lnTo>
                <a:lnTo>
                  <a:pt x="16" y="65"/>
                </a:lnTo>
                <a:lnTo>
                  <a:pt x="17" y="73"/>
                </a:lnTo>
                <a:lnTo>
                  <a:pt x="9" y="74"/>
                </a:lnTo>
                <a:moveTo>
                  <a:pt x="8" y="66"/>
                </a:moveTo>
                <a:lnTo>
                  <a:pt x="7" y="58"/>
                </a:lnTo>
                <a:lnTo>
                  <a:pt x="15" y="57"/>
                </a:lnTo>
                <a:lnTo>
                  <a:pt x="16" y="65"/>
                </a:lnTo>
                <a:lnTo>
                  <a:pt x="8" y="66"/>
                </a:lnTo>
                <a:moveTo>
                  <a:pt x="7" y="58"/>
                </a:moveTo>
                <a:lnTo>
                  <a:pt x="6" y="50"/>
                </a:lnTo>
                <a:lnTo>
                  <a:pt x="14" y="49"/>
                </a:lnTo>
                <a:lnTo>
                  <a:pt x="15" y="57"/>
                </a:lnTo>
                <a:lnTo>
                  <a:pt x="7" y="58"/>
                </a:lnTo>
                <a:moveTo>
                  <a:pt x="6" y="50"/>
                </a:moveTo>
                <a:lnTo>
                  <a:pt x="5" y="42"/>
                </a:lnTo>
                <a:lnTo>
                  <a:pt x="13" y="41"/>
                </a:lnTo>
                <a:lnTo>
                  <a:pt x="14" y="49"/>
                </a:lnTo>
                <a:lnTo>
                  <a:pt x="6" y="50"/>
                </a:lnTo>
                <a:moveTo>
                  <a:pt x="5" y="42"/>
                </a:moveTo>
                <a:lnTo>
                  <a:pt x="4" y="34"/>
                </a:lnTo>
                <a:lnTo>
                  <a:pt x="12" y="33"/>
                </a:lnTo>
                <a:lnTo>
                  <a:pt x="13" y="41"/>
                </a:lnTo>
                <a:lnTo>
                  <a:pt x="5" y="42"/>
                </a:lnTo>
                <a:moveTo>
                  <a:pt x="4" y="34"/>
                </a:moveTo>
                <a:lnTo>
                  <a:pt x="3" y="26"/>
                </a:lnTo>
                <a:lnTo>
                  <a:pt x="11" y="25"/>
                </a:lnTo>
                <a:lnTo>
                  <a:pt x="12" y="33"/>
                </a:lnTo>
                <a:lnTo>
                  <a:pt x="4" y="34"/>
                </a:lnTo>
                <a:moveTo>
                  <a:pt x="3" y="26"/>
                </a:moveTo>
                <a:lnTo>
                  <a:pt x="2" y="18"/>
                </a:lnTo>
                <a:lnTo>
                  <a:pt x="10" y="17"/>
                </a:lnTo>
                <a:lnTo>
                  <a:pt x="11" y="25"/>
                </a:lnTo>
                <a:lnTo>
                  <a:pt x="3" y="26"/>
                </a:lnTo>
                <a:moveTo>
                  <a:pt x="2" y="18"/>
                </a:moveTo>
                <a:lnTo>
                  <a:pt x="1" y="10"/>
                </a:lnTo>
                <a:lnTo>
                  <a:pt x="9" y="9"/>
                </a:lnTo>
                <a:lnTo>
                  <a:pt x="10" y="17"/>
                </a:lnTo>
                <a:lnTo>
                  <a:pt x="2" y="18"/>
                </a:lnTo>
                <a:moveTo>
                  <a:pt x="1" y="10"/>
                </a:moveTo>
                <a:lnTo>
                  <a:pt x="0" y="0"/>
                </a:lnTo>
                <a:lnTo>
                  <a:pt x="14" y="5"/>
                </a:lnTo>
                <a:lnTo>
                  <a:pt x="11" y="13"/>
                </a:lnTo>
                <a:lnTo>
                  <a:pt x="3" y="10"/>
                </a:lnTo>
                <a:lnTo>
                  <a:pt x="5" y="6"/>
                </a:lnTo>
                <a:lnTo>
                  <a:pt x="9" y="6"/>
                </a:lnTo>
                <a:lnTo>
                  <a:pt x="9" y="9"/>
                </a:lnTo>
                <a:lnTo>
                  <a:pt x="1" y="1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0" name=""/>
          <p:cNvSpPr/>
          <p:nvPr/>
        </p:nvSpPr>
        <p:spPr>
          <a:xfrm>
            <a:off x="7664400" y="2863440"/>
            <a:ext cx="444600" cy="59040"/>
          </a:xfrm>
          <a:custGeom>
            <a:avLst/>
            <a:gdLst/>
            <a:ahLst/>
            <a:rect l="0" t="0" r="r" b="b"/>
            <a:pathLst>
              <a:path fill="none" w="1235" h="164">
                <a:moveTo>
                  <a:pt x="0" y="0"/>
                </a:moveTo>
                <a:lnTo>
                  <a:pt x="108" y="0"/>
                </a:lnTo>
                <a:cubicBezTo>
                  <a:pt x="216" y="0"/>
                  <a:pt x="433" y="0"/>
                  <a:pt x="638" y="27"/>
                </a:cubicBezTo>
                <a:cubicBezTo>
                  <a:pt x="844" y="54"/>
                  <a:pt x="1040" y="109"/>
                  <a:pt x="1137" y="137"/>
                </a:cubicBezTo>
                <a:lnTo>
                  <a:pt x="1235" y="164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/>
          <p:nvPr/>
        </p:nvSpPr>
        <p:spPr>
          <a:xfrm>
            <a:off x="8090640" y="2904120"/>
            <a:ext cx="32400" cy="28440"/>
          </a:xfrm>
          <a:custGeom>
            <a:avLst/>
            <a:gdLst/>
            <a:ahLst/>
            <a:rect l="0" t="0" r="r" b="b"/>
            <a:pathLst>
              <a:path w="90" h="79">
                <a:moveTo>
                  <a:pt x="23" y="0"/>
                </a:moveTo>
                <a:lnTo>
                  <a:pt x="90" y="62"/>
                </a:lnTo>
                <a:lnTo>
                  <a:pt x="0" y="79"/>
                </a:lnTo>
                <a:lnTo>
                  <a:pt x="23" y="0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2" name=""/>
          <p:cNvSpPr/>
          <p:nvPr/>
        </p:nvSpPr>
        <p:spPr>
          <a:xfrm>
            <a:off x="8088840" y="2901600"/>
            <a:ext cx="37440" cy="32760"/>
          </a:xfrm>
          <a:custGeom>
            <a:avLst/>
            <a:gdLst/>
            <a:ahLst/>
            <a:rect l="0" t="0" r="r" b="b"/>
            <a:pathLst>
              <a:path w="104" h="91">
                <a:moveTo>
                  <a:pt x="36" y="10"/>
                </a:moveTo>
                <a:lnTo>
                  <a:pt x="43" y="15"/>
                </a:lnTo>
                <a:lnTo>
                  <a:pt x="36" y="21"/>
                </a:lnTo>
                <a:lnTo>
                  <a:pt x="30" y="16"/>
                </a:lnTo>
                <a:lnTo>
                  <a:pt x="36" y="10"/>
                </a:lnTo>
                <a:moveTo>
                  <a:pt x="43" y="15"/>
                </a:moveTo>
                <a:lnTo>
                  <a:pt x="49" y="21"/>
                </a:lnTo>
                <a:lnTo>
                  <a:pt x="43" y="27"/>
                </a:lnTo>
                <a:lnTo>
                  <a:pt x="36" y="21"/>
                </a:lnTo>
                <a:lnTo>
                  <a:pt x="43" y="15"/>
                </a:lnTo>
                <a:moveTo>
                  <a:pt x="49" y="21"/>
                </a:moveTo>
                <a:lnTo>
                  <a:pt x="55" y="26"/>
                </a:lnTo>
                <a:lnTo>
                  <a:pt x="49" y="32"/>
                </a:lnTo>
                <a:lnTo>
                  <a:pt x="43" y="27"/>
                </a:lnTo>
                <a:lnTo>
                  <a:pt x="49" y="21"/>
                </a:lnTo>
                <a:moveTo>
                  <a:pt x="55" y="26"/>
                </a:moveTo>
                <a:lnTo>
                  <a:pt x="61" y="31"/>
                </a:lnTo>
                <a:lnTo>
                  <a:pt x="55" y="37"/>
                </a:lnTo>
                <a:lnTo>
                  <a:pt x="49" y="32"/>
                </a:lnTo>
                <a:lnTo>
                  <a:pt x="55" y="26"/>
                </a:lnTo>
                <a:moveTo>
                  <a:pt x="61" y="31"/>
                </a:moveTo>
                <a:lnTo>
                  <a:pt x="67" y="37"/>
                </a:lnTo>
                <a:lnTo>
                  <a:pt x="61" y="43"/>
                </a:lnTo>
                <a:lnTo>
                  <a:pt x="55" y="37"/>
                </a:lnTo>
                <a:lnTo>
                  <a:pt x="61" y="31"/>
                </a:lnTo>
                <a:moveTo>
                  <a:pt x="67" y="37"/>
                </a:moveTo>
                <a:lnTo>
                  <a:pt x="73" y="42"/>
                </a:lnTo>
                <a:lnTo>
                  <a:pt x="67" y="48"/>
                </a:lnTo>
                <a:lnTo>
                  <a:pt x="61" y="43"/>
                </a:lnTo>
                <a:lnTo>
                  <a:pt x="67" y="37"/>
                </a:lnTo>
                <a:moveTo>
                  <a:pt x="73" y="42"/>
                </a:moveTo>
                <a:lnTo>
                  <a:pt x="79" y="48"/>
                </a:lnTo>
                <a:lnTo>
                  <a:pt x="73" y="54"/>
                </a:lnTo>
                <a:lnTo>
                  <a:pt x="67" y="48"/>
                </a:lnTo>
                <a:lnTo>
                  <a:pt x="73" y="42"/>
                </a:lnTo>
                <a:moveTo>
                  <a:pt x="79" y="48"/>
                </a:moveTo>
                <a:lnTo>
                  <a:pt x="85" y="53"/>
                </a:lnTo>
                <a:lnTo>
                  <a:pt x="79" y="59"/>
                </a:lnTo>
                <a:lnTo>
                  <a:pt x="73" y="54"/>
                </a:lnTo>
                <a:lnTo>
                  <a:pt x="79" y="48"/>
                </a:lnTo>
                <a:moveTo>
                  <a:pt x="85" y="53"/>
                </a:moveTo>
                <a:lnTo>
                  <a:pt x="91" y="58"/>
                </a:lnTo>
                <a:lnTo>
                  <a:pt x="85" y="64"/>
                </a:lnTo>
                <a:lnTo>
                  <a:pt x="79" y="59"/>
                </a:lnTo>
                <a:lnTo>
                  <a:pt x="85" y="53"/>
                </a:lnTo>
                <a:moveTo>
                  <a:pt x="91" y="58"/>
                </a:moveTo>
                <a:lnTo>
                  <a:pt x="97" y="64"/>
                </a:lnTo>
                <a:lnTo>
                  <a:pt x="91" y="70"/>
                </a:lnTo>
                <a:lnTo>
                  <a:pt x="85" y="64"/>
                </a:lnTo>
                <a:lnTo>
                  <a:pt x="91" y="58"/>
                </a:lnTo>
                <a:moveTo>
                  <a:pt x="97" y="64"/>
                </a:moveTo>
                <a:lnTo>
                  <a:pt x="104" y="70"/>
                </a:lnTo>
                <a:lnTo>
                  <a:pt x="89" y="73"/>
                </a:lnTo>
                <a:lnTo>
                  <a:pt x="88" y="65"/>
                </a:lnTo>
                <a:lnTo>
                  <a:pt x="94" y="64"/>
                </a:lnTo>
                <a:lnTo>
                  <a:pt x="95" y="68"/>
                </a:lnTo>
                <a:lnTo>
                  <a:pt x="92" y="71"/>
                </a:lnTo>
                <a:lnTo>
                  <a:pt x="91" y="70"/>
                </a:lnTo>
                <a:lnTo>
                  <a:pt x="97" y="64"/>
                </a:lnTo>
                <a:moveTo>
                  <a:pt x="89" y="73"/>
                </a:moveTo>
                <a:lnTo>
                  <a:pt x="81" y="75"/>
                </a:lnTo>
                <a:lnTo>
                  <a:pt x="80" y="67"/>
                </a:lnTo>
                <a:lnTo>
                  <a:pt x="88" y="65"/>
                </a:lnTo>
                <a:lnTo>
                  <a:pt x="89" y="73"/>
                </a:lnTo>
                <a:moveTo>
                  <a:pt x="81" y="75"/>
                </a:moveTo>
                <a:lnTo>
                  <a:pt x="73" y="76"/>
                </a:lnTo>
                <a:lnTo>
                  <a:pt x="72" y="68"/>
                </a:lnTo>
                <a:lnTo>
                  <a:pt x="80" y="67"/>
                </a:lnTo>
                <a:lnTo>
                  <a:pt x="81" y="75"/>
                </a:lnTo>
                <a:moveTo>
                  <a:pt x="73" y="76"/>
                </a:moveTo>
                <a:lnTo>
                  <a:pt x="66" y="78"/>
                </a:lnTo>
                <a:lnTo>
                  <a:pt x="64" y="70"/>
                </a:lnTo>
                <a:lnTo>
                  <a:pt x="72" y="68"/>
                </a:lnTo>
                <a:lnTo>
                  <a:pt x="73" y="76"/>
                </a:lnTo>
                <a:moveTo>
                  <a:pt x="66" y="78"/>
                </a:moveTo>
                <a:lnTo>
                  <a:pt x="58" y="79"/>
                </a:lnTo>
                <a:lnTo>
                  <a:pt x="56" y="71"/>
                </a:lnTo>
                <a:lnTo>
                  <a:pt x="64" y="70"/>
                </a:lnTo>
                <a:lnTo>
                  <a:pt x="66" y="78"/>
                </a:lnTo>
                <a:moveTo>
                  <a:pt x="58" y="79"/>
                </a:moveTo>
                <a:lnTo>
                  <a:pt x="50" y="81"/>
                </a:lnTo>
                <a:lnTo>
                  <a:pt x="48" y="73"/>
                </a:lnTo>
                <a:lnTo>
                  <a:pt x="56" y="71"/>
                </a:lnTo>
                <a:lnTo>
                  <a:pt x="58" y="79"/>
                </a:lnTo>
                <a:moveTo>
                  <a:pt x="50" y="81"/>
                </a:moveTo>
                <a:lnTo>
                  <a:pt x="42" y="82"/>
                </a:lnTo>
                <a:lnTo>
                  <a:pt x="40" y="74"/>
                </a:lnTo>
                <a:lnTo>
                  <a:pt x="48" y="73"/>
                </a:lnTo>
                <a:lnTo>
                  <a:pt x="50" y="81"/>
                </a:lnTo>
                <a:moveTo>
                  <a:pt x="42" y="82"/>
                </a:moveTo>
                <a:lnTo>
                  <a:pt x="33" y="84"/>
                </a:lnTo>
                <a:lnTo>
                  <a:pt x="31" y="76"/>
                </a:lnTo>
                <a:lnTo>
                  <a:pt x="40" y="74"/>
                </a:lnTo>
                <a:lnTo>
                  <a:pt x="42" y="82"/>
                </a:lnTo>
                <a:moveTo>
                  <a:pt x="33" y="84"/>
                </a:moveTo>
                <a:lnTo>
                  <a:pt x="25" y="86"/>
                </a:lnTo>
                <a:lnTo>
                  <a:pt x="23" y="78"/>
                </a:lnTo>
                <a:lnTo>
                  <a:pt x="31" y="76"/>
                </a:lnTo>
                <a:lnTo>
                  <a:pt x="33" y="84"/>
                </a:lnTo>
                <a:moveTo>
                  <a:pt x="25" y="86"/>
                </a:moveTo>
                <a:lnTo>
                  <a:pt x="17" y="88"/>
                </a:lnTo>
                <a:lnTo>
                  <a:pt x="15" y="79"/>
                </a:lnTo>
                <a:lnTo>
                  <a:pt x="23" y="78"/>
                </a:lnTo>
                <a:lnTo>
                  <a:pt x="25" y="86"/>
                </a:lnTo>
                <a:moveTo>
                  <a:pt x="17" y="88"/>
                </a:moveTo>
                <a:lnTo>
                  <a:pt x="9" y="90"/>
                </a:lnTo>
                <a:lnTo>
                  <a:pt x="7" y="81"/>
                </a:lnTo>
                <a:lnTo>
                  <a:pt x="15" y="79"/>
                </a:lnTo>
                <a:lnTo>
                  <a:pt x="17" y="88"/>
                </a:lnTo>
                <a:moveTo>
                  <a:pt x="9" y="90"/>
                </a:moveTo>
                <a:lnTo>
                  <a:pt x="0" y="91"/>
                </a:lnTo>
                <a:lnTo>
                  <a:pt x="3" y="79"/>
                </a:lnTo>
                <a:lnTo>
                  <a:pt x="11" y="81"/>
                </a:lnTo>
                <a:lnTo>
                  <a:pt x="9" y="87"/>
                </a:lnTo>
                <a:lnTo>
                  <a:pt x="5" y="86"/>
                </a:lnTo>
                <a:lnTo>
                  <a:pt x="5" y="81"/>
                </a:lnTo>
                <a:lnTo>
                  <a:pt x="7" y="81"/>
                </a:lnTo>
                <a:lnTo>
                  <a:pt x="9" y="90"/>
                </a:lnTo>
                <a:moveTo>
                  <a:pt x="3" y="79"/>
                </a:moveTo>
                <a:lnTo>
                  <a:pt x="5" y="71"/>
                </a:lnTo>
                <a:lnTo>
                  <a:pt x="13" y="73"/>
                </a:lnTo>
                <a:lnTo>
                  <a:pt x="11" y="81"/>
                </a:lnTo>
                <a:lnTo>
                  <a:pt x="3" y="79"/>
                </a:lnTo>
                <a:moveTo>
                  <a:pt x="5" y="71"/>
                </a:moveTo>
                <a:lnTo>
                  <a:pt x="7" y="64"/>
                </a:lnTo>
                <a:lnTo>
                  <a:pt x="15" y="66"/>
                </a:lnTo>
                <a:lnTo>
                  <a:pt x="13" y="73"/>
                </a:lnTo>
                <a:lnTo>
                  <a:pt x="5" y="71"/>
                </a:lnTo>
                <a:moveTo>
                  <a:pt x="7" y="64"/>
                </a:moveTo>
                <a:lnTo>
                  <a:pt x="9" y="56"/>
                </a:lnTo>
                <a:lnTo>
                  <a:pt x="17" y="58"/>
                </a:lnTo>
                <a:lnTo>
                  <a:pt x="15" y="66"/>
                </a:lnTo>
                <a:lnTo>
                  <a:pt x="7" y="64"/>
                </a:lnTo>
                <a:moveTo>
                  <a:pt x="9" y="56"/>
                </a:moveTo>
                <a:lnTo>
                  <a:pt x="11" y="48"/>
                </a:lnTo>
                <a:lnTo>
                  <a:pt x="19" y="50"/>
                </a:lnTo>
                <a:lnTo>
                  <a:pt x="17" y="58"/>
                </a:lnTo>
                <a:lnTo>
                  <a:pt x="9" y="56"/>
                </a:lnTo>
                <a:moveTo>
                  <a:pt x="11" y="48"/>
                </a:moveTo>
                <a:lnTo>
                  <a:pt x="14" y="40"/>
                </a:lnTo>
                <a:lnTo>
                  <a:pt x="21" y="42"/>
                </a:lnTo>
                <a:lnTo>
                  <a:pt x="19" y="50"/>
                </a:lnTo>
                <a:lnTo>
                  <a:pt x="11" y="48"/>
                </a:lnTo>
                <a:moveTo>
                  <a:pt x="14" y="40"/>
                </a:moveTo>
                <a:lnTo>
                  <a:pt x="16" y="32"/>
                </a:lnTo>
                <a:lnTo>
                  <a:pt x="24" y="35"/>
                </a:lnTo>
                <a:lnTo>
                  <a:pt x="21" y="42"/>
                </a:lnTo>
                <a:lnTo>
                  <a:pt x="14" y="40"/>
                </a:lnTo>
                <a:moveTo>
                  <a:pt x="16" y="32"/>
                </a:moveTo>
                <a:lnTo>
                  <a:pt x="18" y="25"/>
                </a:lnTo>
                <a:lnTo>
                  <a:pt x="26" y="27"/>
                </a:lnTo>
                <a:lnTo>
                  <a:pt x="24" y="35"/>
                </a:lnTo>
                <a:lnTo>
                  <a:pt x="16" y="32"/>
                </a:lnTo>
                <a:moveTo>
                  <a:pt x="18" y="25"/>
                </a:moveTo>
                <a:lnTo>
                  <a:pt x="20" y="17"/>
                </a:lnTo>
                <a:lnTo>
                  <a:pt x="28" y="19"/>
                </a:lnTo>
                <a:lnTo>
                  <a:pt x="26" y="27"/>
                </a:lnTo>
                <a:lnTo>
                  <a:pt x="18" y="25"/>
                </a:lnTo>
                <a:moveTo>
                  <a:pt x="20" y="17"/>
                </a:moveTo>
                <a:lnTo>
                  <a:pt x="22" y="9"/>
                </a:lnTo>
                <a:lnTo>
                  <a:pt x="30" y="11"/>
                </a:lnTo>
                <a:lnTo>
                  <a:pt x="28" y="19"/>
                </a:lnTo>
                <a:lnTo>
                  <a:pt x="20" y="17"/>
                </a:lnTo>
                <a:moveTo>
                  <a:pt x="22" y="9"/>
                </a:moveTo>
                <a:lnTo>
                  <a:pt x="25" y="0"/>
                </a:lnTo>
                <a:lnTo>
                  <a:pt x="36" y="10"/>
                </a:lnTo>
                <a:lnTo>
                  <a:pt x="30" y="16"/>
                </a:lnTo>
                <a:lnTo>
                  <a:pt x="24" y="10"/>
                </a:lnTo>
                <a:lnTo>
                  <a:pt x="27" y="7"/>
                </a:lnTo>
                <a:lnTo>
                  <a:pt x="31" y="8"/>
                </a:lnTo>
                <a:lnTo>
                  <a:pt x="30" y="11"/>
                </a:lnTo>
                <a:lnTo>
                  <a:pt x="22" y="9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3271680" y="2616120"/>
            <a:ext cx="4861080" cy="647640"/>
          </a:xfrm>
          <a:custGeom>
            <a:avLst/>
            <a:gdLst/>
            <a:ahLst/>
            <a:rect l="0" t="0" r="r" b="b"/>
            <a:pathLst>
              <a:path fill="none" w="13503" h="1799">
                <a:moveTo>
                  <a:pt x="13503" y="1536"/>
                </a:moveTo>
                <a:lnTo>
                  <a:pt x="13395" y="1580"/>
                </a:lnTo>
                <a:cubicBezTo>
                  <a:pt x="13286" y="1624"/>
                  <a:pt x="13068" y="1711"/>
                  <a:pt x="12678" y="1755"/>
                </a:cubicBezTo>
                <a:cubicBezTo>
                  <a:pt x="12289" y="1799"/>
                  <a:pt x="11727" y="1799"/>
                  <a:pt x="11149" y="1799"/>
                </a:cubicBezTo>
                <a:cubicBezTo>
                  <a:pt x="10571" y="1799"/>
                  <a:pt x="9978" y="1799"/>
                  <a:pt x="9371" y="1799"/>
                </a:cubicBezTo>
                <a:cubicBezTo>
                  <a:pt x="8765" y="1799"/>
                  <a:pt x="8144" y="1799"/>
                  <a:pt x="7491" y="1799"/>
                </a:cubicBezTo>
                <a:cubicBezTo>
                  <a:pt x="6837" y="1799"/>
                  <a:pt x="6150" y="1799"/>
                  <a:pt x="5529" y="1799"/>
                </a:cubicBezTo>
                <a:cubicBezTo>
                  <a:pt x="4907" y="1799"/>
                  <a:pt x="4352" y="1799"/>
                  <a:pt x="3758" y="1799"/>
                </a:cubicBezTo>
                <a:cubicBezTo>
                  <a:pt x="3163" y="1799"/>
                  <a:pt x="2529" y="1799"/>
                  <a:pt x="1897" y="1499"/>
                </a:cubicBezTo>
                <a:cubicBezTo>
                  <a:pt x="1264" y="1200"/>
                  <a:pt x="632" y="599"/>
                  <a:pt x="316" y="300"/>
                </a:cubicBezTo>
                <a:lnTo>
                  <a:pt x="0" y="0"/>
                </a:lnTo>
              </a:path>
            </a:pathLst>
          </a:custGeom>
          <a:ln w="3600">
            <a:solidFill>
              <a:srgbClr val="333333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3261240" y="2606040"/>
            <a:ext cx="31320" cy="30960"/>
          </a:xfrm>
          <a:custGeom>
            <a:avLst/>
            <a:gdLst/>
            <a:ahLst/>
            <a:rect l="0" t="0" r="r" b="b"/>
            <a:pathLst>
              <a:path w="87" h="86">
                <a:moveTo>
                  <a:pt x="32" y="86"/>
                </a:moveTo>
                <a:lnTo>
                  <a:pt x="0" y="0"/>
                </a:lnTo>
                <a:lnTo>
                  <a:pt x="87" y="27"/>
                </a:lnTo>
                <a:lnTo>
                  <a:pt x="32" y="86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5" name=""/>
          <p:cNvSpPr/>
          <p:nvPr/>
        </p:nvSpPr>
        <p:spPr>
          <a:xfrm>
            <a:off x="3258720" y="2603880"/>
            <a:ext cx="36720" cy="36000"/>
          </a:xfrm>
          <a:custGeom>
            <a:avLst/>
            <a:gdLst/>
            <a:ahLst/>
            <a:rect l="0" t="0" r="r" b="b"/>
            <a:pathLst>
              <a:path w="102" h="100">
                <a:moveTo>
                  <a:pt x="31" y="86"/>
                </a:moveTo>
                <a:lnTo>
                  <a:pt x="28" y="79"/>
                </a:lnTo>
                <a:lnTo>
                  <a:pt x="36" y="76"/>
                </a:lnTo>
                <a:lnTo>
                  <a:pt x="39" y="83"/>
                </a:lnTo>
                <a:lnTo>
                  <a:pt x="31" y="86"/>
                </a:lnTo>
                <a:moveTo>
                  <a:pt x="28" y="79"/>
                </a:moveTo>
                <a:lnTo>
                  <a:pt x="26" y="71"/>
                </a:lnTo>
                <a:lnTo>
                  <a:pt x="33" y="67"/>
                </a:lnTo>
                <a:lnTo>
                  <a:pt x="36" y="76"/>
                </a:lnTo>
                <a:lnTo>
                  <a:pt x="28" y="79"/>
                </a:lnTo>
                <a:moveTo>
                  <a:pt x="26" y="71"/>
                </a:moveTo>
                <a:lnTo>
                  <a:pt x="23" y="62"/>
                </a:lnTo>
                <a:lnTo>
                  <a:pt x="30" y="60"/>
                </a:lnTo>
                <a:lnTo>
                  <a:pt x="33" y="67"/>
                </a:lnTo>
                <a:lnTo>
                  <a:pt x="26" y="71"/>
                </a:lnTo>
                <a:moveTo>
                  <a:pt x="23" y="62"/>
                </a:moveTo>
                <a:lnTo>
                  <a:pt x="20" y="55"/>
                </a:lnTo>
                <a:lnTo>
                  <a:pt x="28" y="52"/>
                </a:lnTo>
                <a:lnTo>
                  <a:pt x="30" y="60"/>
                </a:lnTo>
                <a:lnTo>
                  <a:pt x="23" y="62"/>
                </a:lnTo>
                <a:moveTo>
                  <a:pt x="20" y="55"/>
                </a:moveTo>
                <a:lnTo>
                  <a:pt x="17" y="47"/>
                </a:lnTo>
                <a:lnTo>
                  <a:pt x="25" y="44"/>
                </a:lnTo>
                <a:lnTo>
                  <a:pt x="28" y="52"/>
                </a:lnTo>
                <a:lnTo>
                  <a:pt x="20" y="55"/>
                </a:lnTo>
                <a:moveTo>
                  <a:pt x="17" y="47"/>
                </a:moveTo>
                <a:lnTo>
                  <a:pt x="15" y="40"/>
                </a:lnTo>
                <a:lnTo>
                  <a:pt x="22" y="37"/>
                </a:lnTo>
                <a:lnTo>
                  <a:pt x="25" y="44"/>
                </a:lnTo>
                <a:lnTo>
                  <a:pt x="17" y="47"/>
                </a:lnTo>
                <a:moveTo>
                  <a:pt x="15" y="40"/>
                </a:moveTo>
                <a:lnTo>
                  <a:pt x="12" y="32"/>
                </a:lnTo>
                <a:lnTo>
                  <a:pt x="19" y="29"/>
                </a:lnTo>
                <a:lnTo>
                  <a:pt x="22" y="37"/>
                </a:lnTo>
                <a:lnTo>
                  <a:pt x="15" y="40"/>
                </a:lnTo>
                <a:moveTo>
                  <a:pt x="12" y="32"/>
                </a:moveTo>
                <a:lnTo>
                  <a:pt x="9" y="24"/>
                </a:lnTo>
                <a:lnTo>
                  <a:pt x="17" y="22"/>
                </a:lnTo>
                <a:lnTo>
                  <a:pt x="19" y="29"/>
                </a:lnTo>
                <a:lnTo>
                  <a:pt x="12" y="32"/>
                </a:lnTo>
                <a:moveTo>
                  <a:pt x="9" y="24"/>
                </a:moveTo>
                <a:lnTo>
                  <a:pt x="6" y="17"/>
                </a:lnTo>
                <a:lnTo>
                  <a:pt x="14" y="14"/>
                </a:lnTo>
                <a:lnTo>
                  <a:pt x="17" y="22"/>
                </a:lnTo>
                <a:lnTo>
                  <a:pt x="9" y="24"/>
                </a:lnTo>
                <a:moveTo>
                  <a:pt x="6" y="17"/>
                </a:moveTo>
                <a:lnTo>
                  <a:pt x="3" y="9"/>
                </a:lnTo>
                <a:lnTo>
                  <a:pt x="11" y="6"/>
                </a:lnTo>
                <a:lnTo>
                  <a:pt x="14" y="14"/>
                </a:lnTo>
                <a:lnTo>
                  <a:pt x="6" y="17"/>
                </a:lnTo>
                <a:moveTo>
                  <a:pt x="3" y="9"/>
                </a:moveTo>
                <a:lnTo>
                  <a:pt x="0" y="0"/>
                </a:lnTo>
                <a:lnTo>
                  <a:pt x="14" y="4"/>
                </a:lnTo>
                <a:lnTo>
                  <a:pt x="12" y="12"/>
                </a:lnTo>
                <a:lnTo>
                  <a:pt x="6" y="10"/>
                </a:lnTo>
                <a:lnTo>
                  <a:pt x="7" y="6"/>
                </a:lnTo>
                <a:lnTo>
                  <a:pt x="11" y="5"/>
                </a:lnTo>
                <a:lnTo>
                  <a:pt x="11" y="6"/>
                </a:lnTo>
                <a:lnTo>
                  <a:pt x="3" y="9"/>
                </a:lnTo>
                <a:moveTo>
                  <a:pt x="14" y="4"/>
                </a:moveTo>
                <a:lnTo>
                  <a:pt x="22" y="7"/>
                </a:lnTo>
                <a:lnTo>
                  <a:pt x="20" y="14"/>
                </a:lnTo>
                <a:lnTo>
                  <a:pt x="12" y="12"/>
                </a:lnTo>
                <a:lnTo>
                  <a:pt x="14" y="4"/>
                </a:lnTo>
                <a:moveTo>
                  <a:pt x="22" y="7"/>
                </a:moveTo>
                <a:lnTo>
                  <a:pt x="30" y="9"/>
                </a:lnTo>
                <a:lnTo>
                  <a:pt x="27" y="17"/>
                </a:lnTo>
                <a:lnTo>
                  <a:pt x="20" y="14"/>
                </a:lnTo>
                <a:lnTo>
                  <a:pt x="22" y="7"/>
                </a:lnTo>
                <a:moveTo>
                  <a:pt x="30" y="9"/>
                </a:moveTo>
                <a:lnTo>
                  <a:pt x="38" y="11"/>
                </a:lnTo>
                <a:lnTo>
                  <a:pt x="35" y="19"/>
                </a:lnTo>
                <a:lnTo>
                  <a:pt x="27" y="17"/>
                </a:lnTo>
                <a:lnTo>
                  <a:pt x="30" y="9"/>
                </a:lnTo>
                <a:moveTo>
                  <a:pt x="38" y="11"/>
                </a:moveTo>
                <a:lnTo>
                  <a:pt x="45" y="14"/>
                </a:lnTo>
                <a:lnTo>
                  <a:pt x="43" y="22"/>
                </a:lnTo>
                <a:lnTo>
                  <a:pt x="35" y="19"/>
                </a:lnTo>
                <a:lnTo>
                  <a:pt x="38" y="11"/>
                </a:lnTo>
                <a:moveTo>
                  <a:pt x="45" y="14"/>
                </a:moveTo>
                <a:lnTo>
                  <a:pt x="53" y="16"/>
                </a:lnTo>
                <a:lnTo>
                  <a:pt x="51" y="24"/>
                </a:lnTo>
                <a:lnTo>
                  <a:pt x="43" y="22"/>
                </a:lnTo>
                <a:lnTo>
                  <a:pt x="45" y="14"/>
                </a:lnTo>
                <a:moveTo>
                  <a:pt x="53" y="16"/>
                </a:moveTo>
                <a:lnTo>
                  <a:pt x="61" y="19"/>
                </a:lnTo>
                <a:lnTo>
                  <a:pt x="58" y="26"/>
                </a:lnTo>
                <a:lnTo>
                  <a:pt x="51" y="24"/>
                </a:lnTo>
                <a:lnTo>
                  <a:pt x="53" y="16"/>
                </a:lnTo>
                <a:moveTo>
                  <a:pt x="61" y="19"/>
                </a:moveTo>
                <a:lnTo>
                  <a:pt x="68" y="21"/>
                </a:lnTo>
                <a:lnTo>
                  <a:pt x="66" y="29"/>
                </a:lnTo>
                <a:lnTo>
                  <a:pt x="58" y="26"/>
                </a:lnTo>
                <a:lnTo>
                  <a:pt x="61" y="19"/>
                </a:lnTo>
                <a:moveTo>
                  <a:pt x="68" y="21"/>
                </a:moveTo>
                <a:lnTo>
                  <a:pt x="76" y="23"/>
                </a:lnTo>
                <a:lnTo>
                  <a:pt x="74" y="31"/>
                </a:lnTo>
                <a:lnTo>
                  <a:pt x="66" y="29"/>
                </a:lnTo>
                <a:lnTo>
                  <a:pt x="68" y="21"/>
                </a:lnTo>
                <a:moveTo>
                  <a:pt x="76" y="23"/>
                </a:moveTo>
                <a:lnTo>
                  <a:pt x="84" y="26"/>
                </a:lnTo>
                <a:lnTo>
                  <a:pt x="82" y="33"/>
                </a:lnTo>
                <a:lnTo>
                  <a:pt x="74" y="31"/>
                </a:lnTo>
                <a:lnTo>
                  <a:pt x="76" y="23"/>
                </a:lnTo>
                <a:moveTo>
                  <a:pt x="84" y="26"/>
                </a:moveTo>
                <a:lnTo>
                  <a:pt x="92" y="28"/>
                </a:lnTo>
                <a:lnTo>
                  <a:pt x="89" y="36"/>
                </a:lnTo>
                <a:lnTo>
                  <a:pt x="82" y="33"/>
                </a:lnTo>
                <a:lnTo>
                  <a:pt x="84" y="26"/>
                </a:lnTo>
                <a:moveTo>
                  <a:pt x="92" y="28"/>
                </a:moveTo>
                <a:lnTo>
                  <a:pt x="102" y="31"/>
                </a:lnTo>
                <a:lnTo>
                  <a:pt x="93" y="39"/>
                </a:lnTo>
                <a:lnTo>
                  <a:pt x="87" y="34"/>
                </a:lnTo>
                <a:lnTo>
                  <a:pt x="90" y="30"/>
                </a:lnTo>
                <a:lnTo>
                  <a:pt x="93" y="33"/>
                </a:lnTo>
                <a:lnTo>
                  <a:pt x="92" y="37"/>
                </a:lnTo>
                <a:lnTo>
                  <a:pt x="89" y="36"/>
                </a:lnTo>
                <a:lnTo>
                  <a:pt x="92" y="28"/>
                </a:lnTo>
                <a:moveTo>
                  <a:pt x="93" y="39"/>
                </a:moveTo>
                <a:lnTo>
                  <a:pt x="87" y="45"/>
                </a:lnTo>
                <a:lnTo>
                  <a:pt x="81" y="39"/>
                </a:lnTo>
                <a:lnTo>
                  <a:pt x="87" y="34"/>
                </a:lnTo>
                <a:lnTo>
                  <a:pt x="93" y="39"/>
                </a:lnTo>
                <a:moveTo>
                  <a:pt x="87" y="45"/>
                </a:moveTo>
                <a:lnTo>
                  <a:pt x="82" y="51"/>
                </a:lnTo>
                <a:lnTo>
                  <a:pt x="76" y="45"/>
                </a:lnTo>
                <a:lnTo>
                  <a:pt x="81" y="39"/>
                </a:lnTo>
                <a:lnTo>
                  <a:pt x="87" y="45"/>
                </a:lnTo>
                <a:moveTo>
                  <a:pt x="82" y="51"/>
                </a:moveTo>
                <a:lnTo>
                  <a:pt x="76" y="57"/>
                </a:lnTo>
                <a:lnTo>
                  <a:pt x="70" y="51"/>
                </a:lnTo>
                <a:lnTo>
                  <a:pt x="76" y="45"/>
                </a:lnTo>
                <a:lnTo>
                  <a:pt x="82" y="51"/>
                </a:lnTo>
                <a:moveTo>
                  <a:pt x="76" y="57"/>
                </a:moveTo>
                <a:lnTo>
                  <a:pt x="70" y="63"/>
                </a:lnTo>
                <a:lnTo>
                  <a:pt x="65" y="57"/>
                </a:lnTo>
                <a:lnTo>
                  <a:pt x="70" y="51"/>
                </a:lnTo>
                <a:lnTo>
                  <a:pt x="76" y="57"/>
                </a:lnTo>
                <a:moveTo>
                  <a:pt x="70" y="63"/>
                </a:moveTo>
                <a:lnTo>
                  <a:pt x="65" y="70"/>
                </a:lnTo>
                <a:lnTo>
                  <a:pt x="59" y="63"/>
                </a:lnTo>
                <a:lnTo>
                  <a:pt x="65" y="57"/>
                </a:lnTo>
                <a:lnTo>
                  <a:pt x="70" y="63"/>
                </a:lnTo>
                <a:moveTo>
                  <a:pt x="65" y="70"/>
                </a:moveTo>
                <a:lnTo>
                  <a:pt x="59" y="75"/>
                </a:lnTo>
                <a:lnTo>
                  <a:pt x="53" y="70"/>
                </a:lnTo>
                <a:lnTo>
                  <a:pt x="59" y="63"/>
                </a:lnTo>
                <a:lnTo>
                  <a:pt x="65" y="70"/>
                </a:lnTo>
                <a:moveTo>
                  <a:pt x="59" y="75"/>
                </a:moveTo>
                <a:lnTo>
                  <a:pt x="54" y="81"/>
                </a:lnTo>
                <a:lnTo>
                  <a:pt x="48" y="76"/>
                </a:lnTo>
                <a:lnTo>
                  <a:pt x="53" y="70"/>
                </a:lnTo>
                <a:lnTo>
                  <a:pt x="59" y="75"/>
                </a:lnTo>
                <a:moveTo>
                  <a:pt x="54" y="81"/>
                </a:moveTo>
                <a:lnTo>
                  <a:pt x="48" y="87"/>
                </a:lnTo>
                <a:lnTo>
                  <a:pt x="42" y="82"/>
                </a:lnTo>
                <a:lnTo>
                  <a:pt x="48" y="76"/>
                </a:lnTo>
                <a:lnTo>
                  <a:pt x="54" y="81"/>
                </a:lnTo>
                <a:moveTo>
                  <a:pt x="48" y="87"/>
                </a:moveTo>
                <a:lnTo>
                  <a:pt x="43" y="93"/>
                </a:lnTo>
                <a:lnTo>
                  <a:pt x="37" y="87"/>
                </a:lnTo>
                <a:lnTo>
                  <a:pt x="42" y="82"/>
                </a:lnTo>
                <a:lnTo>
                  <a:pt x="48" y="87"/>
                </a:lnTo>
                <a:moveTo>
                  <a:pt x="43" y="93"/>
                </a:moveTo>
                <a:lnTo>
                  <a:pt x="36" y="100"/>
                </a:lnTo>
                <a:lnTo>
                  <a:pt x="31" y="86"/>
                </a:lnTo>
                <a:lnTo>
                  <a:pt x="39" y="83"/>
                </a:lnTo>
                <a:lnTo>
                  <a:pt x="41" y="91"/>
                </a:lnTo>
                <a:lnTo>
                  <a:pt x="38" y="92"/>
                </a:lnTo>
                <a:lnTo>
                  <a:pt x="35" y="90"/>
                </a:lnTo>
                <a:lnTo>
                  <a:pt x="37" y="87"/>
                </a:lnTo>
                <a:lnTo>
                  <a:pt x="43" y="93"/>
                </a:lnTo>
                <a:close/>
              </a:path>
            </a:pathLst>
          </a:custGeom>
          <a:solidFill>
            <a:srgbClr val="3333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6" name=""/>
          <p:cNvSpPr/>
          <p:nvPr/>
        </p:nvSpPr>
        <p:spPr>
          <a:xfrm>
            <a:off x="918720" y="2303280"/>
            <a:ext cx="459000" cy="87480"/>
          </a:xfrm>
          <a:custGeom>
            <a:avLst/>
            <a:gdLst/>
            <a:ahLst/>
            <a:rect l="0" t="0" r="r" b="b"/>
            <a:pathLst>
              <a:path w="1275" h="243">
                <a:moveTo>
                  <a:pt x="0" y="0"/>
                </a:moveTo>
                <a:lnTo>
                  <a:pt x="1275" y="0"/>
                </a:lnTo>
                <a:lnTo>
                  <a:pt x="1275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/>
          <p:nvPr/>
        </p:nvSpPr>
        <p:spPr>
          <a:xfrm>
            <a:off x="918720" y="2303280"/>
            <a:ext cx="459000" cy="87480"/>
          </a:xfrm>
          <a:custGeom>
            <a:avLst/>
            <a:gdLst/>
            <a:ahLst/>
            <a:rect l="0" t="0" r="r" b="b"/>
            <a:pathLst>
              <a:path w="1275" h="243">
                <a:moveTo>
                  <a:pt x="0" y="0"/>
                </a:moveTo>
                <a:lnTo>
                  <a:pt x="1275" y="0"/>
                </a:lnTo>
                <a:lnTo>
                  <a:pt x="1275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439920" y="1539000"/>
            <a:ext cx="493092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in de jaren 2010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2248560" y="2303280"/>
            <a:ext cx="229680" cy="87840"/>
          </a:xfrm>
          <a:custGeom>
            <a:avLst/>
            <a:gdLst/>
            <a:ahLst/>
            <a:rect l="0" t="0" r="r" b="b"/>
            <a:pathLst>
              <a:path w="638" h="244">
                <a:moveTo>
                  <a:pt x="0" y="0"/>
                </a:moveTo>
                <a:lnTo>
                  <a:pt x="638" y="0"/>
                </a:lnTo>
                <a:lnTo>
                  <a:pt x="63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2248560" y="2303280"/>
            <a:ext cx="229680" cy="87840"/>
          </a:xfrm>
          <a:custGeom>
            <a:avLst/>
            <a:gdLst/>
            <a:ahLst/>
            <a:rect l="0" t="0" r="r" b="b"/>
            <a:pathLst>
              <a:path w="638" h="244">
                <a:moveTo>
                  <a:pt x="0" y="0"/>
                </a:moveTo>
                <a:lnTo>
                  <a:pt x="638" y="0"/>
                </a:lnTo>
                <a:lnTo>
                  <a:pt x="638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918720" y="2311200"/>
            <a:ext cx="455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/>
          <p:nvPr/>
        </p:nvSpPr>
        <p:spPr>
          <a:xfrm>
            <a:off x="3627720" y="2216880"/>
            <a:ext cx="648360" cy="87840"/>
          </a:xfrm>
          <a:custGeom>
            <a:avLst/>
            <a:gdLst/>
            <a:ahLst/>
            <a:rect l="0" t="0" r="r" b="b"/>
            <a:pathLst>
              <a:path w="1801" h="244">
                <a:moveTo>
                  <a:pt x="0" y="0"/>
                </a:moveTo>
                <a:lnTo>
                  <a:pt x="1801" y="0"/>
                </a:lnTo>
                <a:lnTo>
                  <a:pt x="180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/>
          <p:nvPr/>
        </p:nvSpPr>
        <p:spPr>
          <a:xfrm>
            <a:off x="3627720" y="2216880"/>
            <a:ext cx="648360" cy="87840"/>
          </a:xfrm>
          <a:custGeom>
            <a:avLst/>
            <a:gdLst/>
            <a:ahLst/>
            <a:rect l="0" t="0" r="r" b="b"/>
            <a:pathLst>
              <a:path w="1801" h="244">
                <a:moveTo>
                  <a:pt x="0" y="0"/>
                </a:moveTo>
                <a:lnTo>
                  <a:pt x="1801" y="0"/>
                </a:lnTo>
                <a:lnTo>
                  <a:pt x="1801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 txBox="1"/>
          <p:nvPr/>
        </p:nvSpPr>
        <p:spPr>
          <a:xfrm>
            <a:off x="2248920" y="2311200"/>
            <a:ext cx="2278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/>
          <p:nvPr/>
        </p:nvSpPr>
        <p:spPr>
          <a:xfrm>
            <a:off x="3812400" y="2376720"/>
            <a:ext cx="284400" cy="87840"/>
          </a:xfrm>
          <a:custGeom>
            <a:avLst/>
            <a:gdLst/>
            <a:ahLst/>
            <a:rect l="0" t="0" r="r" b="b"/>
            <a:pathLst>
              <a:path w="790" h="244">
                <a:moveTo>
                  <a:pt x="0" y="0"/>
                </a:moveTo>
                <a:lnTo>
                  <a:pt x="790" y="0"/>
                </a:lnTo>
                <a:lnTo>
                  <a:pt x="790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3812400" y="2376720"/>
            <a:ext cx="284400" cy="87840"/>
          </a:xfrm>
          <a:custGeom>
            <a:avLst/>
            <a:gdLst/>
            <a:ahLst/>
            <a:rect l="0" t="0" r="r" b="b"/>
            <a:pathLst>
              <a:path w="790" h="244">
                <a:moveTo>
                  <a:pt x="0" y="0"/>
                </a:moveTo>
                <a:lnTo>
                  <a:pt x="790" y="0"/>
                </a:lnTo>
                <a:lnTo>
                  <a:pt x="790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 txBox="1"/>
          <p:nvPr/>
        </p:nvSpPr>
        <p:spPr>
          <a:xfrm>
            <a:off x="3628080" y="2225160"/>
            <a:ext cx="6436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/>
          <p:nvPr/>
        </p:nvSpPr>
        <p:spPr>
          <a:xfrm>
            <a:off x="2226960" y="2463480"/>
            <a:ext cx="273240" cy="87480"/>
          </a:xfrm>
          <a:custGeom>
            <a:avLst/>
            <a:gdLst/>
            <a:ahLst/>
            <a:rect l="0" t="0" r="r" b="b"/>
            <a:pathLst>
              <a:path w="759" h="243">
                <a:moveTo>
                  <a:pt x="0" y="0"/>
                </a:moveTo>
                <a:lnTo>
                  <a:pt x="759" y="0"/>
                </a:lnTo>
                <a:lnTo>
                  <a:pt x="759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/>
          <p:nvPr/>
        </p:nvSpPr>
        <p:spPr>
          <a:xfrm>
            <a:off x="2226960" y="2463480"/>
            <a:ext cx="273240" cy="87480"/>
          </a:xfrm>
          <a:custGeom>
            <a:avLst/>
            <a:gdLst/>
            <a:ahLst/>
            <a:rect l="0" t="0" r="r" b="b"/>
            <a:pathLst>
              <a:path w="759" h="243">
                <a:moveTo>
                  <a:pt x="0" y="0"/>
                </a:moveTo>
                <a:lnTo>
                  <a:pt x="759" y="0"/>
                </a:lnTo>
                <a:lnTo>
                  <a:pt x="759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 txBox="1"/>
          <p:nvPr/>
        </p:nvSpPr>
        <p:spPr>
          <a:xfrm>
            <a:off x="3812760" y="2385000"/>
            <a:ext cx="279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/>
          <p:nvPr/>
        </p:nvSpPr>
        <p:spPr>
          <a:xfrm>
            <a:off x="1067400" y="2463480"/>
            <a:ext cx="160560" cy="87480"/>
          </a:xfrm>
          <a:custGeom>
            <a:avLst/>
            <a:gdLst/>
            <a:ahLst/>
            <a:rect l="0" t="0" r="r" b="b"/>
            <a:pathLst>
              <a:path w="446" h="243">
                <a:moveTo>
                  <a:pt x="0" y="0"/>
                </a:moveTo>
                <a:lnTo>
                  <a:pt x="446" y="0"/>
                </a:lnTo>
                <a:lnTo>
                  <a:pt x="446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/>
          <p:nvPr/>
        </p:nvSpPr>
        <p:spPr>
          <a:xfrm>
            <a:off x="1067400" y="2463480"/>
            <a:ext cx="160560" cy="87480"/>
          </a:xfrm>
          <a:custGeom>
            <a:avLst/>
            <a:gdLst/>
            <a:ahLst/>
            <a:rect l="0" t="0" r="r" b="b"/>
            <a:pathLst>
              <a:path w="446" h="243">
                <a:moveTo>
                  <a:pt x="0" y="0"/>
                </a:moveTo>
                <a:lnTo>
                  <a:pt x="446" y="0"/>
                </a:lnTo>
                <a:lnTo>
                  <a:pt x="446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2226960" y="2471400"/>
            <a:ext cx="2736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/>
          <p:nvPr/>
        </p:nvSpPr>
        <p:spPr>
          <a:xfrm>
            <a:off x="4998240" y="2296800"/>
            <a:ext cx="480960" cy="87840"/>
          </a:xfrm>
          <a:custGeom>
            <a:avLst/>
            <a:gdLst/>
            <a:ahLst/>
            <a:rect l="0" t="0" r="r" b="b"/>
            <a:pathLst>
              <a:path w="1336" h="244">
                <a:moveTo>
                  <a:pt x="0" y="0"/>
                </a:moveTo>
                <a:lnTo>
                  <a:pt x="1336" y="0"/>
                </a:lnTo>
                <a:lnTo>
                  <a:pt x="133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4998240" y="2296800"/>
            <a:ext cx="480960" cy="87840"/>
          </a:xfrm>
          <a:custGeom>
            <a:avLst/>
            <a:gdLst/>
            <a:ahLst/>
            <a:rect l="0" t="0" r="r" b="b"/>
            <a:pathLst>
              <a:path w="1336" h="244">
                <a:moveTo>
                  <a:pt x="0" y="0"/>
                </a:moveTo>
                <a:lnTo>
                  <a:pt x="1336" y="0"/>
                </a:lnTo>
                <a:lnTo>
                  <a:pt x="133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 txBox="1"/>
          <p:nvPr/>
        </p:nvSpPr>
        <p:spPr>
          <a:xfrm>
            <a:off x="1067760" y="2471400"/>
            <a:ext cx="1609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/>
          <p:nvPr/>
        </p:nvSpPr>
        <p:spPr>
          <a:xfrm>
            <a:off x="6562800" y="2216520"/>
            <a:ext cx="174960" cy="87840"/>
          </a:xfrm>
          <a:custGeom>
            <a:avLst/>
            <a:gdLst/>
            <a:ahLst/>
            <a:rect l="0" t="0" r="r" b="b"/>
            <a:pathLst>
              <a:path w="486" h="244">
                <a:moveTo>
                  <a:pt x="0" y="0"/>
                </a:moveTo>
                <a:lnTo>
                  <a:pt x="486" y="0"/>
                </a:lnTo>
                <a:lnTo>
                  <a:pt x="48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6562800" y="2216520"/>
            <a:ext cx="174960" cy="87840"/>
          </a:xfrm>
          <a:custGeom>
            <a:avLst/>
            <a:gdLst/>
            <a:ahLst/>
            <a:rect l="0" t="0" r="r" b="b"/>
            <a:pathLst>
              <a:path w="486" h="244">
                <a:moveTo>
                  <a:pt x="0" y="0"/>
                </a:moveTo>
                <a:lnTo>
                  <a:pt x="486" y="0"/>
                </a:lnTo>
                <a:lnTo>
                  <a:pt x="486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 txBox="1"/>
          <p:nvPr/>
        </p:nvSpPr>
        <p:spPr>
          <a:xfrm>
            <a:off x="4998600" y="2304720"/>
            <a:ext cx="4809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/>
          <p:nvPr/>
        </p:nvSpPr>
        <p:spPr>
          <a:xfrm>
            <a:off x="7763400" y="2216520"/>
            <a:ext cx="269640" cy="87840"/>
          </a:xfrm>
          <a:custGeom>
            <a:avLst/>
            <a:gdLst/>
            <a:ahLst/>
            <a:rect l="0" t="0" r="r" b="b"/>
            <a:pathLst>
              <a:path w="749" h="244">
                <a:moveTo>
                  <a:pt x="0" y="0"/>
                </a:moveTo>
                <a:lnTo>
                  <a:pt x="749" y="0"/>
                </a:lnTo>
                <a:lnTo>
                  <a:pt x="74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/>
          <p:nvPr/>
        </p:nvSpPr>
        <p:spPr>
          <a:xfrm>
            <a:off x="7763400" y="2216520"/>
            <a:ext cx="269640" cy="87840"/>
          </a:xfrm>
          <a:custGeom>
            <a:avLst/>
            <a:gdLst/>
            <a:ahLst/>
            <a:rect l="0" t="0" r="r" b="b"/>
            <a:pathLst>
              <a:path w="749" h="244">
                <a:moveTo>
                  <a:pt x="0" y="0"/>
                </a:moveTo>
                <a:lnTo>
                  <a:pt x="749" y="0"/>
                </a:lnTo>
                <a:lnTo>
                  <a:pt x="74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 txBox="1"/>
          <p:nvPr/>
        </p:nvSpPr>
        <p:spPr>
          <a:xfrm>
            <a:off x="6563160" y="2224800"/>
            <a:ext cx="176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/>
          <p:nvPr/>
        </p:nvSpPr>
        <p:spPr>
          <a:xfrm>
            <a:off x="6474600" y="2555640"/>
            <a:ext cx="335160" cy="87480"/>
          </a:xfrm>
          <a:custGeom>
            <a:avLst/>
            <a:gdLst/>
            <a:ahLst/>
            <a:rect l="0" t="0" r="r" b="b"/>
            <a:pathLst>
              <a:path w="931" h="243">
                <a:moveTo>
                  <a:pt x="0" y="0"/>
                </a:moveTo>
                <a:lnTo>
                  <a:pt x="931" y="0"/>
                </a:lnTo>
                <a:lnTo>
                  <a:pt x="931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4" name=""/>
          <p:cNvSpPr/>
          <p:nvPr/>
        </p:nvSpPr>
        <p:spPr>
          <a:xfrm>
            <a:off x="6474600" y="2555640"/>
            <a:ext cx="335160" cy="87480"/>
          </a:xfrm>
          <a:custGeom>
            <a:avLst/>
            <a:gdLst/>
            <a:ahLst/>
            <a:rect l="0" t="0" r="r" b="b"/>
            <a:pathLst>
              <a:path w="931" h="243">
                <a:moveTo>
                  <a:pt x="0" y="0"/>
                </a:moveTo>
                <a:lnTo>
                  <a:pt x="931" y="0"/>
                </a:lnTo>
                <a:lnTo>
                  <a:pt x="931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 txBox="1"/>
          <p:nvPr/>
        </p:nvSpPr>
        <p:spPr>
          <a:xfrm>
            <a:off x="7763400" y="2224800"/>
            <a:ext cx="2674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/>
          <p:nvPr/>
        </p:nvSpPr>
        <p:spPr>
          <a:xfrm>
            <a:off x="6508800" y="2899800"/>
            <a:ext cx="284040" cy="87840"/>
          </a:xfrm>
          <a:custGeom>
            <a:avLst/>
            <a:gdLst/>
            <a:ahLst/>
            <a:rect l="0" t="0" r="r" b="b"/>
            <a:pathLst>
              <a:path w="789" h="244">
                <a:moveTo>
                  <a:pt x="0" y="0"/>
                </a:moveTo>
                <a:lnTo>
                  <a:pt x="789" y="0"/>
                </a:lnTo>
                <a:lnTo>
                  <a:pt x="78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6508800" y="2899800"/>
            <a:ext cx="284040" cy="87840"/>
          </a:xfrm>
          <a:custGeom>
            <a:avLst/>
            <a:gdLst/>
            <a:ahLst/>
            <a:rect l="0" t="0" r="r" b="b"/>
            <a:pathLst>
              <a:path w="789" h="244">
                <a:moveTo>
                  <a:pt x="0" y="0"/>
                </a:moveTo>
                <a:lnTo>
                  <a:pt x="789" y="0"/>
                </a:lnTo>
                <a:lnTo>
                  <a:pt x="789" y="244"/>
                </a:lnTo>
                <a:lnTo>
                  <a:pt x="0" y="244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8" name=""/>
          <p:cNvSpPr txBox="1"/>
          <p:nvPr/>
        </p:nvSpPr>
        <p:spPr>
          <a:xfrm>
            <a:off x="6474960" y="2563560"/>
            <a:ext cx="3358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doorstroom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7793280" y="2819880"/>
            <a:ext cx="208080" cy="87480"/>
          </a:xfrm>
          <a:custGeom>
            <a:avLst/>
            <a:gdLst/>
            <a:ahLst/>
            <a:rect l="0" t="0" r="r" b="b"/>
            <a:pathLst>
              <a:path w="578" h="243">
                <a:moveTo>
                  <a:pt x="0" y="0"/>
                </a:moveTo>
                <a:lnTo>
                  <a:pt x="578" y="0"/>
                </a:lnTo>
                <a:lnTo>
                  <a:pt x="578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0" name=""/>
          <p:cNvSpPr/>
          <p:nvPr/>
        </p:nvSpPr>
        <p:spPr>
          <a:xfrm>
            <a:off x="7793280" y="2819880"/>
            <a:ext cx="208080" cy="87480"/>
          </a:xfrm>
          <a:custGeom>
            <a:avLst/>
            <a:gdLst/>
            <a:ahLst/>
            <a:rect l="0" t="0" r="r" b="b"/>
            <a:pathLst>
              <a:path w="578" h="243">
                <a:moveTo>
                  <a:pt x="0" y="0"/>
                </a:moveTo>
                <a:lnTo>
                  <a:pt x="578" y="0"/>
                </a:lnTo>
                <a:lnTo>
                  <a:pt x="578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1" name=""/>
          <p:cNvSpPr txBox="1"/>
          <p:nvPr/>
        </p:nvSpPr>
        <p:spPr>
          <a:xfrm>
            <a:off x="6508800" y="2907720"/>
            <a:ext cx="284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/>
          <p:nvPr/>
        </p:nvSpPr>
        <p:spPr>
          <a:xfrm>
            <a:off x="5802480" y="3219840"/>
            <a:ext cx="357120" cy="87480"/>
          </a:xfrm>
          <a:custGeom>
            <a:avLst/>
            <a:gdLst/>
            <a:ahLst/>
            <a:rect l="0" t="0" r="r" b="b"/>
            <a:pathLst>
              <a:path w="992" h="243">
                <a:moveTo>
                  <a:pt x="0" y="0"/>
                </a:moveTo>
                <a:lnTo>
                  <a:pt x="992" y="0"/>
                </a:lnTo>
                <a:lnTo>
                  <a:pt x="992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/>
          <p:nvPr/>
        </p:nvSpPr>
        <p:spPr>
          <a:xfrm>
            <a:off x="5802480" y="3219840"/>
            <a:ext cx="357120" cy="87480"/>
          </a:xfrm>
          <a:custGeom>
            <a:avLst/>
            <a:gdLst/>
            <a:ahLst/>
            <a:rect l="0" t="0" r="r" b="b"/>
            <a:pathLst>
              <a:path w="992" h="243">
                <a:moveTo>
                  <a:pt x="0" y="0"/>
                </a:moveTo>
                <a:lnTo>
                  <a:pt x="992" y="0"/>
                </a:lnTo>
                <a:lnTo>
                  <a:pt x="992" y="243"/>
                </a:lnTo>
                <a:lnTo>
                  <a:pt x="0" y="24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 txBox="1"/>
          <p:nvPr/>
        </p:nvSpPr>
        <p:spPr>
          <a:xfrm>
            <a:off x="7793640" y="2827800"/>
            <a:ext cx="2080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trainen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/>
          <p:nvPr/>
        </p:nvSpPr>
        <p:spPr>
          <a:xfrm>
            <a:off x="486720" y="2250000"/>
            <a:ext cx="341280" cy="341280"/>
          </a:xfrm>
          <a:custGeom>
            <a:avLst/>
            <a:gdLst/>
            <a:ahLst/>
            <a:rect l="0" t="0" r="r" b="b"/>
            <a:pathLst>
              <a:path w="948" h="948">
                <a:moveTo>
                  <a:pt x="948" y="474"/>
                </a:moveTo>
                <a:cubicBezTo>
                  <a:pt x="948" y="505"/>
                  <a:pt x="945" y="536"/>
                  <a:pt x="939" y="566"/>
                </a:cubicBezTo>
                <a:cubicBezTo>
                  <a:pt x="933" y="597"/>
                  <a:pt x="924" y="626"/>
                  <a:pt x="912" y="655"/>
                </a:cubicBezTo>
                <a:cubicBezTo>
                  <a:pt x="900" y="684"/>
                  <a:pt x="885" y="711"/>
                  <a:pt x="868" y="737"/>
                </a:cubicBezTo>
                <a:cubicBezTo>
                  <a:pt x="851" y="763"/>
                  <a:pt x="831" y="787"/>
                  <a:pt x="809" y="809"/>
                </a:cubicBezTo>
                <a:cubicBezTo>
                  <a:pt x="787" y="831"/>
                  <a:pt x="763" y="850"/>
                  <a:pt x="737" y="868"/>
                </a:cubicBezTo>
                <a:cubicBezTo>
                  <a:pt x="712" y="886"/>
                  <a:pt x="684" y="900"/>
                  <a:pt x="656" y="912"/>
                </a:cubicBezTo>
                <a:cubicBezTo>
                  <a:pt x="627" y="924"/>
                  <a:pt x="597" y="933"/>
                  <a:pt x="567" y="939"/>
                </a:cubicBezTo>
                <a:cubicBezTo>
                  <a:pt x="536" y="945"/>
                  <a:pt x="505" y="948"/>
                  <a:pt x="474" y="948"/>
                </a:cubicBezTo>
                <a:cubicBezTo>
                  <a:pt x="443" y="948"/>
                  <a:pt x="412" y="945"/>
                  <a:pt x="382" y="939"/>
                </a:cubicBezTo>
                <a:cubicBezTo>
                  <a:pt x="351" y="933"/>
                  <a:pt x="322" y="924"/>
                  <a:pt x="293" y="912"/>
                </a:cubicBezTo>
                <a:cubicBezTo>
                  <a:pt x="264" y="900"/>
                  <a:pt x="237" y="886"/>
                  <a:pt x="211" y="868"/>
                </a:cubicBezTo>
                <a:cubicBezTo>
                  <a:pt x="185" y="850"/>
                  <a:pt x="161" y="831"/>
                  <a:pt x="139" y="809"/>
                </a:cubicBezTo>
                <a:cubicBezTo>
                  <a:pt x="117" y="787"/>
                  <a:pt x="98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1"/>
                </a:cubicBezTo>
                <a:cubicBezTo>
                  <a:pt x="98" y="185"/>
                  <a:pt x="117" y="161"/>
                  <a:pt x="139" y="139"/>
                </a:cubicBezTo>
                <a:cubicBezTo>
                  <a:pt x="161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7" y="9"/>
                </a:cubicBezTo>
                <a:cubicBezTo>
                  <a:pt x="597" y="15"/>
                  <a:pt x="627" y="24"/>
                  <a:pt x="656" y="36"/>
                </a:cubicBezTo>
                <a:cubicBezTo>
                  <a:pt x="684" y="48"/>
                  <a:pt x="712" y="63"/>
                  <a:pt x="737" y="80"/>
                </a:cubicBezTo>
                <a:cubicBezTo>
                  <a:pt x="763" y="97"/>
                  <a:pt x="787" y="117"/>
                  <a:pt x="809" y="139"/>
                </a:cubicBezTo>
                <a:cubicBezTo>
                  <a:pt x="831" y="161"/>
                  <a:pt x="851" y="185"/>
                  <a:pt x="868" y="211"/>
                </a:cubicBezTo>
                <a:cubicBezTo>
                  <a:pt x="885" y="236"/>
                  <a:pt x="900" y="264"/>
                  <a:pt x="912" y="292"/>
                </a:cubicBezTo>
                <a:cubicBezTo>
                  <a:pt x="924" y="321"/>
                  <a:pt x="933" y="351"/>
                  <a:pt x="939" y="381"/>
                </a:cubicBezTo>
                <a:cubicBezTo>
                  <a:pt x="945" y="412"/>
                  <a:pt x="948" y="443"/>
                  <a:pt x="948" y="474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/>
          <p:nvPr/>
        </p:nvSpPr>
        <p:spPr>
          <a:xfrm>
            <a:off x="486720" y="2250000"/>
            <a:ext cx="341280" cy="341280"/>
          </a:xfrm>
          <a:custGeom>
            <a:avLst/>
            <a:gdLst/>
            <a:ahLst/>
            <a:rect l="0" t="0" r="r" b="b"/>
            <a:pathLst>
              <a:path w="948" h="948">
                <a:moveTo>
                  <a:pt x="948" y="474"/>
                </a:moveTo>
                <a:cubicBezTo>
                  <a:pt x="948" y="505"/>
                  <a:pt x="945" y="536"/>
                  <a:pt x="939" y="566"/>
                </a:cubicBezTo>
                <a:cubicBezTo>
                  <a:pt x="933" y="597"/>
                  <a:pt x="924" y="626"/>
                  <a:pt x="912" y="655"/>
                </a:cubicBezTo>
                <a:cubicBezTo>
                  <a:pt x="900" y="684"/>
                  <a:pt x="885" y="711"/>
                  <a:pt x="868" y="737"/>
                </a:cubicBezTo>
                <a:cubicBezTo>
                  <a:pt x="851" y="763"/>
                  <a:pt x="831" y="787"/>
                  <a:pt x="809" y="809"/>
                </a:cubicBezTo>
                <a:cubicBezTo>
                  <a:pt x="787" y="831"/>
                  <a:pt x="763" y="850"/>
                  <a:pt x="737" y="868"/>
                </a:cubicBezTo>
                <a:cubicBezTo>
                  <a:pt x="712" y="886"/>
                  <a:pt x="684" y="900"/>
                  <a:pt x="656" y="912"/>
                </a:cubicBezTo>
                <a:cubicBezTo>
                  <a:pt x="627" y="924"/>
                  <a:pt x="597" y="933"/>
                  <a:pt x="567" y="939"/>
                </a:cubicBezTo>
                <a:cubicBezTo>
                  <a:pt x="536" y="945"/>
                  <a:pt x="505" y="948"/>
                  <a:pt x="474" y="948"/>
                </a:cubicBezTo>
                <a:cubicBezTo>
                  <a:pt x="443" y="948"/>
                  <a:pt x="412" y="945"/>
                  <a:pt x="382" y="939"/>
                </a:cubicBezTo>
                <a:cubicBezTo>
                  <a:pt x="351" y="933"/>
                  <a:pt x="322" y="924"/>
                  <a:pt x="293" y="912"/>
                </a:cubicBezTo>
                <a:cubicBezTo>
                  <a:pt x="264" y="900"/>
                  <a:pt x="237" y="886"/>
                  <a:pt x="211" y="868"/>
                </a:cubicBezTo>
                <a:cubicBezTo>
                  <a:pt x="185" y="850"/>
                  <a:pt x="161" y="831"/>
                  <a:pt x="139" y="809"/>
                </a:cubicBezTo>
                <a:cubicBezTo>
                  <a:pt x="117" y="787"/>
                  <a:pt x="98" y="763"/>
                  <a:pt x="80" y="737"/>
                </a:cubicBezTo>
                <a:cubicBezTo>
                  <a:pt x="62" y="711"/>
                  <a:pt x="48" y="684"/>
                  <a:pt x="36" y="655"/>
                </a:cubicBezTo>
                <a:cubicBezTo>
                  <a:pt x="24" y="626"/>
                  <a:pt x="15" y="597"/>
                  <a:pt x="9" y="566"/>
                </a:cubicBezTo>
                <a:cubicBezTo>
                  <a:pt x="3" y="536"/>
                  <a:pt x="0" y="505"/>
                  <a:pt x="0" y="474"/>
                </a:cubicBezTo>
                <a:cubicBezTo>
                  <a:pt x="0" y="443"/>
                  <a:pt x="3" y="412"/>
                  <a:pt x="9" y="381"/>
                </a:cubicBezTo>
                <a:cubicBezTo>
                  <a:pt x="15" y="351"/>
                  <a:pt x="24" y="321"/>
                  <a:pt x="36" y="292"/>
                </a:cubicBezTo>
                <a:cubicBezTo>
                  <a:pt x="48" y="264"/>
                  <a:pt x="62" y="236"/>
                  <a:pt x="80" y="211"/>
                </a:cubicBezTo>
                <a:cubicBezTo>
                  <a:pt x="98" y="185"/>
                  <a:pt x="117" y="161"/>
                  <a:pt x="139" y="139"/>
                </a:cubicBezTo>
                <a:cubicBezTo>
                  <a:pt x="161" y="117"/>
                  <a:pt x="185" y="97"/>
                  <a:pt x="211" y="80"/>
                </a:cubicBezTo>
                <a:cubicBezTo>
                  <a:pt x="237" y="63"/>
                  <a:pt x="264" y="48"/>
                  <a:pt x="293" y="36"/>
                </a:cubicBezTo>
                <a:cubicBezTo>
                  <a:pt x="322" y="24"/>
                  <a:pt x="351" y="15"/>
                  <a:pt x="382" y="9"/>
                </a:cubicBezTo>
                <a:cubicBezTo>
                  <a:pt x="412" y="3"/>
                  <a:pt x="443" y="0"/>
                  <a:pt x="474" y="0"/>
                </a:cubicBezTo>
                <a:cubicBezTo>
                  <a:pt x="505" y="0"/>
                  <a:pt x="536" y="3"/>
                  <a:pt x="567" y="9"/>
                </a:cubicBezTo>
                <a:cubicBezTo>
                  <a:pt x="597" y="15"/>
                  <a:pt x="627" y="24"/>
                  <a:pt x="656" y="36"/>
                </a:cubicBezTo>
                <a:cubicBezTo>
                  <a:pt x="684" y="48"/>
                  <a:pt x="712" y="63"/>
                  <a:pt x="737" y="80"/>
                </a:cubicBezTo>
                <a:cubicBezTo>
                  <a:pt x="763" y="97"/>
                  <a:pt x="787" y="117"/>
                  <a:pt x="809" y="139"/>
                </a:cubicBezTo>
                <a:cubicBezTo>
                  <a:pt x="831" y="161"/>
                  <a:pt x="851" y="185"/>
                  <a:pt x="868" y="211"/>
                </a:cubicBezTo>
                <a:cubicBezTo>
                  <a:pt x="885" y="236"/>
                  <a:pt x="900" y="264"/>
                  <a:pt x="912" y="292"/>
                </a:cubicBezTo>
                <a:cubicBezTo>
                  <a:pt x="924" y="321"/>
                  <a:pt x="933" y="351"/>
                  <a:pt x="939" y="381"/>
                </a:cubicBezTo>
                <a:cubicBezTo>
                  <a:pt x="945" y="412"/>
                  <a:pt x="948" y="443"/>
                  <a:pt x="948" y="474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 txBox="1"/>
          <p:nvPr/>
        </p:nvSpPr>
        <p:spPr>
          <a:xfrm>
            <a:off x="5802840" y="3227760"/>
            <a:ext cx="354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33333"/>
                </a:solidFill>
                <a:latin typeface="DejaVuSans"/>
                <a:ea typeface="DejaVuSans"/>
              </a:rPr>
              <a:t>voorspelling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/>
          <p:nvPr/>
        </p:nvSpPr>
        <p:spPr>
          <a:xfrm>
            <a:off x="1469160" y="2278440"/>
            <a:ext cx="667080" cy="284400"/>
          </a:xfrm>
          <a:custGeom>
            <a:avLst/>
            <a:gdLst/>
            <a:ahLst/>
            <a:rect l="0" t="0" r="r" b="b"/>
            <a:pathLst>
              <a:path w="1853" h="790">
                <a:moveTo>
                  <a:pt x="0" y="0"/>
                </a:moveTo>
                <a:lnTo>
                  <a:pt x="1853" y="0"/>
                </a:lnTo>
                <a:lnTo>
                  <a:pt x="1853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/>
          <p:nvPr/>
        </p:nvSpPr>
        <p:spPr>
          <a:xfrm>
            <a:off x="1469160" y="2278440"/>
            <a:ext cx="667080" cy="284400"/>
          </a:xfrm>
          <a:custGeom>
            <a:avLst/>
            <a:gdLst/>
            <a:ahLst/>
            <a:rect l="0" t="0" r="r" b="b"/>
            <a:pathLst>
              <a:path w="1853" h="790">
                <a:moveTo>
                  <a:pt x="0" y="0"/>
                </a:moveTo>
                <a:lnTo>
                  <a:pt x="1853" y="0"/>
                </a:lnTo>
                <a:lnTo>
                  <a:pt x="1853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 txBox="1"/>
          <p:nvPr/>
        </p:nvSpPr>
        <p:spPr>
          <a:xfrm>
            <a:off x="514080" y="2385000"/>
            <a:ext cx="2872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 txBox="1"/>
          <p:nvPr/>
        </p:nvSpPr>
        <p:spPr>
          <a:xfrm>
            <a:off x="1578600" y="2341080"/>
            <a:ext cx="450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/>
          <p:nvPr/>
        </p:nvSpPr>
        <p:spPr>
          <a:xfrm>
            <a:off x="2592360" y="2234880"/>
            <a:ext cx="946800" cy="371520"/>
          </a:xfrm>
          <a:custGeom>
            <a:avLst/>
            <a:gdLst/>
            <a:ahLst/>
            <a:rect l="0" t="0" r="r" b="b"/>
            <a:pathLst>
              <a:path w="2630" h="1032">
                <a:moveTo>
                  <a:pt x="0" y="0"/>
                </a:moveTo>
                <a:lnTo>
                  <a:pt x="2630" y="0"/>
                </a:lnTo>
                <a:lnTo>
                  <a:pt x="2630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/>
          <p:nvPr/>
        </p:nvSpPr>
        <p:spPr>
          <a:xfrm>
            <a:off x="2592360" y="2234880"/>
            <a:ext cx="946800" cy="371520"/>
          </a:xfrm>
          <a:custGeom>
            <a:avLst/>
            <a:gdLst/>
            <a:ahLst/>
            <a:rect l="0" t="0" r="r" b="b"/>
            <a:pathLst>
              <a:path w="2630" h="1032">
                <a:moveTo>
                  <a:pt x="0" y="0"/>
                </a:moveTo>
                <a:lnTo>
                  <a:pt x="2630" y="0"/>
                </a:lnTo>
                <a:lnTo>
                  <a:pt x="2630" y="1032"/>
                </a:lnTo>
                <a:lnTo>
                  <a:pt x="0" y="1032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 txBox="1"/>
          <p:nvPr/>
        </p:nvSpPr>
        <p:spPr>
          <a:xfrm>
            <a:off x="1607400" y="2428560"/>
            <a:ext cx="387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 txBox="1"/>
          <p:nvPr/>
        </p:nvSpPr>
        <p:spPr>
          <a:xfrm>
            <a:off x="2902320" y="2297520"/>
            <a:ext cx="3297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 txBox="1"/>
          <p:nvPr/>
        </p:nvSpPr>
        <p:spPr>
          <a:xfrm>
            <a:off x="2782800" y="2385000"/>
            <a:ext cx="5630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/>
          <p:nvPr/>
        </p:nvSpPr>
        <p:spPr>
          <a:xfrm>
            <a:off x="4369680" y="2151720"/>
            <a:ext cx="538200" cy="377640"/>
          </a:xfrm>
          <a:custGeom>
            <a:avLst/>
            <a:gdLst/>
            <a:ahLst/>
            <a:rect l="0" t="0" r="r" b="b"/>
            <a:pathLst>
              <a:path w="1495" h="1049">
                <a:moveTo>
                  <a:pt x="0" y="137"/>
                </a:moveTo>
                <a:cubicBezTo>
                  <a:pt x="0" y="146"/>
                  <a:pt x="5" y="155"/>
                  <a:pt x="14" y="164"/>
                </a:cubicBezTo>
                <a:cubicBezTo>
                  <a:pt x="24" y="173"/>
                  <a:pt x="38" y="181"/>
                  <a:pt x="57" y="190"/>
                </a:cubicBezTo>
                <a:cubicBezTo>
                  <a:pt x="76" y="198"/>
                  <a:pt x="99" y="206"/>
                  <a:pt x="126" y="213"/>
                </a:cubicBezTo>
                <a:cubicBezTo>
                  <a:pt x="153" y="221"/>
                  <a:pt x="184" y="228"/>
                  <a:pt x="219" y="234"/>
                </a:cubicBezTo>
                <a:cubicBezTo>
                  <a:pt x="253" y="240"/>
                  <a:pt x="291" y="246"/>
                  <a:pt x="332" y="251"/>
                </a:cubicBezTo>
                <a:cubicBezTo>
                  <a:pt x="373" y="256"/>
                  <a:pt x="416" y="260"/>
                  <a:pt x="461" y="264"/>
                </a:cubicBezTo>
                <a:cubicBezTo>
                  <a:pt x="506" y="267"/>
                  <a:pt x="554" y="270"/>
                  <a:pt x="602" y="272"/>
                </a:cubicBezTo>
                <a:cubicBezTo>
                  <a:pt x="650" y="273"/>
                  <a:pt x="699" y="274"/>
                  <a:pt x="748" y="274"/>
                </a:cubicBezTo>
                <a:cubicBezTo>
                  <a:pt x="797" y="274"/>
                  <a:pt x="845" y="273"/>
                  <a:pt x="893" y="272"/>
                </a:cubicBezTo>
                <a:cubicBezTo>
                  <a:pt x="942" y="270"/>
                  <a:pt x="988" y="267"/>
                  <a:pt x="1034" y="264"/>
                </a:cubicBezTo>
                <a:cubicBezTo>
                  <a:pt x="1079" y="260"/>
                  <a:pt x="1122" y="256"/>
                  <a:pt x="1163" y="251"/>
                </a:cubicBezTo>
                <a:cubicBezTo>
                  <a:pt x="1203" y="246"/>
                  <a:pt x="1241" y="240"/>
                  <a:pt x="1276" y="234"/>
                </a:cubicBezTo>
                <a:cubicBezTo>
                  <a:pt x="1311" y="228"/>
                  <a:pt x="1341" y="221"/>
                  <a:pt x="1369" y="213"/>
                </a:cubicBezTo>
                <a:cubicBezTo>
                  <a:pt x="1396" y="206"/>
                  <a:pt x="1419" y="198"/>
                  <a:pt x="1438" y="190"/>
                </a:cubicBezTo>
                <a:cubicBezTo>
                  <a:pt x="1457" y="181"/>
                  <a:pt x="1471" y="173"/>
                  <a:pt x="1480" y="164"/>
                </a:cubicBezTo>
                <a:cubicBezTo>
                  <a:pt x="1490" y="155"/>
                  <a:pt x="1495" y="146"/>
                  <a:pt x="1495" y="137"/>
                </a:cubicBezTo>
                <a:cubicBezTo>
                  <a:pt x="1495" y="128"/>
                  <a:pt x="1490" y="119"/>
                  <a:pt x="1480" y="111"/>
                </a:cubicBezTo>
                <a:cubicBezTo>
                  <a:pt x="1471" y="102"/>
                  <a:pt x="1457" y="93"/>
                  <a:pt x="1438" y="85"/>
                </a:cubicBezTo>
                <a:cubicBezTo>
                  <a:pt x="1419" y="77"/>
                  <a:pt x="1396" y="69"/>
                  <a:pt x="1369" y="61"/>
                </a:cubicBezTo>
                <a:cubicBezTo>
                  <a:pt x="1341" y="54"/>
                  <a:pt x="1311" y="47"/>
                  <a:pt x="1276" y="40"/>
                </a:cubicBezTo>
                <a:cubicBezTo>
                  <a:pt x="1241" y="34"/>
                  <a:pt x="1203" y="28"/>
                  <a:pt x="1163" y="23"/>
                </a:cubicBezTo>
                <a:cubicBezTo>
                  <a:pt x="1122" y="18"/>
                  <a:pt x="1079" y="14"/>
                  <a:pt x="1034" y="11"/>
                </a:cubicBezTo>
                <a:cubicBezTo>
                  <a:pt x="988" y="7"/>
                  <a:pt x="942" y="5"/>
                  <a:pt x="893" y="3"/>
                </a:cubicBezTo>
                <a:cubicBezTo>
                  <a:pt x="845" y="1"/>
                  <a:pt x="797" y="0"/>
                  <a:pt x="748" y="0"/>
                </a:cubicBezTo>
                <a:cubicBezTo>
                  <a:pt x="699" y="0"/>
                  <a:pt x="650" y="1"/>
                  <a:pt x="602" y="3"/>
                </a:cubicBezTo>
                <a:cubicBezTo>
                  <a:pt x="554" y="5"/>
                  <a:pt x="506" y="7"/>
                  <a:pt x="461" y="11"/>
                </a:cubicBezTo>
                <a:cubicBezTo>
                  <a:pt x="416" y="14"/>
                  <a:pt x="373" y="18"/>
                  <a:pt x="332" y="23"/>
                </a:cubicBezTo>
                <a:cubicBezTo>
                  <a:pt x="291" y="28"/>
                  <a:pt x="253" y="34"/>
                  <a:pt x="219" y="40"/>
                </a:cubicBezTo>
                <a:cubicBezTo>
                  <a:pt x="184" y="47"/>
                  <a:pt x="153" y="54"/>
                  <a:pt x="126" y="61"/>
                </a:cubicBezTo>
                <a:cubicBezTo>
                  <a:pt x="99" y="69"/>
                  <a:pt x="76" y="77"/>
                  <a:pt x="57" y="85"/>
                </a:cubicBezTo>
                <a:cubicBezTo>
                  <a:pt x="38" y="93"/>
                  <a:pt x="24" y="102"/>
                  <a:pt x="14" y="111"/>
                </a:cubicBezTo>
                <a:cubicBezTo>
                  <a:pt x="5" y="119"/>
                  <a:pt x="0" y="128"/>
                  <a:pt x="0" y="137"/>
                </a:cubicBezTo>
                <a:lnTo>
                  <a:pt x="0" y="912"/>
                </a:lnTo>
                <a:cubicBezTo>
                  <a:pt x="0" y="921"/>
                  <a:pt x="5" y="930"/>
                  <a:pt x="14" y="939"/>
                </a:cubicBezTo>
                <a:cubicBezTo>
                  <a:pt x="24" y="948"/>
                  <a:pt x="38" y="956"/>
                  <a:pt x="57" y="965"/>
                </a:cubicBezTo>
                <a:cubicBezTo>
                  <a:pt x="76" y="973"/>
                  <a:pt x="99" y="981"/>
                  <a:pt x="126" y="988"/>
                </a:cubicBezTo>
                <a:cubicBezTo>
                  <a:pt x="153" y="996"/>
                  <a:pt x="184" y="1003"/>
                  <a:pt x="219" y="1009"/>
                </a:cubicBezTo>
                <a:cubicBezTo>
                  <a:pt x="253" y="1015"/>
                  <a:pt x="291" y="1021"/>
                  <a:pt x="332" y="1026"/>
                </a:cubicBezTo>
                <a:cubicBezTo>
                  <a:pt x="373" y="1031"/>
                  <a:pt x="416" y="1035"/>
                  <a:pt x="461" y="1039"/>
                </a:cubicBezTo>
                <a:cubicBezTo>
                  <a:pt x="506" y="1042"/>
                  <a:pt x="554" y="1045"/>
                  <a:pt x="602" y="1046"/>
                </a:cubicBezTo>
                <a:cubicBezTo>
                  <a:pt x="650" y="1048"/>
                  <a:pt x="699" y="1049"/>
                  <a:pt x="748" y="1049"/>
                </a:cubicBezTo>
                <a:cubicBezTo>
                  <a:pt x="797" y="1049"/>
                  <a:pt x="845" y="1048"/>
                  <a:pt x="893" y="1046"/>
                </a:cubicBezTo>
                <a:cubicBezTo>
                  <a:pt x="942" y="1045"/>
                  <a:pt x="988" y="1042"/>
                  <a:pt x="1034" y="1039"/>
                </a:cubicBezTo>
                <a:cubicBezTo>
                  <a:pt x="1079" y="1035"/>
                  <a:pt x="1122" y="1031"/>
                  <a:pt x="1163" y="1026"/>
                </a:cubicBezTo>
                <a:cubicBezTo>
                  <a:pt x="1203" y="1021"/>
                  <a:pt x="1241" y="1015"/>
                  <a:pt x="1276" y="1009"/>
                </a:cubicBezTo>
                <a:cubicBezTo>
                  <a:pt x="1311" y="1003"/>
                  <a:pt x="1341" y="996"/>
                  <a:pt x="1369" y="988"/>
                </a:cubicBezTo>
                <a:cubicBezTo>
                  <a:pt x="1396" y="981"/>
                  <a:pt x="1419" y="973"/>
                  <a:pt x="1438" y="965"/>
                </a:cubicBezTo>
                <a:cubicBezTo>
                  <a:pt x="1457" y="956"/>
                  <a:pt x="1471" y="948"/>
                  <a:pt x="1480" y="939"/>
                </a:cubicBezTo>
                <a:cubicBezTo>
                  <a:pt x="1490" y="930"/>
                  <a:pt x="1495" y="921"/>
                  <a:pt x="1495" y="912"/>
                </a:cubicBezTo>
                <a:lnTo>
                  <a:pt x="1495" y="137"/>
                </a:lnTo>
                <a:lnTo>
                  <a:pt x="0" y="13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/>
          <p:nvPr/>
        </p:nvSpPr>
        <p:spPr>
          <a:xfrm>
            <a:off x="4369680" y="2151720"/>
            <a:ext cx="538200" cy="377640"/>
          </a:xfrm>
          <a:custGeom>
            <a:avLst/>
            <a:gdLst/>
            <a:ahLst/>
            <a:rect l="0" t="0" r="r" b="b"/>
            <a:pathLst>
              <a:path fill="none" w="1495" h="1049">
                <a:moveTo>
                  <a:pt x="0" y="137"/>
                </a:moveTo>
                <a:cubicBezTo>
                  <a:pt x="0" y="146"/>
                  <a:pt x="5" y="155"/>
                  <a:pt x="14" y="164"/>
                </a:cubicBezTo>
                <a:cubicBezTo>
                  <a:pt x="24" y="173"/>
                  <a:pt x="38" y="181"/>
                  <a:pt x="57" y="190"/>
                </a:cubicBezTo>
                <a:cubicBezTo>
                  <a:pt x="76" y="198"/>
                  <a:pt x="99" y="206"/>
                  <a:pt x="126" y="213"/>
                </a:cubicBezTo>
                <a:cubicBezTo>
                  <a:pt x="153" y="221"/>
                  <a:pt x="184" y="228"/>
                  <a:pt x="219" y="234"/>
                </a:cubicBezTo>
                <a:cubicBezTo>
                  <a:pt x="253" y="240"/>
                  <a:pt x="291" y="246"/>
                  <a:pt x="332" y="251"/>
                </a:cubicBezTo>
                <a:cubicBezTo>
                  <a:pt x="373" y="256"/>
                  <a:pt x="416" y="260"/>
                  <a:pt x="461" y="264"/>
                </a:cubicBezTo>
                <a:cubicBezTo>
                  <a:pt x="506" y="267"/>
                  <a:pt x="554" y="270"/>
                  <a:pt x="602" y="272"/>
                </a:cubicBezTo>
                <a:cubicBezTo>
                  <a:pt x="650" y="273"/>
                  <a:pt x="699" y="274"/>
                  <a:pt x="748" y="274"/>
                </a:cubicBezTo>
                <a:cubicBezTo>
                  <a:pt x="797" y="274"/>
                  <a:pt x="845" y="273"/>
                  <a:pt x="893" y="272"/>
                </a:cubicBezTo>
                <a:cubicBezTo>
                  <a:pt x="942" y="270"/>
                  <a:pt x="988" y="267"/>
                  <a:pt x="1034" y="264"/>
                </a:cubicBezTo>
                <a:cubicBezTo>
                  <a:pt x="1079" y="260"/>
                  <a:pt x="1122" y="256"/>
                  <a:pt x="1163" y="251"/>
                </a:cubicBezTo>
                <a:cubicBezTo>
                  <a:pt x="1203" y="246"/>
                  <a:pt x="1241" y="240"/>
                  <a:pt x="1276" y="234"/>
                </a:cubicBezTo>
                <a:cubicBezTo>
                  <a:pt x="1311" y="228"/>
                  <a:pt x="1341" y="221"/>
                  <a:pt x="1369" y="213"/>
                </a:cubicBezTo>
                <a:cubicBezTo>
                  <a:pt x="1396" y="206"/>
                  <a:pt x="1419" y="198"/>
                  <a:pt x="1438" y="190"/>
                </a:cubicBezTo>
                <a:cubicBezTo>
                  <a:pt x="1457" y="181"/>
                  <a:pt x="1471" y="173"/>
                  <a:pt x="1480" y="164"/>
                </a:cubicBezTo>
                <a:cubicBezTo>
                  <a:pt x="1490" y="155"/>
                  <a:pt x="1495" y="146"/>
                  <a:pt x="1495" y="137"/>
                </a:cubicBezTo>
                <a:cubicBezTo>
                  <a:pt x="1495" y="128"/>
                  <a:pt x="1490" y="119"/>
                  <a:pt x="1480" y="111"/>
                </a:cubicBezTo>
                <a:cubicBezTo>
                  <a:pt x="1471" y="102"/>
                  <a:pt x="1457" y="93"/>
                  <a:pt x="1438" y="85"/>
                </a:cubicBezTo>
                <a:cubicBezTo>
                  <a:pt x="1419" y="77"/>
                  <a:pt x="1396" y="69"/>
                  <a:pt x="1369" y="61"/>
                </a:cubicBezTo>
                <a:cubicBezTo>
                  <a:pt x="1341" y="54"/>
                  <a:pt x="1311" y="47"/>
                  <a:pt x="1276" y="40"/>
                </a:cubicBezTo>
                <a:cubicBezTo>
                  <a:pt x="1241" y="34"/>
                  <a:pt x="1203" y="28"/>
                  <a:pt x="1163" y="23"/>
                </a:cubicBezTo>
                <a:cubicBezTo>
                  <a:pt x="1122" y="18"/>
                  <a:pt x="1079" y="14"/>
                  <a:pt x="1034" y="11"/>
                </a:cubicBezTo>
                <a:cubicBezTo>
                  <a:pt x="988" y="7"/>
                  <a:pt x="942" y="5"/>
                  <a:pt x="893" y="3"/>
                </a:cubicBezTo>
                <a:cubicBezTo>
                  <a:pt x="845" y="1"/>
                  <a:pt x="797" y="0"/>
                  <a:pt x="748" y="0"/>
                </a:cubicBezTo>
                <a:cubicBezTo>
                  <a:pt x="699" y="0"/>
                  <a:pt x="650" y="1"/>
                  <a:pt x="602" y="3"/>
                </a:cubicBezTo>
                <a:cubicBezTo>
                  <a:pt x="554" y="5"/>
                  <a:pt x="506" y="7"/>
                  <a:pt x="461" y="11"/>
                </a:cubicBezTo>
                <a:cubicBezTo>
                  <a:pt x="416" y="14"/>
                  <a:pt x="373" y="18"/>
                  <a:pt x="332" y="23"/>
                </a:cubicBezTo>
                <a:cubicBezTo>
                  <a:pt x="291" y="28"/>
                  <a:pt x="253" y="34"/>
                  <a:pt x="219" y="40"/>
                </a:cubicBezTo>
                <a:cubicBezTo>
                  <a:pt x="184" y="47"/>
                  <a:pt x="153" y="54"/>
                  <a:pt x="126" y="61"/>
                </a:cubicBezTo>
                <a:cubicBezTo>
                  <a:pt x="99" y="69"/>
                  <a:pt x="76" y="77"/>
                  <a:pt x="57" y="85"/>
                </a:cubicBezTo>
                <a:cubicBezTo>
                  <a:pt x="38" y="93"/>
                  <a:pt x="24" y="102"/>
                  <a:pt x="14" y="111"/>
                </a:cubicBezTo>
                <a:cubicBezTo>
                  <a:pt x="5" y="119"/>
                  <a:pt x="0" y="128"/>
                  <a:pt x="0" y="137"/>
                </a:cubicBezTo>
                <a:lnTo>
                  <a:pt x="0" y="912"/>
                </a:lnTo>
                <a:cubicBezTo>
                  <a:pt x="0" y="921"/>
                  <a:pt x="5" y="930"/>
                  <a:pt x="14" y="939"/>
                </a:cubicBezTo>
                <a:cubicBezTo>
                  <a:pt x="24" y="948"/>
                  <a:pt x="38" y="956"/>
                  <a:pt x="57" y="965"/>
                </a:cubicBezTo>
                <a:cubicBezTo>
                  <a:pt x="76" y="973"/>
                  <a:pt x="99" y="981"/>
                  <a:pt x="126" y="988"/>
                </a:cubicBezTo>
                <a:cubicBezTo>
                  <a:pt x="153" y="996"/>
                  <a:pt x="184" y="1003"/>
                  <a:pt x="219" y="1009"/>
                </a:cubicBezTo>
                <a:cubicBezTo>
                  <a:pt x="253" y="1015"/>
                  <a:pt x="291" y="1021"/>
                  <a:pt x="332" y="1026"/>
                </a:cubicBezTo>
                <a:cubicBezTo>
                  <a:pt x="373" y="1031"/>
                  <a:pt x="416" y="1035"/>
                  <a:pt x="461" y="1039"/>
                </a:cubicBezTo>
                <a:cubicBezTo>
                  <a:pt x="506" y="1042"/>
                  <a:pt x="554" y="1045"/>
                  <a:pt x="602" y="1046"/>
                </a:cubicBezTo>
                <a:cubicBezTo>
                  <a:pt x="650" y="1048"/>
                  <a:pt x="699" y="1049"/>
                  <a:pt x="748" y="1049"/>
                </a:cubicBezTo>
                <a:cubicBezTo>
                  <a:pt x="797" y="1049"/>
                  <a:pt x="845" y="1048"/>
                  <a:pt x="893" y="1046"/>
                </a:cubicBezTo>
                <a:cubicBezTo>
                  <a:pt x="942" y="1045"/>
                  <a:pt x="988" y="1042"/>
                  <a:pt x="1034" y="1039"/>
                </a:cubicBezTo>
                <a:cubicBezTo>
                  <a:pt x="1079" y="1035"/>
                  <a:pt x="1122" y="1031"/>
                  <a:pt x="1163" y="1026"/>
                </a:cubicBezTo>
                <a:cubicBezTo>
                  <a:pt x="1203" y="1021"/>
                  <a:pt x="1241" y="1015"/>
                  <a:pt x="1276" y="1009"/>
                </a:cubicBezTo>
                <a:cubicBezTo>
                  <a:pt x="1311" y="1003"/>
                  <a:pt x="1341" y="996"/>
                  <a:pt x="1369" y="988"/>
                </a:cubicBezTo>
                <a:cubicBezTo>
                  <a:pt x="1396" y="981"/>
                  <a:pt x="1419" y="973"/>
                  <a:pt x="1438" y="965"/>
                </a:cubicBezTo>
                <a:cubicBezTo>
                  <a:pt x="1457" y="956"/>
                  <a:pt x="1471" y="948"/>
                  <a:pt x="1480" y="939"/>
                </a:cubicBezTo>
                <a:cubicBezTo>
                  <a:pt x="1490" y="930"/>
                  <a:pt x="1495" y="921"/>
                  <a:pt x="1495" y="912"/>
                </a:cubicBezTo>
                <a:lnTo>
                  <a:pt x="1495" y="137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 txBox="1"/>
          <p:nvPr/>
        </p:nvSpPr>
        <p:spPr>
          <a:xfrm>
            <a:off x="2904120" y="2472120"/>
            <a:ext cx="322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 txBox="1"/>
          <p:nvPr/>
        </p:nvSpPr>
        <p:spPr>
          <a:xfrm>
            <a:off x="4397040" y="2297520"/>
            <a:ext cx="47772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/>
          <p:nvPr/>
        </p:nvSpPr>
        <p:spPr>
          <a:xfrm>
            <a:off x="5618160" y="2142000"/>
            <a:ext cx="724680" cy="397440"/>
          </a:xfrm>
          <a:custGeom>
            <a:avLst/>
            <a:gdLst/>
            <a:ahLst/>
            <a:rect l="0" t="0" r="r" b="b"/>
            <a:pathLst>
              <a:path w="2013" h="1104">
                <a:moveTo>
                  <a:pt x="0" y="156"/>
                </a:moveTo>
                <a:cubicBezTo>
                  <a:pt x="0" y="161"/>
                  <a:pt x="2" y="166"/>
                  <a:pt x="5" y="171"/>
                </a:cubicBezTo>
                <a:cubicBezTo>
                  <a:pt x="8" y="176"/>
                  <a:pt x="13" y="181"/>
                  <a:pt x="19" y="186"/>
                </a:cubicBezTo>
                <a:cubicBezTo>
                  <a:pt x="26" y="191"/>
                  <a:pt x="34" y="196"/>
                  <a:pt x="43" y="201"/>
                </a:cubicBezTo>
                <a:cubicBezTo>
                  <a:pt x="53" y="206"/>
                  <a:pt x="64" y="211"/>
                  <a:pt x="76" y="215"/>
                </a:cubicBezTo>
                <a:cubicBezTo>
                  <a:pt x="89" y="220"/>
                  <a:pt x="103" y="225"/>
                  <a:pt x="119" y="229"/>
                </a:cubicBezTo>
                <a:cubicBezTo>
                  <a:pt x="134" y="234"/>
                  <a:pt x="151" y="238"/>
                  <a:pt x="169" y="242"/>
                </a:cubicBezTo>
                <a:cubicBezTo>
                  <a:pt x="188" y="247"/>
                  <a:pt x="207" y="251"/>
                  <a:pt x="228" y="255"/>
                </a:cubicBezTo>
                <a:cubicBezTo>
                  <a:pt x="249" y="258"/>
                  <a:pt x="271" y="262"/>
                  <a:pt x="295" y="266"/>
                </a:cubicBezTo>
                <a:cubicBezTo>
                  <a:pt x="318" y="269"/>
                  <a:pt x="342" y="273"/>
                  <a:pt x="368" y="276"/>
                </a:cubicBezTo>
                <a:cubicBezTo>
                  <a:pt x="393" y="279"/>
                  <a:pt x="420" y="282"/>
                  <a:pt x="447" y="285"/>
                </a:cubicBezTo>
                <a:cubicBezTo>
                  <a:pt x="474" y="288"/>
                  <a:pt x="503" y="291"/>
                  <a:pt x="532" y="293"/>
                </a:cubicBezTo>
                <a:cubicBezTo>
                  <a:pt x="561" y="295"/>
                  <a:pt x="590" y="298"/>
                  <a:pt x="621" y="300"/>
                </a:cubicBezTo>
                <a:cubicBezTo>
                  <a:pt x="651" y="301"/>
                  <a:pt x="682" y="303"/>
                  <a:pt x="714" y="305"/>
                </a:cubicBezTo>
                <a:cubicBezTo>
                  <a:pt x="745" y="306"/>
                  <a:pt x="777" y="307"/>
                  <a:pt x="810" y="308"/>
                </a:cubicBezTo>
                <a:cubicBezTo>
                  <a:pt x="842" y="309"/>
                  <a:pt x="874" y="310"/>
                  <a:pt x="907" y="311"/>
                </a:cubicBezTo>
                <a:cubicBezTo>
                  <a:pt x="940" y="311"/>
                  <a:pt x="973" y="311"/>
                  <a:pt x="1006" y="311"/>
                </a:cubicBezTo>
                <a:cubicBezTo>
                  <a:pt x="1039" y="311"/>
                  <a:pt x="1072" y="311"/>
                  <a:pt x="1104" y="311"/>
                </a:cubicBezTo>
                <a:cubicBezTo>
                  <a:pt x="1137" y="310"/>
                  <a:pt x="1170" y="309"/>
                  <a:pt x="1202" y="308"/>
                </a:cubicBezTo>
                <a:cubicBezTo>
                  <a:pt x="1234" y="307"/>
                  <a:pt x="1266" y="306"/>
                  <a:pt x="1298" y="305"/>
                </a:cubicBezTo>
                <a:cubicBezTo>
                  <a:pt x="1329" y="303"/>
                  <a:pt x="1360" y="301"/>
                  <a:pt x="1391" y="300"/>
                </a:cubicBezTo>
                <a:cubicBezTo>
                  <a:pt x="1421" y="298"/>
                  <a:pt x="1451" y="295"/>
                  <a:pt x="1480" y="293"/>
                </a:cubicBezTo>
                <a:cubicBezTo>
                  <a:pt x="1510" y="291"/>
                  <a:pt x="1538" y="288"/>
                  <a:pt x="1566" y="285"/>
                </a:cubicBezTo>
                <a:cubicBezTo>
                  <a:pt x="1593" y="282"/>
                  <a:pt x="1620" y="279"/>
                  <a:pt x="1645" y="276"/>
                </a:cubicBezTo>
                <a:cubicBezTo>
                  <a:pt x="1670" y="273"/>
                  <a:pt x="1695" y="269"/>
                  <a:pt x="1718" y="266"/>
                </a:cubicBezTo>
                <a:cubicBezTo>
                  <a:pt x="1741" y="262"/>
                  <a:pt x="1764" y="258"/>
                  <a:pt x="1784" y="255"/>
                </a:cubicBezTo>
                <a:cubicBezTo>
                  <a:pt x="1805" y="251"/>
                  <a:pt x="1825" y="247"/>
                  <a:pt x="1843" y="242"/>
                </a:cubicBezTo>
                <a:cubicBezTo>
                  <a:pt x="1862" y="238"/>
                  <a:pt x="1878" y="234"/>
                  <a:pt x="1894" y="229"/>
                </a:cubicBezTo>
                <a:cubicBezTo>
                  <a:pt x="1910" y="225"/>
                  <a:pt x="1924" y="220"/>
                  <a:pt x="1936" y="215"/>
                </a:cubicBezTo>
                <a:cubicBezTo>
                  <a:pt x="1949" y="211"/>
                  <a:pt x="1960" y="206"/>
                  <a:pt x="1969" y="201"/>
                </a:cubicBezTo>
                <a:cubicBezTo>
                  <a:pt x="1979" y="196"/>
                  <a:pt x="1987" y="191"/>
                  <a:pt x="1993" y="186"/>
                </a:cubicBezTo>
                <a:cubicBezTo>
                  <a:pt x="2000" y="181"/>
                  <a:pt x="2005" y="176"/>
                  <a:pt x="2008" y="171"/>
                </a:cubicBezTo>
                <a:cubicBezTo>
                  <a:pt x="2011" y="166"/>
                  <a:pt x="2013" y="161"/>
                  <a:pt x="2013" y="156"/>
                </a:cubicBezTo>
                <a:cubicBezTo>
                  <a:pt x="2013" y="151"/>
                  <a:pt x="2011" y="146"/>
                  <a:pt x="2008" y="141"/>
                </a:cubicBezTo>
                <a:cubicBezTo>
                  <a:pt x="2005" y="136"/>
                  <a:pt x="2000" y="131"/>
                  <a:pt x="1993" y="126"/>
                </a:cubicBezTo>
                <a:cubicBezTo>
                  <a:pt x="1987" y="121"/>
                  <a:pt x="1979" y="116"/>
                  <a:pt x="1969" y="110"/>
                </a:cubicBezTo>
                <a:cubicBezTo>
                  <a:pt x="1960" y="105"/>
                  <a:pt x="1949" y="100"/>
                  <a:pt x="1936" y="96"/>
                </a:cubicBezTo>
                <a:cubicBezTo>
                  <a:pt x="1924" y="91"/>
                  <a:pt x="1910" y="86"/>
                  <a:pt x="1894" y="82"/>
                </a:cubicBezTo>
                <a:cubicBezTo>
                  <a:pt x="1878" y="77"/>
                  <a:pt x="1862" y="73"/>
                  <a:pt x="1843" y="69"/>
                </a:cubicBezTo>
                <a:cubicBezTo>
                  <a:pt x="1825" y="65"/>
                  <a:pt x="1805" y="61"/>
                  <a:pt x="1784" y="57"/>
                </a:cubicBezTo>
                <a:cubicBezTo>
                  <a:pt x="1764" y="53"/>
                  <a:pt x="1741" y="49"/>
                  <a:pt x="1718" y="45"/>
                </a:cubicBezTo>
                <a:cubicBezTo>
                  <a:pt x="1695" y="42"/>
                  <a:pt x="1670" y="38"/>
                  <a:pt x="1645" y="35"/>
                </a:cubicBezTo>
                <a:cubicBezTo>
                  <a:pt x="1620" y="32"/>
                  <a:pt x="1593" y="29"/>
                  <a:pt x="1566" y="26"/>
                </a:cubicBezTo>
                <a:cubicBezTo>
                  <a:pt x="1538" y="23"/>
                  <a:pt x="1510" y="21"/>
                  <a:pt x="1480" y="18"/>
                </a:cubicBezTo>
                <a:cubicBezTo>
                  <a:pt x="1451" y="16"/>
                  <a:pt x="1421" y="14"/>
                  <a:pt x="1391" y="12"/>
                </a:cubicBezTo>
                <a:cubicBezTo>
                  <a:pt x="1360" y="10"/>
                  <a:pt x="1329" y="8"/>
                  <a:pt x="1298" y="7"/>
                </a:cubicBezTo>
                <a:cubicBezTo>
                  <a:pt x="1266" y="5"/>
                  <a:pt x="1234" y="4"/>
                  <a:pt x="1202" y="3"/>
                </a:cubicBezTo>
                <a:cubicBezTo>
                  <a:pt x="1170" y="2"/>
                  <a:pt x="1137" y="1"/>
                  <a:pt x="1104" y="1"/>
                </a:cubicBezTo>
                <a:cubicBezTo>
                  <a:pt x="1072" y="0"/>
                  <a:pt x="1039" y="0"/>
                  <a:pt x="1006" y="0"/>
                </a:cubicBezTo>
                <a:cubicBezTo>
                  <a:pt x="973" y="0"/>
                  <a:pt x="940" y="0"/>
                  <a:pt x="907" y="1"/>
                </a:cubicBezTo>
                <a:cubicBezTo>
                  <a:pt x="874" y="1"/>
                  <a:pt x="842" y="2"/>
                  <a:pt x="810" y="3"/>
                </a:cubicBezTo>
                <a:cubicBezTo>
                  <a:pt x="777" y="4"/>
                  <a:pt x="745" y="5"/>
                  <a:pt x="714" y="7"/>
                </a:cubicBezTo>
                <a:cubicBezTo>
                  <a:pt x="682" y="8"/>
                  <a:pt x="651" y="10"/>
                  <a:pt x="621" y="12"/>
                </a:cubicBezTo>
                <a:cubicBezTo>
                  <a:pt x="590" y="14"/>
                  <a:pt x="561" y="16"/>
                  <a:pt x="532" y="18"/>
                </a:cubicBezTo>
                <a:cubicBezTo>
                  <a:pt x="503" y="21"/>
                  <a:pt x="474" y="23"/>
                  <a:pt x="447" y="26"/>
                </a:cubicBezTo>
                <a:cubicBezTo>
                  <a:pt x="420" y="29"/>
                  <a:pt x="393" y="32"/>
                  <a:pt x="368" y="35"/>
                </a:cubicBezTo>
                <a:cubicBezTo>
                  <a:pt x="342" y="38"/>
                  <a:pt x="318" y="42"/>
                  <a:pt x="295" y="45"/>
                </a:cubicBezTo>
                <a:cubicBezTo>
                  <a:pt x="271" y="49"/>
                  <a:pt x="249" y="53"/>
                  <a:pt x="228" y="57"/>
                </a:cubicBezTo>
                <a:cubicBezTo>
                  <a:pt x="207" y="61"/>
                  <a:pt x="188" y="65"/>
                  <a:pt x="169" y="69"/>
                </a:cubicBezTo>
                <a:cubicBezTo>
                  <a:pt x="151" y="73"/>
                  <a:pt x="134" y="77"/>
                  <a:pt x="119" y="82"/>
                </a:cubicBezTo>
                <a:cubicBezTo>
                  <a:pt x="103" y="86"/>
                  <a:pt x="89" y="91"/>
                  <a:pt x="76" y="96"/>
                </a:cubicBezTo>
                <a:cubicBezTo>
                  <a:pt x="64" y="100"/>
                  <a:pt x="53" y="105"/>
                  <a:pt x="43" y="110"/>
                </a:cubicBezTo>
                <a:cubicBezTo>
                  <a:pt x="34" y="116"/>
                  <a:pt x="26" y="121"/>
                  <a:pt x="19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6"/>
                  <a:pt x="0" y="151"/>
                  <a:pt x="0" y="156"/>
                </a:cubicBezTo>
                <a:lnTo>
                  <a:pt x="0" y="948"/>
                </a:lnTo>
                <a:cubicBezTo>
                  <a:pt x="0" y="953"/>
                  <a:pt x="2" y="958"/>
                  <a:pt x="5" y="964"/>
                </a:cubicBezTo>
                <a:cubicBezTo>
                  <a:pt x="8" y="969"/>
                  <a:pt x="13" y="974"/>
                  <a:pt x="19" y="979"/>
                </a:cubicBezTo>
                <a:cubicBezTo>
                  <a:pt x="26" y="984"/>
                  <a:pt x="34" y="989"/>
                  <a:pt x="43" y="993"/>
                </a:cubicBezTo>
                <a:cubicBezTo>
                  <a:pt x="53" y="998"/>
                  <a:pt x="64" y="1003"/>
                  <a:pt x="76" y="1008"/>
                </a:cubicBezTo>
                <a:cubicBezTo>
                  <a:pt x="89" y="1012"/>
                  <a:pt x="103" y="1017"/>
                  <a:pt x="119" y="1022"/>
                </a:cubicBezTo>
                <a:cubicBezTo>
                  <a:pt x="134" y="1026"/>
                  <a:pt x="151" y="1030"/>
                  <a:pt x="169" y="1035"/>
                </a:cubicBezTo>
                <a:cubicBezTo>
                  <a:pt x="188" y="1039"/>
                  <a:pt x="207" y="1043"/>
                  <a:pt x="228" y="1047"/>
                </a:cubicBezTo>
                <a:cubicBezTo>
                  <a:pt x="249" y="1051"/>
                  <a:pt x="271" y="1055"/>
                  <a:pt x="295" y="1058"/>
                </a:cubicBezTo>
                <a:cubicBezTo>
                  <a:pt x="318" y="1062"/>
                  <a:pt x="342" y="1065"/>
                  <a:pt x="368" y="1068"/>
                </a:cubicBezTo>
                <a:cubicBezTo>
                  <a:pt x="393" y="1072"/>
                  <a:pt x="420" y="1075"/>
                  <a:pt x="447" y="1077"/>
                </a:cubicBezTo>
                <a:cubicBezTo>
                  <a:pt x="474" y="1080"/>
                  <a:pt x="503" y="1083"/>
                  <a:pt x="532" y="1085"/>
                </a:cubicBezTo>
                <a:cubicBezTo>
                  <a:pt x="561" y="1088"/>
                  <a:pt x="590" y="1090"/>
                  <a:pt x="621" y="1092"/>
                </a:cubicBezTo>
                <a:cubicBezTo>
                  <a:pt x="651" y="1094"/>
                  <a:pt x="682" y="1095"/>
                  <a:pt x="714" y="1097"/>
                </a:cubicBezTo>
                <a:cubicBezTo>
                  <a:pt x="745" y="1098"/>
                  <a:pt x="777" y="1100"/>
                  <a:pt x="810" y="1101"/>
                </a:cubicBezTo>
                <a:cubicBezTo>
                  <a:pt x="842" y="1102"/>
                  <a:pt x="874" y="1102"/>
                  <a:pt x="907" y="1103"/>
                </a:cubicBezTo>
                <a:cubicBezTo>
                  <a:pt x="940" y="1103"/>
                  <a:pt x="973" y="1104"/>
                  <a:pt x="1006" y="1104"/>
                </a:cubicBezTo>
                <a:cubicBezTo>
                  <a:pt x="1039" y="1104"/>
                  <a:pt x="1072" y="1103"/>
                  <a:pt x="1104" y="1103"/>
                </a:cubicBezTo>
                <a:cubicBezTo>
                  <a:pt x="1137" y="1102"/>
                  <a:pt x="1170" y="1102"/>
                  <a:pt x="1202" y="1101"/>
                </a:cubicBezTo>
                <a:cubicBezTo>
                  <a:pt x="1234" y="1100"/>
                  <a:pt x="1266" y="1098"/>
                  <a:pt x="1298" y="1097"/>
                </a:cubicBezTo>
                <a:cubicBezTo>
                  <a:pt x="1329" y="1095"/>
                  <a:pt x="1360" y="1094"/>
                  <a:pt x="1391" y="1092"/>
                </a:cubicBezTo>
                <a:cubicBezTo>
                  <a:pt x="1421" y="1090"/>
                  <a:pt x="1451" y="1088"/>
                  <a:pt x="1480" y="1085"/>
                </a:cubicBezTo>
                <a:cubicBezTo>
                  <a:pt x="1510" y="1083"/>
                  <a:pt x="1538" y="1080"/>
                  <a:pt x="1566" y="1077"/>
                </a:cubicBezTo>
                <a:cubicBezTo>
                  <a:pt x="1593" y="1075"/>
                  <a:pt x="1620" y="1072"/>
                  <a:pt x="1645" y="1068"/>
                </a:cubicBezTo>
                <a:cubicBezTo>
                  <a:pt x="1670" y="1065"/>
                  <a:pt x="1695" y="1062"/>
                  <a:pt x="1718" y="1058"/>
                </a:cubicBezTo>
                <a:cubicBezTo>
                  <a:pt x="1741" y="1055"/>
                  <a:pt x="1764" y="1051"/>
                  <a:pt x="1784" y="1047"/>
                </a:cubicBezTo>
                <a:cubicBezTo>
                  <a:pt x="1805" y="1043"/>
                  <a:pt x="1825" y="1039"/>
                  <a:pt x="1843" y="1035"/>
                </a:cubicBezTo>
                <a:cubicBezTo>
                  <a:pt x="1862" y="1030"/>
                  <a:pt x="1878" y="1026"/>
                  <a:pt x="1894" y="1022"/>
                </a:cubicBezTo>
                <a:cubicBezTo>
                  <a:pt x="1910" y="1017"/>
                  <a:pt x="1924" y="1012"/>
                  <a:pt x="1936" y="1008"/>
                </a:cubicBezTo>
                <a:cubicBezTo>
                  <a:pt x="1949" y="1003"/>
                  <a:pt x="1960" y="998"/>
                  <a:pt x="1969" y="993"/>
                </a:cubicBezTo>
                <a:cubicBezTo>
                  <a:pt x="1979" y="989"/>
                  <a:pt x="1987" y="984"/>
                  <a:pt x="1993" y="979"/>
                </a:cubicBezTo>
                <a:cubicBezTo>
                  <a:pt x="2000" y="974"/>
                  <a:pt x="2005" y="969"/>
                  <a:pt x="2008" y="964"/>
                </a:cubicBezTo>
                <a:cubicBezTo>
                  <a:pt x="2011" y="958"/>
                  <a:pt x="2013" y="953"/>
                  <a:pt x="2013" y="948"/>
                </a:cubicBezTo>
                <a:lnTo>
                  <a:pt x="2013" y="156"/>
                </a:lnTo>
                <a:lnTo>
                  <a:pt x="0" y="15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/>
          <p:nvPr/>
        </p:nvSpPr>
        <p:spPr>
          <a:xfrm>
            <a:off x="5618160" y="2142000"/>
            <a:ext cx="724680" cy="397440"/>
          </a:xfrm>
          <a:custGeom>
            <a:avLst/>
            <a:gdLst/>
            <a:ahLst/>
            <a:rect l="0" t="0" r="r" b="b"/>
            <a:pathLst>
              <a:path fill="none" w="2013" h="1104">
                <a:moveTo>
                  <a:pt x="0" y="156"/>
                </a:moveTo>
                <a:cubicBezTo>
                  <a:pt x="0" y="161"/>
                  <a:pt x="2" y="166"/>
                  <a:pt x="5" y="171"/>
                </a:cubicBezTo>
                <a:cubicBezTo>
                  <a:pt x="8" y="176"/>
                  <a:pt x="13" y="181"/>
                  <a:pt x="19" y="186"/>
                </a:cubicBezTo>
                <a:cubicBezTo>
                  <a:pt x="26" y="191"/>
                  <a:pt x="34" y="196"/>
                  <a:pt x="43" y="201"/>
                </a:cubicBezTo>
                <a:cubicBezTo>
                  <a:pt x="53" y="206"/>
                  <a:pt x="64" y="211"/>
                  <a:pt x="76" y="215"/>
                </a:cubicBezTo>
                <a:cubicBezTo>
                  <a:pt x="89" y="220"/>
                  <a:pt x="103" y="225"/>
                  <a:pt x="119" y="229"/>
                </a:cubicBezTo>
                <a:cubicBezTo>
                  <a:pt x="134" y="234"/>
                  <a:pt x="151" y="238"/>
                  <a:pt x="169" y="242"/>
                </a:cubicBezTo>
                <a:cubicBezTo>
                  <a:pt x="188" y="247"/>
                  <a:pt x="207" y="251"/>
                  <a:pt x="228" y="255"/>
                </a:cubicBezTo>
                <a:cubicBezTo>
                  <a:pt x="249" y="258"/>
                  <a:pt x="271" y="262"/>
                  <a:pt x="295" y="266"/>
                </a:cubicBezTo>
                <a:cubicBezTo>
                  <a:pt x="318" y="269"/>
                  <a:pt x="342" y="273"/>
                  <a:pt x="368" y="276"/>
                </a:cubicBezTo>
                <a:cubicBezTo>
                  <a:pt x="393" y="279"/>
                  <a:pt x="420" y="282"/>
                  <a:pt x="447" y="285"/>
                </a:cubicBezTo>
                <a:cubicBezTo>
                  <a:pt x="474" y="288"/>
                  <a:pt x="503" y="291"/>
                  <a:pt x="532" y="293"/>
                </a:cubicBezTo>
                <a:cubicBezTo>
                  <a:pt x="561" y="295"/>
                  <a:pt x="590" y="298"/>
                  <a:pt x="621" y="300"/>
                </a:cubicBezTo>
                <a:cubicBezTo>
                  <a:pt x="651" y="301"/>
                  <a:pt x="682" y="303"/>
                  <a:pt x="714" y="305"/>
                </a:cubicBezTo>
                <a:cubicBezTo>
                  <a:pt x="745" y="306"/>
                  <a:pt x="777" y="307"/>
                  <a:pt x="810" y="308"/>
                </a:cubicBezTo>
                <a:cubicBezTo>
                  <a:pt x="842" y="309"/>
                  <a:pt x="874" y="310"/>
                  <a:pt x="907" y="311"/>
                </a:cubicBezTo>
                <a:cubicBezTo>
                  <a:pt x="940" y="311"/>
                  <a:pt x="973" y="311"/>
                  <a:pt x="1006" y="311"/>
                </a:cubicBezTo>
                <a:cubicBezTo>
                  <a:pt x="1039" y="311"/>
                  <a:pt x="1072" y="311"/>
                  <a:pt x="1104" y="311"/>
                </a:cubicBezTo>
                <a:cubicBezTo>
                  <a:pt x="1137" y="310"/>
                  <a:pt x="1170" y="309"/>
                  <a:pt x="1202" y="308"/>
                </a:cubicBezTo>
                <a:cubicBezTo>
                  <a:pt x="1234" y="307"/>
                  <a:pt x="1266" y="306"/>
                  <a:pt x="1298" y="305"/>
                </a:cubicBezTo>
                <a:cubicBezTo>
                  <a:pt x="1329" y="303"/>
                  <a:pt x="1360" y="301"/>
                  <a:pt x="1391" y="300"/>
                </a:cubicBezTo>
                <a:cubicBezTo>
                  <a:pt x="1421" y="298"/>
                  <a:pt x="1451" y="295"/>
                  <a:pt x="1480" y="293"/>
                </a:cubicBezTo>
                <a:cubicBezTo>
                  <a:pt x="1510" y="291"/>
                  <a:pt x="1538" y="288"/>
                  <a:pt x="1566" y="285"/>
                </a:cubicBezTo>
                <a:cubicBezTo>
                  <a:pt x="1593" y="282"/>
                  <a:pt x="1620" y="279"/>
                  <a:pt x="1645" y="276"/>
                </a:cubicBezTo>
                <a:cubicBezTo>
                  <a:pt x="1670" y="273"/>
                  <a:pt x="1695" y="269"/>
                  <a:pt x="1718" y="266"/>
                </a:cubicBezTo>
                <a:cubicBezTo>
                  <a:pt x="1741" y="262"/>
                  <a:pt x="1764" y="258"/>
                  <a:pt x="1784" y="255"/>
                </a:cubicBezTo>
                <a:cubicBezTo>
                  <a:pt x="1805" y="251"/>
                  <a:pt x="1825" y="247"/>
                  <a:pt x="1843" y="242"/>
                </a:cubicBezTo>
                <a:cubicBezTo>
                  <a:pt x="1862" y="238"/>
                  <a:pt x="1878" y="234"/>
                  <a:pt x="1894" y="229"/>
                </a:cubicBezTo>
                <a:cubicBezTo>
                  <a:pt x="1910" y="225"/>
                  <a:pt x="1924" y="220"/>
                  <a:pt x="1936" y="215"/>
                </a:cubicBezTo>
                <a:cubicBezTo>
                  <a:pt x="1949" y="211"/>
                  <a:pt x="1960" y="206"/>
                  <a:pt x="1969" y="201"/>
                </a:cubicBezTo>
                <a:cubicBezTo>
                  <a:pt x="1979" y="196"/>
                  <a:pt x="1987" y="191"/>
                  <a:pt x="1993" y="186"/>
                </a:cubicBezTo>
                <a:cubicBezTo>
                  <a:pt x="2000" y="181"/>
                  <a:pt x="2005" y="176"/>
                  <a:pt x="2008" y="171"/>
                </a:cubicBezTo>
                <a:cubicBezTo>
                  <a:pt x="2011" y="166"/>
                  <a:pt x="2013" y="161"/>
                  <a:pt x="2013" y="156"/>
                </a:cubicBezTo>
                <a:cubicBezTo>
                  <a:pt x="2013" y="151"/>
                  <a:pt x="2011" y="146"/>
                  <a:pt x="2008" y="141"/>
                </a:cubicBezTo>
                <a:cubicBezTo>
                  <a:pt x="2005" y="136"/>
                  <a:pt x="2000" y="131"/>
                  <a:pt x="1993" y="126"/>
                </a:cubicBezTo>
                <a:cubicBezTo>
                  <a:pt x="1987" y="121"/>
                  <a:pt x="1979" y="116"/>
                  <a:pt x="1969" y="110"/>
                </a:cubicBezTo>
                <a:cubicBezTo>
                  <a:pt x="1960" y="105"/>
                  <a:pt x="1949" y="100"/>
                  <a:pt x="1936" y="96"/>
                </a:cubicBezTo>
                <a:cubicBezTo>
                  <a:pt x="1924" y="91"/>
                  <a:pt x="1910" y="86"/>
                  <a:pt x="1894" y="82"/>
                </a:cubicBezTo>
                <a:cubicBezTo>
                  <a:pt x="1878" y="77"/>
                  <a:pt x="1862" y="73"/>
                  <a:pt x="1843" y="69"/>
                </a:cubicBezTo>
                <a:cubicBezTo>
                  <a:pt x="1825" y="65"/>
                  <a:pt x="1805" y="61"/>
                  <a:pt x="1784" y="57"/>
                </a:cubicBezTo>
                <a:cubicBezTo>
                  <a:pt x="1764" y="53"/>
                  <a:pt x="1741" y="49"/>
                  <a:pt x="1718" y="45"/>
                </a:cubicBezTo>
                <a:cubicBezTo>
                  <a:pt x="1695" y="42"/>
                  <a:pt x="1670" y="38"/>
                  <a:pt x="1645" y="35"/>
                </a:cubicBezTo>
                <a:cubicBezTo>
                  <a:pt x="1620" y="32"/>
                  <a:pt x="1593" y="29"/>
                  <a:pt x="1566" y="26"/>
                </a:cubicBezTo>
                <a:cubicBezTo>
                  <a:pt x="1538" y="23"/>
                  <a:pt x="1510" y="21"/>
                  <a:pt x="1480" y="18"/>
                </a:cubicBezTo>
                <a:cubicBezTo>
                  <a:pt x="1451" y="16"/>
                  <a:pt x="1421" y="14"/>
                  <a:pt x="1391" y="12"/>
                </a:cubicBezTo>
                <a:cubicBezTo>
                  <a:pt x="1360" y="10"/>
                  <a:pt x="1329" y="8"/>
                  <a:pt x="1298" y="7"/>
                </a:cubicBezTo>
                <a:cubicBezTo>
                  <a:pt x="1266" y="5"/>
                  <a:pt x="1234" y="4"/>
                  <a:pt x="1202" y="3"/>
                </a:cubicBezTo>
                <a:cubicBezTo>
                  <a:pt x="1170" y="2"/>
                  <a:pt x="1137" y="1"/>
                  <a:pt x="1104" y="1"/>
                </a:cubicBezTo>
                <a:cubicBezTo>
                  <a:pt x="1072" y="0"/>
                  <a:pt x="1039" y="0"/>
                  <a:pt x="1006" y="0"/>
                </a:cubicBezTo>
                <a:cubicBezTo>
                  <a:pt x="973" y="0"/>
                  <a:pt x="940" y="0"/>
                  <a:pt x="907" y="1"/>
                </a:cubicBezTo>
                <a:cubicBezTo>
                  <a:pt x="874" y="1"/>
                  <a:pt x="842" y="2"/>
                  <a:pt x="810" y="3"/>
                </a:cubicBezTo>
                <a:cubicBezTo>
                  <a:pt x="777" y="4"/>
                  <a:pt x="745" y="5"/>
                  <a:pt x="714" y="7"/>
                </a:cubicBezTo>
                <a:cubicBezTo>
                  <a:pt x="682" y="8"/>
                  <a:pt x="651" y="10"/>
                  <a:pt x="621" y="12"/>
                </a:cubicBezTo>
                <a:cubicBezTo>
                  <a:pt x="590" y="14"/>
                  <a:pt x="561" y="16"/>
                  <a:pt x="532" y="18"/>
                </a:cubicBezTo>
                <a:cubicBezTo>
                  <a:pt x="503" y="21"/>
                  <a:pt x="474" y="23"/>
                  <a:pt x="447" y="26"/>
                </a:cubicBezTo>
                <a:cubicBezTo>
                  <a:pt x="420" y="29"/>
                  <a:pt x="393" y="32"/>
                  <a:pt x="368" y="35"/>
                </a:cubicBezTo>
                <a:cubicBezTo>
                  <a:pt x="342" y="38"/>
                  <a:pt x="318" y="42"/>
                  <a:pt x="295" y="45"/>
                </a:cubicBezTo>
                <a:cubicBezTo>
                  <a:pt x="271" y="49"/>
                  <a:pt x="249" y="53"/>
                  <a:pt x="228" y="57"/>
                </a:cubicBezTo>
                <a:cubicBezTo>
                  <a:pt x="207" y="61"/>
                  <a:pt x="188" y="65"/>
                  <a:pt x="169" y="69"/>
                </a:cubicBezTo>
                <a:cubicBezTo>
                  <a:pt x="151" y="73"/>
                  <a:pt x="134" y="77"/>
                  <a:pt x="119" y="82"/>
                </a:cubicBezTo>
                <a:cubicBezTo>
                  <a:pt x="103" y="86"/>
                  <a:pt x="89" y="91"/>
                  <a:pt x="76" y="96"/>
                </a:cubicBezTo>
                <a:cubicBezTo>
                  <a:pt x="64" y="100"/>
                  <a:pt x="53" y="105"/>
                  <a:pt x="43" y="110"/>
                </a:cubicBezTo>
                <a:cubicBezTo>
                  <a:pt x="34" y="116"/>
                  <a:pt x="26" y="121"/>
                  <a:pt x="19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6"/>
                  <a:pt x="0" y="151"/>
                  <a:pt x="0" y="156"/>
                </a:cubicBezTo>
                <a:lnTo>
                  <a:pt x="0" y="948"/>
                </a:lnTo>
                <a:cubicBezTo>
                  <a:pt x="0" y="953"/>
                  <a:pt x="2" y="958"/>
                  <a:pt x="5" y="964"/>
                </a:cubicBezTo>
                <a:cubicBezTo>
                  <a:pt x="8" y="969"/>
                  <a:pt x="13" y="974"/>
                  <a:pt x="19" y="979"/>
                </a:cubicBezTo>
                <a:cubicBezTo>
                  <a:pt x="26" y="984"/>
                  <a:pt x="34" y="989"/>
                  <a:pt x="43" y="993"/>
                </a:cubicBezTo>
                <a:cubicBezTo>
                  <a:pt x="53" y="998"/>
                  <a:pt x="64" y="1003"/>
                  <a:pt x="76" y="1008"/>
                </a:cubicBezTo>
                <a:cubicBezTo>
                  <a:pt x="89" y="1012"/>
                  <a:pt x="103" y="1017"/>
                  <a:pt x="119" y="1022"/>
                </a:cubicBezTo>
                <a:cubicBezTo>
                  <a:pt x="134" y="1026"/>
                  <a:pt x="151" y="1030"/>
                  <a:pt x="169" y="1035"/>
                </a:cubicBezTo>
                <a:cubicBezTo>
                  <a:pt x="188" y="1039"/>
                  <a:pt x="207" y="1043"/>
                  <a:pt x="228" y="1047"/>
                </a:cubicBezTo>
                <a:cubicBezTo>
                  <a:pt x="249" y="1051"/>
                  <a:pt x="271" y="1055"/>
                  <a:pt x="295" y="1058"/>
                </a:cubicBezTo>
                <a:cubicBezTo>
                  <a:pt x="318" y="1062"/>
                  <a:pt x="342" y="1065"/>
                  <a:pt x="368" y="1068"/>
                </a:cubicBezTo>
                <a:cubicBezTo>
                  <a:pt x="393" y="1072"/>
                  <a:pt x="420" y="1075"/>
                  <a:pt x="447" y="1077"/>
                </a:cubicBezTo>
                <a:cubicBezTo>
                  <a:pt x="474" y="1080"/>
                  <a:pt x="503" y="1083"/>
                  <a:pt x="532" y="1085"/>
                </a:cubicBezTo>
                <a:cubicBezTo>
                  <a:pt x="561" y="1088"/>
                  <a:pt x="590" y="1090"/>
                  <a:pt x="621" y="1092"/>
                </a:cubicBezTo>
                <a:cubicBezTo>
                  <a:pt x="651" y="1094"/>
                  <a:pt x="682" y="1095"/>
                  <a:pt x="714" y="1097"/>
                </a:cubicBezTo>
                <a:cubicBezTo>
                  <a:pt x="745" y="1098"/>
                  <a:pt x="777" y="1100"/>
                  <a:pt x="810" y="1101"/>
                </a:cubicBezTo>
                <a:cubicBezTo>
                  <a:pt x="842" y="1102"/>
                  <a:pt x="874" y="1102"/>
                  <a:pt x="907" y="1103"/>
                </a:cubicBezTo>
                <a:cubicBezTo>
                  <a:pt x="940" y="1103"/>
                  <a:pt x="973" y="1104"/>
                  <a:pt x="1006" y="1104"/>
                </a:cubicBezTo>
                <a:cubicBezTo>
                  <a:pt x="1039" y="1104"/>
                  <a:pt x="1072" y="1103"/>
                  <a:pt x="1104" y="1103"/>
                </a:cubicBezTo>
                <a:cubicBezTo>
                  <a:pt x="1137" y="1102"/>
                  <a:pt x="1170" y="1102"/>
                  <a:pt x="1202" y="1101"/>
                </a:cubicBezTo>
                <a:cubicBezTo>
                  <a:pt x="1234" y="1100"/>
                  <a:pt x="1266" y="1098"/>
                  <a:pt x="1298" y="1097"/>
                </a:cubicBezTo>
                <a:cubicBezTo>
                  <a:pt x="1329" y="1095"/>
                  <a:pt x="1360" y="1094"/>
                  <a:pt x="1391" y="1092"/>
                </a:cubicBezTo>
                <a:cubicBezTo>
                  <a:pt x="1421" y="1090"/>
                  <a:pt x="1451" y="1088"/>
                  <a:pt x="1480" y="1085"/>
                </a:cubicBezTo>
                <a:cubicBezTo>
                  <a:pt x="1510" y="1083"/>
                  <a:pt x="1538" y="1080"/>
                  <a:pt x="1566" y="1077"/>
                </a:cubicBezTo>
                <a:cubicBezTo>
                  <a:pt x="1593" y="1075"/>
                  <a:pt x="1620" y="1072"/>
                  <a:pt x="1645" y="1068"/>
                </a:cubicBezTo>
                <a:cubicBezTo>
                  <a:pt x="1670" y="1065"/>
                  <a:pt x="1695" y="1062"/>
                  <a:pt x="1718" y="1058"/>
                </a:cubicBezTo>
                <a:cubicBezTo>
                  <a:pt x="1741" y="1055"/>
                  <a:pt x="1764" y="1051"/>
                  <a:pt x="1784" y="1047"/>
                </a:cubicBezTo>
                <a:cubicBezTo>
                  <a:pt x="1805" y="1043"/>
                  <a:pt x="1825" y="1039"/>
                  <a:pt x="1843" y="1035"/>
                </a:cubicBezTo>
                <a:cubicBezTo>
                  <a:pt x="1862" y="1030"/>
                  <a:pt x="1878" y="1026"/>
                  <a:pt x="1894" y="1022"/>
                </a:cubicBezTo>
                <a:cubicBezTo>
                  <a:pt x="1910" y="1017"/>
                  <a:pt x="1924" y="1012"/>
                  <a:pt x="1936" y="1008"/>
                </a:cubicBezTo>
                <a:cubicBezTo>
                  <a:pt x="1949" y="1003"/>
                  <a:pt x="1960" y="998"/>
                  <a:pt x="1969" y="993"/>
                </a:cubicBezTo>
                <a:cubicBezTo>
                  <a:pt x="1979" y="989"/>
                  <a:pt x="1987" y="984"/>
                  <a:pt x="1993" y="979"/>
                </a:cubicBezTo>
                <a:cubicBezTo>
                  <a:pt x="2000" y="974"/>
                  <a:pt x="2005" y="969"/>
                  <a:pt x="2008" y="964"/>
                </a:cubicBezTo>
                <a:cubicBezTo>
                  <a:pt x="2011" y="958"/>
                  <a:pt x="2013" y="953"/>
                  <a:pt x="2013" y="948"/>
                </a:cubicBezTo>
                <a:lnTo>
                  <a:pt x="2013" y="156"/>
                </a:lnTo>
              </a:path>
            </a:pathLst>
          </a:custGeom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4503600" y="2385000"/>
            <a:ext cx="2674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 txBox="1"/>
          <p:nvPr/>
        </p:nvSpPr>
        <p:spPr>
          <a:xfrm>
            <a:off x="5752080" y="2297520"/>
            <a:ext cx="453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/>
          <p:nvPr/>
        </p:nvSpPr>
        <p:spPr>
          <a:xfrm>
            <a:off x="6909480" y="2118240"/>
            <a:ext cx="763200" cy="284400"/>
          </a:xfrm>
          <a:custGeom>
            <a:avLst/>
            <a:gdLst/>
            <a:ahLst/>
            <a:rect l="0" t="0" r="r" b="b"/>
            <a:pathLst>
              <a:path w="2120" h="790">
                <a:moveTo>
                  <a:pt x="0" y="0"/>
                </a:moveTo>
                <a:lnTo>
                  <a:pt x="2120" y="0"/>
                </a:lnTo>
                <a:lnTo>
                  <a:pt x="2120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/>
          <p:nvPr/>
        </p:nvSpPr>
        <p:spPr>
          <a:xfrm>
            <a:off x="6909480" y="2118240"/>
            <a:ext cx="763200" cy="284400"/>
          </a:xfrm>
          <a:custGeom>
            <a:avLst/>
            <a:gdLst/>
            <a:ahLst/>
            <a:rect l="0" t="0" r="r" b="b"/>
            <a:pathLst>
              <a:path w="2120" h="790">
                <a:moveTo>
                  <a:pt x="0" y="0"/>
                </a:moveTo>
                <a:lnTo>
                  <a:pt x="2120" y="0"/>
                </a:lnTo>
                <a:lnTo>
                  <a:pt x="2120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94a3b0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 txBox="1"/>
          <p:nvPr/>
        </p:nvSpPr>
        <p:spPr>
          <a:xfrm>
            <a:off x="5645520" y="2385000"/>
            <a:ext cx="6652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historie en samenhang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 txBox="1"/>
          <p:nvPr/>
        </p:nvSpPr>
        <p:spPr>
          <a:xfrm>
            <a:off x="7121160" y="2180880"/>
            <a:ext cx="3376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/>
          <p:nvPr/>
        </p:nvSpPr>
        <p:spPr>
          <a:xfrm>
            <a:off x="8330040" y="2105280"/>
            <a:ext cx="310320" cy="310320"/>
          </a:xfrm>
          <a:custGeom>
            <a:avLst/>
            <a:gdLst/>
            <a:ahLst/>
            <a:rect l="0" t="0" r="r" b="b"/>
            <a:pathLst>
              <a:path w="862" h="862">
                <a:moveTo>
                  <a:pt x="862" y="431"/>
                </a:moveTo>
                <a:cubicBezTo>
                  <a:pt x="862" y="459"/>
                  <a:pt x="860" y="487"/>
                  <a:pt x="854" y="515"/>
                </a:cubicBezTo>
                <a:cubicBezTo>
                  <a:pt x="848" y="542"/>
                  <a:pt x="840" y="569"/>
                  <a:pt x="829" y="595"/>
                </a:cubicBezTo>
                <a:cubicBezTo>
                  <a:pt x="819" y="623"/>
                  <a:pt x="805" y="647"/>
                  <a:pt x="790" y="671"/>
                </a:cubicBezTo>
                <a:cubicBezTo>
                  <a:pt x="774" y="694"/>
                  <a:pt x="756" y="716"/>
                  <a:pt x="736" y="736"/>
                </a:cubicBezTo>
                <a:cubicBezTo>
                  <a:pt x="716" y="756"/>
                  <a:pt x="694" y="774"/>
                  <a:pt x="671" y="790"/>
                </a:cubicBezTo>
                <a:cubicBezTo>
                  <a:pt x="647" y="805"/>
                  <a:pt x="623" y="819"/>
                  <a:pt x="597" y="829"/>
                </a:cubicBezTo>
                <a:cubicBezTo>
                  <a:pt x="570" y="840"/>
                  <a:pt x="544" y="848"/>
                  <a:pt x="516" y="854"/>
                </a:cubicBezTo>
                <a:cubicBezTo>
                  <a:pt x="487" y="859"/>
                  <a:pt x="459" y="862"/>
                  <a:pt x="431" y="862"/>
                </a:cubicBezTo>
                <a:cubicBezTo>
                  <a:pt x="403" y="862"/>
                  <a:pt x="375" y="859"/>
                  <a:pt x="347" y="854"/>
                </a:cubicBezTo>
                <a:cubicBezTo>
                  <a:pt x="319" y="848"/>
                  <a:pt x="292" y="840"/>
                  <a:pt x="266" y="829"/>
                </a:cubicBezTo>
                <a:cubicBezTo>
                  <a:pt x="240" y="819"/>
                  <a:pt x="215" y="805"/>
                  <a:pt x="192" y="790"/>
                </a:cubicBezTo>
                <a:cubicBezTo>
                  <a:pt x="168" y="774"/>
                  <a:pt x="146" y="756"/>
                  <a:pt x="126" y="736"/>
                </a:cubicBezTo>
                <a:cubicBezTo>
                  <a:pt x="106" y="716"/>
                  <a:pt x="89" y="694"/>
                  <a:pt x="73" y="671"/>
                </a:cubicBezTo>
                <a:cubicBezTo>
                  <a:pt x="57" y="647"/>
                  <a:pt x="44" y="623"/>
                  <a:pt x="33" y="595"/>
                </a:cubicBezTo>
                <a:cubicBezTo>
                  <a:pt x="22" y="569"/>
                  <a:pt x="14" y="542"/>
                  <a:pt x="9" y="515"/>
                </a:cubicBezTo>
                <a:cubicBezTo>
                  <a:pt x="3" y="487"/>
                  <a:pt x="0" y="459"/>
                  <a:pt x="0" y="431"/>
                </a:cubicBezTo>
                <a:cubicBezTo>
                  <a:pt x="0" y="402"/>
                  <a:pt x="3" y="374"/>
                  <a:pt x="9" y="347"/>
                </a:cubicBezTo>
                <a:cubicBezTo>
                  <a:pt x="14" y="319"/>
                  <a:pt x="22" y="292"/>
                  <a:pt x="33" y="266"/>
                </a:cubicBezTo>
                <a:cubicBezTo>
                  <a:pt x="44" y="240"/>
                  <a:pt x="57" y="215"/>
                  <a:pt x="73" y="192"/>
                </a:cubicBezTo>
                <a:cubicBezTo>
                  <a:pt x="89" y="168"/>
                  <a:pt x="106" y="146"/>
                  <a:pt x="126" y="126"/>
                </a:cubicBezTo>
                <a:cubicBezTo>
                  <a:pt x="146" y="106"/>
                  <a:pt x="168" y="89"/>
                  <a:pt x="192" y="73"/>
                </a:cubicBezTo>
                <a:cubicBezTo>
                  <a:pt x="215" y="57"/>
                  <a:pt x="240" y="44"/>
                  <a:pt x="266" y="33"/>
                </a:cubicBezTo>
                <a:cubicBezTo>
                  <a:pt x="292" y="22"/>
                  <a:pt x="319" y="14"/>
                  <a:pt x="347" y="9"/>
                </a:cubicBezTo>
                <a:cubicBezTo>
                  <a:pt x="375" y="3"/>
                  <a:pt x="403" y="0"/>
                  <a:pt x="431" y="0"/>
                </a:cubicBezTo>
                <a:cubicBezTo>
                  <a:pt x="459" y="0"/>
                  <a:pt x="487" y="3"/>
                  <a:pt x="516" y="9"/>
                </a:cubicBezTo>
                <a:cubicBezTo>
                  <a:pt x="544" y="14"/>
                  <a:pt x="570" y="22"/>
                  <a:pt x="597" y="33"/>
                </a:cubicBezTo>
                <a:cubicBezTo>
                  <a:pt x="623" y="44"/>
                  <a:pt x="647" y="57"/>
                  <a:pt x="671" y="73"/>
                </a:cubicBezTo>
                <a:cubicBezTo>
                  <a:pt x="694" y="89"/>
                  <a:pt x="716" y="106"/>
                  <a:pt x="736" y="126"/>
                </a:cubicBezTo>
                <a:cubicBezTo>
                  <a:pt x="756" y="146"/>
                  <a:pt x="774" y="168"/>
                  <a:pt x="790" y="192"/>
                </a:cubicBezTo>
                <a:cubicBezTo>
                  <a:pt x="805" y="215"/>
                  <a:pt x="819" y="240"/>
                  <a:pt x="829" y="266"/>
                </a:cubicBezTo>
                <a:cubicBezTo>
                  <a:pt x="840" y="292"/>
                  <a:pt x="848" y="319"/>
                  <a:pt x="854" y="347"/>
                </a:cubicBezTo>
                <a:cubicBezTo>
                  <a:pt x="860" y="374"/>
                  <a:pt x="862" y="402"/>
                  <a:pt x="862" y="431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/>
          <p:nvPr/>
        </p:nvSpPr>
        <p:spPr>
          <a:xfrm>
            <a:off x="8330040" y="2105280"/>
            <a:ext cx="310320" cy="310320"/>
          </a:xfrm>
          <a:custGeom>
            <a:avLst/>
            <a:gdLst/>
            <a:ahLst/>
            <a:rect l="0" t="0" r="r" b="b"/>
            <a:pathLst>
              <a:path w="862" h="862">
                <a:moveTo>
                  <a:pt x="862" y="431"/>
                </a:moveTo>
                <a:cubicBezTo>
                  <a:pt x="862" y="459"/>
                  <a:pt x="860" y="487"/>
                  <a:pt x="854" y="515"/>
                </a:cubicBezTo>
                <a:cubicBezTo>
                  <a:pt x="848" y="542"/>
                  <a:pt x="840" y="569"/>
                  <a:pt x="829" y="595"/>
                </a:cubicBezTo>
                <a:cubicBezTo>
                  <a:pt x="819" y="623"/>
                  <a:pt x="805" y="647"/>
                  <a:pt x="790" y="671"/>
                </a:cubicBezTo>
                <a:cubicBezTo>
                  <a:pt x="774" y="694"/>
                  <a:pt x="756" y="716"/>
                  <a:pt x="736" y="736"/>
                </a:cubicBezTo>
                <a:cubicBezTo>
                  <a:pt x="716" y="756"/>
                  <a:pt x="694" y="774"/>
                  <a:pt x="671" y="790"/>
                </a:cubicBezTo>
                <a:cubicBezTo>
                  <a:pt x="647" y="805"/>
                  <a:pt x="623" y="819"/>
                  <a:pt x="597" y="829"/>
                </a:cubicBezTo>
                <a:cubicBezTo>
                  <a:pt x="570" y="840"/>
                  <a:pt x="544" y="848"/>
                  <a:pt x="516" y="854"/>
                </a:cubicBezTo>
                <a:cubicBezTo>
                  <a:pt x="487" y="859"/>
                  <a:pt x="459" y="862"/>
                  <a:pt x="431" y="862"/>
                </a:cubicBezTo>
                <a:cubicBezTo>
                  <a:pt x="403" y="862"/>
                  <a:pt x="375" y="859"/>
                  <a:pt x="347" y="854"/>
                </a:cubicBezTo>
                <a:cubicBezTo>
                  <a:pt x="319" y="848"/>
                  <a:pt x="292" y="840"/>
                  <a:pt x="266" y="829"/>
                </a:cubicBezTo>
                <a:cubicBezTo>
                  <a:pt x="240" y="819"/>
                  <a:pt x="215" y="805"/>
                  <a:pt x="192" y="790"/>
                </a:cubicBezTo>
                <a:cubicBezTo>
                  <a:pt x="168" y="774"/>
                  <a:pt x="146" y="756"/>
                  <a:pt x="126" y="736"/>
                </a:cubicBezTo>
                <a:cubicBezTo>
                  <a:pt x="106" y="716"/>
                  <a:pt x="89" y="694"/>
                  <a:pt x="73" y="671"/>
                </a:cubicBezTo>
                <a:cubicBezTo>
                  <a:pt x="57" y="647"/>
                  <a:pt x="44" y="623"/>
                  <a:pt x="33" y="595"/>
                </a:cubicBezTo>
                <a:cubicBezTo>
                  <a:pt x="22" y="569"/>
                  <a:pt x="14" y="542"/>
                  <a:pt x="9" y="515"/>
                </a:cubicBezTo>
                <a:cubicBezTo>
                  <a:pt x="3" y="487"/>
                  <a:pt x="0" y="459"/>
                  <a:pt x="0" y="431"/>
                </a:cubicBezTo>
                <a:cubicBezTo>
                  <a:pt x="0" y="402"/>
                  <a:pt x="3" y="374"/>
                  <a:pt x="9" y="347"/>
                </a:cubicBezTo>
                <a:cubicBezTo>
                  <a:pt x="14" y="319"/>
                  <a:pt x="22" y="292"/>
                  <a:pt x="33" y="266"/>
                </a:cubicBezTo>
                <a:cubicBezTo>
                  <a:pt x="44" y="240"/>
                  <a:pt x="57" y="215"/>
                  <a:pt x="73" y="192"/>
                </a:cubicBezTo>
                <a:cubicBezTo>
                  <a:pt x="89" y="168"/>
                  <a:pt x="106" y="146"/>
                  <a:pt x="126" y="126"/>
                </a:cubicBezTo>
                <a:cubicBezTo>
                  <a:pt x="146" y="106"/>
                  <a:pt x="168" y="89"/>
                  <a:pt x="192" y="73"/>
                </a:cubicBezTo>
                <a:cubicBezTo>
                  <a:pt x="215" y="57"/>
                  <a:pt x="240" y="44"/>
                  <a:pt x="266" y="33"/>
                </a:cubicBezTo>
                <a:cubicBezTo>
                  <a:pt x="292" y="22"/>
                  <a:pt x="319" y="14"/>
                  <a:pt x="347" y="9"/>
                </a:cubicBezTo>
                <a:cubicBezTo>
                  <a:pt x="375" y="3"/>
                  <a:pt x="403" y="0"/>
                  <a:pt x="431" y="0"/>
                </a:cubicBezTo>
                <a:cubicBezTo>
                  <a:pt x="459" y="0"/>
                  <a:pt x="487" y="3"/>
                  <a:pt x="516" y="9"/>
                </a:cubicBezTo>
                <a:cubicBezTo>
                  <a:pt x="544" y="14"/>
                  <a:pt x="570" y="22"/>
                  <a:pt x="597" y="33"/>
                </a:cubicBezTo>
                <a:cubicBezTo>
                  <a:pt x="623" y="44"/>
                  <a:pt x="647" y="57"/>
                  <a:pt x="671" y="73"/>
                </a:cubicBezTo>
                <a:cubicBezTo>
                  <a:pt x="694" y="89"/>
                  <a:pt x="716" y="106"/>
                  <a:pt x="736" y="126"/>
                </a:cubicBezTo>
                <a:cubicBezTo>
                  <a:pt x="756" y="146"/>
                  <a:pt x="774" y="168"/>
                  <a:pt x="790" y="192"/>
                </a:cubicBezTo>
                <a:cubicBezTo>
                  <a:pt x="805" y="215"/>
                  <a:pt x="819" y="240"/>
                  <a:pt x="829" y="266"/>
                </a:cubicBezTo>
                <a:cubicBezTo>
                  <a:pt x="840" y="292"/>
                  <a:pt x="848" y="319"/>
                  <a:pt x="854" y="347"/>
                </a:cubicBezTo>
                <a:cubicBezTo>
                  <a:pt x="860" y="374"/>
                  <a:pt x="862" y="402"/>
                  <a:pt x="862" y="431"/>
                </a:cubicBezTo>
                <a:close/>
              </a:path>
            </a:pathLst>
          </a:custGeom>
          <a:noFill/>
          <a:ln w="3600">
            <a:solidFill>
              <a:srgbClr val="d4a017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 txBox="1"/>
          <p:nvPr/>
        </p:nvSpPr>
        <p:spPr>
          <a:xfrm>
            <a:off x="7018920" y="2268360"/>
            <a:ext cx="5432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stuurinformatie, BI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/>
          <p:nvPr/>
        </p:nvSpPr>
        <p:spPr>
          <a:xfrm>
            <a:off x="6917400" y="2664000"/>
            <a:ext cx="747360" cy="399240"/>
          </a:xfrm>
          <a:custGeom>
            <a:avLst/>
            <a:gdLst/>
            <a:ahLst/>
            <a:rect l="0" t="0" r="r" b="b"/>
            <a:pathLst>
              <a:path w="2076" h="1109">
                <a:moveTo>
                  <a:pt x="0" y="157"/>
                </a:moveTo>
                <a:cubicBezTo>
                  <a:pt x="0" y="162"/>
                  <a:pt x="2" y="167"/>
                  <a:pt x="5" y="172"/>
                </a:cubicBezTo>
                <a:cubicBezTo>
                  <a:pt x="8" y="177"/>
                  <a:pt x="13" y="182"/>
                  <a:pt x="20" y="187"/>
                </a:cubicBezTo>
                <a:cubicBezTo>
                  <a:pt x="27" y="193"/>
                  <a:pt x="35" y="197"/>
                  <a:pt x="45" y="202"/>
                </a:cubicBezTo>
                <a:cubicBezTo>
                  <a:pt x="55" y="207"/>
                  <a:pt x="66" y="212"/>
                  <a:pt x="79" y="217"/>
                </a:cubicBezTo>
                <a:cubicBezTo>
                  <a:pt x="92" y="222"/>
                  <a:pt x="107" y="226"/>
                  <a:pt x="123" y="231"/>
                </a:cubicBezTo>
                <a:cubicBezTo>
                  <a:pt x="139" y="235"/>
                  <a:pt x="156" y="240"/>
                  <a:pt x="175" y="244"/>
                </a:cubicBezTo>
                <a:cubicBezTo>
                  <a:pt x="194" y="248"/>
                  <a:pt x="214" y="252"/>
                  <a:pt x="236" y="256"/>
                </a:cubicBezTo>
                <a:cubicBezTo>
                  <a:pt x="257" y="260"/>
                  <a:pt x="280" y="264"/>
                  <a:pt x="304" y="268"/>
                </a:cubicBezTo>
                <a:cubicBezTo>
                  <a:pt x="328" y="272"/>
                  <a:pt x="353" y="275"/>
                  <a:pt x="379" y="278"/>
                </a:cubicBezTo>
                <a:cubicBezTo>
                  <a:pt x="406" y="282"/>
                  <a:pt x="433" y="285"/>
                  <a:pt x="461" y="287"/>
                </a:cubicBezTo>
                <a:cubicBezTo>
                  <a:pt x="490" y="290"/>
                  <a:pt x="519" y="293"/>
                  <a:pt x="549" y="295"/>
                </a:cubicBezTo>
                <a:cubicBezTo>
                  <a:pt x="579" y="298"/>
                  <a:pt x="610" y="300"/>
                  <a:pt x="641" y="302"/>
                </a:cubicBezTo>
                <a:cubicBezTo>
                  <a:pt x="673" y="304"/>
                  <a:pt x="705" y="306"/>
                  <a:pt x="737" y="307"/>
                </a:cubicBezTo>
                <a:cubicBezTo>
                  <a:pt x="770" y="309"/>
                  <a:pt x="803" y="310"/>
                  <a:pt x="836" y="311"/>
                </a:cubicBezTo>
                <a:cubicBezTo>
                  <a:pt x="869" y="312"/>
                  <a:pt x="903" y="313"/>
                  <a:pt x="937" y="313"/>
                </a:cubicBezTo>
                <a:cubicBezTo>
                  <a:pt x="970" y="314"/>
                  <a:pt x="1004" y="314"/>
                  <a:pt x="1038" y="314"/>
                </a:cubicBezTo>
                <a:cubicBezTo>
                  <a:pt x="1072" y="314"/>
                  <a:pt x="1106" y="314"/>
                  <a:pt x="1140" y="313"/>
                </a:cubicBezTo>
                <a:cubicBezTo>
                  <a:pt x="1174" y="313"/>
                  <a:pt x="1207" y="312"/>
                  <a:pt x="1241" y="311"/>
                </a:cubicBezTo>
                <a:cubicBezTo>
                  <a:pt x="1274" y="310"/>
                  <a:pt x="1307" y="309"/>
                  <a:pt x="1339" y="307"/>
                </a:cubicBezTo>
                <a:cubicBezTo>
                  <a:pt x="1372" y="306"/>
                  <a:pt x="1404" y="304"/>
                  <a:pt x="1435" y="302"/>
                </a:cubicBezTo>
                <a:cubicBezTo>
                  <a:pt x="1467" y="300"/>
                  <a:pt x="1497" y="298"/>
                  <a:pt x="1527" y="295"/>
                </a:cubicBezTo>
                <a:cubicBezTo>
                  <a:pt x="1557" y="293"/>
                  <a:pt x="1586" y="290"/>
                  <a:pt x="1615" y="287"/>
                </a:cubicBezTo>
                <a:cubicBezTo>
                  <a:pt x="1643" y="285"/>
                  <a:pt x="1670" y="282"/>
                  <a:pt x="1696" y="278"/>
                </a:cubicBezTo>
                <a:cubicBezTo>
                  <a:pt x="1723" y="275"/>
                  <a:pt x="1748" y="272"/>
                  <a:pt x="1772" y="268"/>
                </a:cubicBezTo>
                <a:cubicBezTo>
                  <a:pt x="1796" y="264"/>
                  <a:pt x="1819" y="260"/>
                  <a:pt x="1840" y="256"/>
                </a:cubicBezTo>
                <a:cubicBezTo>
                  <a:pt x="1862" y="252"/>
                  <a:pt x="1882" y="248"/>
                  <a:pt x="1901" y="244"/>
                </a:cubicBezTo>
                <a:cubicBezTo>
                  <a:pt x="1920" y="240"/>
                  <a:pt x="1937" y="235"/>
                  <a:pt x="1953" y="231"/>
                </a:cubicBezTo>
                <a:cubicBezTo>
                  <a:pt x="1969" y="226"/>
                  <a:pt x="1984" y="222"/>
                  <a:pt x="1997" y="217"/>
                </a:cubicBezTo>
                <a:cubicBezTo>
                  <a:pt x="2010" y="212"/>
                  <a:pt x="2021" y="207"/>
                  <a:pt x="2031" y="202"/>
                </a:cubicBezTo>
                <a:cubicBezTo>
                  <a:pt x="2041" y="197"/>
                  <a:pt x="2049" y="193"/>
                  <a:pt x="2056" y="187"/>
                </a:cubicBezTo>
                <a:cubicBezTo>
                  <a:pt x="2062" y="182"/>
                  <a:pt x="2067" y="177"/>
                  <a:pt x="2071" y="172"/>
                </a:cubicBezTo>
                <a:cubicBezTo>
                  <a:pt x="2074" y="167"/>
                  <a:pt x="2076" y="162"/>
                  <a:pt x="2076" y="157"/>
                </a:cubicBezTo>
                <a:cubicBezTo>
                  <a:pt x="2076" y="152"/>
                  <a:pt x="2074" y="147"/>
                  <a:pt x="2071" y="141"/>
                </a:cubicBezTo>
                <a:cubicBezTo>
                  <a:pt x="2067" y="136"/>
                  <a:pt x="2062" y="131"/>
                  <a:pt x="2056" y="126"/>
                </a:cubicBezTo>
                <a:cubicBezTo>
                  <a:pt x="2049" y="121"/>
                  <a:pt x="2041" y="116"/>
                  <a:pt x="2031" y="111"/>
                </a:cubicBezTo>
                <a:cubicBezTo>
                  <a:pt x="2021" y="106"/>
                  <a:pt x="2010" y="101"/>
                  <a:pt x="1997" y="97"/>
                </a:cubicBezTo>
                <a:cubicBezTo>
                  <a:pt x="1984" y="92"/>
                  <a:pt x="1969" y="87"/>
                  <a:pt x="1953" y="83"/>
                </a:cubicBezTo>
                <a:cubicBezTo>
                  <a:pt x="1937" y="78"/>
                  <a:pt x="1920" y="74"/>
                  <a:pt x="1901" y="70"/>
                </a:cubicBezTo>
                <a:cubicBezTo>
                  <a:pt x="1882" y="65"/>
                  <a:pt x="1862" y="61"/>
                  <a:pt x="1840" y="57"/>
                </a:cubicBezTo>
                <a:cubicBezTo>
                  <a:pt x="1819" y="53"/>
                  <a:pt x="1796" y="49"/>
                  <a:pt x="1772" y="46"/>
                </a:cubicBezTo>
                <a:cubicBezTo>
                  <a:pt x="1748" y="42"/>
                  <a:pt x="1723" y="39"/>
                  <a:pt x="1696" y="35"/>
                </a:cubicBezTo>
                <a:cubicBezTo>
                  <a:pt x="1670" y="32"/>
                  <a:pt x="1643" y="29"/>
                  <a:pt x="1615" y="26"/>
                </a:cubicBezTo>
                <a:cubicBezTo>
                  <a:pt x="1586" y="23"/>
                  <a:pt x="1557" y="21"/>
                  <a:pt x="1527" y="18"/>
                </a:cubicBezTo>
                <a:cubicBezTo>
                  <a:pt x="1497" y="16"/>
                  <a:pt x="1467" y="14"/>
                  <a:pt x="1435" y="12"/>
                </a:cubicBezTo>
                <a:cubicBezTo>
                  <a:pt x="1404" y="10"/>
                  <a:pt x="1372" y="8"/>
                  <a:pt x="1339" y="7"/>
                </a:cubicBezTo>
                <a:cubicBezTo>
                  <a:pt x="1307" y="5"/>
                  <a:pt x="1274" y="4"/>
                  <a:pt x="1241" y="3"/>
                </a:cubicBezTo>
                <a:cubicBezTo>
                  <a:pt x="1207" y="2"/>
                  <a:pt x="1174" y="1"/>
                  <a:pt x="1140" y="0"/>
                </a:cubicBezTo>
                <a:cubicBezTo>
                  <a:pt x="1106" y="0"/>
                  <a:pt x="1072" y="0"/>
                  <a:pt x="1038" y="0"/>
                </a:cubicBezTo>
                <a:cubicBezTo>
                  <a:pt x="1004" y="0"/>
                  <a:pt x="970" y="0"/>
                  <a:pt x="937" y="0"/>
                </a:cubicBezTo>
                <a:cubicBezTo>
                  <a:pt x="903" y="1"/>
                  <a:pt x="869" y="2"/>
                  <a:pt x="836" y="3"/>
                </a:cubicBezTo>
                <a:cubicBezTo>
                  <a:pt x="803" y="4"/>
                  <a:pt x="770" y="5"/>
                  <a:pt x="737" y="7"/>
                </a:cubicBezTo>
                <a:cubicBezTo>
                  <a:pt x="705" y="8"/>
                  <a:pt x="673" y="10"/>
                  <a:pt x="641" y="12"/>
                </a:cubicBezTo>
                <a:cubicBezTo>
                  <a:pt x="610" y="14"/>
                  <a:pt x="579" y="16"/>
                  <a:pt x="549" y="18"/>
                </a:cubicBezTo>
                <a:cubicBezTo>
                  <a:pt x="519" y="21"/>
                  <a:pt x="490" y="23"/>
                  <a:pt x="461" y="26"/>
                </a:cubicBezTo>
                <a:cubicBezTo>
                  <a:pt x="433" y="29"/>
                  <a:pt x="406" y="32"/>
                  <a:pt x="379" y="35"/>
                </a:cubicBezTo>
                <a:cubicBezTo>
                  <a:pt x="353" y="39"/>
                  <a:pt x="328" y="42"/>
                  <a:pt x="304" y="46"/>
                </a:cubicBezTo>
                <a:cubicBezTo>
                  <a:pt x="280" y="49"/>
                  <a:pt x="257" y="53"/>
                  <a:pt x="236" y="57"/>
                </a:cubicBezTo>
                <a:cubicBezTo>
                  <a:pt x="214" y="61"/>
                  <a:pt x="194" y="65"/>
                  <a:pt x="175" y="70"/>
                </a:cubicBezTo>
                <a:cubicBezTo>
                  <a:pt x="156" y="74"/>
                  <a:pt x="139" y="78"/>
                  <a:pt x="123" y="83"/>
                </a:cubicBezTo>
                <a:cubicBezTo>
                  <a:pt x="107" y="87"/>
                  <a:pt x="92" y="92"/>
                  <a:pt x="79" y="97"/>
                </a:cubicBezTo>
                <a:cubicBezTo>
                  <a:pt x="66" y="101"/>
                  <a:pt x="55" y="106"/>
                  <a:pt x="45" y="111"/>
                </a:cubicBezTo>
                <a:cubicBezTo>
                  <a:pt x="35" y="116"/>
                  <a:pt x="27" y="121"/>
                  <a:pt x="20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7"/>
                  <a:pt x="0" y="152"/>
                  <a:pt x="0" y="157"/>
                </a:cubicBezTo>
                <a:lnTo>
                  <a:pt x="0" y="952"/>
                </a:lnTo>
                <a:cubicBezTo>
                  <a:pt x="0" y="957"/>
                  <a:pt x="2" y="962"/>
                  <a:pt x="5" y="967"/>
                </a:cubicBezTo>
                <a:cubicBezTo>
                  <a:pt x="8" y="972"/>
                  <a:pt x="13" y="978"/>
                  <a:pt x="20" y="983"/>
                </a:cubicBezTo>
                <a:cubicBezTo>
                  <a:pt x="27" y="988"/>
                  <a:pt x="35" y="993"/>
                  <a:pt x="45" y="998"/>
                </a:cubicBezTo>
                <a:cubicBezTo>
                  <a:pt x="55" y="1002"/>
                  <a:pt x="66" y="1007"/>
                  <a:pt x="79" y="1012"/>
                </a:cubicBezTo>
                <a:cubicBezTo>
                  <a:pt x="92" y="1017"/>
                  <a:pt x="107" y="1021"/>
                  <a:pt x="123" y="1026"/>
                </a:cubicBezTo>
                <a:cubicBezTo>
                  <a:pt x="139" y="1031"/>
                  <a:pt x="156" y="1035"/>
                  <a:pt x="175" y="1039"/>
                </a:cubicBezTo>
                <a:cubicBezTo>
                  <a:pt x="194" y="1043"/>
                  <a:pt x="214" y="1048"/>
                  <a:pt x="236" y="1052"/>
                </a:cubicBezTo>
                <a:cubicBezTo>
                  <a:pt x="257" y="1056"/>
                  <a:pt x="280" y="1059"/>
                  <a:pt x="304" y="1063"/>
                </a:cubicBezTo>
                <a:cubicBezTo>
                  <a:pt x="328" y="1067"/>
                  <a:pt x="353" y="1070"/>
                  <a:pt x="379" y="1073"/>
                </a:cubicBezTo>
                <a:cubicBezTo>
                  <a:pt x="406" y="1077"/>
                  <a:pt x="433" y="1080"/>
                  <a:pt x="461" y="1083"/>
                </a:cubicBezTo>
                <a:cubicBezTo>
                  <a:pt x="490" y="1085"/>
                  <a:pt x="519" y="1088"/>
                  <a:pt x="549" y="1090"/>
                </a:cubicBezTo>
                <a:cubicBezTo>
                  <a:pt x="579" y="1093"/>
                  <a:pt x="610" y="1095"/>
                  <a:pt x="641" y="1097"/>
                </a:cubicBezTo>
                <a:cubicBezTo>
                  <a:pt x="673" y="1099"/>
                  <a:pt x="705" y="1101"/>
                  <a:pt x="737" y="1102"/>
                </a:cubicBezTo>
                <a:cubicBezTo>
                  <a:pt x="770" y="1104"/>
                  <a:pt x="803" y="1105"/>
                  <a:pt x="836" y="1106"/>
                </a:cubicBezTo>
                <a:cubicBezTo>
                  <a:pt x="869" y="1107"/>
                  <a:pt x="903" y="1108"/>
                  <a:pt x="937" y="1108"/>
                </a:cubicBezTo>
                <a:cubicBezTo>
                  <a:pt x="970" y="1109"/>
                  <a:pt x="1004" y="1109"/>
                  <a:pt x="1038" y="1109"/>
                </a:cubicBezTo>
                <a:cubicBezTo>
                  <a:pt x="1072" y="1109"/>
                  <a:pt x="1106" y="1109"/>
                  <a:pt x="1140" y="1108"/>
                </a:cubicBezTo>
                <a:cubicBezTo>
                  <a:pt x="1174" y="1108"/>
                  <a:pt x="1207" y="1107"/>
                  <a:pt x="1241" y="1106"/>
                </a:cubicBezTo>
                <a:cubicBezTo>
                  <a:pt x="1274" y="1105"/>
                  <a:pt x="1307" y="1104"/>
                  <a:pt x="1339" y="1102"/>
                </a:cubicBezTo>
                <a:cubicBezTo>
                  <a:pt x="1372" y="1101"/>
                  <a:pt x="1404" y="1099"/>
                  <a:pt x="1435" y="1097"/>
                </a:cubicBezTo>
                <a:cubicBezTo>
                  <a:pt x="1467" y="1095"/>
                  <a:pt x="1497" y="1093"/>
                  <a:pt x="1527" y="1090"/>
                </a:cubicBezTo>
                <a:cubicBezTo>
                  <a:pt x="1557" y="1088"/>
                  <a:pt x="1586" y="1085"/>
                  <a:pt x="1615" y="1083"/>
                </a:cubicBezTo>
                <a:cubicBezTo>
                  <a:pt x="1643" y="1080"/>
                  <a:pt x="1670" y="1077"/>
                  <a:pt x="1696" y="1073"/>
                </a:cubicBezTo>
                <a:cubicBezTo>
                  <a:pt x="1723" y="1070"/>
                  <a:pt x="1748" y="1067"/>
                  <a:pt x="1772" y="1063"/>
                </a:cubicBezTo>
                <a:cubicBezTo>
                  <a:pt x="1796" y="1059"/>
                  <a:pt x="1819" y="1056"/>
                  <a:pt x="1840" y="1052"/>
                </a:cubicBezTo>
                <a:cubicBezTo>
                  <a:pt x="1862" y="1048"/>
                  <a:pt x="1882" y="1043"/>
                  <a:pt x="1901" y="1039"/>
                </a:cubicBezTo>
                <a:cubicBezTo>
                  <a:pt x="1920" y="1035"/>
                  <a:pt x="1937" y="1031"/>
                  <a:pt x="1953" y="1026"/>
                </a:cubicBezTo>
                <a:cubicBezTo>
                  <a:pt x="1969" y="1021"/>
                  <a:pt x="1984" y="1017"/>
                  <a:pt x="1997" y="1012"/>
                </a:cubicBezTo>
                <a:cubicBezTo>
                  <a:pt x="2010" y="1007"/>
                  <a:pt x="2021" y="1002"/>
                  <a:pt x="2031" y="998"/>
                </a:cubicBezTo>
                <a:cubicBezTo>
                  <a:pt x="2041" y="993"/>
                  <a:pt x="2049" y="988"/>
                  <a:pt x="2056" y="983"/>
                </a:cubicBezTo>
                <a:cubicBezTo>
                  <a:pt x="2062" y="978"/>
                  <a:pt x="2067" y="972"/>
                  <a:pt x="2071" y="967"/>
                </a:cubicBezTo>
                <a:cubicBezTo>
                  <a:pt x="2074" y="962"/>
                  <a:pt x="2076" y="957"/>
                  <a:pt x="2076" y="952"/>
                </a:cubicBezTo>
                <a:lnTo>
                  <a:pt x="2076" y="157"/>
                </a:lnTo>
                <a:lnTo>
                  <a:pt x="0" y="157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/>
          <p:nvPr/>
        </p:nvSpPr>
        <p:spPr>
          <a:xfrm>
            <a:off x="6917400" y="2664000"/>
            <a:ext cx="747360" cy="399240"/>
          </a:xfrm>
          <a:custGeom>
            <a:avLst/>
            <a:gdLst/>
            <a:ahLst/>
            <a:rect l="0" t="0" r="r" b="b"/>
            <a:pathLst>
              <a:path fill="none" w="2076" h="1109">
                <a:moveTo>
                  <a:pt x="0" y="157"/>
                </a:moveTo>
                <a:cubicBezTo>
                  <a:pt x="0" y="162"/>
                  <a:pt x="2" y="167"/>
                  <a:pt x="5" y="172"/>
                </a:cubicBezTo>
                <a:cubicBezTo>
                  <a:pt x="8" y="177"/>
                  <a:pt x="13" y="182"/>
                  <a:pt x="20" y="187"/>
                </a:cubicBezTo>
                <a:cubicBezTo>
                  <a:pt x="27" y="193"/>
                  <a:pt x="35" y="197"/>
                  <a:pt x="45" y="202"/>
                </a:cubicBezTo>
                <a:cubicBezTo>
                  <a:pt x="55" y="207"/>
                  <a:pt x="66" y="212"/>
                  <a:pt x="79" y="217"/>
                </a:cubicBezTo>
                <a:cubicBezTo>
                  <a:pt x="92" y="222"/>
                  <a:pt x="107" y="226"/>
                  <a:pt x="123" y="231"/>
                </a:cubicBezTo>
                <a:cubicBezTo>
                  <a:pt x="139" y="235"/>
                  <a:pt x="156" y="240"/>
                  <a:pt x="175" y="244"/>
                </a:cubicBezTo>
                <a:cubicBezTo>
                  <a:pt x="194" y="248"/>
                  <a:pt x="214" y="252"/>
                  <a:pt x="236" y="256"/>
                </a:cubicBezTo>
                <a:cubicBezTo>
                  <a:pt x="257" y="260"/>
                  <a:pt x="280" y="264"/>
                  <a:pt x="304" y="268"/>
                </a:cubicBezTo>
                <a:cubicBezTo>
                  <a:pt x="328" y="272"/>
                  <a:pt x="353" y="275"/>
                  <a:pt x="379" y="278"/>
                </a:cubicBezTo>
                <a:cubicBezTo>
                  <a:pt x="406" y="282"/>
                  <a:pt x="433" y="285"/>
                  <a:pt x="461" y="287"/>
                </a:cubicBezTo>
                <a:cubicBezTo>
                  <a:pt x="490" y="290"/>
                  <a:pt x="519" y="293"/>
                  <a:pt x="549" y="295"/>
                </a:cubicBezTo>
                <a:cubicBezTo>
                  <a:pt x="579" y="298"/>
                  <a:pt x="610" y="300"/>
                  <a:pt x="641" y="302"/>
                </a:cubicBezTo>
                <a:cubicBezTo>
                  <a:pt x="673" y="304"/>
                  <a:pt x="705" y="306"/>
                  <a:pt x="737" y="307"/>
                </a:cubicBezTo>
                <a:cubicBezTo>
                  <a:pt x="770" y="309"/>
                  <a:pt x="803" y="310"/>
                  <a:pt x="836" y="311"/>
                </a:cubicBezTo>
                <a:cubicBezTo>
                  <a:pt x="869" y="312"/>
                  <a:pt x="903" y="313"/>
                  <a:pt x="937" y="313"/>
                </a:cubicBezTo>
                <a:cubicBezTo>
                  <a:pt x="970" y="314"/>
                  <a:pt x="1004" y="314"/>
                  <a:pt x="1038" y="314"/>
                </a:cubicBezTo>
                <a:cubicBezTo>
                  <a:pt x="1072" y="314"/>
                  <a:pt x="1106" y="314"/>
                  <a:pt x="1140" y="313"/>
                </a:cubicBezTo>
                <a:cubicBezTo>
                  <a:pt x="1174" y="313"/>
                  <a:pt x="1207" y="312"/>
                  <a:pt x="1241" y="311"/>
                </a:cubicBezTo>
                <a:cubicBezTo>
                  <a:pt x="1274" y="310"/>
                  <a:pt x="1307" y="309"/>
                  <a:pt x="1339" y="307"/>
                </a:cubicBezTo>
                <a:cubicBezTo>
                  <a:pt x="1372" y="306"/>
                  <a:pt x="1404" y="304"/>
                  <a:pt x="1435" y="302"/>
                </a:cubicBezTo>
                <a:cubicBezTo>
                  <a:pt x="1467" y="300"/>
                  <a:pt x="1497" y="298"/>
                  <a:pt x="1527" y="295"/>
                </a:cubicBezTo>
                <a:cubicBezTo>
                  <a:pt x="1557" y="293"/>
                  <a:pt x="1586" y="290"/>
                  <a:pt x="1615" y="287"/>
                </a:cubicBezTo>
                <a:cubicBezTo>
                  <a:pt x="1643" y="285"/>
                  <a:pt x="1670" y="282"/>
                  <a:pt x="1696" y="278"/>
                </a:cubicBezTo>
                <a:cubicBezTo>
                  <a:pt x="1723" y="275"/>
                  <a:pt x="1748" y="272"/>
                  <a:pt x="1772" y="268"/>
                </a:cubicBezTo>
                <a:cubicBezTo>
                  <a:pt x="1796" y="264"/>
                  <a:pt x="1819" y="260"/>
                  <a:pt x="1840" y="256"/>
                </a:cubicBezTo>
                <a:cubicBezTo>
                  <a:pt x="1862" y="252"/>
                  <a:pt x="1882" y="248"/>
                  <a:pt x="1901" y="244"/>
                </a:cubicBezTo>
                <a:cubicBezTo>
                  <a:pt x="1920" y="240"/>
                  <a:pt x="1937" y="235"/>
                  <a:pt x="1953" y="231"/>
                </a:cubicBezTo>
                <a:cubicBezTo>
                  <a:pt x="1969" y="226"/>
                  <a:pt x="1984" y="222"/>
                  <a:pt x="1997" y="217"/>
                </a:cubicBezTo>
                <a:cubicBezTo>
                  <a:pt x="2010" y="212"/>
                  <a:pt x="2021" y="207"/>
                  <a:pt x="2031" y="202"/>
                </a:cubicBezTo>
                <a:cubicBezTo>
                  <a:pt x="2041" y="197"/>
                  <a:pt x="2049" y="193"/>
                  <a:pt x="2056" y="187"/>
                </a:cubicBezTo>
                <a:cubicBezTo>
                  <a:pt x="2062" y="182"/>
                  <a:pt x="2067" y="177"/>
                  <a:pt x="2071" y="172"/>
                </a:cubicBezTo>
                <a:cubicBezTo>
                  <a:pt x="2074" y="167"/>
                  <a:pt x="2076" y="162"/>
                  <a:pt x="2076" y="157"/>
                </a:cubicBezTo>
                <a:cubicBezTo>
                  <a:pt x="2076" y="152"/>
                  <a:pt x="2074" y="147"/>
                  <a:pt x="2071" y="141"/>
                </a:cubicBezTo>
                <a:cubicBezTo>
                  <a:pt x="2067" y="136"/>
                  <a:pt x="2062" y="131"/>
                  <a:pt x="2056" y="126"/>
                </a:cubicBezTo>
                <a:cubicBezTo>
                  <a:pt x="2049" y="121"/>
                  <a:pt x="2041" y="116"/>
                  <a:pt x="2031" y="111"/>
                </a:cubicBezTo>
                <a:cubicBezTo>
                  <a:pt x="2021" y="106"/>
                  <a:pt x="2010" y="101"/>
                  <a:pt x="1997" y="97"/>
                </a:cubicBezTo>
                <a:cubicBezTo>
                  <a:pt x="1984" y="92"/>
                  <a:pt x="1969" y="87"/>
                  <a:pt x="1953" y="83"/>
                </a:cubicBezTo>
                <a:cubicBezTo>
                  <a:pt x="1937" y="78"/>
                  <a:pt x="1920" y="74"/>
                  <a:pt x="1901" y="70"/>
                </a:cubicBezTo>
                <a:cubicBezTo>
                  <a:pt x="1882" y="65"/>
                  <a:pt x="1862" y="61"/>
                  <a:pt x="1840" y="57"/>
                </a:cubicBezTo>
                <a:cubicBezTo>
                  <a:pt x="1819" y="53"/>
                  <a:pt x="1796" y="49"/>
                  <a:pt x="1772" y="46"/>
                </a:cubicBezTo>
                <a:cubicBezTo>
                  <a:pt x="1748" y="42"/>
                  <a:pt x="1723" y="39"/>
                  <a:pt x="1696" y="35"/>
                </a:cubicBezTo>
                <a:cubicBezTo>
                  <a:pt x="1670" y="32"/>
                  <a:pt x="1643" y="29"/>
                  <a:pt x="1615" y="26"/>
                </a:cubicBezTo>
                <a:cubicBezTo>
                  <a:pt x="1586" y="23"/>
                  <a:pt x="1557" y="21"/>
                  <a:pt x="1527" y="18"/>
                </a:cubicBezTo>
                <a:cubicBezTo>
                  <a:pt x="1497" y="16"/>
                  <a:pt x="1467" y="14"/>
                  <a:pt x="1435" y="12"/>
                </a:cubicBezTo>
                <a:cubicBezTo>
                  <a:pt x="1404" y="10"/>
                  <a:pt x="1372" y="8"/>
                  <a:pt x="1339" y="7"/>
                </a:cubicBezTo>
                <a:cubicBezTo>
                  <a:pt x="1307" y="5"/>
                  <a:pt x="1274" y="4"/>
                  <a:pt x="1241" y="3"/>
                </a:cubicBezTo>
                <a:cubicBezTo>
                  <a:pt x="1207" y="2"/>
                  <a:pt x="1174" y="1"/>
                  <a:pt x="1140" y="0"/>
                </a:cubicBezTo>
                <a:cubicBezTo>
                  <a:pt x="1106" y="0"/>
                  <a:pt x="1072" y="0"/>
                  <a:pt x="1038" y="0"/>
                </a:cubicBezTo>
                <a:cubicBezTo>
                  <a:pt x="1004" y="0"/>
                  <a:pt x="970" y="0"/>
                  <a:pt x="937" y="0"/>
                </a:cubicBezTo>
                <a:cubicBezTo>
                  <a:pt x="903" y="1"/>
                  <a:pt x="869" y="2"/>
                  <a:pt x="836" y="3"/>
                </a:cubicBezTo>
                <a:cubicBezTo>
                  <a:pt x="803" y="4"/>
                  <a:pt x="770" y="5"/>
                  <a:pt x="737" y="7"/>
                </a:cubicBezTo>
                <a:cubicBezTo>
                  <a:pt x="705" y="8"/>
                  <a:pt x="673" y="10"/>
                  <a:pt x="641" y="12"/>
                </a:cubicBezTo>
                <a:cubicBezTo>
                  <a:pt x="610" y="14"/>
                  <a:pt x="579" y="16"/>
                  <a:pt x="549" y="18"/>
                </a:cubicBezTo>
                <a:cubicBezTo>
                  <a:pt x="519" y="21"/>
                  <a:pt x="490" y="23"/>
                  <a:pt x="461" y="26"/>
                </a:cubicBezTo>
                <a:cubicBezTo>
                  <a:pt x="433" y="29"/>
                  <a:pt x="406" y="32"/>
                  <a:pt x="379" y="35"/>
                </a:cubicBezTo>
                <a:cubicBezTo>
                  <a:pt x="353" y="39"/>
                  <a:pt x="328" y="42"/>
                  <a:pt x="304" y="46"/>
                </a:cubicBezTo>
                <a:cubicBezTo>
                  <a:pt x="280" y="49"/>
                  <a:pt x="257" y="53"/>
                  <a:pt x="236" y="57"/>
                </a:cubicBezTo>
                <a:cubicBezTo>
                  <a:pt x="214" y="61"/>
                  <a:pt x="194" y="65"/>
                  <a:pt x="175" y="70"/>
                </a:cubicBezTo>
                <a:cubicBezTo>
                  <a:pt x="156" y="74"/>
                  <a:pt x="139" y="78"/>
                  <a:pt x="123" y="83"/>
                </a:cubicBezTo>
                <a:cubicBezTo>
                  <a:pt x="107" y="87"/>
                  <a:pt x="92" y="92"/>
                  <a:pt x="79" y="97"/>
                </a:cubicBezTo>
                <a:cubicBezTo>
                  <a:pt x="66" y="101"/>
                  <a:pt x="55" y="106"/>
                  <a:pt x="45" y="111"/>
                </a:cubicBezTo>
                <a:cubicBezTo>
                  <a:pt x="35" y="116"/>
                  <a:pt x="27" y="121"/>
                  <a:pt x="20" y="126"/>
                </a:cubicBezTo>
                <a:cubicBezTo>
                  <a:pt x="13" y="131"/>
                  <a:pt x="8" y="136"/>
                  <a:pt x="5" y="141"/>
                </a:cubicBezTo>
                <a:cubicBezTo>
                  <a:pt x="2" y="147"/>
                  <a:pt x="0" y="152"/>
                  <a:pt x="0" y="157"/>
                </a:cubicBezTo>
                <a:lnTo>
                  <a:pt x="0" y="952"/>
                </a:lnTo>
                <a:cubicBezTo>
                  <a:pt x="0" y="957"/>
                  <a:pt x="2" y="962"/>
                  <a:pt x="5" y="967"/>
                </a:cubicBezTo>
                <a:cubicBezTo>
                  <a:pt x="8" y="972"/>
                  <a:pt x="13" y="978"/>
                  <a:pt x="20" y="983"/>
                </a:cubicBezTo>
                <a:cubicBezTo>
                  <a:pt x="27" y="988"/>
                  <a:pt x="35" y="993"/>
                  <a:pt x="45" y="998"/>
                </a:cubicBezTo>
                <a:cubicBezTo>
                  <a:pt x="55" y="1002"/>
                  <a:pt x="66" y="1007"/>
                  <a:pt x="79" y="1012"/>
                </a:cubicBezTo>
                <a:cubicBezTo>
                  <a:pt x="92" y="1017"/>
                  <a:pt x="107" y="1021"/>
                  <a:pt x="123" y="1026"/>
                </a:cubicBezTo>
                <a:cubicBezTo>
                  <a:pt x="139" y="1031"/>
                  <a:pt x="156" y="1035"/>
                  <a:pt x="175" y="1039"/>
                </a:cubicBezTo>
                <a:cubicBezTo>
                  <a:pt x="194" y="1043"/>
                  <a:pt x="214" y="1048"/>
                  <a:pt x="236" y="1052"/>
                </a:cubicBezTo>
                <a:cubicBezTo>
                  <a:pt x="257" y="1056"/>
                  <a:pt x="280" y="1059"/>
                  <a:pt x="304" y="1063"/>
                </a:cubicBezTo>
                <a:cubicBezTo>
                  <a:pt x="328" y="1067"/>
                  <a:pt x="353" y="1070"/>
                  <a:pt x="379" y="1073"/>
                </a:cubicBezTo>
                <a:cubicBezTo>
                  <a:pt x="406" y="1077"/>
                  <a:pt x="433" y="1080"/>
                  <a:pt x="461" y="1083"/>
                </a:cubicBezTo>
                <a:cubicBezTo>
                  <a:pt x="490" y="1085"/>
                  <a:pt x="519" y="1088"/>
                  <a:pt x="549" y="1090"/>
                </a:cubicBezTo>
                <a:cubicBezTo>
                  <a:pt x="579" y="1093"/>
                  <a:pt x="610" y="1095"/>
                  <a:pt x="641" y="1097"/>
                </a:cubicBezTo>
                <a:cubicBezTo>
                  <a:pt x="673" y="1099"/>
                  <a:pt x="705" y="1101"/>
                  <a:pt x="737" y="1102"/>
                </a:cubicBezTo>
                <a:cubicBezTo>
                  <a:pt x="770" y="1104"/>
                  <a:pt x="803" y="1105"/>
                  <a:pt x="836" y="1106"/>
                </a:cubicBezTo>
                <a:cubicBezTo>
                  <a:pt x="869" y="1107"/>
                  <a:pt x="903" y="1108"/>
                  <a:pt x="937" y="1108"/>
                </a:cubicBezTo>
                <a:cubicBezTo>
                  <a:pt x="970" y="1109"/>
                  <a:pt x="1004" y="1109"/>
                  <a:pt x="1038" y="1109"/>
                </a:cubicBezTo>
                <a:cubicBezTo>
                  <a:pt x="1072" y="1109"/>
                  <a:pt x="1106" y="1109"/>
                  <a:pt x="1140" y="1108"/>
                </a:cubicBezTo>
                <a:cubicBezTo>
                  <a:pt x="1174" y="1108"/>
                  <a:pt x="1207" y="1107"/>
                  <a:pt x="1241" y="1106"/>
                </a:cubicBezTo>
                <a:cubicBezTo>
                  <a:pt x="1274" y="1105"/>
                  <a:pt x="1307" y="1104"/>
                  <a:pt x="1339" y="1102"/>
                </a:cubicBezTo>
                <a:cubicBezTo>
                  <a:pt x="1372" y="1101"/>
                  <a:pt x="1404" y="1099"/>
                  <a:pt x="1435" y="1097"/>
                </a:cubicBezTo>
                <a:cubicBezTo>
                  <a:pt x="1467" y="1095"/>
                  <a:pt x="1497" y="1093"/>
                  <a:pt x="1527" y="1090"/>
                </a:cubicBezTo>
                <a:cubicBezTo>
                  <a:pt x="1557" y="1088"/>
                  <a:pt x="1586" y="1085"/>
                  <a:pt x="1615" y="1083"/>
                </a:cubicBezTo>
                <a:cubicBezTo>
                  <a:pt x="1643" y="1080"/>
                  <a:pt x="1670" y="1077"/>
                  <a:pt x="1696" y="1073"/>
                </a:cubicBezTo>
                <a:cubicBezTo>
                  <a:pt x="1723" y="1070"/>
                  <a:pt x="1748" y="1067"/>
                  <a:pt x="1772" y="1063"/>
                </a:cubicBezTo>
                <a:cubicBezTo>
                  <a:pt x="1796" y="1059"/>
                  <a:pt x="1819" y="1056"/>
                  <a:pt x="1840" y="1052"/>
                </a:cubicBezTo>
                <a:cubicBezTo>
                  <a:pt x="1862" y="1048"/>
                  <a:pt x="1882" y="1043"/>
                  <a:pt x="1901" y="1039"/>
                </a:cubicBezTo>
                <a:cubicBezTo>
                  <a:pt x="1920" y="1035"/>
                  <a:pt x="1937" y="1031"/>
                  <a:pt x="1953" y="1026"/>
                </a:cubicBezTo>
                <a:cubicBezTo>
                  <a:pt x="1969" y="1021"/>
                  <a:pt x="1984" y="1017"/>
                  <a:pt x="1997" y="1012"/>
                </a:cubicBezTo>
                <a:cubicBezTo>
                  <a:pt x="2010" y="1007"/>
                  <a:pt x="2021" y="1002"/>
                  <a:pt x="2031" y="998"/>
                </a:cubicBezTo>
                <a:cubicBezTo>
                  <a:pt x="2041" y="993"/>
                  <a:pt x="2049" y="988"/>
                  <a:pt x="2056" y="983"/>
                </a:cubicBezTo>
                <a:cubicBezTo>
                  <a:pt x="2062" y="978"/>
                  <a:pt x="2067" y="972"/>
                  <a:pt x="2071" y="967"/>
                </a:cubicBezTo>
                <a:cubicBezTo>
                  <a:pt x="2074" y="962"/>
                  <a:pt x="2076" y="957"/>
                  <a:pt x="2076" y="952"/>
                </a:cubicBezTo>
                <a:lnTo>
                  <a:pt x="2076" y="157"/>
                </a:lnTo>
              </a:path>
            </a:pathLst>
          </a:custGeom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 txBox="1"/>
          <p:nvPr/>
        </p:nvSpPr>
        <p:spPr>
          <a:xfrm>
            <a:off x="8357760" y="2224800"/>
            <a:ext cx="2538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 txBox="1"/>
          <p:nvPr/>
        </p:nvSpPr>
        <p:spPr>
          <a:xfrm>
            <a:off x="7064640" y="2820600"/>
            <a:ext cx="45036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Data lakehouse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/>
          <p:nvPr/>
        </p:nvSpPr>
        <p:spPr>
          <a:xfrm>
            <a:off x="8122680" y="2885040"/>
            <a:ext cx="725400" cy="284040"/>
          </a:xfrm>
          <a:custGeom>
            <a:avLst/>
            <a:gdLst/>
            <a:ahLst/>
            <a:rect l="0" t="0" r="r" b="b"/>
            <a:pathLst>
              <a:path w="2015" h="789">
                <a:moveTo>
                  <a:pt x="0" y="0"/>
                </a:moveTo>
                <a:lnTo>
                  <a:pt x="2015" y="0"/>
                </a:lnTo>
                <a:lnTo>
                  <a:pt x="2015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7" name=""/>
          <p:cNvSpPr/>
          <p:nvPr/>
        </p:nvSpPr>
        <p:spPr>
          <a:xfrm>
            <a:off x="8122680" y="2885040"/>
            <a:ext cx="725400" cy="284040"/>
          </a:xfrm>
          <a:custGeom>
            <a:avLst/>
            <a:gdLst/>
            <a:ahLst/>
            <a:rect l="0" t="0" r="r" b="b"/>
            <a:pathLst>
              <a:path w="2015" h="789">
                <a:moveTo>
                  <a:pt x="0" y="0"/>
                </a:moveTo>
                <a:lnTo>
                  <a:pt x="2015" y="0"/>
                </a:lnTo>
                <a:lnTo>
                  <a:pt x="2015" y="789"/>
                </a:lnTo>
                <a:lnTo>
                  <a:pt x="0" y="789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 txBox="1"/>
          <p:nvPr/>
        </p:nvSpPr>
        <p:spPr>
          <a:xfrm>
            <a:off x="6944760" y="2907720"/>
            <a:ext cx="691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opslag met rekenkracht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9" name=""/>
          <p:cNvSpPr txBox="1"/>
          <p:nvPr/>
        </p:nvSpPr>
        <p:spPr>
          <a:xfrm>
            <a:off x="8353440" y="2947320"/>
            <a:ext cx="2628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Modellen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0" name=""/>
          <p:cNvSpPr/>
          <p:nvPr/>
        </p:nvSpPr>
        <p:spPr>
          <a:xfrm>
            <a:off x="5569200" y="2801520"/>
            <a:ext cx="822600" cy="284400"/>
          </a:xfrm>
          <a:custGeom>
            <a:avLst/>
            <a:gdLst/>
            <a:ahLst/>
            <a:rect l="0" t="0" r="r" b="b"/>
            <a:pathLst>
              <a:path w="2285" h="790">
                <a:moveTo>
                  <a:pt x="0" y="0"/>
                </a:moveTo>
                <a:lnTo>
                  <a:pt x="2285" y="0"/>
                </a:lnTo>
                <a:lnTo>
                  <a:pt x="2285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1" name=""/>
          <p:cNvSpPr/>
          <p:nvPr/>
        </p:nvSpPr>
        <p:spPr>
          <a:xfrm>
            <a:off x="5569200" y="2801520"/>
            <a:ext cx="822600" cy="284400"/>
          </a:xfrm>
          <a:custGeom>
            <a:avLst/>
            <a:gdLst/>
            <a:ahLst/>
            <a:rect l="0" t="0" r="r" b="b"/>
            <a:pathLst>
              <a:path w="2285" h="790">
                <a:moveTo>
                  <a:pt x="0" y="0"/>
                </a:moveTo>
                <a:lnTo>
                  <a:pt x="2285" y="0"/>
                </a:lnTo>
                <a:lnTo>
                  <a:pt x="2285" y="790"/>
                </a:lnTo>
                <a:lnTo>
                  <a:pt x="0" y="790"/>
                </a:lnTo>
                <a:lnTo>
                  <a:pt x="0" y="0"/>
                </a:lnTo>
                <a:close/>
              </a:path>
            </a:pathLst>
          </a:custGeom>
          <a:noFill/>
          <a:ln w="3600">
            <a:solidFill>
              <a:srgbClr val="0e9e7e"/>
            </a:solidFill>
            <a:miter/>
          </a:ln>
        </p:spPr>
        <p:txBody>
          <a:bodyPr lIns="1800" rIns="1800" tIns="1800" bIns="18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 txBox="1"/>
          <p:nvPr/>
        </p:nvSpPr>
        <p:spPr>
          <a:xfrm>
            <a:off x="8232120" y="3034800"/>
            <a:ext cx="50508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machine learning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3" name=""/>
          <p:cNvSpPr txBox="1"/>
          <p:nvPr/>
        </p:nvSpPr>
        <p:spPr>
          <a:xfrm>
            <a:off x="5737320" y="2864160"/>
            <a:ext cx="48384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Externe bronnen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4" name=""/>
          <p:cNvSpPr/>
          <p:nvPr/>
        </p:nvSpPr>
        <p:spPr>
          <a:xfrm>
            <a:off x="456840" y="3457440"/>
            <a:ext cx="800640" cy="257400"/>
          </a:xfrm>
          <a:custGeom>
            <a:avLst/>
            <a:gdLst/>
            <a:ahLst/>
            <a:rect l="0" t="0" r="r" b="b"/>
            <a:pathLst>
              <a:path w="2224" h="715">
                <a:moveTo>
                  <a:pt x="0" y="358"/>
                </a:moveTo>
                <a:cubicBezTo>
                  <a:pt x="0" y="335"/>
                  <a:pt x="3" y="311"/>
                  <a:pt x="7" y="288"/>
                </a:cubicBezTo>
                <a:cubicBezTo>
                  <a:pt x="12" y="265"/>
                  <a:pt x="19" y="243"/>
                  <a:pt x="28" y="221"/>
                </a:cubicBezTo>
                <a:cubicBezTo>
                  <a:pt x="37" y="200"/>
                  <a:pt x="48" y="179"/>
                  <a:pt x="61" y="160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9"/>
                  <a:pt x="140" y="74"/>
                  <a:pt x="159" y="61"/>
                </a:cubicBezTo>
                <a:cubicBezTo>
                  <a:pt x="179" y="48"/>
                  <a:pt x="199" y="37"/>
                  <a:pt x="221" y="27"/>
                </a:cubicBezTo>
                <a:cubicBezTo>
                  <a:pt x="243" y="18"/>
                  <a:pt x="265" y="11"/>
                  <a:pt x="288" y="7"/>
                </a:cubicBezTo>
                <a:cubicBezTo>
                  <a:pt x="311" y="2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2"/>
                  <a:pt x="1935" y="7"/>
                </a:cubicBezTo>
                <a:cubicBezTo>
                  <a:pt x="1958" y="11"/>
                  <a:pt x="1981" y="18"/>
                  <a:pt x="2003" y="27"/>
                </a:cubicBezTo>
                <a:cubicBezTo>
                  <a:pt x="2024" y="37"/>
                  <a:pt x="2045" y="48"/>
                  <a:pt x="2065" y="61"/>
                </a:cubicBezTo>
                <a:cubicBezTo>
                  <a:pt x="2085" y="74"/>
                  <a:pt x="2103" y="89"/>
                  <a:pt x="2119" y="105"/>
                </a:cubicBezTo>
                <a:cubicBezTo>
                  <a:pt x="2136" y="122"/>
                  <a:pt x="2151" y="140"/>
                  <a:pt x="2164" y="160"/>
                </a:cubicBezTo>
                <a:cubicBezTo>
                  <a:pt x="2177" y="179"/>
                  <a:pt x="2188" y="200"/>
                  <a:pt x="2197" y="221"/>
                </a:cubicBezTo>
                <a:cubicBezTo>
                  <a:pt x="2206" y="243"/>
                  <a:pt x="2213" y="265"/>
                  <a:pt x="2217" y="288"/>
                </a:cubicBezTo>
                <a:cubicBezTo>
                  <a:pt x="2222" y="311"/>
                  <a:pt x="2224" y="335"/>
                  <a:pt x="2224" y="358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3"/>
                  <a:pt x="2197" y="495"/>
                </a:cubicBezTo>
                <a:cubicBezTo>
                  <a:pt x="2188" y="516"/>
                  <a:pt x="2177" y="537"/>
                  <a:pt x="2164" y="557"/>
                </a:cubicBezTo>
                <a:cubicBezTo>
                  <a:pt x="2151" y="576"/>
                  <a:pt x="2136" y="594"/>
                  <a:pt x="2119" y="611"/>
                </a:cubicBezTo>
                <a:cubicBezTo>
                  <a:pt x="2103" y="627"/>
                  <a:pt x="2085" y="642"/>
                  <a:pt x="2065" y="655"/>
                </a:cubicBezTo>
                <a:cubicBezTo>
                  <a:pt x="2045" y="668"/>
                  <a:pt x="2024" y="679"/>
                  <a:pt x="2003" y="688"/>
                </a:cubicBezTo>
                <a:cubicBezTo>
                  <a:pt x="1981" y="697"/>
                  <a:pt x="1958" y="704"/>
                  <a:pt x="1935" y="708"/>
                </a:cubicBezTo>
                <a:cubicBezTo>
                  <a:pt x="1912" y="713"/>
                  <a:pt x="1889" y="715"/>
                  <a:pt x="1866" y="715"/>
                </a:cubicBezTo>
                <a:lnTo>
                  <a:pt x="358" y="715"/>
                </a:lnTo>
                <a:cubicBezTo>
                  <a:pt x="334" y="715"/>
                  <a:pt x="311" y="713"/>
                  <a:pt x="288" y="708"/>
                </a:cubicBezTo>
                <a:cubicBezTo>
                  <a:pt x="265" y="704"/>
                  <a:pt x="243" y="697"/>
                  <a:pt x="221" y="688"/>
                </a:cubicBezTo>
                <a:cubicBezTo>
                  <a:pt x="199" y="679"/>
                  <a:pt x="179" y="668"/>
                  <a:pt x="159" y="655"/>
                </a:cubicBezTo>
                <a:cubicBezTo>
                  <a:pt x="140" y="642"/>
                  <a:pt x="122" y="627"/>
                  <a:pt x="105" y="611"/>
                </a:cubicBezTo>
                <a:cubicBezTo>
                  <a:pt x="89" y="594"/>
                  <a:pt x="74" y="576"/>
                  <a:pt x="61" y="557"/>
                </a:cubicBezTo>
                <a:cubicBezTo>
                  <a:pt x="48" y="537"/>
                  <a:pt x="37" y="516"/>
                  <a:pt x="28" y="495"/>
                </a:cubicBezTo>
                <a:cubicBezTo>
                  <a:pt x="19" y="473"/>
                  <a:pt x="12" y="451"/>
                  <a:pt x="7" y="428"/>
                </a:cubicBezTo>
                <a:cubicBezTo>
                  <a:pt x="3" y="405"/>
                  <a:pt x="0" y="382"/>
                  <a:pt x="0" y="358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 txBox="1"/>
          <p:nvPr/>
        </p:nvSpPr>
        <p:spPr>
          <a:xfrm>
            <a:off x="5678640" y="2951640"/>
            <a:ext cx="601200" cy="6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60" spc="-1" strike="noStrike">
                <a:solidFill>
                  <a:srgbClr val="0f3b2e"/>
                </a:solidFill>
                <a:latin typeface="DejaVuSans"/>
                <a:ea typeface="DejaVuSans"/>
              </a:rPr>
              <a:t>platformen, partners</a:t>
            </a:r>
            <a:endParaRPr b="0" lang="en-US" sz="4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 txBox="1"/>
          <p:nvPr/>
        </p:nvSpPr>
        <p:spPr>
          <a:xfrm>
            <a:off x="563760" y="351576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 txBox="1"/>
          <p:nvPr/>
        </p:nvSpPr>
        <p:spPr>
          <a:xfrm>
            <a:off x="1367280" y="3498840"/>
            <a:ext cx="6578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Spotify. Wat je te horen krijgt komt uit modellen die op miljarden luisterbeurten zijn getraind.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3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3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34" name=""/>
          <p:cNvSpPr/>
          <p:nvPr/>
        </p:nvSpPr>
        <p:spPr>
          <a:xfrm>
            <a:off x="778320" y="2293920"/>
            <a:ext cx="549720" cy="33840"/>
          </a:xfrm>
          <a:custGeom>
            <a:avLst/>
            <a:gdLst/>
            <a:ahLst/>
            <a:rect l="0" t="0" r="r" b="b"/>
            <a:pathLst>
              <a:path fill="none" w="1527" h="94">
                <a:moveTo>
                  <a:pt x="0" y="94"/>
                </a:moveTo>
                <a:lnTo>
                  <a:pt x="132" y="72"/>
                </a:lnTo>
                <a:cubicBezTo>
                  <a:pt x="262" y="51"/>
                  <a:pt x="523" y="7"/>
                  <a:pt x="778" y="1"/>
                </a:cubicBezTo>
                <a:cubicBezTo>
                  <a:pt x="1032" y="-5"/>
                  <a:pt x="1280" y="25"/>
                  <a:pt x="1404" y="41"/>
                </a:cubicBezTo>
                <a:lnTo>
                  <a:pt x="1527" y="57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5" name=""/>
          <p:cNvSpPr/>
          <p:nvPr/>
        </p:nvSpPr>
        <p:spPr>
          <a:xfrm>
            <a:off x="1313640" y="2299320"/>
            <a:ext cx="27000" cy="25920"/>
          </a:xfrm>
          <a:custGeom>
            <a:avLst/>
            <a:gdLst/>
            <a:ahLst/>
            <a:rect l="0" t="0" r="r" b="b"/>
            <a:pathLst>
              <a:path w="75" h="72">
                <a:moveTo>
                  <a:pt x="9" y="0"/>
                </a:moveTo>
                <a:lnTo>
                  <a:pt x="75" y="45"/>
                </a:lnTo>
                <a:lnTo>
                  <a:pt x="0" y="72"/>
                </a:lnTo>
                <a:lnTo>
                  <a:pt x="9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/>
          <p:nvPr/>
        </p:nvSpPr>
        <p:spPr>
          <a:xfrm>
            <a:off x="1312200" y="2297160"/>
            <a:ext cx="31320" cy="29880"/>
          </a:xfrm>
          <a:custGeom>
            <a:avLst/>
            <a:gdLst/>
            <a:ahLst/>
            <a:rect l="0" t="0" r="r" b="b"/>
            <a:pathLst>
              <a:path w="87" h="83">
                <a:moveTo>
                  <a:pt x="21" y="7"/>
                </a:moveTo>
                <a:lnTo>
                  <a:pt x="27" y="11"/>
                </a:lnTo>
                <a:lnTo>
                  <a:pt x="23" y="17"/>
                </a:lnTo>
                <a:lnTo>
                  <a:pt x="18" y="13"/>
                </a:lnTo>
                <a:lnTo>
                  <a:pt x="21" y="7"/>
                </a:lnTo>
                <a:moveTo>
                  <a:pt x="27" y="11"/>
                </a:moveTo>
                <a:lnTo>
                  <a:pt x="33" y="15"/>
                </a:lnTo>
                <a:lnTo>
                  <a:pt x="29" y="21"/>
                </a:lnTo>
                <a:lnTo>
                  <a:pt x="23" y="17"/>
                </a:lnTo>
                <a:lnTo>
                  <a:pt x="27" y="11"/>
                </a:lnTo>
                <a:moveTo>
                  <a:pt x="33" y="15"/>
                </a:moveTo>
                <a:lnTo>
                  <a:pt x="39" y="19"/>
                </a:lnTo>
                <a:lnTo>
                  <a:pt x="35" y="25"/>
                </a:lnTo>
                <a:lnTo>
                  <a:pt x="29" y="21"/>
                </a:lnTo>
                <a:lnTo>
                  <a:pt x="33" y="15"/>
                </a:lnTo>
                <a:moveTo>
                  <a:pt x="39" y="19"/>
                </a:moveTo>
                <a:lnTo>
                  <a:pt x="45" y="23"/>
                </a:lnTo>
                <a:lnTo>
                  <a:pt x="41" y="29"/>
                </a:lnTo>
                <a:lnTo>
                  <a:pt x="35" y="25"/>
                </a:lnTo>
                <a:lnTo>
                  <a:pt x="39" y="19"/>
                </a:lnTo>
                <a:moveTo>
                  <a:pt x="45" y="23"/>
                </a:moveTo>
                <a:lnTo>
                  <a:pt x="51" y="27"/>
                </a:lnTo>
                <a:lnTo>
                  <a:pt x="47" y="33"/>
                </a:lnTo>
                <a:lnTo>
                  <a:pt x="41" y="29"/>
                </a:lnTo>
                <a:lnTo>
                  <a:pt x="45" y="23"/>
                </a:lnTo>
                <a:moveTo>
                  <a:pt x="51" y="27"/>
                </a:moveTo>
                <a:lnTo>
                  <a:pt x="57" y="31"/>
                </a:lnTo>
                <a:lnTo>
                  <a:pt x="53" y="37"/>
                </a:lnTo>
                <a:lnTo>
                  <a:pt x="47" y="33"/>
                </a:lnTo>
                <a:lnTo>
                  <a:pt x="51" y="27"/>
                </a:lnTo>
                <a:moveTo>
                  <a:pt x="57" y="31"/>
                </a:moveTo>
                <a:lnTo>
                  <a:pt x="63" y="35"/>
                </a:lnTo>
                <a:lnTo>
                  <a:pt x="59" y="41"/>
                </a:lnTo>
                <a:lnTo>
                  <a:pt x="53" y="37"/>
                </a:lnTo>
                <a:lnTo>
                  <a:pt x="57" y="31"/>
                </a:lnTo>
                <a:moveTo>
                  <a:pt x="63" y="35"/>
                </a:moveTo>
                <a:lnTo>
                  <a:pt x="69" y="39"/>
                </a:lnTo>
                <a:lnTo>
                  <a:pt x="65" y="45"/>
                </a:lnTo>
                <a:lnTo>
                  <a:pt x="59" y="41"/>
                </a:lnTo>
                <a:lnTo>
                  <a:pt x="63" y="35"/>
                </a:lnTo>
                <a:moveTo>
                  <a:pt x="69" y="39"/>
                </a:moveTo>
                <a:lnTo>
                  <a:pt x="74" y="43"/>
                </a:lnTo>
                <a:lnTo>
                  <a:pt x="71" y="48"/>
                </a:lnTo>
                <a:lnTo>
                  <a:pt x="65" y="45"/>
                </a:lnTo>
                <a:lnTo>
                  <a:pt x="69" y="39"/>
                </a:lnTo>
                <a:moveTo>
                  <a:pt x="74" y="43"/>
                </a:moveTo>
                <a:lnTo>
                  <a:pt x="80" y="46"/>
                </a:lnTo>
                <a:lnTo>
                  <a:pt x="76" y="52"/>
                </a:lnTo>
                <a:lnTo>
                  <a:pt x="71" y="48"/>
                </a:lnTo>
                <a:lnTo>
                  <a:pt x="74" y="43"/>
                </a:lnTo>
                <a:moveTo>
                  <a:pt x="80" y="46"/>
                </a:moveTo>
                <a:lnTo>
                  <a:pt x="87" y="51"/>
                </a:lnTo>
                <a:lnTo>
                  <a:pt x="75" y="55"/>
                </a:lnTo>
                <a:lnTo>
                  <a:pt x="73" y="49"/>
                </a:lnTo>
                <a:lnTo>
                  <a:pt x="78" y="47"/>
                </a:lnTo>
                <a:lnTo>
                  <a:pt x="79" y="50"/>
                </a:lnTo>
                <a:lnTo>
                  <a:pt x="78" y="53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9" y="58"/>
                </a:lnTo>
                <a:lnTo>
                  <a:pt x="66" y="51"/>
                </a:lnTo>
                <a:lnTo>
                  <a:pt x="73" y="49"/>
                </a:lnTo>
                <a:lnTo>
                  <a:pt x="75" y="55"/>
                </a:lnTo>
                <a:moveTo>
                  <a:pt x="69" y="58"/>
                </a:moveTo>
                <a:lnTo>
                  <a:pt x="62" y="61"/>
                </a:lnTo>
                <a:lnTo>
                  <a:pt x="60" y="53"/>
                </a:lnTo>
                <a:lnTo>
                  <a:pt x="66" y="51"/>
                </a:lnTo>
                <a:lnTo>
                  <a:pt x="69" y="58"/>
                </a:lnTo>
                <a:moveTo>
                  <a:pt x="62" y="61"/>
                </a:moveTo>
                <a:lnTo>
                  <a:pt x="55" y="63"/>
                </a:lnTo>
                <a:lnTo>
                  <a:pt x="53" y="56"/>
                </a:lnTo>
                <a:lnTo>
                  <a:pt x="60" y="53"/>
                </a:lnTo>
                <a:lnTo>
                  <a:pt x="62" y="61"/>
                </a:lnTo>
                <a:moveTo>
                  <a:pt x="55" y="63"/>
                </a:moveTo>
                <a:lnTo>
                  <a:pt x="49" y="66"/>
                </a:lnTo>
                <a:lnTo>
                  <a:pt x="46" y="58"/>
                </a:lnTo>
                <a:lnTo>
                  <a:pt x="53" y="56"/>
                </a:lnTo>
                <a:lnTo>
                  <a:pt x="55" y="63"/>
                </a:lnTo>
                <a:moveTo>
                  <a:pt x="49" y="66"/>
                </a:moveTo>
                <a:lnTo>
                  <a:pt x="42" y="68"/>
                </a:lnTo>
                <a:lnTo>
                  <a:pt x="40" y="62"/>
                </a:lnTo>
                <a:lnTo>
                  <a:pt x="46" y="58"/>
                </a:lnTo>
                <a:lnTo>
                  <a:pt x="49" y="66"/>
                </a:lnTo>
                <a:moveTo>
                  <a:pt x="42" y="68"/>
                </a:moveTo>
                <a:lnTo>
                  <a:pt x="35" y="71"/>
                </a:lnTo>
                <a:lnTo>
                  <a:pt x="33" y="64"/>
                </a:lnTo>
                <a:lnTo>
                  <a:pt x="40" y="62"/>
                </a:lnTo>
                <a:lnTo>
                  <a:pt x="42" y="68"/>
                </a:lnTo>
                <a:moveTo>
                  <a:pt x="35" y="71"/>
                </a:moveTo>
                <a:lnTo>
                  <a:pt x="29" y="73"/>
                </a:lnTo>
                <a:lnTo>
                  <a:pt x="26" y="66"/>
                </a:lnTo>
                <a:lnTo>
                  <a:pt x="33" y="64"/>
                </a:lnTo>
                <a:lnTo>
                  <a:pt x="35" y="71"/>
                </a:lnTo>
                <a:moveTo>
                  <a:pt x="29" y="73"/>
                </a:moveTo>
                <a:lnTo>
                  <a:pt x="22" y="75"/>
                </a:lnTo>
                <a:lnTo>
                  <a:pt x="20" y="69"/>
                </a:lnTo>
                <a:lnTo>
                  <a:pt x="26" y="66"/>
                </a:lnTo>
                <a:lnTo>
                  <a:pt x="29" y="73"/>
                </a:lnTo>
                <a:moveTo>
                  <a:pt x="22" y="75"/>
                </a:moveTo>
                <a:lnTo>
                  <a:pt x="15" y="78"/>
                </a:lnTo>
                <a:lnTo>
                  <a:pt x="13" y="71"/>
                </a:lnTo>
                <a:lnTo>
                  <a:pt x="20" y="69"/>
                </a:lnTo>
                <a:lnTo>
                  <a:pt x="22" y="75"/>
                </a:lnTo>
                <a:moveTo>
                  <a:pt x="15" y="78"/>
                </a:moveTo>
                <a:lnTo>
                  <a:pt x="8" y="80"/>
                </a:lnTo>
                <a:lnTo>
                  <a:pt x="5" y="73"/>
                </a:lnTo>
                <a:lnTo>
                  <a:pt x="13" y="71"/>
                </a:lnTo>
                <a:lnTo>
                  <a:pt x="15" y="78"/>
                </a:lnTo>
                <a:moveTo>
                  <a:pt x="8" y="80"/>
                </a:moveTo>
                <a:lnTo>
                  <a:pt x="0" y="83"/>
                </a:lnTo>
                <a:lnTo>
                  <a:pt x="1" y="73"/>
                </a:lnTo>
                <a:lnTo>
                  <a:pt x="8" y="74"/>
                </a:lnTo>
                <a:lnTo>
                  <a:pt x="8" y="78"/>
                </a:lnTo>
                <a:lnTo>
                  <a:pt x="4" y="78"/>
                </a:lnTo>
                <a:lnTo>
                  <a:pt x="3" y="74"/>
                </a:lnTo>
                <a:lnTo>
                  <a:pt x="5" y="73"/>
                </a:lnTo>
                <a:lnTo>
                  <a:pt x="8" y="80"/>
                </a:lnTo>
                <a:moveTo>
                  <a:pt x="1" y="73"/>
                </a:moveTo>
                <a:lnTo>
                  <a:pt x="2" y="66"/>
                </a:lnTo>
                <a:lnTo>
                  <a:pt x="9" y="66"/>
                </a:lnTo>
                <a:lnTo>
                  <a:pt x="8" y="74"/>
                </a:lnTo>
                <a:lnTo>
                  <a:pt x="1" y="73"/>
                </a:lnTo>
                <a:moveTo>
                  <a:pt x="2" y="66"/>
                </a:moveTo>
                <a:lnTo>
                  <a:pt x="3" y="58"/>
                </a:lnTo>
                <a:lnTo>
                  <a:pt x="11" y="58"/>
                </a:lnTo>
                <a:lnTo>
                  <a:pt x="9" y="66"/>
                </a:lnTo>
                <a:lnTo>
                  <a:pt x="2" y="66"/>
                </a:lnTo>
                <a:moveTo>
                  <a:pt x="3" y="58"/>
                </a:moveTo>
                <a:lnTo>
                  <a:pt x="4" y="51"/>
                </a:lnTo>
                <a:lnTo>
                  <a:pt x="12" y="51"/>
                </a:lnTo>
                <a:lnTo>
                  <a:pt x="11" y="58"/>
                </a:lnTo>
                <a:lnTo>
                  <a:pt x="3" y="58"/>
                </a:lnTo>
                <a:moveTo>
                  <a:pt x="4" y="51"/>
                </a:moveTo>
                <a:lnTo>
                  <a:pt x="5" y="44"/>
                </a:lnTo>
                <a:lnTo>
                  <a:pt x="13" y="44"/>
                </a:lnTo>
                <a:lnTo>
                  <a:pt x="12" y="51"/>
                </a:lnTo>
                <a:lnTo>
                  <a:pt x="4" y="51"/>
                </a:lnTo>
                <a:moveTo>
                  <a:pt x="5" y="44"/>
                </a:moveTo>
                <a:lnTo>
                  <a:pt x="5" y="37"/>
                </a:lnTo>
                <a:lnTo>
                  <a:pt x="13" y="37"/>
                </a:lnTo>
                <a:lnTo>
                  <a:pt x="13" y="44"/>
                </a:lnTo>
                <a:lnTo>
                  <a:pt x="5" y="44"/>
                </a:lnTo>
                <a:moveTo>
                  <a:pt x="5" y="37"/>
                </a:moveTo>
                <a:lnTo>
                  <a:pt x="6" y="30"/>
                </a:lnTo>
                <a:lnTo>
                  <a:pt x="14" y="30"/>
                </a:lnTo>
                <a:lnTo>
                  <a:pt x="13" y="37"/>
                </a:lnTo>
                <a:lnTo>
                  <a:pt x="5" y="37"/>
                </a:lnTo>
                <a:moveTo>
                  <a:pt x="6" y="30"/>
                </a:moveTo>
                <a:lnTo>
                  <a:pt x="7" y="23"/>
                </a:lnTo>
                <a:lnTo>
                  <a:pt x="15" y="23"/>
                </a:lnTo>
                <a:lnTo>
                  <a:pt x="14" y="30"/>
                </a:lnTo>
                <a:lnTo>
                  <a:pt x="6" y="30"/>
                </a:lnTo>
                <a:moveTo>
                  <a:pt x="7" y="23"/>
                </a:moveTo>
                <a:lnTo>
                  <a:pt x="8" y="16"/>
                </a:lnTo>
                <a:lnTo>
                  <a:pt x="16" y="16"/>
                </a:lnTo>
                <a:lnTo>
                  <a:pt x="15" y="23"/>
                </a:lnTo>
                <a:lnTo>
                  <a:pt x="7" y="23"/>
                </a:lnTo>
                <a:moveTo>
                  <a:pt x="8" y="16"/>
                </a:moveTo>
                <a:lnTo>
                  <a:pt x="9" y="9"/>
                </a:lnTo>
                <a:lnTo>
                  <a:pt x="17" y="9"/>
                </a:lnTo>
                <a:lnTo>
                  <a:pt x="16" y="16"/>
                </a:lnTo>
                <a:lnTo>
                  <a:pt x="8" y="16"/>
                </a:lnTo>
                <a:moveTo>
                  <a:pt x="9" y="9"/>
                </a:moveTo>
                <a:lnTo>
                  <a:pt x="11" y="0"/>
                </a:lnTo>
                <a:lnTo>
                  <a:pt x="21" y="7"/>
                </a:lnTo>
                <a:lnTo>
                  <a:pt x="18" y="13"/>
                </a:lnTo>
                <a:lnTo>
                  <a:pt x="12" y="9"/>
                </a:lnTo>
                <a:lnTo>
                  <a:pt x="14" y="6"/>
                </a:lnTo>
                <a:lnTo>
                  <a:pt x="17" y="7"/>
                </a:lnTo>
                <a:lnTo>
                  <a:pt x="17" y="9"/>
                </a:lnTo>
                <a:lnTo>
                  <a:pt x="9" y="9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/>
          <p:nvPr/>
        </p:nvSpPr>
        <p:spPr>
          <a:xfrm>
            <a:off x="1922760" y="2221920"/>
            <a:ext cx="385920" cy="46440"/>
          </a:xfrm>
          <a:custGeom>
            <a:avLst/>
            <a:gdLst/>
            <a:ahLst/>
            <a:rect l="0" t="0" r="r" b="b"/>
            <a:pathLst>
              <a:path fill="none" w="1072" h="129">
                <a:moveTo>
                  <a:pt x="0" y="129"/>
                </a:moveTo>
                <a:lnTo>
                  <a:pt x="92" y="102"/>
                </a:lnTo>
                <a:cubicBezTo>
                  <a:pt x="184" y="76"/>
                  <a:pt x="369" y="23"/>
                  <a:pt x="547" y="7"/>
                </a:cubicBezTo>
                <a:cubicBezTo>
                  <a:pt x="727" y="-10"/>
                  <a:pt x="899" y="10"/>
                  <a:pt x="986" y="20"/>
                </a:cubicBezTo>
                <a:lnTo>
                  <a:pt x="1072" y="3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/>
          <p:nvPr/>
        </p:nvSpPr>
        <p:spPr>
          <a:xfrm>
            <a:off x="2294280" y="22183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8" y="0"/>
                </a:moveTo>
                <a:lnTo>
                  <a:pt x="75" y="44"/>
                </a:lnTo>
                <a:lnTo>
                  <a:pt x="0" y="71"/>
                </a:lnTo>
                <a:lnTo>
                  <a:pt x="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9" name=""/>
          <p:cNvSpPr/>
          <p:nvPr/>
        </p:nvSpPr>
        <p:spPr>
          <a:xfrm>
            <a:off x="2292840" y="221616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20" y="7"/>
                </a:moveTo>
                <a:lnTo>
                  <a:pt x="26" y="10"/>
                </a:lnTo>
                <a:lnTo>
                  <a:pt x="22" y="16"/>
                </a:lnTo>
                <a:lnTo>
                  <a:pt x="16" y="13"/>
                </a:lnTo>
                <a:lnTo>
                  <a:pt x="20" y="7"/>
                </a:lnTo>
                <a:moveTo>
                  <a:pt x="26" y="10"/>
                </a:moveTo>
                <a:lnTo>
                  <a:pt x="32" y="14"/>
                </a:lnTo>
                <a:lnTo>
                  <a:pt x="28" y="20"/>
                </a:lnTo>
                <a:lnTo>
                  <a:pt x="22" y="16"/>
                </a:lnTo>
                <a:lnTo>
                  <a:pt x="26" y="10"/>
                </a:lnTo>
                <a:moveTo>
                  <a:pt x="32" y="14"/>
                </a:moveTo>
                <a:lnTo>
                  <a:pt x="39" y="18"/>
                </a:lnTo>
                <a:lnTo>
                  <a:pt x="34" y="24"/>
                </a:lnTo>
                <a:lnTo>
                  <a:pt x="28" y="20"/>
                </a:lnTo>
                <a:lnTo>
                  <a:pt x="32" y="14"/>
                </a:lnTo>
                <a:moveTo>
                  <a:pt x="39" y="18"/>
                </a:moveTo>
                <a:lnTo>
                  <a:pt x="45" y="22"/>
                </a:lnTo>
                <a:lnTo>
                  <a:pt x="41" y="28"/>
                </a:lnTo>
                <a:lnTo>
                  <a:pt x="34" y="24"/>
                </a:lnTo>
                <a:lnTo>
                  <a:pt x="39" y="18"/>
                </a:lnTo>
                <a:moveTo>
                  <a:pt x="45" y="22"/>
                </a:moveTo>
                <a:lnTo>
                  <a:pt x="51" y="26"/>
                </a:lnTo>
                <a:lnTo>
                  <a:pt x="47" y="32"/>
                </a:lnTo>
                <a:lnTo>
                  <a:pt x="41" y="28"/>
                </a:lnTo>
                <a:lnTo>
                  <a:pt x="45" y="22"/>
                </a:lnTo>
                <a:moveTo>
                  <a:pt x="51" y="26"/>
                </a:moveTo>
                <a:lnTo>
                  <a:pt x="57" y="30"/>
                </a:lnTo>
                <a:lnTo>
                  <a:pt x="53" y="36"/>
                </a:lnTo>
                <a:lnTo>
                  <a:pt x="47" y="32"/>
                </a:lnTo>
                <a:lnTo>
                  <a:pt x="51" y="26"/>
                </a:lnTo>
                <a:moveTo>
                  <a:pt x="57" y="30"/>
                </a:moveTo>
                <a:lnTo>
                  <a:pt x="62" y="34"/>
                </a:lnTo>
                <a:lnTo>
                  <a:pt x="59" y="40"/>
                </a:lnTo>
                <a:lnTo>
                  <a:pt x="53" y="36"/>
                </a:lnTo>
                <a:lnTo>
                  <a:pt x="57" y="30"/>
                </a:lnTo>
                <a:moveTo>
                  <a:pt x="62" y="34"/>
                </a:moveTo>
                <a:lnTo>
                  <a:pt x="68" y="37"/>
                </a:lnTo>
                <a:lnTo>
                  <a:pt x="64" y="44"/>
                </a:lnTo>
                <a:lnTo>
                  <a:pt x="59" y="40"/>
                </a:lnTo>
                <a:lnTo>
                  <a:pt x="62" y="34"/>
                </a:lnTo>
                <a:moveTo>
                  <a:pt x="68" y="37"/>
                </a:moveTo>
                <a:lnTo>
                  <a:pt x="74" y="42"/>
                </a:lnTo>
                <a:lnTo>
                  <a:pt x="70" y="48"/>
                </a:lnTo>
                <a:lnTo>
                  <a:pt x="64" y="44"/>
                </a:lnTo>
                <a:lnTo>
                  <a:pt x="68" y="37"/>
                </a:lnTo>
                <a:moveTo>
                  <a:pt x="74" y="42"/>
                </a:moveTo>
                <a:lnTo>
                  <a:pt x="80" y="46"/>
                </a:lnTo>
                <a:lnTo>
                  <a:pt x="76" y="52"/>
                </a:lnTo>
                <a:lnTo>
                  <a:pt x="70" y="48"/>
                </a:lnTo>
                <a:lnTo>
                  <a:pt x="74" y="42"/>
                </a:lnTo>
                <a:moveTo>
                  <a:pt x="80" y="46"/>
                </a:moveTo>
                <a:lnTo>
                  <a:pt x="87" y="51"/>
                </a:lnTo>
                <a:lnTo>
                  <a:pt x="75" y="55"/>
                </a:lnTo>
                <a:lnTo>
                  <a:pt x="73" y="48"/>
                </a:lnTo>
                <a:lnTo>
                  <a:pt x="78" y="46"/>
                </a:lnTo>
                <a:lnTo>
                  <a:pt x="79" y="50"/>
                </a:lnTo>
                <a:lnTo>
                  <a:pt x="77" y="53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8" y="58"/>
                </a:lnTo>
                <a:lnTo>
                  <a:pt x="66" y="51"/>
                </a:lnTo>
                <a:lnTo>
                  <a:pt x="73" y="48"/>
                </a:lnTo>
                <a:lnTo>
                  <a:pt x="75" y="55"/>
                </a:lnTo>
                <a:moveTo>
                  <a:pt x="68" y="58"/>
                </a:moveTo>
                <a:lnTo>
                  <a:pt x="62" y="60"/>
                </a:lnTo>
                <a:lnTo>
                  <a:pt x="59" y="53"/>
                </a:lnTo>
                <a:lnTo>
                  <a:pt x="66" y="51"/>
                </a:lnTo>
                <a:lnTo>
                  <a:pt x="68" y="58"/>
                </a:lnTo>
                <a:moveTo>
                  <a:pt x="62" y="60"/>
                </a:moveTo>
                <a:lnTo>
                  <a:pt x="55" y="62"/>
                </a:lnTo>
                <a:lnTo>
                  <a:pt x="53" y="56"/>
                </a:lnTo>
                <a:lnTo>
                  <a:pt x="59" y="53"/>
                </a:lnTo>
                <a:lnTo>
                  <a:pt x="62" y="60"/>
                </a:lnTo>
                <a:moveTo>
                  <a:pt x="55" y="62"/>
                </a:moveTo>
                <a:lnTo>
                  <a:pt x="49" y="65"/>
                </a:lnTo>
                <a:lnTo>
                  <a:pt x="46" y="58"/>
                </a:lnTo>
                <a:lnTo>
                  <a:pt x="53" y="56"/>
                </a:lnTo>
                <a:lnTo>
                  <a:pt x="55" y="62"/>
                </a:lnTo>
                <a:moveTo>
                  <a:pt x="49" y="65"/>
                </a:moveTo>
                <a:lnTo>
                  <a:pt x="42" y="67"/>
                </a:lnTo>
                <a:lnTo>
                  <a:pt x="39" y="61"/>
                </a:lnTo>
                <a:lnTo>
                  <a:pt x="46" y="58"/>
                </a:lnTo>
                <a:lnTo>
                  <a:pt x="49" y="65"/>
                </a:lnTo>
                <a:moveTo>
                  <a:pt x="42" y="67"/>
                </a:moveTo>
                <a:lnTo>
                  <a:pt x="34" y="70"/>
                </a:lnTo>
                <a:lnTo>
                  <a:pt x="32" y="63"/>
                </a:lnTo>
                <a:lnTo>
                  <a:pt x="39" y="61"/>
                </a:lnTo>
                <a:lnTo>
                  <a:pt x="42" y="67"/>
                </a:lnTo>
                <a:moveTo>
                  <a:pt x="34" y="70"/>
                </a:moveTo>
                <a:lnTo>
                  <a:pt x="28" y="72"/>
                </a:lnTo>
                <a:lnTo>
                  <a:pt x="25" y="65"/>
                </a:lnTo>
                <a:lnTo>
                  <a:pt x="32" y="63"/>
                </a:lnTo>
                <a:lnTo>
                  <a:pt x="34" y="70"/>
                </a:lnTo>
                <a:moveTo>
                  <a:pt x="28" y="72"/>
                </a:moveTo>
                <a:lnTo>
                  <a:pt x="21" y="74"/>
                </a:lnTo>
                <a:lnTo>
                  <a:pt x="19" y="68"/>
                </a:lnTo>
                <a:lnTo>
                  <a:pt x="25" y="65"/>
                </a:lnTo>
                <a:lnTo>
                  <a:pt x="28" y="72"/>
                </a:lnTo>
                <a:moveTo>
                  <a:pt x="21" y="74"/>
                </a:moveTo>
                <a:lnTo>
                  <a:pt x="14" y="77"/>
                </a:lnTo>
                <a:lnTo>
                  <a:pt x="12" y="70"/>
                </a:lnTo>
                <a:lnTo>
                  <a:pt x="19" y="68"/>
                </a:lnTo>
                <a:lnTo>
                  <a:pt x="21" y="74"/>
                </a:lnTo>
                <a:moveTo>
                  <a:pt x="14" y="77"/>
                </a:moveTo>
                <a:lnTo>
                  <a:pt x="8" y="79"/>
                </a:lnTo>
                <a:lnTo>
                  <a:pt x="5" y="73"/>
                </a:lnTo>
                <a:lnTo>
                  <a:pt x="12" y="70"/>
                </a:lnTo>
                <a:lnTo>
                  <a:pt x="14" y="77"/>
                </a:lnTo>
                <a:moveTo>
                  <a:pt x="8" y="79"/>
                </a:moveTo>
                <a:lnTo>
                  <a:pt x="0" y="82"/>
                </a:lnTo>
                <a:lnTo>
                  <a:pt x="1" y="72"/>
                </a:lnTo>
                <a:lnTo>
                  <a:pt x="8" y="73"/>
                </a:lnTo>
                <a:lnTo>
                  <a:pt x="8" y="77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79"/>
                </a:lnTo>
                <a:moveTo>
                  <a:pt x="1" y="72"/>
                </a:moveTo>
                <a:lnTo>
                  <a:pt x="2" y="65"/>
                </a:lnTo>
                <a:lnTo>
                  <a:pt x="9" y="66"/>
                </a:lnTo>
                <a:lnTo>
                  <a:pt x="8" y="73"/>
                </a:lnTo>
                <a:lnTo>
                  <a:pt x="1" y="72"/>
                </a:lnTo>
                <a:moveTo>
                  <a:pt x="2" y="65"/>
                </a:moveTo>
                <a:lnTo>
                  <a:pt x="3" y="58"/>
                </a:lnTo>
                <a:lnTo>
                  <a:pt x="10" y="59"/>
                </a:lnTo>
                <a:lnTo>
                  <a:pt x="9" y="66"/>
                </a:lnTo>
                <a:lnTo>
                  <a:pt x="2" y="65"/>
                </a:lnTo>
                <a:moveTo>
                  <a:pt x="3" y="58"/>
                </a:moveTo>
                <a:lnTo>
                  <a:pt x="4" y="51"/>
                </a:lnTo>
                <a:lnTo>
                  <a:pt x="11" y="52"/>
                </a:lnTo>
                <a:lnTo>
                  <a:pt x="10" y="59"/>
                </a:lnTo>
                <a:lnTo>
                  <a:pt x="3" y="58"/>
                </a:lnTo>
                <a:moveTo>
                  <a:pt x="4" y="51"/>
                </a:moveTo>
                <a:lnTo>
                  <a:pt x="4" y="44"/>
                </a:lnTo>
                <a:lnTo>
                  <a:pt x="11" y="45"/>
                </a:lnTo>
                <a:lnTo>
                  <a:pt x="11" y="52"/>
                </a:lnTo>
                <a:lnTo>
                  <a:pt x="4" y="51"/>
                </a:lnTo>
                <a:moveTo>
                  <a:pt x="4" y="44"/>
                </a:moveTo>
                <a:lnTo>
                  <a:pt x="5" y="36"/>
                </a:lnTo>
                <a:lnTo>
                  <a:pt x="12" y="37"/>
                </a:lnTo>
                <a:lnTo>
                  <a:pt x="11" y="45"/>
                </a:lnTo>
                <a:lnTo>
                  <a:pt x="4" y="44"/>
                </a:lnTo>
                <a:moveTo>
                  <a:pt x="5" y="36"/>
                </a:moveTo>
                <a:lnTo>
                  <a:pt x="6" y="29"/>
                </a:lnTo>
                <a:lnTo>
                  <a:pt x="13" y="30"/>
                </a:lnTo>
                <a:lnTo>
                  <a:pt x="12" y="37"/>
                </a:lnTo>
                <a:lnTo>
                  <a:pt x="5" y="36"/>
                </a:lnTo>
                <a:moveTo>
                  <a:pt x="6" y="29"/>
                </a:moveTo>
                <a:lnTo>
                  <a:pt x="7" y="22"/>
                </a:lnTo>
                <a:lnTo>
                  <a:pt x="14" y="23"/>
                </a:lnTo>
                <a:lnTo>
                  <a:pt x="13" y="30"/>
                </a:lnTo>
                <a:lnTo>
                  <a:pt x="6" y="29"/>
                </a:lnTo>
                <a:moveTo>
                  <a:pt x="7" y="22"/>
                </a:moveTo>
                <a:lnTo>
                  <a:pt x="8" y="15"/>
                </a:lnTo>
                <a:lnTo>
                  <a:pt x="15" y="16"/>
                </a:lnTo>
                <a:lnTo>
                  <a:pt x="14" y="23"/>
                </a:lnTo>
                <a:lnTo>
                  <a:pt x="7" y="22"/>
                </a:lnTo>
                <a:moveTo>
                  <a:pt x="8" y="15"/>
                </a:moveTo>
                <a:lnTo>
                  <a:pt x="8" y="8"/>
                </a:lnTo>
                <a:lnTo>
                  <a:pt x="15" y="9"/>
                </a:lnTo>
                <a:lnTo>
                  <a:pt x="15" y="16"/>
                </a:lnTo>
                <a:lnTo>
                  <a:pt x="8" y="15"/>
                </a:lnTo>
                <a:moveTo>
                  <a:pt x="8" y="8"/>
                </a:moveTo>
                <a:lnTo>
                  <a:pt x="9" y="0"/>
                </a:lnTo>
                <a:lnTo>
                  <a:pt x="20" y="7"/>
                </a:lnTo>
                <a:lnTo>
                  <a:pt x="16" y="13"/>
                </a:lnTo>
                <a:lnTo>
                  <a:pt x="10" y="9"/>
                </a:lnTo>
                <a:lnTo>
                  <a:pt x="12" y="6"/>
                </a:lnTo>
                <a:lnTo>
                  <a:pt x="16" y="6"/>
                </a:lnTo>
                <a:lnTo>
                  <a:pt x="15" y="9"/>
                </a:lnTo>
                <a:lnTo>
                  <a:pt x="8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/>
          <p:nvPr/>
        </p:nvSpPr>
        <p:spPr>
          <a:xfrm>
            <a:off x="2980440" y="1797480"/>
            <a:ext cx="880200" cy="321840"/>
          </a:xfrm>
          <a:custGeom>
            <a:avLst/>
            <a:gdLst/>
            <a:ahLst/>
            <a:rect l="0" t="0" r="r" b="b"/>
            <a:pathLst>
              <a:path fill="none" w="2445" h="894">
                <a:moveTo>
                  <a:pt x="0" y="894"/>
                </a:moveTo>
                <a:lnTo>
                  <a:pt x="245" y="731"/>
                </a:lnTo>
                <a:cubicBezTo>
                  <a:pt x="492" y="570"/>
                  <a:pt x="982" y="247"/>
                  <a:pt x="1389" y="105"/>
                </a:cubicBezTo>
                <a:cubicBezTo>
                  <a:pt x="1797" y="-38"/>
                  <a:pt x="2121" y="0"/>
                  <a:pt x="2283" y="19"/>
                </a:cubicBezTo>
                <a:lnTo>
                  <a:pt x="2445" y="38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1" name=""/>
          <p:cNvSpPr/>
          <p:nvPr/>
        </p:nvSpPr>
        <p:spPr>
          <a:xfrm>
            <a:off x="3846240" y="17971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8" y="0"/>
                </a:moveTo>
                <a:lnTo>
                  <a:pt x="75" y="44"/>
                </a:lnTo>
                <a:lnTo>
                  <a:pt x="0" y="71"/>
                </a:lnTo>
                <a:lnTo>
                  <a:pt x="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2" name=""/>
          <p:cNvSpPr/>
          <p:nvPr/>
        </p:nvSpPr>
        <p:spPr>
          <a:xfrm>
            <a:off x="3844800" y="179496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20" y="7"/>
                </a:moveTo>
                <a:lnTo>
                  <a:pt x="26" y="11"/>
                </a:lnTo>
                <a:lnTo>
                  <a:pt x="22" y="17"/>
                </a:lnTo>
                <a:lnTo>
                  <a:pt x="16" y="13"/>
                </a:lnTo>
                <a:lnTo>
                  <a:pt x="20" y="7"/>
                </a:lnTo>
                <a:moveTo>
                  <a:pt x="26" y="11"/>
                </a:moveTo>
                <a:lnTo>
                  <a:pt x="33" y="15"/>
                </a:lnTo>
                <a:lnTo>
                  <a:pt x="29" y="21"/>
                </a:lnTo>
                <a:lnTo>
                  <a:pt x="22" y="17"/>
                </a:lnTo>
                <a:lnTo>
                  <a:pt x="26" y="11"/>
                </a:lnTo>
                <a:moveTo>
                  <a:pt x="33" y="15"/>
                </a:moveTo>
                <a:lnTo>
                  <a:pt x="39" y="19"/>
                </a:lnTo>
                <a:lnTo>
                  <a:pt x="35" y="24"/>
                </a:lnTo>
                <a:lnTo>
                  <a:pt x="29" y="21"/>
                </a:lnTo>
                <a:lnTo>
                  <a:pt x="33" y="15"/>
                </a:lnTo>
                <a:moveTo>
                  <a:pt x="39" y="19"/>
                </a:moveTo>
                <a:lnTo>
                  <a:pt x="45" y="22"/>
                </a:lnTo>
                <a:lnTo>
                  <a:pt x="41" y="28"/>
                </a:lnTo>
                <a:lnTo>
                  <a:pt x="35" y="24"/>
                </a:lnTo>
                <a:lnTo>
                  <a:pt x="39" y="19"/>
                </a:lnTo>
                <a:moveTo>
                  <a:pt x="45" y="22"/>
                </a:moveTo>
                <a:lnTo>
                  <a:pt x="51" y="26"/>
                </a:lnTo>
                <a:lnTo>
                  <a:pt x="47" y="32"/>
                </a:lnTo>
                <a:lnTo>
                  <a:pt x="41" y="28"/>
                </a:lnTo>
                <a:lnTo>
                  <a:pt x="45" y="22"/>
                </a:lnTo>
                <a:moveTo>
                  <a:pt x="51" y="26"/>
                </a:moveTo>
                <a:lnTo>
                  <a:pt x="56" y="30"/>
                </a:lnTo>
                <a:lnTo>
                  <a:pt x="53" y="36"/>
                </a:lnTo>
                <a:lnTo>
                  <a:pt x="47" y="32"/>
                </a:lnTo>
                <a:lnTo>
                  <a:pt x="51" y="26"/>
                </a:lnTo>
                <a:moveTo>
                  <a:pt x="56" y="30"/>
                </a:moveTo>
                <a:lnTo>
                  <a:pt x="62" y="34"/>
                </a:lnTo>
                <a:lnTo>
                  <a:pt x="58" y="40"/>
                </a:lnTo>
                <a:lnTo>
                  <a:pt x="53" y="36"/>
                </a:lnTo>
                <a:lnTo>
                  <a:pt x="56" y="30"/>
                </a:lnTo>
                <a:moveTo>
                  <a:pt x="62" y="34"/>
                </a:moveTo>
                <a:lnTo>
                  <a:pt x="68" y="38"/>
                </a:lnTo>
                <a:lnTo>
                  <a:pt x="64" y="44"/>
                </a:lnTo>
                <a:lnTo>
                  <a:pt x="58" y="40"/>
                </a:lnTo>
                <a:lnTo>
                  <a:pt x="62" y="34"/>
                </a:lnTo>
                <a:moveTo>
                  <a:pt x="68" y="38"/>
                </a:moveTo>
                <a:lnTo>
                  <a:pt x="74" y="42"/>
                </a:lnTo>
                <a:lnTo>
                  <a:pt x="70" y="48"/>
                </a:lnTo>
                <a:lnTo>
                  <a:pt x="64" y="44"/>
                </a:lnTo>
                <a:lnTo>
                  <a:pt x="68" y="38"/>
                </a:lnTo>
                <a:moveTo>
                  <a:pt x="74" y="42"/>
                </a:moveTo>
                <a:lnTo>
                  <a:pt x="80" y="46"/>
                </a:lnTo>
                <a:lnTo>
                  <a:pt x="76" y="52"/>
                </a:lnTo>
                <a:lnTo>
                  <a:pt x="70" y="48"/>
                </a:lnTo>
                <a:lnTo>
                  <a:pt x="74" y="42"/>
                </a:lnTo>
                <a:moveTo>
                  <a:pt x="80" y="46"/>
                </a:moveTo>
                <a:lnTo>
                  <a:pt x="87" y="50"/>
                </a:lnTo>
                <a:lnTo>
                  <a:pt x="75" y="55"/>
                </a:lnTo>
                <a:lnTo>
                  <a:pt x="73" y="48"/>
                </a:lnTo>
                <a:lnTo>
                  <a:pt x="78" y="46"/>
                </a:lnTo>
                <a:lnTo>
                  <a:pt x="79" y="49"/>
                </a:lnTo>
                <a:lnTo>
                  <a:pt x="77" y="52"/>
                </a:lnTo>
                <a:lnTo>
                  <a:pt x="76" y="52"/>
                </a:lnTo>
                <a:lnTo>
                  <a:pt x="80" y="46"/>
                </a:lnTo>
                <a:moveTo>
                  <a:pt x="75" y="55"/>
                </a:moveTo>
                <a:lnTo>
                  <a:pt x="68" y="57"/>
                </a:lnTo>
                <a:lnTo>
                  <a:pt x="66" y="50"/>
                </a:lnTo>
                <a:lnTo>
                  <a:pt x="73" y="48"/>
                </a:lnTo>
                <a:lnTo>
                  <a:pt x="75" y="55"/>
                </a:lnTo>
                <a:moveTo>
                  <a:pt x="68" y="57"/>
                </a:moveTo>
                <a:lnTo>
                  <a:pt x="62" y="59"/>
                </a:lnTo>
                <a:lnTo>
                  <a:pt x="59" y="53"/>
                </a:lnTo>
                <a:lnTo>
                  <a:pt x="66" y="50"/>
                </a:lnTo>
                <a:lnTo>
                  <a:pt x="68" y="57"/>
                </a:lnTo>
                <a:moveTo>
                  <a:pt x="62" y="59"/>
                </a:moveTo>
                <a:lnTo>
                  <a:pt x="55" y="62"/>
                </a:lnTo>
                <a:lnTo>
                  <a:pt x="53" y="55"/>
                </a:lnTo>
                <a:lnTo>
                  <a:pt x="59" y="53"/>
                </a:lnTo>
                <a:lnTo>
                  <a:pt x="62" y="59"/>
                </a:lnTo>
                <a:moveTo>
                  <a:pt x="55" y="62"/>
                </a:moveTo>
                <a:lnTo>
                  <a:pt x="48" y="64"/>
                </a:lnTo>
                <a:lnTo>
                  <a:pt x="46" y="58"/>
                </a:lnTo>
                <a:lnTo>
                  <a:pt x="53" y="55"/>
                </a:lnTo>
                <a:lnTo>
                  <a:pt x="55" y="62"/>
                </a:lnTo>
                <a:moveTo>
                  <a:pt x="48" y="64"/>
                </a:moveTo>
                <a:lnTo>
                  <a:pt x="42" y="67"/>
                </a:lnTo>
                <a:lnTo>
                  <a:pt x="39" y="60"/>
                </a:lnTo>
                <a:lnTo>
                  <a:pt x="46" y="58"/>
                </a:lnTo>
                <a:lnTo>
                  <a:pt x="48" y="64"/>
                </a:lnTo>
                <a:moveTo>
                  <a:pt x="42" y="67"/>
                </a:moveTo>
                <a:lnTo>
                  <a:pt x="35" y="69"/>
                </a:lnTo>
                <a:lnTo>
                  <a:pt x="33" y="62"/>
                </a:lnTo>
                <a:lnTo>
                  <a:pt x="39" y="60"/>
                </a:lnTo>
                <a:lnTo>
                  <a:pt x="42" y="67"/>
                </a:lnTo>
                <a:moveTo>
                  <a:pt x="35" y="69"/>
                </a:moveTo>
                <a:lnTo>
                  <a:pt x="28" y="71"/>
                </a:lnTo>
                <a:lnTo>
                  <a:pt x="25" y="65"/>
                </a:lnTo>
                <a:lnTo>
                  <a:pt x="33" y="62"/>
                </a:lnTo>
                <a:lnTo>
                  <a:pt x="35" y="69"/>
                </a:lnTo>
                <a:moveTo>
                  <a:pt x="28" y="71"/>
                </a:moveTo>
                <a:lnTo>
                  <a:pt x="21" y="74"/>
                </a:lnTo>
                <a:lnTo>
                  <a:pt x="18" y="67"/>
                </a:lnTo>
                <a:lnTo>
                  <a:pt x="25" y="65"/>
                </a:lnTo>
                <a:lnTo>
                  <a:pt x="28" y="71"/>
                </a:lnTo>
                <a:moveTo>
                  <a:pt x="21" y="74"/>
                </a:moveTo>
                <a:lnTo>
                  <a:pt x="14" y="76"/>
                </a:lnTo>
                <a:lnTo>
                  <a:pt x="12" y="70"/>
                </a:lnTo>
                <a:lnTo>
                  <a:pt x="18" y="67"/>
                </a:lnTo>
                <a:lnTo>
                  <a:pt x="21" y="74"/>
                </a:lnTo>
                <a:moveTo>
                  <a:pt x="14" y="76"/>
                </a:moveTo>
                <a:lnTo>
                  <a:pt x="8" y="80"/>
                </a:lnTo>
                <a:lnTo>
                  <a:pt x="5" y="72"/>
                </a:lnTo>
                <a:lnTo>
                  <a:pt x="12" y="70"/>
                </a:lnTo>
                <a:lnTo>
                  <a:pt x="14" y="76"/>
                </a:lnTo>
                <a:moveTo>
                  <a:pt x="8" y="80"/>
                </a:moveTo>
                <a:lnTo>
                  <a:pt x="0" y="82"/>
                </a:lnTo>
                <a:lnTo>
                  <a:pt x="1" y="71"/>
                </a:lnTo>
                <a:lnTo>
                  <a:pt x="8" y="72"/>
                </a:lnTo>
                <a:lnTo>
                  <a:pt x="7" y="78"/>
                </a:lnTo>
                <a:lnTo>
                  <a:pt x="4" y="76"/>
                </a:lnTo>
                <a:lnTo>
                  <a:pt x="3" y="73"/>
                </a:lnTo>
                <a:lnTo>
                  <a:pt x="5" y="72"/>
                </a:lnTo>
                <a:lnTo>
                  <a:pt x="8" y="80"/>
                </a:lnTo>
                <a:moveTo>
                  <a:pt x="1" y="71"/>
                </a:moveTo>
                <a:lnTo>
                  <a:pt x="2" y="64"/>
                </a:lnTo>
                <a:lnTo>
                  <a:pt x="9" y="65"/>
                </a:lnTo>
                <a:lnTo>
                  <a:pt x="8" y="72"/>
                </a:lnTo>
                <a:lnTo>
                  <a:pt x="1" y="71"/>
                </a:lnTo>
                <a:moveTo>
                  <a:pt x="2" y="64"/>
                </a:moveTo>
                <a:lnTo>
                  <a:pt x="3" y="57"/>
                </a:lnTo>
                <a:lnTo>
                  <a:pt x="10" y="58"/>
                </a:lnTo>
                <a:lnTo>
                  <a:pt x="9" y="65"/>
                </a:lnTo>
                <a:lnTo>
                  <a:pt x="2" y="64"/>
                </a:lnTo>
                <a:moveTo>
                  <a:pt x="3" y="57"/>
                </a:moveTo>
                <a:lnTo>
                  <a:pt x="3" y="50"/>
                </a:lnTo>
                <a:lnTo>
                  <a:pt x="10" y="51"/>
                </a:lnTo>
                <a:lnTo>
                  <a:pt x="10" y="58"/>
                </a:lnTo>
                <a:lnTo>
                  <a:pt x="3" y="57"/>
                </a:lnTo>
                <a:moveTo>
                  <a:pt x="3" y="50"/>
                </a:moveTo>
                <a:lnTo>
                  <a:pt x="4" y="43"/>
                </a:lnTo>
                <a:lnTo>
                  <a:pt x="11" y="44"/>
                </a:lnTo>
                <a:lnTo>
                  <a:pt x="10" y="51"/>
                </a:lnTo>
                <a:lnTo>
                  <a:pt x="3" y="50"/>
                </a:lnTo>
                <a:moveTo>
                  <a:pt x="4" y="43"/>
                </a:moveTo>
                <a:lnTo>
                  <a:pt x="5" y="36"/>
                </a:lnTo>
                <a:lnTo>
                  <a:pt x="12" y="37"/>
                </a:lnTo>
                <a:lnTo>
                  <a:pt x="11" y="44"/>
                </a:lnTo>
                <a:lnTo>
                  <a:pt x="4" y="43"/>
                </a:lnTo>
                <a:moveTo>
                  <a:pt x="5" y="36"/>
                </a:moveTo>
                <a:lnTo>
                  <a:pt x="6" y="29"/>
                </a:lnTo>
                <a:lnTo>
                  <a:pt x="13" y="30"/>
                </a:lnTo>
                <a:lnTo>
                  <a:pt x="12" y="37"/>
                </a:lnTo>
                <a:lnTo>
                  <a:pt x="5" y="36"/>
                </a:lnTo>
                <a:moveTo>
                  <a:pt x="6" y="29"/>
                </a:moveTo>
                <a:lnTo>
                  <a:pt x="7" y="22"/>
                </a:lnTo>
                <a:lnTo>
                  <a:pt x="14" y="23"/>
                </a:lnTo>
                <a:lnTo>
                  <a:pt x="13" y="30"/>
                </a:lnTo>
                <a:lnTo>
                  <a:pt x="6" y="29"/>
                </a:lnTo>
                <a:moveTo>
                  <a:pt x="7" y="22"/>
                </a:moveTo>
                <a:lnTo>
                  <a:pt x="8" y="15"/>
                </a:lnTo>
                <a:lnTo>
                  <a:pt x="15" y="16"/>
                </a:lnTo>
                <a:lnTo>
                  <a:pt x="14" y="23"/>
                </a:lnTo>
                <a:lnTo>
                  <a:pt x="7" y="22"/>
                </a:lnTo>
                <a:moveTo>
                  <a:pt x="8" y="15"/>
                </a:moveTo>
                <a:lnTo>
                  <a:pt x="8" y="8"/>
                </a:lnTo>
                <a:lnTo>
                  <a:pt x="15" y="9"/>
                </a:lnTo>
                <a:lnTo>
                  <a:pt x="15" y="16"/>
                </a:lnTo>
                <a:lnTo>
                  <a:pt x="8" y="15"/>
                </a:lnTo>
                <a:moveTo>
                  <a:pt x="8" y="8"/>
                </a:moveTo>
                <a:lnTo>
                  <a:pt x="9" y="0"/>
                </a:lnTo>
                <a:lnTo>
                  <a:pt x="20" y="7"/>
                </a:lnTo>
                <a:lnTo>
                  <a:pt x="16" y="13"/>
                </a:lnTo>
                <a:lnTo>
                  <a:pt x="10" y="9"/>
                </a:lnTo>
                <a:lnTo>
                  <a:pt x="12" y="6"/>
                </a:lnTo>
                <a:lnTo>
                  <a:pt x="16" y="6"/>
                </a:lnTo>
                <a:lnTo>
                  <a:pt x="15" y="9"/>
                </a:lnTo>
                <a:lnTo>
                  <a:pt x="8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/>
          <p:nvPr/>
        </p:nvSpPr>
        <p:spPr>
          <a:xfrm>
            <a:off x="3084840" y="1867680"/>
            <a:ext cx="788400" cy="245880"/>
          </a:xfrm>
          <a:custGeom>
            <a:avLst/>
            <a:gdLst/>
            <a:ahLst/>
            <a:rect l="0" t="0" r="r" b="b"/>
            <a:pathLst>
              <a:path fill="none" w="2190" h="683">
                <a:moveTo>
                  <a:pt x="2190" y="0"/>
                </a:moveTo>
                <a:lnTo>
                  <a:pt x="2022" y="20"/>
                </a:lnTo>
                <a:cubicBezTo>
                  <a:pt x="1854" y="39"/>
                  <a:pt x="1518" y="79"/>
                  <a:pt x="1153" y="192"/>
                </a:cubicBezTo>
                <a:cubicBezTo>
                  <a:pt x="788" y="306"/>
                  <a:pt x="394" y="494"/>
                  <a:pt x="197" y="588"/>
                </a:cubicBezTo>
                <a:lnTo>
                  <a:pt x="0" y="683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/>
          <p:nvPr/>
        </p:nvSpPr>
        <p:spPr>
          <a:xfrm>
            <a:off x="3073320" y="2096280"/>
            <a:ext cx="28800" cy="23400"/>
          </a:xfrm>
          <a:custGeom>
            <a:avLst/>
            <a:gdLst/>
            <a:ahLst/>
            <a:rect l="0" t="0" r="r" b="b"/>
            <a:pathLst>
              <a:path w="80" h="65">
                <a:moveTo>
                  <a:pt x="80" y="65"/>
                </a:moveTo>
                <a:lnTo>
                  <a:pt x="0" y="64"/>
                </a:lnTo>
                <a:lnTo>
                  <a:pt x="50" y="0"/>
                </a:lnTo>
                <a:lnTo>
                  <a:pt x="80" y="6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/>
          <p:nvPr/>
        </p:nvSpPr>
        <p:spPr>
          <a:xfrm>
            <a:off x="3070800" y="2094120"/>
            <a:ext cx="33480" cy="27000"/>
          </a:xfrm>
          <a:custGeom>
            <a:avLst/>
            <a:gdLst/>
            <a:ahLst/>
            <a:rect l="0" t="0" r="r" b="b"/>
            <a:pathLst>
              <a:path w="93" h="75">
                <a:moveTo>
                  <a:pt x="80" y="74"/>
                </a:moveTo>
                <a:lnTo>
                  <a:pt x="73" y="74"/>
                </a:lnTo>
                <a:lnTo>
                  <a:pt x="73" y="67"/>
                </a:lnTo>
                <a:lnTo>
                  <a:pt x="80" y="67"/>
                </a:lnTo>
                <a:lnTo>
                  <a:pt x="80" y="74"/>
                </a:lnTo>
                <a:moveTo>
                  <a:pt x="73" y="74"/>
                </a:moveTo>
                <a:lnTo>
                  <a:pt x="65" y="74"/>
                </a:lnTo>
                <a:lnTo>
                  <a:pt x="65" y="67"/>
                </a:lnTo>
                <a:lnTo>
                  <a:pt x="73" y="67"/>
                </a:lnTo>
                <a:lnTo>
                  <a:pt x="73" y="74"/>
                </a:lnTo>
                <a:moveTo>
                  <a:pt x="65" y="74"/>
                </a:moveTo>
                <a:lnTo>
                  <a:pt x="58" y="74"/>
                </a:lnTo>
                <a:lnTo>
                  <a:pt x="58" y="67"/>
                </a:lnTo>
                <a:lnTo>
                  <a:pt x="65" y="67"/>
                </a:lnTo>
                <a:lnTo>
                  <a:pt x="65" y="74"/>
                </a:lnTo>
                <a:moveTo>
                  <a:pt x="58" y="74"/>
                </a:moveTo>
                <a:lnTo>
                  <a:pt x="51" y="74"/>
                </a:lnTo>
                <a:lnTo>
                  <a:pt x="51" y="67"/>
                </a:lnTo>
                <a:lnTo>
                  <a:pt x="58" y="67"/>
                </a:lnTo>
                <a:lnTo>
                  <a:pt x="58" y="74"/>
                </a:lnTo>
                <a:moveTo>
                  <a:pt x="51" y="74"/>
                </a:moveTo>
                <a:lnTo>
                  <a:pt x="44" y="74"/>
                </a:lnTo>
                <a:lnTo>
                  <a:pt x="44" y="67"/>
                </a:lnTo>
                <a:lnTo>
                  <a:pt x="51" y="67"/>
                </a:lnTo>
                <a:lnTo>
                  <a:pt x="51" y="74"/>
                </a:lnTo>
                <a:moveTo>
                  <a:pt x="44" y="74"/>
                </a:moveTo>
                <a:lnTo>
                  <a:pt x="37" y="74"/>
                </a:lnTo>
                <a:lnTo>
                  <a:pt x="37" y="67"/>
                </a:lnTo>
                <a:lnTo>
                  <a:pt x="44" y="67"/>
                </a:lnTo>
                <a:lnTo>
                  <a:pt x="44" y="74"/>
                </a:lnTo>
                <a:moveTo>
                  <a:pt x="37" y="74"/>
                </a:moveTo>
                <a:lnTo>
                  <a:pt x="30" y="74"/>
                </a:lnTo>
                <a:lnTo>
                  <a:pt x="30" y="65"/>
                </a:lnTo>
                <a:lnTo>
                  <a:pt x="37" y="67"/>
                </a:lnTo>
                <a:lnTo>
                  <a:pt x="37" y="74"/>
                </a:lnTo>
                <a:moveTo>
                  <a:pt x="30" y="74"/>
                </a:moveTo>
                <a:lnTo>
                  <a:pt x="23" y="73"/>
                </a:lnTo>
                <a:lnTo>
                  <a:pt x="23" y="65"/>
                </a:lnTo>
                <a:lnTo>
                  <a:pt x="30" y="65"/>
                </a:lnTo>
                <a:lnTo>
                  <a:pt x="30" y="74"/>
                </a:lnTo>
                <a:moveTo>
                  <a:pt x="23" y="73"/>
                </a:moveTo>
                <a:lnTo>
                  <a:pt x="16" y="73"/>
                </a:lnTo>
                <a:lnTo>
                  <a:pt x="16" y="65"/>
                </a:lnTo>
                <a:lnTo>
                  <a:pt x="23" y="65"/>
                </a:lnTo>
                <a:lnTo>
                  <a:pt x="23" y="73"/>
                </a:lnTo>
                <a:moveTo>
                  <a:pt x="16" y="73"/>
                </a:moveTo>
                <a:lnTo>
                  <a:pt x="8" y="73"/>
                </a:lnTo>
                <a:lnTo>
                  <a:pt x="9" y="65"/>
                </a:lnTo>
                <a:lnTo>
                  <a:pt x="16" y="65"/>
                </a:lnTo>
                <a:lnTo>
                  <a:pt x="16" y="73"/>
                </a:lnTo>
                <a:moveTo>
                  <a:pt x="8" y="73"/>
                </a:moveTo>
                <a:lnTo>
                  <a:pt x="0" y="73"/>
                </a:lnTo>
                <a:lnTo>
                  <a:pt x="8" y="62"/>
                </a:lnTo>
                <a:lnTo>
                  <a:pt x="14" y="67"/>
                </a:lnTo>
                <a:lnTo>
                  <a:pt x="10" y="72"/>
                </a:lnTo>
                <a:lnTo>
                  <a:pt x="7" y="70"/>
                </a:lnTo>
                <a:lnTo>
                  <a:pt x="7" y="65"/>
                </a:lnTo>
                <a:lnTo>
                  <a:pt x="9" y="65"/>
                </a:lnTo>
                <a:lnTo>
                  <a:pt x="8" y="73"/>
                </a:lnTo>
                <a:moveTo>
                  <a:pt x="8" y="62"/>
                </a:moveTo>
                <a:lnTo>
                  <a:pt x="12" y="56"/>
                </a:lnTo>
                <a:lnTo>
                  <a:pt x="18" y="61"/>
                </a:lnTo>
                <a:lnTo>
                  <a:pt x="14" y="67"/>
                </a:lnTo>
                <a:lnTo>
                  <a:pt x="8" y="62"/>
                </a:lnTo>
                <a:moveTo>
                  <a:pt x="12" y="56"/>
                </a:moveTo>
                <a:lnTo>
                  <a:pt x="17" y="51"/>
                </a:lnTo>
                <a:lnTo>
                  <a:pt x="22" y="55"/>
                </a:lnTo>
                <a:lnTo>
                  <a:pt x="18" y="61"/>
                </a:lnTo>
                <a:lnTo>
                  <a:pt x="12" y="56"/>
                </a:lnTo>
                <a:moveTo>
                  <a:pt x="17" y="51"/>
                </a:moveTo>
                <a:lnTo>
                  <a:pt x="21" y="45"/>
                </a:lnTo>
                <a:lnTo>
                  <a:pt x="27" y="49"/>
                </a:lnTo>
                <a:lnTo>
                  <a:pt x="22" y="55"/>
                </a:lnTo>
                <a:lnTo>
                  <a:pt x="17" y="51"/>
                </a:lnTo>
                <a:moveTo>
                  <a:pt x="21" y="45"/>
                </a:moveTo>
                <a:lnTo>
                  <a:pt x="25" y="40"/>
                </a:lnTo>
                <a:lnTo>
                  <a:pt x="31" y="44"/>
                </a:lnTo>
                <a:lnTo>
                  <a:pt x="27" y="49"/>
                </a:lnTo>
                <a:lnTo>
                  <a:pt x="21" y="45"/>
                </a:lnTo>
                <a:moveTo>
                  <a:pt x="25" y="40"/>
                </a:moveTo>
                <a:lnTo>
                  <a:pt x="30" y="34"/>
                </a:lnTo>
                <a:lnTo>
                  <a:pt x="35" y="38"/>
                </a:lnTo>
                <a:lnTo>
                  <a:pt x="31" y="44"/>
                </a:lnTo>
                <a:lnTo>
                  <a:pt x="25" y="40"/>
                </a:lnTo>
                <a:moveTo>
                  <a:pt x="30" y="34"/>
                </a:moveTo>
                <a:lnTo>
                  <a:pt x="34" y="28"/>
                </a:lnTo>
                <a:lnTo>
                  <a:pt x="40" y="33"/>
                </a:lnTo>
                <a:lnTo>
                  <a:pt x="35" y="38"/>
                </a:lnTo>
                <a:lnTo>
                  <a:pt x="30" y="34"/>
                </a:lnTo>
                <a:moveTo>
                  <a:pt x="34" y="28"/>
                </a:moveTo>
                <a:lnTo>
                  <a:pt x="38" y="23"/>
                </a:lnTo>
                <a:lnTo>
                  <a:pt x="44" y="27"/>
                </a:lnTo>
                <a:lnTo>
                  <a:pt x="40" y="33"/>
                </a:lnTo>
                <a:lnTo>
                  <a:pt x="34" y="28"/>
                </a:lnTo>
                <a:moveTo>
                  <a:pt x="38" y="23"/>
                </a:moveTo>
                <a:lnTo>
                  <a:pt x="43" y="17"/>
                </a:lnTo>
                <a:lnTo>
                  <a:pt x="48" y="22"/>
                </a:lnTo>
                <a:lnTo>
                  <a:pt x="44" y="27"/>
                </a:lnTo>
                <a:lnTo>
                  <a:pt x="38" y="23"/>
                </a:lnTo>
                <a:moveTo>
                  <a:pt x="43" y="17"/>
                </a:moveTo>
                <a:lnTo>
                  <a:pt x="47" y="12"/>
                </a:lnTo>
                <a:lnTo>
                  <a:pt x="53" y="16"/>
                </a:lnTo>
                <a:lnTo>
                  <a:pt x="48" y="22"/>
                </a:lnTo>
                <a:lnTo>
                  <a:pt x="43" y="17"/>
                </a:lnTo>
                <a:moveTo>
                  <a:pt x="47" y="12"/>
                </a:moveTo>
                <a:lnTo>
                  <a:pt x="51" y="6"/>
                </a:lnTo>
                <a:lnTo>
                  <a:pt x="57" y="10"/>
                </a:lnTo>
                <a:lnTo>
                  <a:pt x="53" y="16"/>
                </a:lnTo>
                <a:lnTo>
                  <a:pt x="47" y="12"/>
                </a:lnTo>
                <a:moveTo>
                  <a:pt x="51" y="6"/>
                </a:moveTo>
                <a:lnTo>
                  <a:pt x="56" y="0"/>
                </a:lnTo>
                <a:lnTo>
                  <a:pt x="61" y="9"/>
                </a:lnTo>
                <a:lnTo>
                  <a:pt x="55" y="12"/>
                </a:lnTo>
                <a:lnTo>
                  <a:pt x="53" y="8"/>
                </a:lnTo>
                <a:lnTo>
                  <a:pt x="56" y="6"/>
                </a:lnTo>
                <a:lnTo>
                  <a:pt x="59" y="8"/>
                </a:lnTo>
                <a:lnTo>
                  <a:pt x="57" y="10"/>
                </a:lnTo>
                <a:lnTo>
                  <a:pt x="51" y="6"/>
                </a:lnTo>
                <a:moveTo>
                  <a:pt x="61" y="9"/>
                </a:moveTo>
                <a:lnTo>
                  <a:pt x="64" y="15"/>
                </a:lnTo>
                <a:lnTo>
                  <a:pt x="58" y="18"/>
                </a:lnTo>
                <a:lnTo>
                  <a:pt x="55" y="12"/>
                </a:lnTo>
                <a:lnTo>
                  <a:pt x="61" y="9"/>
                </a:lnTo>
                <a:moveTo>
                  <a:pt x="64" y="15"/>
                </a:moveTo>
                <a:lnTo>
                  <a:pt x="67" y="22"/>
                </a:lnTo>
                <a:lnTo>
                  <a:pt x="61" y="25"/>
                </a:lnTo>
                <a:lnTo>
                  <a:pt x="58" y="18"/>
                </a:lnTo>
                <a:lnTo>
                  <a:pt x="64" y="15"/>
                </a:lnTo>
                <a:moveTo>
                  <a:pt x="67" y="22"/>
                </a:moveTo>
                <a:lnTo>
                  <a:pt x="71" y="28"/>
                </a:lnTo>
                <a:lnTo>
                  <a:pt x="64" y="31"/>
                </a:lnTo>
                <a:lnTo>
                  <a:pt x="61" y="25"/>
                </a:lnTo>
                <a:lnTo>
                  <a:pt x="67" y="22"/>
                </a:lnTo>
                <a:moveTo>
                  <a:pt x="71" y="28"/>
                </a:moveTo>
                <a:lnTo>
                  <a:pt x="74" y="34"/>
                </a:lnTo>
                <a:lnTo>
                  <a:pt x="67" y="37"/>
                </a:lnTo>
                <a:lnTo>
                  <a:pt x="64" y="31"/>
                </a:lnTo>
                <a:lnTo>
                  <a:pt x="71" y="28"/>
                </a:lnTo>
                <a:moveTo>
                  <a:pt x="74" y="34"/>
                </a:moveTo>
                <a:lnTo>
                  <a:pt x="77" y="41"/>
                </a:lnTo>
                <a:lnTo>
                  <a:pt x="71" y="44"/>
                </a:lnTo>
                <a:lnTo>
                  <a:pt x="67" y="37"/>
                </a:lnTo>
                <a:lnTo>
                  <a:pt x="74" y="34"/>
                </a:lnTo>
                <a:moveTo>
                  <a:pt x="77" y="41"/>
                </a:moveTo>
                <a:lnTo>
                  <a:pt x="80" y="47"/>
                </a:lnTo>
                <a:lnTo>
                  <a:pt x="74" y="50"/>
                </a:lnTo>
                <a:lnTo>
                  <a:pt x="71" y="44"/>
                </a:lnTo>
                <a:lnTo>
                  <a:pt x="77" y="41"/>
                </a:lnTo>
                <a:moveTo>
                  <a:pt x="80" y="47"/>
                </a:moveTo>
                <a:lnTo>
                  <a:pt x="83" y="53"/>
                </a:lnTo>
                <a:lnTo>
                  <a:pt x="77" y="56"/>
                </a:lnTo>
                <a:lnTo>
                  <a:pt x="74" y="50"/>
                </a:lnTo>
                <a:lnTo>
                  <a:pt x="80" y="47"/>
                </a:lnTo>
                <a:moveTo>
                  <a:pt x="83" y="53"/>
                </a:moveTo>
                <a:lnTo>
                  <a:pt x="86" y="60"/>
                </a:lnTo>
                <a:lnTo>
                  <a:pt x="80" y="63"/>
                </a:lnTo>
                <a:lnTo>
                  <a:pt x="77" y="56"/>
                </a:lnTo>
                <a:lnTo>
                  <a:pt x="83" y="53"/>
                </a:lnTo>
                <a:moveTo>
                  <a:pt x="86" y="60"/>
                </a:moveTo>
                <a:lnTo>
                  <a:pt x="89" y="67"/>
                </a:lnTo>
                <a:lnTo>
                  <a:pt x="83" y="70"/>
                </a:lnTo>
                <a:lnTo>
                  <a:pt x="80" y="63"/>
                </a:lnTo>
                <a:lnTo>
                  <a:pt x="86" y="60"/>
                </a:lnTo>
                <a:moveTo>
                  <a:pt x="89" y="67"/>
                </a:moveTo>
                <a:lnTo>
                  <a:pt x="93" y="75"/>
                </a:lnTo>
                <a:lnTo>
                  <a:pt x="80" y="74"/>
                </a:lnTo>
                <a:lnTo>
                  <a:pt x="80" y="67"/>
                </a:lnTo>
                <a:lnTo>
                  <a:pt x="87" y="67"/>
                </a:lnTo>
                <a:lnTo>
                  <a:pt x="87" y="71"/>
                </a:lnTo>
                <a:lnTo>
                  <a:pt x="84" y="73"/>
                </a:lnTo>
                <a:lnTo>
                  <a:pt x="83" y="70"/>
                </a:lnTo>
                <a:lnTo>
                  <a:pt x="89" y="6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/>
          <p:nvPr/>
        </p:nvSpPr>
        <p:spPr>
          <a:xfrm>
            <a:off x="1876320" y="2442960"/>
            <a:ext cx="557640" cy="119520"/>
          </a:xfrm>
          <a:custGeom>
            <a:avLst/>
            <a:gdLst/>
            <a:ahLst/>
            <a:rect l="0" t="0" r="r" b="b"/>
            <a:pathLst>
              <a:path fill="none" w="1549" h="332">
                <a:moveTo>
                  <a:pt x="1549" y="0"/>
                </a:moveTo>
                <a:lnTo>
                  <a:pt x="1405" y="78"/>
                </a:lnTo>
                <a:cubicBezTo>
                  <a:pt x="1260" y="156"/>
                  <a:pt x="972" y="312"/>
                  <a:pt x="714" y="330"/>
                </a:cubicBezTo>
                <a:cubicBezTo>
                  <a:pt x="456" y="347"/>
                  <a:pt x="228" y="226"/>
                  <a:pt x="114" y="165"/>
                </a:cubicBezTo>
                <a:lnTo>
                  <a:pt x="0" y="10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/>
          <p:nvPr/>
        </p:nvSpPr>
        <p:spPr>
          <a:xfrm>
            <a:off x="1865160" y="2474640"/>
            <a:ext cx="28800" cy="23760"/>
          </a:xfrm>
          <a:custGeom>
            <a:avLst/>
            <a:gdLst/>
            <a:ahLst/>
            <a:rect l="0" t="0" r="r" b="b"/>
            <a:pathLst>
              <a:path w="80" h="66">
                <a:moveTo>
                  <a:pt x="46" y="66"/>
                </a:moveTo>
                <a:lnTo>
                  <a:pt x="0" y="0"/>
                </a:lnTo>
                <a:lnTo>
                  <a:pt x="80" y="2"/>
                </a:lnTo>
                <a:lnTo>
                  <a:pt x="46" y="66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/>
          <p:nvPr/>
        </p:nvSpPr>
        <p:spPr>
          <a:xfrm>
            <a:off x="1862640" y="2473560"/>
            <a:ext cx="33120" cy="27000"/>
          </a:xfrm>
          <a:custGeom>
            <a:avLst/>
            <a:gdLst/>
            <a:ahLst/>
            <a:rect l="0" t="0" r="r" b="b"/>
            <a:pathLst>
              <a:path w="92" h="75">
                <a:moveTo>
                  <a:pt x="45" y="65"/>
                </a:moveTo>
                <a:lnTo>
                  <a:pt x="41" y="59"/>
                </a:lnTo>
                <a:lnTo>
                  <a:pt x="47" y="55"/>
                </a:lnTo>
                <a:lnTo>
                  <a:pt x="51" y="61"/>
                </a:lnTo>
                <a:lnTo>
                  <a:pt x="45" y="65"/>
                </a:lnTo>
                <a:moveTo>
                  <a:pt x="41" y="59"/>
                </a:moveTo>
                <a:lnTo>
                  <a:pt x="37" y="53"/>
                </a:lnTo>
                <a:lnTo>
                  <a:pt x="43" y="49"/>
                </a:lnTo>
                <a:lnTo>
                  <a:pt x="47" y="55"/>
                </a:lnTo>
                <a:lnTo>
                  <a:pt x="41" y="59"/>
                </a:lnTo>
                <a:moveTo>
                  <a:pt x="37" y="53"/>
                </a:moveTo>
                <a:lnTo>
                  <a:pt x="33" y="47"/>
                </a:lnTo>
                <a:lnTo>
                  <a:pt x="39" y="43"/>
                </a:lnTo>
                <a:lnTo>
                  <a:pt x="43" y="49"/>
                </a:lnTo>
                <a:lnTo>
                  <a:pt x="37" y="53"/>
                </a:lnTo>
                <a:moveTo>
                  <a:pt x="33" y="47"/>
                </a:moveTo>
                <a:lnTo>
                  <a:pt x="29" y="41"/>
                </a:lnTo>
                <a:lnTo>
                  <a:pt x="35" y="37"/>
                </a:lnTo>
                <a:lnTo>
                  <a:pt x="39" y="43"/>
                </a:lnTo>
                <a:lnTo>
                  <a:pt x="33" y="47"/>
                </a:lnTo>
                <a:moveTo>
                  <a:pt x="29" y="41"/>
                </a:moveTo>
                <a:lnTo>
                  <a:pt x="25" y="35"/>
                </a:lnTo>
                <a:lnTo>
                  <a:pt x="31" y="31"/>
                </a:lnTo>
                <a:lnTo>
                  <a:pt x="35" y="37"/>
                </a:lnTo>
                <a:lnTo>
                  <a:pt x="29" y="41"/>
                </a:lnTo>
                <a:moveTo>
                  <a:pt x="25" y="35"/>
                </a:moveTo>
                <a:lnTo>
                  <a:pt x="21" y="29"/>
                </a:lnTo>
                <a:lnTo>
                  <a:pt x="27" y="25"/>
                </a:lnTo>
                <a:lnTo>
                  <a:pt x="31" y="31"/>
                </a:lnTo>
                <a:lnTo>
                  <a:pt x="25" y="35"/>
                </a:lnTo>
                <a:moveTo>
                  <a:pt x="21" y="29"/>
                </a:moveTo>
                <a:lnTo>
                  <a:pt x="17" y="24"/>
                </a:lnTo>
                <a:lnTo>
                  <a:pt x="23" y="20"/>
                </a:lnTo>
                <a:lnTo>
                  <a:pt x="27" y="25"/>
                </a:lnTo>
                <a:lnTo>
                  <a:pt x="21" y="29"/>
                </a:lnTo>
                <a:moveTo>
                  <a:pt x="17" y="24"/>
                </a:moveTo>
                <a:lnTo>
                  <a:pt x="13" y="18"/>
                </a:lnTo>
                <a:lnTo>
                  <a:pt x="18" y="14"/>
                </a:lnTo>
                <a:lnTo>
                  <a:pt x="23" y="20"/>
                </a:lnTo>
                <a:lnTo>
                  <a:pt x="17" y="24"/>
                </a:lnTo>
                <a:moveTo>
                  <a:pt x="13" y="18"/>
                </a:moveTo>
                <a:lnTo>
                  <a:pt x="9" y="12"/>
                </a:lnTo>
                <a:lnTo>
                  <a:pt x="14" y="8"/>
                </a:lnTo>
                <a:lnTo>
                  <a:pt x="18" y="14"/>
                </a:lnTo>
                <a:lnTo>
                  <a:pt x="13" y="18"/>
                </a:lnTo>
                <a:moveTo>
                  <a:pt x="9" y="12"/>
                </a:moveTo>
                <a:lnTo>
                  <a:pt x="4" y="6"/>
                </a:lnTo>
                <a:lnTo>
                  <a:pt x="10" y="2"/>
                </a:lnTo>
                <a:lnTo>
                  <a:pt x="14" y="8"/>
                </a:lnTo>
                <a:lnTo>
                  <a:pt x="9" y="12"/>
                </a:lnTo>
                <a:moveTo>
                  <a:pt x="4" y="6"/>
                </a:moveTo>
                <a:lnTo>
                  <a:pt x="0" y="0"/>
                </a:lnTo>
                <a:lnTo>
                  <a:pt x="12" y="0"/>
                </a:lnTo>
                <a:lnTo>
                  <a:pt x="12" y="7"/>
                </a:lnTo>
                <a:lnTo>
                  <a:pt x="7" y="7"/>
                </a:lnTo>
                <a:lnTo>
                  <a:pt x="7" y="3"/>
                </a:lnTo>
                <a:lnTo>
                  <a:pt x="10" y="1"/>
                </a:lnTo>
                <a:lnTo>
                  <a:pt x="10" y="2"/>
                </a:lnTo>
                <a:lnTo>
                  <a:pt x="4" y="6"/>
                </a:lnTo>
                <a:moveTo>
                  <a:pt x="12" y="0"/>
                </a:moveTo>
                <a:lnTo>
                  <a:pt x="20" y="0"/>
                </a:lnTo>
                <a:lnTo>
                  <a:pt x="19" y="7"/>
                </a:lnTo>
                <a:lnTo>
                  <a:pt x="12" y="7"/>
                </a:lnTo>
                <a:lnTo>
                  <a:pt x="12" y="0"/>
                </a:lnTo>
                <a:moveTo>
                  <a:pt x="20" y="0"/>
                </a:moveTo>
                <a:lnTo>
                  <a:pt x="27" y="0"/>
                </a:lnTo>
                <a:lnTo>
                  <a:pt x="26" y="7"/>
                </a:lnTo>
                <a:lnTo>
                  <a:pt x="19" y="7"/>
                </a:lnTo>
                <a:lnTo>
                  <a:pt x="20" y="0"/>
                </a:lnTo>
                <a:moveTo>
                  <a:pt x="27" y="0"/>
                </a:moveTo>
                <a:lnTo>
                  <a:pt x="34" y="1"/>
                </a:lnTo>
                <a:lnTo>
                  <a:pt x="34" y="8"/>
                </a:lnTo>
                <a:lnTo>
                  <a:pt x="26" y="7"/>
                </a:lnTo>
                <a:lnTo>
                  <a:pt x="27" y="0"/>
                </a:lnTo>
                <a:moveTo>
                  <a:pt x="34" y="1"/>
                </a:moveTo>
                <a:lnTo>
                  <a:pt x="41" y="1"/>
                </a:lnTo>
                <a:lnTo>
                  <a:pt x="41" y="8"/>
                </a:lnTo>
                <a:lnTo>
                  <a:pt x="34" y="8"/>
                </a:lnTo>
                <a:lnTo>
                  <a:pt x="34" y="1"/>
                </a:lnTo>
                <a:moveTo>
                  <a:pt x="41" y="1"/>
                </a:moveTo>
                <a:lnTo>
                  <a:pt x="48" y="1"/>
                </a:lnTo>
                <a:lnTo>
                  <a:pt x="48" y="8"/>
                </a:lnTo>
                <a:lnTo>
                  <a:pt x="41" y="8"/>
                </a:lnTo>
                <a:lnTo>
                  <a:pt x="41" y="1"/>
                </a:lnTo>
                <a:moveTo>
                  <a:pt x="48" y="1"/>
                </a:moveTo>
                <a:lnTo>
                  <a:pt x="55" y="1"/>
                </a:lnTo>
                <a:lnTo>
                  <a:pt x="55" y="8"/>
                </a:lnTo>
                <a:lnTo>
                  <a:pt x="48" y="8"/>
                </a:lnTo>
                <a:lnTo>
                  <a:pt x="48" y="1"/>
                </a:lnTo>
                <a:moveTo>
                  <a:pt x="55" y="1"/>
                </a:moveTo>
                <a:lnTo>
                  <a:pt x="63" y="1"/>
                </a:lnTo>
                <a:lnTo>
                  <a:pt x="63" y="8"/>
                </a:lnTo>
                <a:lnTo>
                  <a:pt x="55" y="8"/>
                </a:lnTo>
                <a:lnTo>
                  <a:pt x="55" y="1"/>
                </a:lnTo>
                <a:moveTo>
                  <a:pt x="63" y="1"/>
                </a:moveTo>
                <a:lnTo>
                  <a:pt x="70" y="1"/>
                </a:lnTo>
                <a:lnTo>
                  <a:pt x="70" y="8"/>
                </a:lnTo>
                <a:lnTo>
                  <a:pt x="63" y="8"/>
                </a:lnTo>
                <a:lnTo>
                  <a:pt x="63" y="1"/>
                </a:lnTo>
                <a:moveTo>
                  <a:pt x="70" y="1"/>
                </a:moveTo>
                <a:lnTo>
                  <a:pt x="77" y="2"/>
                </a:lnTo>
                <a:lnTo>
                  <a:pt x="77" y="9"/>
                </a:lnTo>
                <a:lnTo>
                  <a:pt x="70" y="8"/>
                </a:lnTo>
                <a:lnTo>
                  <a:pt x="70" y="1"/>
                </a:lnTo>
                <a:moveTo>
                  <a:pt x="77" y="2"/>
                </a:moveTo>
                <a:lnTo>
                  <a:pt x="84" y="2"/>
                </a:lnTo>
                <a:lnTo>
                  <a:pt x="84" y="9"/>
                </a:lnTo>
                <a:lnTo>
                  <a:pt x="77" y="9"/>
                </a:lnTo>
                <a:lnTo>
                  <a:pt x="77" y="2"/>
                </a:lnTo>
                <a:moveTo>
                  <a:pt x="84" y="2"/>
                </a:moveTo>
                <a:lnTo>
                  <a:pt x="92" y="2"/>
                </a:lnTo>
                <a:lnTo>
                  <a:pt x="88" y="11"/>
                </a:lnTo>
                <a:lnTo>
                  <a:pt x="81" y="8"/>
                </a:lnTo>
                <a:lnTo>
                  <a:pt x="83" y="4"/>
                </a:lnTo>
                <a:lnTo>
                  <a:pt x="87" y="5"/>
                </a:lnTo>
                <a:lnTo>
                  <a:pt x="86" y="9"/>
                </a:lnTo>
                <a:lnTo>
                  <a:pt x="84" y="9"/>
                </a:lnTo>
                <a:lnTo>
                  <a:pt x="84" y="2"/>
                </a:lnTo>
                <a:moveTo>
                  <a:pt x="88" y="11"/>
                </a:moveTo>
                <a:lnTo>
                  <a:pt x="84" y="17"/>
                </a:lnTo>
                <a:lnTo>
                  <a:pt x="78" y="14"/>
                </a:lnTo>
                <a:lnTo>
                  <a:pt x="81" y="8"/>
                </a:lnTo>
                <a:lnTo>
                  <a:pt x="88" y="11"/>
                </a:lnTo>
                <a:moveTo>
                  <a:pt x="84" y="17"/>
                </a:moveTo>
                <a:lnTo>
                  <a:pt x="81" y="23"/>
                </a:lnTo>
                <a:lnTo>
                  <a:pt x="75" y="20"/>
                </a:lnTo>
                <a:lnTo>
                  <a:pt x="78" y="14"/>
                </a:lnTo>
                <a:lnTo>
                  <a:pt x="84" y="17"/>
                </a:lnTo>
                <a:moveTo>
                  <a:pt x="81" y="23"/>
                </a:moveTo>
                <a:lnTo>
                  <a:pt x="78" y="30"/>
                </a:lnTo>
                <a:lnTo>
                  <a:pt x="71" y="26"/>
                </a:lnTo>
                <a:lnTo>
                  <a:pt x="75" y="20"/>
                </a:lnTo>
                <a:lnTo>
                  <a:pt x="81" y="23"/>
                </a:lnTo>
                <a:moveTo>
                  <a:pt x="78" y="30"/>
                </a:moveTo>
                <a:lnTo>
                  <a:pt x="74" y="36"/>
                </a:lnTo>
                <a:lnTo>
                  <a:pt x="68" y="33"/>
                </a:lnTo>
                <a:lnTo>
                  <a:pt x="71" y="26"/>
                </a:lnTo>
                <a:lnTo>
                  <a:pt x="78" y="30"/>
                </a:lnTo>
                <a:moveTo>
                  <a:pt x="74" y="36"/>
                </a:moveTo>
                <a:lnTo>
                  <a:pt x="71" y="42"/>
                </a:lnTo>
                <a:lnTo>
                  <a:pt x="65" y="39"/>
                </a:lnTo>
                <a:lnTo>
                  <a:pt x="68" y="33"/>
                </a:lnTo>
                <a:lnTo>
                  <a:pt x="74" y="36"/>
                </a:lnTo>
                <a:moveTo>
                  <a:pt x="71" y="42"/>
                </a:moveTo>
                <a:lnTo>
                  <a:pt x="68" y="49"/>
                </a:lnTo>
                <a:lnTo>
                  <a:pt x="61" y="45"/>
                </a:lnTo>
                <a:lnTo>
                  <a:pt x="65" y="39"/>
                </a:lnTo>
                <a:lnTo>
                  <a:pt x="71" y="42"/>
                </a:lnTo>
                <a:moveTo>
                  <a:pt x="68" y="49"/>
                </a:moveTo>
                <a:lnTo>
                  <a:pt x="64" y="56"/>
                </a:lnTo>
                <a:lnTo>
                  <a:pt x="57" y="52"/>
                </a:lnTo>
                <a:lnTo>
                  <a:pt x="61" y="45"/>
                </a:lnTo>
                <a:lnTo>
                  <a:pt x="68" y="49"/>
                </a:lnTo>
                <a:moveTo>
                  <a:pt x="64" y="56"/>
                </a:moveTo>
                <a:lnTo>
                  <a:pt x="61" y="62"/>
                </a:lnTo>
                <a:lnTo>
                  <a:pt x="54" y="59"/>
                </a:lnTo>
                <a:lnTo>
                  <a:pt x="57" y="52"/>
                </a:lnTo>
                <a:lnTo>
                  <a:pt x="64" y="56"/>
                </a:lnTo>
                <a:moveTo>
                  <a:pt x="61" y="62"/>
                </a:moveTo>
                <a:lnTo>
                  <a:pt x="57" y="68"/>
                </a:lnTo>
                <a:lnTo>
                  <a:pt x="51" y="65"/>
                </a:lnTo>
                <a:lnTo>
                  <a:pt x="54" y="59"/>
                </a:lnTo>
                <a:lnTo>
                  <a:pt x="61" y="62"/>
                </a:lnTo>
                <a:moveTo>
                  <a:pt x="57" y="68"/>
                </a:moveTo>
                <a:lnTo>
                  <a:pt x="53" y="75"/>
                </a:lnTo>
                <a:lnTo>
                  <a:pt x="45" y="65"/>
                </a:lnTo>
                <a:lnTo>
                  <a:pt x="51" y="61"/>
                </a:lnTo>
                <a:lnTo>
                  <a:pt x="55" y="67"/>
                </a:lnTo>
                <a:lnTo>
                  <a:pt x="52" y="69"/>
                </a:lnTo>
                <a:lnTo>
                  <a:pt x="49" y="67"/>
                </a:lnTo>
                <a:lnTo>
                  <a:pt x="51" y="65"/>
                </a:lnTo>
                <a:lnTo>
                  <a:pt x="57" y="6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/>
          <p:nvPr/>
        </p:nvSpPr>
        <p:spPr>
          <a:xfrm>
            <a:off x="790920" y="2376720"/>
            <a:ext cx="549720" cy="31680"/>
          </a:xfrm>
          <a:custGeom>
            <a:avLst/>
            <a:gdLst/>
            <a:ahLst/>
            <a:rect l="0" t="0" r="r" b="b"/>
            <a:pathLst>
              <a:path fill="none" w="1527" h="88">
                <a:moveTo>
                  <a:pt x="1527" y="27"/>
                </a:moveTo>
                <a:lnTo>
                  <a:pt x="1398" y="43"/>
                </a:lnTo>
                <a:cubicBezTo>
                  <a:pt x="1268" y="59"/>
                  <a:pt x="1009" y="92"/>
                  <a:pt x="754" y="87"/>
                </a:cubicBezTo>
                <a:cubicBezTo>
                  <a:pt x="500" y="83"/>
                  <a:pt x="251" y="41"/>
                  <a:pt x="126" y="21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/>
          <p:nvPr/>
        </p:nvSpPr>
        <p:spPr>
          <a:xfrm>
            <a:off x="778320" y="2366280"/>
            <a:ext cx="27720" cy="25560"/>
          </a:xfrm>
          <a:custGeom>
            <a:avLst/>
            <a:gdLst/>
            <a:ahLst/>
            <a:rect l="0" t="0" r="r" b="b"/>
            <a:pathLst>
              <a:path w="77" h="71">
                <a:moveTo>
                  <a:pt x="65" y="71"/>
                </a:moveTo>
                <a:lnTo>
                  <a:pt x="0" y="25"/>
                </a:lnTo>
                <a:lnTo>
                  <a:pt x="77" y="0"/>
                </a:lnTo>
                <a:lnTo>
                  <a:pt x="65" y="71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/>
          <p:nvPr/>
        </p:nvSpPr>
        <p:spPr>
          <a:xfrm>
            <a:off x="775440" y="2364480"/>
            <a:ext cx="32040" cy="29520"/>
          </a:xfrm>
          <a:custGeom>
            <a:avLst/>
            <a:gdLst/>
            <a:ahLst/>
            <a:rect l="0" t="0" r="r" b="b"/>
            <a:pathLst>
              <a:path w="89" h="82">
                <a:moveTo>
                  <a:pt x="64" y="75"/>
                </a:moveTo>
                <a:lnTo>
                  <a:pt x="59" y="70"/>
                </a:lnTo>
                <a:lnTo>
                  <a:pt x="63" y="65"/>
                </a:lnTo>
                <a:lnTo>
                  <a:pt x="70" y="69"/>
                </a:lnTo>
                <a:lnTo>
                  <a:pt x="64" y="75"/>
                </a:lnTo>
                <a:moveTo>
                  <a:pt x="59" y="70"/>
                </a:moveTo>
                <a:lnTo>
                  <a:pt x="53" y="66"/>
                </a:lnTo>
                <a:lnTo>
                  <a:pt x="57" y="61"/>
                </a:lnTo>
                <a:lnTo>
                  <a:pt x="63" y="65"/>
                </a:lnTo>
                <a:lnTo>
                  <a:pt x="59" y="70"/>
                </a:lnTo>
                <a:moveTo>
                  <a:pt x="53" y="66"/>
                </a:moveTo>
                <a:lnTo>
                  <a:pt x="47" y="62"/>
                </a:lnTo>
                <a:lnTo>
                  <a:pt x="51" y="56"/>
                </a:lnTo>
                <a:lnTo>
                  <a:pt x="57" y="61"/>
                </a:lnTo>
                <a:lnTo>
                  <a:pt x="53" y="66"/>
                </a:lnTo>
                <a:moveTo>
                  <a:pt x="47" y="62"/>
                </a:moveTo>
                <a:lnTo>
                  <a:pt x="42" y="58"/>
                </a:lnTo>
                <a:lnTo>
                  <a:pt x="46" y="52"/>
                </a:lnTo>
                <a:lnTo>
                  <a:pt x="51" y="56"/>
                </a:lnTo>
                <a:lnTo>
                  <a:pt x="47" y="62"/>
                </a:lnTo>
                <a:moveTo>
                  <a:pt x="42" y="58"/>
                </a:moveTo>
                <a:lnTo>
                  <a:pt x="36" y="54"/>
                </a:lnTo>
                <a:lnTo>
                  <a:pt x="40" y="48"/>
                </a:lnTo>
                <a:lnTo>
                  <a:pt x="46" y="52"/>
                </a:lnTo>
                <a:lnTo>
                  <a:pt x="42" y="58"/>
                </a:lnTo>
                <a:moveTo>
                  <a:pt x="36" y="54"/>
                </a:moveTo>
                <a:lnTo>
                  <a:pt x="30" y="50"/>
                </a:lnTo>
                <a:lnTo>
                  <a:pt x="34" y="44"/>
                </a:lnTo>
                <a:lnTo>
                  <a:pt x="40" y="48"/>
                </a:lnTo>
                <a:lnTo>
                  <a:pt x="36" y="54"/>
                </a:lnTo>
                <a:moveTo>
                  <a:pt x="30" y="50"/>
                </a:moveTo>
                <a:lnTo>
                  <a:pt x="24" y="46"/>
                </a:lnTo>
                <a:lnTo>
                  <a:pt x="28" y="40"/>
                </a:lnTo>
                <a:lnTo>
                  <a:pt x="34" y="44"/>
                </a:lnTo>
                <a:lnTo>
                  <a:pt x="30" y="50"/>
                </a:lnTo>
                <a:moveTo>
                  <a:pt x="24" y="46"/>
                </a:moveTo>
                <a:lnTo>
                  <a:pt x="19" y="41"/>
                </a:lnTo>
                <a:lnTo>
                  <a:pt x="23" y="36"/>
                </a:lnTo>
                <a:lnTo>
                  <a:pt x="28" y="40"/>
                </a:lnTo>
                <a:lnTo>
                  <a:pt x="24" y="46"/>
                </a:lnTo>
                <a:moveTo>
                  <a:pt x="19" y="41"/>
                </a:moveTo>
                <a:lnTo>
                  <a:pt x="13" y="37"/>
                </a:lnTo>
                <a:lnTo>
                  <a:pt x="17" y="31"/>
                </a:lnTo>
                <a:lnTo>
                  <a:pt x="23" y="36"/>
                </a:lnTo>
                <a:lnTo>
                  <a:pt x="19" y="41"/>
                </a:lnTo>
                <a:moveTo>
                  <a:pt x="13" y="37"/>
                </a:moveTo>
                <a:lnTo>
                  <a:pt x="7" y="33"/>
                </a:lnTo>
                <a:lnTo>
                  <a:pt x="11" y="26"/>
                </a:lnTo>
                <a:lnTo>
                  <a:pt x="17" y="31"/>
                </a:lnTo>
                <a:lnTo>
                  <a:pt x="13" y="37"/>
                </a:lnTo>
                <a:moveTo>
                  <a:pt x="7" y="33"/>
                </a:moveTo>
                <a:lnTo>
                  <a:pt x="0" y="27"/>
                </a:lnTo>
                <a:lnTo>
                  <a:pt x="13" y="24"/>
                </a:lnTo>
                <a:lnTo>
                  <a:pt x="15" y="30"/>
                </a:lnTo>
                <a:lnTo>
                  <a:pt x="9" y="33"/>
                </a:lnTo>
                <a:lnTo>
                  <a:pt x="8" y="29"/>
                </a:lnTo>
                <a:lnTo>
                  <a:pt x="10" y="26"/>
                </a:lnTo>
                <a:lnTo>
                  <a:pt x="11" y="26"/>
                </a:lnTo>
                <a:lnTo>
                  <a:pt x="7" y="33"/>
                </a:lnTo>
                <a:moveTo>
                  <a:pt x="13" y="24"/>
                </a:moveTo>
                <a:lnTo>
                  <a:pt x="19" y="21"/>
                </a:lnTo>
                <a:lnTo>
                  <a:pt x="22" y="28"/>
                </a:lnTo>
                <a:lnTo>
                  <a:pt x="15" y="30"/>
                </a:lnTo>
                <a:lnTo>
                  <a:pt x="13" y="24"/>
                </a:lnTo>
                <a:moveTo>
                  <a:pt x="19" y="21"/>
                </a:moveTo>
                <a:lnTo>
                  <a:pt x="26" y="19"/>
                </a:lnTo>
                <a:lnTo>
                  <a:pt x="28" y="26"/>
                </a:lnTo>
                <a:lnTo>
                  <a:pt x="22" y="28"/>
                </a:lnTo>
                <a:lnTo>
                  <a:pt x="19" y="21"/>
                </a:lnTo>
                <a:moveTo>
                  <a:pt x="26" y="19"/>
                </a:moveTo>
                <a:lnTo>
                  <a:pt x="33" y="17"/>
                </a:lnTo>
                <a:lnTo>
                  <a:pt x="35" y="24"/>
                </a:lnTo>
                <a:lnTo>
                  <a:pt x="28" y="26"/>
                </a:lnTo>
                <a:lnTo>
                  <a:pt x="26" y="19"/>
                </a:lnTo>
                <a:moveTo>
                  <a:pt x="33" y="17"/>
                </a:moveTo>
                <a:lnTo>
                  <a:pt x="40" y="15"/>
                </a:lnTo>
                <a:lnTo>
                  <a:pt x="42" y="22"/>
                </a:lnTo>
                <a:lnTo>
                  <a:pt x="35" y="24"/>
                </a:lnTo>
                <a:lnTo>
                  <a:pt x="33" y="17"/>
                </a:lnTo>
                <a:moveTo>
                  <a:pt x="40" y="15"/>
                </a:moveTo>
                <a:lnTo>
                  <a:pt x="46" y="13"/>
                </a:lnTo>
                <a:lnTo>
                  <a:pt x="49" y="20"/>
                </a:lnTo>
                <a:lnTo>
                  <a:pt x="42" y="22"/>
                </a:lnTo>
                <a:lnTo>
                  <a:pt x="40" y="15"/>
                </a:lnTo>
                <a:moveTo>
                  <a:pt x="46" y="13"/>
                </a:moveTo>
                <a:lnTo>
                  <a:pt x="53" y="11"/>
                </a:lnTo>
                <a:lnTo>
                  <a:pt x="55" y="18"/>
                </a:lnTo>
                <a:lnTo>
                  <a:pt x="49" y="20"/>
                </a:lnTo>
                <a:lnTo>
                  <a:pt x="46" y="13"/>
                </a:lnTo>
                <a:moveTo>
                  <a:pt x="53" y="11"/>
                </a:moveTo>
                <a:lnTo>
                  <a:pt x="60" y="9"/>
                </a:lnTo>
                <a:lnTo>
                  <a:pt x="62" y="16"/>
                </a:lnTo>
                <a:lnTo>
                  <a:pt x="55" y="18"/>
                </a:lnTo>
                <a:lnTo>
                  <a:pt x="53" y="11"/>
                </a:lnTo>
                <a:moveTo>
                  <a:pt x="60" y="9"/>
                </a:moveTo>
                <a:lnTo>
                  <a:pt x="68" y="7"/>
                </a:lnTo>
                <a:lnTo>
                  <a:pt x="70" y="13"/>
                </a:lnTo>
                <a:lnTo>
                  <a:pt x="62" y="16"/>
                </a:lnTo>
                <a:lnTo>
                  <a:pt x="60" y="9"/>
                </a:lnTo>
                <a:moveTo>
                  <a:pt x="68" y="7"/>
                </a:moveTo>
                <a:lnTo>
                  <a:pt x="74" y="5"/>
                </a:lnTo>
                <a:lnTo>
                  <a:pt x="76" y="11"/>
                </a:lnTo>
                <a:lnTo>
                  <a:pt x="70" y="13"/>
                </a:lnTo>
                <a:lnTo>
                  <a:pt x="68" y="7"/>
                </a:lnTo>
                <a:moveTo>
                  <a:pt x="74" y="5"/>
                </a:moveTo>
                <a:lnTo>
                  <a:pt x="81" y="3"/>
                </a:lnTo>
                <a:lnTo>
                  <a:pt x="83" y="9"/>
                </a:lnTo>
                <a:lnTo>
                  <a:pt x="76" y="11"/>
                </a:lnTo>
                <a:lnTo>
                  <a:pt x="74" y="5"/>
                </a:lnTo>
                <a:moveTo>
                  <a:pt x="81" y="3"/>
                </a:moveTo>
                <a:lnTo>
                  <a:pt x="89" y="0"/>
                </a:lnTo>
                <a:lnTo>
                  <a:pt x="87" y="10"/>
                </a:lnTo>
                <a:lnTo>
                  <a:pt x="80" y="9"/>
                </a:lnTo>
                <a:lnTo>
                  <a:pt x="81" y="5"/>
                </a:lnTo>
                <a:lnTo>
                  <a:pt x="85" y="5"/>
                </a:lnTo>
                <a:lnTo>
                  <a:pt x="86" y="8"/>
                </a:lnTo>
                <a:lnTo>
                  <a:pt x="83" y="9"/>
                </a:lnTo>
                <a:lnTo>
                  <a:pt x="81" y="3"/>
                </a:lnTo>
                <a:moveTo>
                  <a:pt x="87" y="10"/>
                </a:moveTo>
                <a:lnTo>
                  <a:pt x="86" y="17"/>
                </a:lnTo>
                <a:lnTo>
                  <a:pt x="79" y="16"/>
                </a:lnTo>
                <a:lnTo>
                  <a:pt x="80" y="9"/>
                </a:lnTo>
                <a:lnTo>
                  <a:pt x="87" y="10"/>
                </a:lnTo>
                <a:moveTo>
                  <a:pt x="86" y="17"/>
                </a:moveTo>
                <a:lnTo>
                  <a:pt x="85" y="24"/>
                </a:lnTo>
                <a:lnTo>
                  <a:pt x="78" y="23"/>
                </a:lnTo>
                <a:lnTo>
                  <a:pt x="79" y="16"/>
                </a:lnTo>
                <a:lnTo>
                  <a:pt x="86" y="17"/>
                </a:lnTo>
                <a:moveTo>
                  <a:pt x="85" y="24"/>
                </a:moveTo>
                <a:lnTo>
                  <a:pt x="84" y="31"/>
                </a:lnTo>
                <a:lnTo>
                  <a:pt x="77" y="30"/>
                </a:lnTo>
                <a:lnTo>
                  <a:pt x="78" y="23"/>
                </a:lnTo>
                <a:lnTo>
                  <a:pt x="85" y="24"/>
                </a:lnTo>
                <a:moveTo>
                  <a:pt x="84" y="31"/>
                </a:moveTo>
                <a:lnTo>
                  <a:pt x="83" y="39"/>
                </a:lnTo>
                <a:lnTo>
                  <a:pt x="76" y="38"/>
                </a:lnTo>
                <a:lnTo>
                  <a:pt x="77" y="30"/>
                </a:lnTo>
                <a:lnTo>
                  <a:pt x="84" y="31"/>
                </a:lnTo>
                <a:moveTo>
                  <a:pt x="83" y="39"/>
                </a:moveTo>
                <a:lnTo>
                  <a:pt x="82" y="46"/>
                </a:lnTo>
                <a:lnTo>
                  <a:pt x="75" y="45"/>
                </a:lnTo>
                <a:lnTo>
                  <a:pt x="76" y="38"/>
                </a:lnTo>
                <a:lnTo>
                  <a:pt x="83" y="39"/>
                </a:lnTo>
                <a:moveTo>
                  <a:pt x="82" y="46"/>
                </a:moveTo>
                <a:lnTo>
                  <a:pt x="81" y="53"/>
                </a:lnTo>
                <a:lnTo>
                  <a:pt x="74" y="52"/>
                </a:lnTo>
                <a:lnTo>
                  <a:pt x="75" y="45"/>
                </a:lnTo>
                <a:lnTo>
                  <a:pt x="82" y="46"/>
                </a:lnTo>
                <a:moveTo>
                  <a:pt x="81" y="53"/>
                </a:moveTo>
                <a:lnTo>
                  <a:pt x="79" y="60"/>
                </a:lnTo>
                <a:lnTo>
                  <a:pt x="72" y="59"/>
                </a:lnTo>
                <a:lnTo>
                  <a:pt x="74" y="52"/>
                </a:lnTo>
                <a:lnTo>
                  <a:pt x="81" y="53"/>
                </a:lnTo>
                <a:moveTo>
                  <a:pt x="79" y="60"/>
                </a:moveTo>
                <a:lnTo>
                  <a:pt x="78" y="67"/>
                </a:lnTo>
                <a:lnTo>
                  <a:pt x="71" y="66"/>
                </a:lnTo>
                <a:lnTo>
                  <a:pt x="72" y="59"/>
                </a:lnTo>
                <a:lnTo>
                  <a:pt x="79" y="60"/>
                </a:lnTo>
                <a:moveTo>
                  <a:pt x="78" y="67"/>
                </a:moveTo>
                <a:lnTo>
                  <a:pt x="77" y="74"/>
                </a:lnTo>
                <a:lnTo>
                  <a:pt x="70" y="73"/>
                </a:lnTo>
                <a:lnTo>
                  <a:pt x="71" y="66"/>
                </a:lnTo>
                <a:lnTo>
                  <a:pt x="78" y="67"/>
                </a:lnTo>
                <a:moveTo>
                  <a:pt x="77" y="74"/>
                </a:moveTo>
                <a:lnTo>
                  <a:pt x="76" y="82"/>
                </a:lnTo>
                <a:lnTo>
                  <a:pt x="64" y="75"/>
                </a:lnTo>
                <a:lnTo>
                  <a:pt x="70" y="69"/>
                </a:lnTo>
                <a:lnTo>
                  <a:pt x="75" y="73"/>
                </a:lnTo>
                <a:lnTo>
                  <a:pt x="73" y="76"/>
                </a:lnTo>
                <a:lnTo>
                  <a:pt x="70" y="75"/>
                </a:lnTo>
                <a:lnTo>
                  <a:pt x="70" y="73"/>
                </a:lnTo>
                <a:lnTo>
                  <a:pt x="77" y="7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/>
          <p:nvPr/>
        </p:nvSpPr>
        <p:spPr>
          <a:xfrm>
            <a:off x="4342320" y="1840320"/>
            <a:ext cx="608040" cy="0"/>
          </a:xfrm>
          <a:custGeom>
            <a:avLst/>
            <a:gdLst/>
            <a:ahLst/>
            <a:rect l="0" t="0" r="r" b="b"/>
            <a:pathLst>
              <a:path fill="none" w="1689" h="0">
                <a:moveTo>
                  <a:pt x="0" y="0"/>
                </a:moveTo>
                <a:lnTo>
                  <a:pt x="134" y="0"/>
                </a:lnTo>
                <a:cubicBezTo>
                  <a:pt x="268" y="0"/>
                  <a:pt x="535" y="0"/>
                  <a:pt x="817" y="0"/>
                </a:cubicBezTo>
                <a:cubicBezTo>
                  <a:pt x="1098" y="0"/>
                  <a:pt x="1394" y="0"/>
                  <a:pt x="1541" y="0"/>
                </a:cubicBezTo>
                <a:lnTo>
                  <a:pt x="1689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/>
          <p:nvPr/>
        </p:nvSpPr>
        <p:spPr>
          <a:xfrm>
            <a:off x="4937760" y="1827360"/>
            <a:ext cx="25560" cy="25920"/>
          </a:xfrm>
          <a:custGeom>
            <a:avLst/>
            <a:gdLst/>
            <a:ahLst/>
            <a:rect l="0" t="0" r="r" b="b"/>
            <a:pathLst>
              <a:path w="71" h="72">
                <a:moveTo>
                  <a:pt x="0" y="0"/>
                </a:moveTo>
                <a:lnTo>
                  <a:pt x="71" y="36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4" name=""/>
          <p:cNvSpPr/>
          <p:nvPr/>
        </p:nvSpPr>
        <p:spPr>
          <a:xfrm>
            <a:off x="4936320" y="18255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1" y="5"/>
                </a:moveTo>
                <a:lnTo>
                  <a:pt x="18" y="8"/>
                </a:lnTo>
                <a:lnTo>
                  <a:pt x="15" y="15"/>
                </a:lnTo>
                <a:lnTo>
                  <a:pt x="8" y="12"/>
                </a:lnTo>
                <a:lnTo>
                  <a:pt x="11" y="5"/>
                </a:lnTo>
                <a:moveTo>
                  <a:pt x="18" y="8"/>
                </a:moveTo>
                <a:lnTo>
                  <a:pt x="25" y="12"/>
                </a:lnTo>
                <a:lnTo>
                  <a:pt x="21" y="18"/>
                </a:lnTo>
                <a:lnTo>
                  <a:pt x="15" y="15"/>
                </a:lnTo>
                <a:lnTo>
                  <a:pt x="18" y="8"/>
                </a:lnTo>
                <a:moveTo>
                  <a:pt x="25" y="12"/>
                </a:moveTo>
                <a:lnTo>
                  <a:pt x="31" y="15"/>
                </a:lnTo>
                <a:lnTo>
                  <a:pt x="28" y="21"/>
                </a:lnTo>
                <a:lnTo>
                  <a:pt x="21" y="18"/>
                </a:lnTo>
                <a:lnTo>
                  <a:pt x="25" y="12"/>
                </a:lnTo>
                <a:moveTo>
                  <a:pt x="31" y="15"/>
                </a:moveTo>
                <a:lnTo>
                  <a:pt x="38" y="18"/>
                </a:lnTo>
                <a:lnTo>
                  <a:pt x="35" y="24"/>
                </a:lnTo>
                <a:lnTo>
                  <a:pt x="28" y="21"/>
                </a:lnTo>
                <a:lnTo>
                  <a:pt x="31" y="15"/>
                </a:lnTo>
                <a:moveTo>
                  <a:pt x="38" y="18"/>
                </a:moveTo>
                <a:lnTo>
                  <a:pt x="44" y="21"/>
                </a:lnTo>
                <a:lnTo>
                  <a:pt x="41" y="27"/>
                </a:lnTo>
                <a:lnTo>
                  <a:pt x="35" y="24"/>
                </a:lnTo>
                <a:lnTo>
                  <a:pt x="38" y="18"/>
                </a:lnTo>
                <a:moveTo>
                  <a:pt x="44" y="21"/>
                </a:moveTo>
                <a:lnTo>
                  <a:pt x="50" y="24"/>
                </a:lnTo>
                <a:lnTo>
                  <a:pt x="47" y="31"/>
                </a:lnTo>
                <a:lnTo>
                  <a:pt x="41" y="27"/>
                </a:lnTo>
                <a:lnTo>
                  <a:pt x="44" y="21"/>
                </a:lnTo>
                <a:moveTo>
                  <a:pt x="50" y="24"/>
                </a:moveTo>
                <a:lnTo>
                  <a:pt x="57" y="27"/>
                </a:lnTo>
                <a:lnTo>
                  <a:pt x="53" y="34"/>
                </a:lnTo>
                <a:lnTo>
                  <a:pt x="47" y="31"/>
                </a:lnTo>
                <a:lnTo>
                  <a:pt x="50" y="24"/>
                </a:lnTo>
                <a:moveTo>
                  <a:pt x="57" y="27"/>
                </a:moveTo>
                <a:lnTo>
                  <a:pt x="63" y="31"/>
                </a:lnTo>
                <a:lnTo>
                  <a:pt x="60" y="37"/>
                </a:lnTo>
                <a:lnTo>
                  <a:pt x="53" y="34"/>
                </a:lnTo>
                <a:lnTo>
                  <a:pt x="57" y="27"/>
                </a:lnTo>
                <a:moveTo>
                  <a:pt x="63" y="31"/>
                </a:moveTo>
                <a:lnTo>
                  <a:pt x="69" y="34"/>
                </a:lnTo>
                <a:lnTo>
                  <a:pt x="66" y="40"/>
                </a:lnTo>
                <a:lnTo>
                  <a:pt x="60" y="37"/>
                </a:lnTo>
                <a:lnTo>
                  <a:pt x="63" y="31"/>
                </a:lnTo>
                <a:moveTo>
                  <a:pt x="69" y="34"/>
                </a:moveTo>
                <a:lnTo>
                  <a:pt x="76" y="37"/>
                </a:lnTo>
                <a:lnTo>
                  <a:pt x="72" y="43"/>
                </a:lnTo>
                <a:lnTo>
                  <a:pt x="66" y="40"/>
                </a:lnTo>
                <a:lnTo>
                  <a:pt x="69" y="34"/>
                </a:lnTo>
                <a:moveTo>
                  <a:pt x="76" y="37"/>
                </a:moveTo>
                <a:lnTo>
                  <a:pt x="83" y="41"/>
                </a:lnTo>
                <a:lnTo>
                  <a:pt x="72" y="46"/>
                </a:lnTo>
                <a:lnTo>
                  <a:pt x="68" y="40"/>
                </a:lnTo>
                <a:lnTo>
                  <a:pt x="74" y="37"/>
                </a:lnTo>
                <a:lnTo>
                  <a:pt x="75" y="41"/>
                </a:lnTo>
                <a:lnTo>
                  <a:pt x="74" y="44"/>
                </a:lnTo>
                <a:lnTo>
                  <a:pt x="72" y="43"/>
                </a:lnTo>
                <a:lnTo>
                  <a:pt x="76" y="37"/>
                </a:lnTo>
                <a:moveTo>
                  <a:pt x="72" y="46"/>
                </a:moveTo>
                <a:lnTo>
                  <a:pt x="65" y="50"/>
                </a:lnTo>
                <a:lnTo>
                  <a:pt x="62" y="43"/>
                </a:lnTo>
                <a:lnTo>
                  <a:pt x="68" y="40"/>
                </a:lnTo>
                <a:lnTo>
                  <a:pt x="72" y="46"/>
                </a:lnTo>
                <a:moveTo>
                  <a:pt x="65" y="50"/>
                </a:moveTo>
                <a:lnTo>
                  <a:pt x="59" y="53"/>
                </a:lnTo>
                <a:lnTo>
                  <a:pt x="56" y="46"/>
                </a:lnTo>
                <a:lnTo>
                  <a:pt x="62" y="43"/>
                </a:lnTo>
                <a:lnTo>
                  <a:pt x="65" y="50"/>
                </a:lnTo>
                <a:moveTo>
                  <a:pt x="59" y="53"/>
                </a:moveTo>
                <a:lnTo>
                  <a:pt x="53" y="57"/>
                </a:lnTo>
                <a:lnTo>
                  <a:pt x="49" y="50"/>
                </a:lnTo>
                <a:lnTo>
                  <a:pt x="56" y="46"/>
                </a:lnTo>
                <a:lnTo>
                  <a:pt x="59" y="53"/>
                </a:lnTo>
                <a:moveTo>
                  <a:pt x="53" y="57"/>
                </a:moveTo>
                <a:lnTo>
                  <a:pt x="46" y="60"/>
                </a:lnTo>
                <a:lnTo>
                  <a:pt x="43" y="53"/>
                </a:lnTo>
                <a:lnTo>
                  <a:pt x="49" y="50"/>
                </a:lnTo>
                <a:lnTo>
                  <a:pt x="53" y="57"/>
                </a:lnTo>
                <a:moveTo>
                  <a:pt x="46" y="60"/>
                </a:moveTo>
                <a:lnTo>
                  <a:pt x="40" y="63"/>
                </a:lnTo>
                <a:lnTo>
                  <a:pt x="37" y="57"/>
                </a:lnTo>
                <a:lnTo>
                  <a:pt x="43" y="53"/>
                </a:lnTo>
                <a:lnTo>
                  <a:pt x="46" y="60"/>
                </a:lnTo>
                <a:moveTo>
                  <a:pt x="40" y="63"/>
                </a:moveTo>
                <a:lnTo>
                  <a:pt x="34" y="66"/>
                </a:lnTo>
                <a:lnTo>
                  <a:pt x="31" y="60"/>
                </a:lnTo>
                <a:lnTo>
                  <a:pt x="37" y="57"/>
                </a:lnTo>
                <a:lnTo>
                  <a:pt x="40" y="63"/>
                </a:lnTo>
                <a:moveTo>
                  <a:pt x="34" y="66"/>
                </a:moveTo>
                <a:lnTo>
                  <a:pt x="27" y="69"/>
                </a:lnTo>
                <a:lnTo>
                  <a:pt x="24" y="63"/>
                </a:lnTo>
                <a:lnTo>
                  <a:pt x="31" y="60"/>
                </a:lnTo>
                <a:lnTo>
                  <a:pt x="34" y="66"/>
                </a:lnTo>
                <a:moveTo>
                  <a:pt x="27" y="69"/>
                </a:moveTo>
                <a:lnTo>
                  <a:pt x="20" y="73"/>
                </a:lnTo>
                <a:lnTo>
                  <a:pt x="17" y="66"/>
                </a:lnTo>
                <a:lnTo>
                  <a:pt x="24" y="63"/>
                </a:lnTo>
                <a:lnTo>
                  <a:pt x="27" y="69"/>
                </a:lnTo>
                <a:moveTo>
                  <a:pt x="20" y="73"/>
                </a:moveTo>
                <a:lnTo>
                  <a:pt x="14" y="76"/>
                </a:lnTo>
                <a:lnTo>
                  <a:pt x="11" y="69"/>
                </a:lnTo>
                <a:lnTo>
                  <a:pt x="17" y="66"/>
                </a:lnTo>
                <a:lnTo>
                  <a:pt x="20" y="73"/>
                </a:lnTo>
                <a:moveTo>
                  <a:pt x="14" y="76"/>
                </a:moveTo>
                <a:lnTo>
                  <a:pt x="7" y="79"/>
                </a:lnTo>
                <a:lnTo>
                  <a:pt x="4" y="73"/>
                </a:lnTo>
                <a:lnTo>
                  <a:pt x="11" y="69"/>
                </a:lnTo>
                <a:lnTo>
                  <a:pt x="14" y="76"/>
                </a:lnTo>
                <a:moveTo>
                  <a:pt x="7" y="79"/>
                </a:moveTo>
                <a:lnTo>
                  <a:pt x="0" y="83"/>
                </a:lnTo>
                <a:lnTo>
                  <a:pt x="0" y="72"/>
                </a:lnTo>
                <a:lnTo>
                  <a:pt x="7" y="72"/>
                </a:lnTo>
                <a:lnTo>
                  <a:pt x="7" y="77"/>
                </a:lnTo>
                <a:lnTo>
                  <a:pt x="4" y="77"/>
                </a:lnTo>
                <a:lnTo>
                  <a:pt x="2" y="74"/>
                </a:lnTo>
                <a:lnTo>
                  <a:pt x="4" y="73"/>
                </a:lnTo>
                <a:lnTo>
                  <a:pt x="7" y="79"/>
                </a:lnTo>
                <a:moveTo>
                  <a:pt x="0" y="72"/>
                </a:moveTo>
                <a:lnTo>
                  <a:pt x="0" y="65"/>
                </a:lnTo>
                <a:lnTo>
                  <a:pt x="7" y="65"/>
                </a:lnTo>
                <a:lnTo>
                  <a:pt x="7" y="72"/>
                </a:lnTo>
                <a:lnTo>
                  <a:pt x="0" y="72"/>
                </a:lnTo>
                <a:moveTo>
                  <a:pt x="0" y="65"/>
                </a:moveTo>
                <a:lnTo>
                  <a:pt x="0" y="58"/>
                </a:lnTo>
                <a:lnTo>
                  <a:pt x="7" y="58"/>
                </a:lnTo>
                <a:lnTo>
                  <a:pt x="7" y="65"/>
                </a:lnTo>
                <a:lnTo>
                  <a:pt x="0" y="65"/>
                </a:lnTo>
                <a:moveTo>
                  <a:pt x="0" y="58"/>
                </a:moveTo>
                <a:lnTo>
                  <a:pt x="0" y="50"/>
                </a:lnTo>
                <a:lnTo>
                  <a:pt x="7" y="50"/>
                </a:lnTo>
                <a:lnTo>
                  <a:pt x="7" y="58"/>
                </a:lnTo>
                <a:lnTo>
                  <a:pt x="0" y="58"/>
                </a:lnTo>
                <a:moveTo>
                  <a:pt x="0" y="50"/>
                </a:moveTo>
                <a:lnTo>
                  <a:pt x="0" y="43"/>
                </a:lnTo>
                <a:lnTo>
                  <a:pt x="7" y="43"/>
                </a:lnTo>
                <a:lnTo>
                  <a:pt x="7" y="50"/>
                </a:lnTo>
                <a:lnTo>
                  <a:pt x="0" y="50"/>
                </a:lnTo>
                <a:moveTo>
                  <a:pt x="0" y="43"/>
                </a:moveTo>
                <a:lnTo>
                  <a:pt x="0" y="36"/>
                </a:lnTo>
                <a:lnTo>
                  <a:pt x="7" y="36"/>
                </a:lnTo>
                <a:lnTo>
                  <a:pt x="7" y="43"/>
                </a:lnTo>
                <a:lnTo>
                  <a:pt x="0" y="43"/>
                </a:lnTo>
                <a:moveTo>
                  <a:pt x="0" y="36"/>
                </a:moveTo>
                <a:lnTo>
                  <a:pt x="0" y="29"/>
                </a:lnTo>
                <a:lnTo>
                  <a:pt x="7" y="29"/>
                </a:lnTo>
                <a:lnTo>
                  <a:pt x="7" y="36"/>
                </a:lnTo>
                <a:lnTo>
                  <a:pt x="0" y="36"/>
                </a:lnTo>
                <a:moveTo>
                  <a:pt x="0" y="29"/>
                </a:moveTo>
                <a:lnTo>
                  <a:pt x="0" y="22"/>
                </a:lnTo>
                <a:lnTo>
                  <a:pt x="7" y="22"/>
                </a:lnTo>
                <a:lnTo>
                  <a:pt x="7" y="29"/>
                </a:lnTo>
                <a:lnTo>
                  <a:pt x="0" y="29"/>
                </a:lnTo>
                <a:moveTo>
                  <a:pt x="0" y="22"/>
                </a:moveTo>
                <a:lnTo>
                  <a:pt x="0" y="15"/>
                </a:lnTo>
                <a:lnTo>
                  <a:pt x="7" y="15"/>
                </a:lnTo>
                <a:lnTo>
                  <a:pt x="7" y="22"/>
                </a:lnTo>
                <a:lnTo>
                  <a:pt x="0" y="22"/>
                </a:lnTo>
                <a:moveTo>
                  <a:pt x="0" y="15"/>
                </a:moveTo>
                <a:lnTo>
                  <a:pt x="0" y="8"/>
                </a:lnTo>
                <a:lnTo>
                  <a:pt x="7" y="8"/>
                </a:lnTo>
                <a:lnTo>
                  <a:pt x="7" y="15"/>
                </a:lnTo>
                <a:lnTo>
                  <a:pt x="0" y="15"/>
                </a:lnTo>
                <a:moveTo>
                  <a:pt x="0" y="8"/>
                </a:moveTo>
                <a:lnTo>
                  <a:pt x="0" y="0"/>
                </a:lnTo>
                <a:lnTo>
                  <a:pt x="11" y="5"/>
                </a:lnTo>
                <a:lnTo>
                  <a:pt x="8" y="12"/>
                </a:lnTo>
                <a:lnTo>
                  <a:pt x="2" y="8"/>
                </a:lnTo>
                <a:lnTo>
                  <a:pt x="4" y="5"/>
                </a:lnTo>
                <a:lnTo>
                  <a:pt x="7" y="5"/>
                </a:lnTo>
                <a:lnTo>
                  <a:pt x="7" y="8"/>
                </a:lnTo>
                <a:lnTo>
                  <a:pt x="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/>
          <p:nvPr/>
        </p:nvSpPr>
        <p:spPr>
          <a:xfrm>
            <a:off x="5595480" y="1770120"/>
            <a:ext cx="482760" cy="32760"/>
          </a:xfrm>
          <a:custGeom>
            <a:avLst/>
            <a:gdLst/>
            <a:ahLst/>
            <a:rect l="0" t="0" r="r" b="b"/>
            <a:pathLst>
              <a:path fill="none" w="1341" h="91">
                <a:moveTo>
                  <a:pt x="0" y="91"/>
                </a:moveTo>
                <a:lnTo>
                  <a:pt x="124" y="76"/>
                </a:lnTo>
                <a:cubicBezTo>
                  <a:pt x="249" y="61"/>
                  <a:pt x="498" y="31"/>
                  <a:pt x="721" y="15"/>
                </a:cubicBezTo>
                <a:cubicBezTo>
                  <a:pt x="944" y="0"/>
                  <a:pt x="1142" y="0"/>
                  <a:pt x="1242" y="0"/>
                </a:cubicBezTo>
                <a:lnTo>
                  <a:pt x="1341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6" name=""/>
          <p:cNvSpPr/>
          <p:nvPr/>
        </p:nvSpPr>
        <p:spPr>
          <a:xfrm>
            <a:off x="6064920" y="175752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0"/>
                </a:moveTo>
                <a:lnTo>
                  <a:pt x="72" y="35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/>
          <p:nvPr/>
        </p:nvSpPr>
        <p:spPr>
          <a:xfrm>
            <a:off x="6063840" y="17553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2" y="7"/>
                </a:moveTo>
                <a:lnTo>
                  <a:pt x="18" y="10"/>
                </a:lnTo>
                <a:lnTo>
                  <a:pt x="15" y="17"/>
                </a:lnTo>
                <a:lnTo>
                  <a:pt x="9" y="13"/>
                </a:lnTo>
                <a:lnTo>
                  <a:pt x="12" y="7"/>
                </a:lnTo>
                <a:moveTo>
                  <a:pt x="18" y="10"/>
                </a:moveTo>
                <a:lnTo>
                  <a:pt x="25" y="13"/>
                </a:lnTo>
                <a:lnTo>
                  <a:pt x="22" y="20"/>
                </a:lnTo>
                <a:lnTo>
                  <a:pt x="15" y="17"/>
                </a:lnTo>
                <a:lnTo>
                  <a:pt x="18" y="10"/>
                </a:lnTo>
                <a:moveTo>
                  <a:pt x="25" y="13"/>
                </a:moveTo>
                <a:lnTo>
                  <a:pt x="31" y="17"/>
                </a:lnTo>
                <a:lnTo>
                  <a:pt x="28" y="23"/>
                </a:lnTo>
                <a:lnTo>
                  <a:pt x="22" y="20"/>
                </a:lnTo>
                <a:lnTo>
                  <a:pt x="25" y="13"/>
                </a:lnTo>
                <a:moveTo>
                  <a:pt x="31" y="17"/>
                </a:moveTo>
                <a:lnTo>
                  <a:pt x="37" y="20"/>
                </a:lnTo>
                <a:lnTo>
                  <a:pt x="34" y="26"/>
                </a:lnTo>
                <a:lnTo>
                  <a:pt x="28" y="23"/>
                </a:lnTo>
                <a:lnTo>
                  <a:pt x="31" y="17"/>
                </a:lnTo>
                <a:moveTo>
                  <a:pt x="37" y="20"/>
                </a:moveTo>
                <a:lnTo>
                  <a:pt x="44" y="23"/>
                </a:lnTo>
                <a:lnTo>
                  <a:pt x="41" y="29"/>
                </a:lnTo>
                <a:lnTo>
                  <a:pt x="34" y="26"/>
                </a:lnTo>
                <a:lnTo>
                  <a:pt x="37" y="20"/>
                </a:lnTo>
                <a:moveTo>
                  <a:pt x="44" y="23"/>
                </a:moveTo>
                <a:lnTo>
                  <a:pt x="50" y="26"/>
                </a:lnTo>
                <a:lnTo>
                  <a:pt x="47" y="32"/>
                </a:lnTo>
                <a:lnTo>
                  <a:pt x="41" y="29"/>
                </a:lnTo>
                <a:lnTo>
                  <a:pt x="44" y="23"/>
                </a:lnTo>
                <a:moveTo>
                  <a:pt x="50" y="26"/>
                </a:moveTo>
                <a:lnTo>
                  <a:pt x="56" y="29"/>
                </a:lnTo>
                <a:lnTo>
                  <a:pt x="53" y="36"/>
                </a:lnTo>
                <a:lnTo>
                  <a:pt x="47" y="32"/>
                </a:lnTo>
                <a:lnTo>
                  <a:pt x="50" y="26"/>
                </a:lnTo>
                <a:moveTo>
                  <a:pt x="56" y="29"/>
                </a:moveTo>
                <a:lnTo>
                  <a:pt x="63" y="32"/>
                </a:lnTo>
                <a:lnTo>
                  <a:pt x="59" y="39"/>
                </a:lnTo>
                <a:lnTo>
                  <a:pt x="53" y="36"/>
                </a:lnTo>
                <a:lnTo>
                  <a:pt x="56" y="29"/>
                </a:lnTo>
                <a:moveTo>
                  <a:pt x="63" y="32"/>
                </a:moveTo>
                <a:lnTo>
                  <a:pt x="69" y="36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69" y="36"/>
                </a:moveTo>
                <a:lnTo>
                  <a:pt x="75" y="39"/>
                </a:lnTo>
                <a:lnTo>
                  <a:pt x="72" y="45"/>
                </a:lnTo>
                <a:lnTo>
                  <a:pt x="66" y="42"/>
                </a:lnTo>
                <a:lnTo>
                  <a:pt x="69" y="36"/>
                </a:lnTo>
                <a:moveTo>
                  <a:pt x="75" y="39"/>
                </a:moveTo>
                <a:lnTo>
                  <a:pt x="83" y="42"/>
                </a:lnTo>
                <a:lnTo>
                  <a:pt x="71" y="48"/>
                </a:lnTo>
                <a:lnTo>
                  <a:pt x="68" y="42"/>
                </a:lnTo>
                <a:lnTo>
                  <a:pt x="73" y="39"/>
                </a:lnTo>
                <a:lnTo>
                  <a:pt x="75" y="42"/>
                </a:lnTo>
                <a:lnTo>
                  <a:pt x="73" y="46"/>
                </a:lnTo>
                <a:lnTo>
                  <a:pt x="72" y="45"/>
                </a:lnTo>
                <a:lnTo>
                  <a:pt x="75" y="39"/>
                </a:lnTo>
                <a:moveTo>
                  <a:pt x="71" y="48"/>
                </a:moveTo>
                <a:lnTo>
                  <a:pt x="65" y="51"/>
                </a:lnTo>
                <a:lnTo>
                  <a:pt x="62" y="45"/>
                </a:lnTo>
                <a:lnTo>
                  <a:pt x="68" y="42"/>
                </a:lnTo>
                <a:lnTo>
                  <a:pt x="71" y="48"/>
                </a:lnTo>
                <a:moveTo>
                  <a:pt x="65" y="51"/>
                </a:moveTo>
                <a:lnTo>
                  <a:pt x="59" y="54"/>
                </a:lnTo>
                <a:lnTo>
                  <a:pt x="55" y="48"/>
                </a:lnTo>
                <a:lnTo>
                  <a:pt x="62" y="45"/>
                </a:lnTo>
                <a:lnTo>
                  <a:pt x="65" y="51"/>
                </a:lnTo>
                <a:moveTo>
                  <a:pt x="59" y="54"/>
                </a:moveTo>
                <a:lnTo>
                  <a:pt x="52" y="58"/>
                </a:lnTo>
                <a:lnTo>
                  <a:pt x="49" y="51"/>
                </a:lnTo>
                <a:lnTo>
                  <a:pt x="55" y="48"/>
                </a:lnTo>
                <a:lnTo>
                  <a:pt x="59" y="54"/>
                </a:lnTo>
                <a:moveTo>
                  <a:pt x="52" y="58"/>
                </a:moveTo>
                <a:lnTo>
                  <a:pt x="46" y="61"/>
                </a:lnTo>
                <a:lnTo>
                  <a:pt x="43" y="54"/>
                </a:lnTo>
                <a:lnTo>
                  <a:pt x="49" y="51"/>
                </a:lnTo>
                <a:lnTo>
                  <a:pt x="52" y="58"/>
                </a:lnTo>
                <a:moveTo>
                  <a:pt x="46" y="61"/>
                </a:moveTo>
                <a:lnTo>
                  <a:pt x="40" y="64"/>
                </a:lnTo>
                <a:lnTo>
                  <a:pt x="36" y="58"/>
                </a:lnTo>
                <a:lnTo>
                  <a:pt x="43" y="54"/>
                </a:lnTo>
                <a:lnTo>
                  <a:pt x="46" y="61"/>
                </a:lnTo>
                <a:moveTo>
                  <a:pt x="40" y="64"/>
                </a:moveTo>
                <a:lnTo>
                  <a:pt x="33" y="67"/>
                </a:lnTo>
                <a:lnTo>
                  <a:pt x="30" y="61"/>
                </a:lnTo>
                <a:lnTo>
                  <a:pt x="36" y="58"/>
                </a:lnTo>
                <a:lnTo>
                  <a:pt x="40" y="64"/>
                </a:lnTo>
                <a:moveTo>
                  <a:pt x="33" y="67"/>
                </a:moveTo>
                <a:lnTo>
                  <a:pt x="27" y="70"/>
                </a:lnTo>
                <a:lnTo>
                  <a:pt x="24" y="64"/>
                </a:lnTo>
                <a:lnTo>
                  <a:pt x="30" y="61"/>
                </a:lnTo>
                <a:lnTo>
                  <a:pt x="33" y="67"/>
                </a:lnTo>
                <a:moveTo>
                  <a:pt x="27" y="70"/>
                </a:moveTo>
                <a:lnTo>
                  <a:pt x="21" y="73"/>
                </a:lnTo>
                <a:lnTo>
                  <a:pt x="18" y="67"/>
                </a:lnTo>
                <a:lnTo>
                  <a:pt x="24" y="64"/>
                </a:lnTo>
                <a:lnTo>
                  <a:pt x="27" y="70"/>
                </a:lnTo>
                <a:moveTo>
                  <a:pt x="21" y="73"/>
                </a:moveTo>
                <a:lnTo>
                  <a:pt x="14" y="77"/>
                </a:lnTo>
                <a:lnTo>
                  <a:pt x="11" y="70"/>
                </a:lnTo>
                <a:lnTo>
                  <a:pt x="18" y="67"/>
                </a:lnTo>
                <a:lnTo>
                  <a:pt x="21" y="73"/>
                </a:lnTo>
                <a:moveTo>
                  <a:pt x="14" y="77"/>
                </a:moveTo>
                <a:lnTo>
                  <a:pt x="8" y="80"/>
                </a:lnTo>
                <a:lnTo>
                  <a:pt x="4" y="73"/>
                </a:lnTo>
                <a:lnTo>
                  <a:pt x="11" y="70"/>
                </a:lnTo>
                <a:lnTo>
                  <a:pt x="14" y="77"/>
                </a:lnTo>
                <a:moveTo>
                  <a:pt x="8" y="80"/>
                </a:moveTo>
                <a:lnTo>
                  <a:pt x="0" y="83"/>
                </a:lnTo>
                <a:lnTo>
                  <a:pt x="0" y="73"/>
                </a:lnTo>
                <a:lnTo>
                  <a:pt x="8" y="73"/>
                </a:lnTo>
                <a:lnTo>
                  <a:pt x="8" y="78"/>
                </a:lnTo>
                <a:lnTo>
                  <a:pt x="3" y="78"/>
                </a:lnTo>
                <a:lnTo>
                  <a:pt x="2" y="75"/>
                </a:lnTo>
                <a:lnTo>
                  <a:pt x="4" y="73"/>
                </a:lnTo>
                <a:lnTo>
                  <a:pt x="8" y="80"/>
                </a:lnTo>
                <a:moveTo>
                  <a:pt x="0" y="73"/>
                </a:moveTo>
                <a:lnTo>
                  <a:pt x="0" y="66"/>
                </a:lnTo>
                <a:lnTo>
                  <a:pt x="8" y="66"/>
                </a:lnTo>
                <a:lnTo>
                  <a:pt x="8" y="73"/>
                </a:lnTo>
                <a:lnTo>
                  <a:pt x="0" y="73"/>
                </a:lnTo>
                <a:moveTo>
                  <a:pt x="0" y="66"/>
                </a:moveTo>
                <a:lnTo>
                  <a:pt x="0" y="59"/>
                </a:lnTo>
                <a:lnTo>
                  <a:pt x="8" y="59"/>
                </a:lnTo>
                <a:lnTo>
                  <a:pt x="8" y="66"/>
                </a:lnTo>
                <a:lnTo>
                  <a:pt x="0" y="66"/>
                </a:lnTo>
                <a:moveTo>
                  <a:pt x="0" y="59"/>
                </a:moveTo>
                <a:lnTo>
                  <a:pt x="0" y="52"/>
                </a:lnTo>
                <a:lnTo>
                  <a:pt x="8" y="52"/>
                </a:lnTo>
                <a:lnTo>
                  <a:pt x="8" y="59"/>
                </a:lnTo>
                <a:lnTo>
                  <a:pt x="0" y="59"/>
                </a:lnTo>
                <a:moveTo>
                  <a:pt x="0" y="52"/>
                </a:moveTo>
                <a:lnTo>
                  <a:pt x="0" y="45"/>
                </a:lnTo>
                <a:lnTo>
                  <a:pt x="8" y="45"/>
                </a:lnTo>
                <a:lnTo>
                  <a:pt x="8" y="52"/>
                </a:lnTo>
                <a:lnTo>
                  <a:pt x="0" y="52"/>
                </a:lnTo>
                <a:moveTo>
                  <a:pt x="0" y="45"/>
                </a:moveTo>
                <a:lnTo>
                  <a:pt x="0" y="38"/>
                </a:lnTo>
                <a:lnTo>
                  <a:pt x="8" y="38"/>
                </a:lnTo>
                <a:lnTo>
                  <a:pt x="8" y="45"/>
                </a:lnTo>
                <a:lnTo>
                  <a:pt x="0" y="45"/>
                </a:lnTo>
                <a:moveTo>
                  <a:pt x="0" y="38"/>
                </a:moveTo>
                <a:lnTo>
                  <a:pt x="0" y="31"/>
                </a:lnTo>
                <a:lnTo>
                  <a:pt x="8" y="31"/>
                </a:lnTo>
                <a:lnTo>
                  <a:pt x="8" y="38"/>
                </a:lnTo>
                <a:lnTo>
                  <a:pt x="0" y="38"/>
                </a:lnTo>
                <a:moveTo>
                  <a:pt x="0" y="31"/>
                </a:moveTo>
                <a:lnTo>
                  <a:pt x="0" y="24"/>
                </a:lnTo>
                <a:lnTo>
                  <a:pt x="8" y="24"/>
                </a:lnTo>
                <a:lnTo>
                  <a:pt x="8" y="31"/>
                </a:lnTo>
                <a:lnTo>
                  <a:pt x="0" y="31"/>
                </a:lnTo>
                <a:moveTo>
                  <a:pt x="0" y="24"/>
                </a:moveTo>
                <a:lnTo>
                  <a:pt x="0" y="17"/>
                </a:lnTo>
                <a:lnTo>
                  <a:pt x="8" y="17"/>
                </a:lnTo>
                <a:lnTo>
                  <a:pt x="8" y="24"/>
                </a:lnTo>
                <a:lnTo>
                  <a:pt x="0" y="24"/>
                </a:lnTo>
                <a:moveTo>
                  <a:pt x="0" y="17"/>
                </a:moveTo>
                <a:lnTo>
                  <a:pt x="0" y="10"/>
                </a:lnTo>
                <a:lnTo>
                  <a:pt x="8" y="10"/>
                </a:lnTo>
                <a:lnTo>
                  <a:pt x="8" y="17"/>
                </a:lnTo>
                <a:lnTo>
                  <a:pt x="0" y="17"/>
                </a:lnTo>
                <a:moveTo>
                  <a:pt x="0" y="10"/>
                </a:moveTo>
                <a:lnTo>
                  <a:pt x="0" y="0"/>
                </a:lnTo>
                <a:lnTo>
                  <a:pt x="12" y="7"/>
                </a:lnTo>
                <a:lnTo>
                  <a:pt x="9" y="13"/>
                </a:lnTo>
                <a:lnTo>
                  <a:pt x="2" y="10"/>
                </a:lnTo>
                <a:lnTo>
                  <a:pt x="3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/>
          <p:nvPr/>
        </p:nvSpPr>
        <p:spPr>
          <a:xfrm>
            <a:off x="6756480" y="1770120"/>
            <a:ext cx="561600" cy="0"/>
          </a:xfrm>
          <a:custGeom>
            <a:avLst/>
            <a:gdLst/>
            <a:ahLst/>
            <a:rect l="0" t="0" r="r" b="b"/>
            <a:pathLst>
              <a:path fill="none" w="1560" h="0">
                <a:moveTo>
                  <a:pt x="0" y="0"/>
                </a:moveTo>
                <a:lnTo>
                  <a:pt x="91" y="0"/>
                </a:lnTo>
                <a:cubicBezTo>
                  <a:pt x="182" y="0"/>
                  <a:pt x="364" y="0"/>
                  <a:pt x="624" y="0"/>
                </a:cubicBezTo>
                <a:cubicBezTo>
                  <a:pt x="884" y="0"/>
                  <a:pt x="1222" y="0"/>
                  <a:pt x="1391" y="0"/>
                </a:cubicBezTo>
                <a:lnTo>
                  <a:pt x="156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-2160" bIns="-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/>
          <p:nvPr/>
        </p:nvSpPr>
        <p:spPr>
          <a:xfrm>
            <a:off x="7305480" y="1757520"/>
            <a:ext cx="25920" cy="25920"/>
          </a:xfrm>
          <a:custGeom>
            <a:avLst/>
            <a:gdLst/>
            <a:ahLst/>
            <a:rect l="0" t="0" r="r" b="b"/>
            <a:pathLst>
              <a:path w="72" h="72">
                <a:moveTo>
                  <a:pt x="0" y="0"/>
                </a:moveTo>
                <a:lnTo>
                  <a:pt x="72" y="35"/>
                </a:lnTo>
                <a:lnTo>
                  <a:pt x="0" y="72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/>
          <p:nvPr/>
        </p:nvSpPr>
        <p:spPr>
          <a:xfrm>
            <a:off x="7304400" y="1755360"/>
            <a:ext cx="29880" cy="29880"/>
          </a:xfrm>
          <a:custGeom>
            <a:avLst/>
            <a:gdLst/>
            <a:ahLst/>
            <a:rect l="0" t="0" r="r" b="b"/>
            <a:pathLst>
              <a:path w="83" h="83">
                <a:moveTo>
                  <a:pt x="12" y="7"/>
                </a:moveTo>
                <a:lnTo>
                  <a:pt x="18" y="10"/>
                </a:lnTo>
                <a:lnTo>
                  <a:pt x="15" y="17"/>
                </a:lnTo>
                <a:lnTo>
                  <a:pt x="9" y="13"/>
                </a:lnTo>
                <a:lnTo>
                  <a:pt x="12" y="7"/>
                </a:lnTo>
                <a:moveTo>
                  <a:pt x="18" y="10"/>
                </a:moveTo>
                <a:lnTo>
                  <a:pt x="25" y="13"/>
                </a:lnTo>
                <a:lnTo>
                  <a:pt x="22" y="20"/>
                </a:lnTo>
                <a:lnTo>
                  <a:pt x="15" y="17"/>
                </a:lnTo>
                <a:lnTo>
                  <a:pt x="18" y="10"/>
                </a:lnTo>
                <a:moveTo>
                  <a:pt x="25" y="13"/>
                </a:moveTo>
                <a:lnTo>
                  <a:pt x="31" y="17"/>
                </a:lnTo>
                <a:lnTo>
                  <a:pt x="28" y="23"/>
                </a:lnTo>
                <a:lnTo>
                  <a:pt x="22" y="20"/>
                </a:lnTo>
                <a:lnTo>
                  <a:pt x="25" y="13"/>
                </a:lnTo>
                <a:moveTo>
                  <a:pt x="31" y="17"/>
                </a:moveTo>
                <a:lnTo>
                  <a:pt x="37" y="20"/>
                </a:lnTo>
                <a:lnTo>
                  <a:pt x="34" y="26"/>
                </a:lnTo>
                <a:lnTo>
                  <a:pt x="28" y="23"/>
                </a:lnTo>
                <a:lnTo>
                  <a:pt x="31" y="17"/>
                </a:lnTo>
                <a:moveTo>
                  <a:pt x="37" y="20"/>
                </a:moveTo>
                <a:lnTo>
                  <a:pt x="44" y="23"/>
                </a:lnTo>
                <a:lnTo>
                  <a:pt x="40" y="29"/>
                </a:lnTo>
                <a:lnTo>
                  <a:pt x="34" y="26"/>
                </a:lnTo>
                <a:lnTo>
                  <a:pt x="37" y="20"/>
                </a:lnTo>
                <a:moveTo>
                  <a:pt x="44" y="23"/>
                </a:moveTo>
                <a:lnTo>
                  <a:pt x="50" y="26"/>
                </a:lnTo>
                <a:lnTo>
                  <a:pt x="47" y="32"/>
                </a:lnTo>
                <a:lnTo>
                  <a:pt x="40" y="29"/>
                </a:lnTo>
                <a:lnTo>
                  <a:pt x="44" y="23"/>
                </a:lnTo>
                <a:moveTo>
                  <a:pt x="50" y="26"/>
                </a:moveTo>
                <a:lnTo>
                  <a:pt x="56" y="29"/>
                </a:lnTo>
                <a:lnTo>
                  <a:pt x="53" y="36"/>
                </a:lnTo>
                <a:lnTo>
                  <a:pt x="47" y="32"/>
                </a:lnTo>
                <a:lnTo>
                  <a:pt x="50" y="26"/>
                </a:lnTo>
                <a:moveTo>
                  <a:pt x="56" y="29"/>
                </a:moveTo>
                <a:lnTo>
                  <a:pt x="63" y="32"/>
                </a:lnTo>
                <a:lnTo>
                  <a:pt x="59" y="39"/>
                </a:lnTo>
                <a:lnTo>
                  <a:pt x="53" y="36"/>
                </a:lnTo>
                <a:lnTo>
                  <a:pt x="56" y="29"/>
                </a:lnTo>
                <a:moveTo>
                  <a:pt x="63" y="32"/>
                </a:moveTo>
                <a:lnTo>
                  <a:pt x="69" y="36"/>
                </a:lnTo>
                <a:lnTo>
                  <a:pt x="66" y="42"/>
                </a:lnTo>
                <a:lnTo>
                  <a:pt x="59" y="39"/>
                </a:lnTo>
                <a:lnTo>
                  <a:pt x="63" y="32"/>
                </a:lnTo>
                <a:moveTo>
                  <a:pt x="69" y="36"/>
                </a:moveTo>
                <a:lnTo>
                  <a:pt x="75" y="39"/>
                </a:lnTo>
                <a:lnTo>
                  <a:pt x="72" y="45"/>
                </a:lnTo>
                <a:lnTo>
                  <a:pt x="66" y="42"/>
                </a:lnTo>
                <a:lnTo>
                  <a:pt x="69" y="36"/>
                </a:lnTo>
                <a:moveTo>
                  <a:pt x="75" y="39"/>
                </a:moveTo>
                <a:lnTo>
                  <a:pt x="83" y="42"/>
                </a:lnTo>
                <a:lnTo>
                  <a:pt x="71" y="48"/>
                </a:lnTo>
                <a:lnTo>
                  <a:pt x="68" y="42"/>
                </a:lnTo>
                <a:lnTo>
                  <a:pt x="73" y="39"/>
                </a:lnTo>
                <a:lnTo>
                  <a:pt x="75" y="42"/>
                </a:lnTo>
                <a:lnTo>
                  <a:pt x="73" y="46"/>
                </a:lnTo>
                <a:lnTo>
                  <a:pt x="72" y="45"/>
                </a:lnTo>
                <a:lnTo>
                  <a:pt x="75" y="39"/>
                </a:lnTo>
                <a:moveTo>
                  <a:pt x="71" y="48"/>
                </a:moveTo>
                <a:lnTo>
                  <a:pt x="65" y="51"/>
                </a:lnTo>
                <a:lnTo>
                  <a:pt x="62" y="45"/>
                </a:lnTo>
                <a:lnTo>
                  <a:pt x="68" y="42"/>
                </a:lnTo>
                <a:lnTo>
                  <a:pt x="71" y="48"/>
                </a:lnTo>
                <a:moveTo>
                  <a:pt x="65" y="51"/>
                </a:moveTo>
                <a:lnTo>
                  <a:pt x="59" y="54"/>
                </a:lnTo>
                <a:lnTo>
                  <a:pt x="55" y="48"/>
                </a:lnTo>
                <a:lnTo>
                  <a:pt x="62" y="45"/>
                </a:lnTo>
                <a:lnTo>
                  <a:pt x="65" y="51"/>
                </a:lnTo>
                <a:moveTo>
                  <a:pt x="59" y="54"/>
                </a:moveTo>
                <a:lnTo>
                  <a:pt x="52" y="58"/>
                </a:lnTo>
                <a:lnTo>
                  <a:pt x="49" y="51"/>
                </a:lnTo>
                <a:lnTo>
                  <a:pt x="55" y="48"/>
                </a:lnTo>
                <a:lnTo>
                  <a:pt x="59" y="54"/>
                </a:lnTo>
                <a:moveTo>
                  <a:pt x="52" y="58"/>
                </a:moveTo>
                <a:lnTo>
                  <a:pt x="46" y="61"/>
                </a:lnTo>
                <a:lnTo>
                  <a:pt x="43" y="54"/>
                </a:lnTo>
                <a:lnTo>
                  <a:pt x="49" y="51"/>
                </a:lnTo>
                <a:lnTo>
                  <a:pt x="52" y="58"/>
                </a:lnTo>
                <a:moveTo>
                  <a:pt x="46" y="61"/>
                </a:moveTo>
                <a:lnTo>
                  <a:pt x="40" y="64"/>
                </a:lnTo>
                <a:lnTo>
                  <a:pt x="36" y="58"/>
                </a:lnTo>
                <a:lnTo>
                  <a:pt x="43" y="54"/>
                </a:lnTo>
                <a:lnTo>
                  <a:pt x="46" y="61"/>
                </a:lnTo>
                <a:moveTo>
                  <a:pt x="40" y="64"/>
                </a:moveTo>
                <a:lnTo>
                  <a:pt x="33" y="67"/>
                </a:lnTo>
                <a:lnTo>
                  <a:pt x="30" y="61"/>
                </a:lnTo>
                <a:lnTo>
                  <a:pt x="36" y="58"/>
                </a:lnTo>
                <a:lnTo>
                  <a:pt x="40" y="64"/>
                </a:lnTo>
                <a:moveTo>
                  <a:pt x="33" y="67"/>
                </a:moveTo>
                <a:lnTo>
                  <a:pt x="27" y="70"/>
                </a:lnTo>
                <a:lnTo>
                  <a:pt x="24" y="64"/>
                </a:lnTo>
                <a:lnTo>
                  <a:pt x="30" y="61"/>
                </a:lnTo>
                <a:lnTo>
                  <a:pt x="33" y="67"/>
                </a:lnTo>
                <a:moveTo>
                  <a:pt x="27" y="70"/>
                </a:moveTo>
                <a:lnTo>
                  <a:pt x="21" y="73"/>
                </a:lnTo>
                <a:lnTo>
                  <a:pt x="17" y="67"/>
                </a:lnTo>
                <a:lnTo>
                  <a:pt x="24" y="64"/>
                </a:lnTo>
                <a:lnTo>
                  <a:pt x="27" y="70"/>
                </a:lnTo>
                <a:moveTo>
                  <a:pt x="21" y="73"/>
                </a:moveTo>
                <a:lnTo>
                  <a:pt x="14" y="77"/>
                </a:lnTo>
                <a:lnTo>
                  <a:pt x="11" y="70"/>
                </a:lnTo>
                <a:lnTo>
                  <a:pt x="17" y="67"/>
                </a:lnTo>
                <a:lnTo>
                  <a:pt x="21" y="73"/>
                </a:lnTo>
                <a:moveTo>
                  <a:pt x="14" y="77"/>
                </a:moveTo>
                <a:lnTo>
                  <a:pt x="8" y="80"/>
                </a:lnTo>
                <a:lnTo>
                  <a:pt x="4" y="73"/>
                </a:lnTo>
                <a:lnTo>
                  <a:pt x="11" y="70"/>
                </a:lnTo>
                <a:lnTo>
                  <a:pt x="14" y="77"/>
                </a:lnTo>
                <a:moveTo>
                  <a:pt x="8" y="80"/>
                </a:moveTo>
                <a:lnTo>
                  <a:pt x="0" y="83"/>
                </a:lnTo>
                <a:lnTo>
                  <a:pt x="0" y="73"/>
                </a:lnTo>
                <a:lnTo>
                  <a:pt x="8" y="73"/>
                </a:lnTo>
                <a:lnTo>
                  <a:pt x="8" y="78"/>
                </a:lnTo>
                <a:lnTo>
                  <a:pt x="3" y="78"/>
                </a:lnTo>
                <a:lnTo>
                  <a:pt x="2" y="75"/>
                </a:lnTo>
                <a:lnTo>
                  <a:pt x="4" y="73"/>
                </a:lnTo>
                <a:lnTo>
                  <a:pt x="8" y="80"/>
                </a:lnTo>
                <a:moveTo>
                  <a:pt x="0" y="73"/>
                </a:moveTo>
                <a:lnTo>
                  <a:pt x="0" y="66"/>
                </a:lnTo>
                <a:lnTo>
                  <a:pt x="8" y="66"/>
                </a:lnTo>
                <a:lnTo>
                  <a:pt x="8" y="73"/>
                </a:lnTo>
                <a:lnTo>
                  <a:pt x="0" y="73"/>
                </a:lnTo>
                <a:moveTo>
                  <a:pt x="0" y="66"/>
                </a:moveTo>
                <a:lnTo>
                  <a:pt x="0" y="59"/>
                </a:lnTo>
                <a:lnTo>
                  <a:pt x="8" y="59"/>
                </a:lnTo>
                <a:lnTo>
                  <a:pt x="8" y="66"/>
                </a:lnTo>
                <a:lnTo>
                  <a:pt x="0" y="66"/>
                </a:lnTo>
                <a:moveTo>
                  <a:pt x="0" y="59"/>
                </a:moveTo>
                <a:lnTo>
                  <a:pt x="0" y="52"/>
                </a:lnTo>
                <a:lnTo>
                  <a:pt x="8" y="52"/>
                </a:lnTo>
                <a:lnTo>
                  <a:pt x="8" y="59"/>
                </a:lnTo>
                <a:lnTo>
                  <a:pt x="0" y="59"/>
                </a:lnTo>
                <a:moveTo>
                  <a:pt x="0" y="52"/>
                </a:moveTo>
                <a:lnTo>
                  <a:pt x="0" y="45"/>
                </a:lnTo>
                <a:lnTo>
                  <a:pt x="8" y="45"/>
                </a:lnTo>
                <a:lnTo>
                  <a:pt x="8" y="52"/>
                </a:lnTo>
                <a:lnTo>
                  <a:pt x="0" y="52"/>
                </a:lnTo>
                <a:moveTo>
                  <a:pt x="0" y="45"/>
                </a:moveTo>
                <a:lnTo>
                  <a:pt x="0" y="38"/>
                </a:lnTo>
                <a:lnTo>
                  <a:pt x="8" y="38"/>
                </a:lnTo>
                <a:lnTo>
                  <a:pt x="8" y="45"/>
                </a:lnTo>
                <a:lnTo>
                  <a:pt x="0" y="45"/>
                </a:lnTo>
                <a:moveTo>
                  <a:pt x="0" y="38"/>
                </a:moveTo>
                <a:lnTo>
                  <a:pt x="0" y="31"/>
                </a:lnTo>
                <a:lnTo>
                  <a:pt x="8" y="31"/>
                </a:lnTo>
                <a:lnTo>
                  <a:pt x="8" y="38"/>
                </a:lnTo>
                <a:lnTo>
                  <a:pt x="0" y="38"/>
                </a:lnTo>
                <a:moveTo>
                  <a:pt x="0" y="31"/>
                </a:moveTo>
                <a:lnTo>
                  <a:pt x="0" y="24"/>
                </a:lnTo>
                <a:lnTo>
                  <a:pt x="8" y="24"/>
                </a:lnTo>
                <a:lnTo>
                  <a:pt x="8" y="31"/>
                </a:lnTo>
                <a:lnTo>
                  <a:pt x="0" y="31"/>
                </a:lnTo>
                <a:moveTo>
                  <a:pt x="0" y="24"/>
                </a:moveTo>
                <a:lnTo>
                  <a:pt x="0" y="17"/>
                </a:lnTo>
                <a:lnTo>
                  <a:pt x="8" y="17"/>
                </a:lnTo>
                <a:lnTo>
                  <a:pt x="8" y="24"/>
                </a:lnTo>
                <a:lnTo>
                  <a:pt x="0" y="24"/>
                </a:lnTo>
                <a:moveTo>
                  <a:pt x="0" y="17"/>
                </a:moveTo>
                <a:lnTo>
                  <a:pt x="0" y="10"/>
                </a:lnTo>
                <a:lnTo>
                  <a:pt x="8" y="10"/>
                </a:lnTo>
                <a:lnTo>
                  <a:pt x="8" y="17"/>
                </a:lnTo>
                <a:lnTo>
                  <a:pt x="0" y="17"/>
                </a:lnTo>
                <a:moveTo>
                  <a:pt x="0" y="10"/>
                </a:moveTo>
                <a:lnTo>
                  <a:pt x="0" y="0"/>
                </a:lnTo>
                <a:lnTo>
                  <a:pt x="12" y="7"/>
                </a:lnTo>
                <a:lnTo>
                  <a:pt x="9" y="13"/>
                </a:lnTo>
                <a:lnTo>
                  <a:pt x="2" y="10"/>
                </a:lnTo>
                <a:lnTo>
                  <a:pt x="3" y="7"/>
                </a:lnTo>
                <a:lnTo>
                  <a:pt x="8" y="7"/>
                </a:lnTo>
                <a:lnTo>
                  <a:pt x="8" y="10"/>
                </a:lnTo>
                <a:lnTo>
                  <a:pt x="0" y="1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/>
          <p:nvPr/>
        </p:nvSpPr>
        <p:spPr>
          <a:xfrm>
            <a:off x="5595480" y="1963800"/>
            <a:ext cx="491400" cy="243000"/>
          </a:xfrm>
          <a:custGeom>
            <a:avLst/>
            <a:gdLst/>
            <a:ahLst/>
            <a:rect l="0" t="0" r="r" b="b"/>
            <a:pathLst>
              <a:path fill="none" w="1365" h="675">
                <a:moveTo>
                  <a:pt x="0" y="0"/>
                </a:moveTo>
                <a:lnTo>
                  <a:pt x="124" y="48"/>
                </a:lnTo>
                <a:cubicBezTo>
                  <a:pt x="250" y="97"/>
                  <a:pt x="499" y="194"/>
                  <a:pt x="726" y="308"/>
                </a:cubicBezTo>
                <a:cubicBezTo>
                  <a:pt x="954" y="420"/>
                  <a:pt x="1159" y="548"/>
                  <a:pt x="1262" y="611"/>
                </a:cubicBezTo>
                <a:lnTo>
                  <a:pt x="1365" y="67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/>
          <p:nvPr/>
        </p:nvSpPr>
        <p:spPr>
          <a:xfrm>
            <a:off x="6069240" y="2189160"/>
            <a:ext cx="28440" cy="24480"/>
          </a:xfrm>
          <a:custGeom>
            <a:avLst/>
            <a:gdLst/>
            <a:ahLst/>
            <a:rect l="0" t="0" r="r" b="b"/>
            <a:pathLst>
              <a:path w="79" h="68">
                <a:moveTo>
                  <a:pt x="38" y="0"/>
                </a:moveTo>
                <a:lnTo>
                  <a:pt x="79" y="68"/>
                </a:lnTo>
                <a:lnTo>
                  <a:pt x="0" y="61"/>
                </a:lnTo>
                <a:lnTo>
                  <a:pt x="38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/>
          <p:nvPr/>
        </p:nvSpPr>
        <p:spPr>
          <a:xfrm>
            <a:off x="6067080" y="2186640"/>
            <a:ext cx="33120" cy="28440"/>
          </a:xfrm>
          <a:custGeom>
            <a:avLst/>
            <a:gdLst/>
            <a:ahLst/>
            <a:rect l="0" t="0" r="r" b="b"/>
            <a:pathLst>
              <a:path w="92" h="79">
                <a:moveTo>
                  <a:pt x="51" y="11"/>
                </a:moveTo>
                <a:lnTo>
                  <a:pt x="54" y="17"/>
                </a:lnTo>
                <a:lnTo>
                  <a:pt x="48" y="20"/>
                </a:lnTo>
                <a:lnTo>
                  <a:pt x="45" y="14"/>
                </a:lnTo>
                <a:lnTo>
                  <a:pt x="51" y="11"/>
                </a:lnTo>
                <a:moveTo>
                  <a:pt x="54" y="17"/>
                </a:moveTo>
                <a:lnTo>
                  <a:pt x="58" y="23"/>
                </a:lnTo>
                <a:lnTo>
                  <a:pt x="52" y="26"/>
                </a:lnTo>
                <a:lnTo>
                  <a:pt x="48" y="20"/>
                </a:lnTo>
                <a:lnTo>
                  <a:pt x="54" y="17"/>
                </a:lnTo>
                <a:moveTo>
                  <a:pt x="58" y="23"/>
                </a:moveTo>
                <a:lnTo>
                  <a:pt x="62" y="29"/>
                </a:lnTo>
                <a:lnTo>
                  <a:pt x="56" y="32"/>
                </a:lnTo>
                <a:lnTo>
                  <a:pt x="52" y="26"/>
                </a:lnTo>
                <a:lnTo>
                  <a:pt x="58" y="23"/>
                </a:lnTo>
                <a:moveTo>
                  <a:pt x="62" y="29"/>
                </a:moveTo>
                <a:lnTo>
                  <a:pt x="65" y="35"/>
                </a:lnTo>
                <a:lnTo>
                  <a:pt x="59" y="38"/>
                </a:lnTo>
                <a:lnTo>
                  <a:pt x="56" y="32"/>
                </a:lnTo>
                <a:lnTo>
                  <a:pt x="62" y="29"/>
                </a:lnTo>
                <a:moveTo>
                  <a:pt x="65" y="35"/>
                </a:moveTo>
                <a:lnTo>
                  <a:pt x="69" y="41"/>
                </a:lnTo>
                <a:lnTo>
                  <a:pt x="63" y="44"/>
                </a:lnTo>
                <a:lnTo>
                  <a:pt x="59" y="38"/>
                </a:lnTo>
                <a:lnTo>
                  <a:pt x="65" y="35"/>
                </a:lnTo>
                <a:moveTo>
                  <a:pt x="69" y="41"/>
                </a:moveTo>
                <a:lnTo>
                  <a:pt x="73" y="47"/>
                </a:lnTo>
                <a:lnTo>
                  <a:pt x="67" y="51"/>
                </a:lnTo>
                <a:lnTo>
                  <a:pt x="63" y="44"/>
                </a:lnTo>
                <a:lnTo>
                  <a:pt x="69" y="41"/>
                </a:lnTo>
                <a:moveTo>
                  <a:pt x="73" y="47"/>
                </a:moveTo>
                <a:lnTo>
                  <a:pt x="77" y="54"/>
                </a:lnTo>
                <a:lnTo>
                  <a:pt x="71" y="57"/>
                </a:lnTo>
                <a:lnTo>
                  <a:pt x="67" y="51"/>
                </a:lnTo>
                <a:lnTo>
                  <a:pt x="73" y="47"/>
                </a:lnTo>
                <a:moveTo>
                  <a:pt x="77" y="54"/>
                </a:moveTo>
                <a:lnTo>
                  <a:pt x="80" y="60"/>
                </a:lnTo>
                <a:lnTo>
                  <a:pt x="74" y="63"/>
                </a:lnTo>
                <a:lnTo>
                  <a:pt x="71" y="57"/>
                </a:lnTo>
                <a:lnTo>
                  <a:pt x="77" y="54"/>
                </a:lnTo>
                <a:moveTo>
                  <a:pt x="80" y="60"/>
                </a:moveTo>
                <a:lnTo>
                  <a:pt x="84" y="66"/>
                </a:lnTo>
                <a:lnTo>
                  <a:pt x="78" y="70"/>
                </a:lnTo>
                <a:lnTo>
                  <a:pt x="74" y="63"/>
                </a:lnTo>
                <a:lnTo>
                  <a:pt x="80" y="60"/>
                </a:lnTo>
                <a:moveTo>
                  <a:pt x="84" y="66"/>
                </a:moveTo>
                <a:lnTo>
                  <a:pt x="88" y="72"/>
                </a:lnTo>
                <a:lnTo>
                  <a:pt x="82" y="76"/>
                </a:lnTo>
                <a:lnTo>
                  <a:pt x="78" y="70"/>
                </a:lnTo>
                <a:lnTo>
                  <a:pt x="84" y="66"/>
                </a:lnTo>
                <a:moveTo>
                  <a:pt x="88" y="72"/>
                </a:moveTo>
                <a:lnTo>
                  <a:pt x="92" y="79"/>
                </a:lnTo>
                <a:lnTo>
                  <a:pt x="79" y="78"/>
                </a:lnTo>
                <a:lnTo>
                  <a:pt x="80" y="71"/>
                </a:lnTo>
                <a:lnTo>
                  <a:pt x="86" y="71"/>
                </a:lnTo>
                <a:lnTo>
                  <a:pt x="85" y="75"/>
                </a:lnTo>
                <a:lnTo>
                  <a:pt x="82" y="77"/>
                </a:lnTo>
                <a:lnTo>
                  <a:pt x="82" y="76"/>
                </a:lnTo>
                <a:lnTo>
                  <a:pt x="88" y="72"/>
                </a:lnTo>
                <a:moveTo>
                  <a:pt x="79" y="78"/>
                </a:moveTo>
                <a:lnTo>
                  <a:pt x="72" y="77"/>
                </a:lnTo>
                <a:lnTo>
                  <a:pt x="73" y="70"/>
                </a:lnTo>
                <a:lnTo>
                  <a:pt x="80" y="71"/>
                </a:lnTo>
                <a:lnTo>
                  <a:pt x="79" y="78"/>
                </a:lnTo>
                <a:moveTo>
                  <a:pt x="72" y="77"/>
                </a:moveTo>
                <a:lnTo>
                  <a:pt x="65" y="76"/>
                </a:lnTo>
                <a:lnTo>
                  <a:pt x="66" y="69"/>
                </a:lnTo>
                <a:lnTo>
                  <a:pt x="73" y="70"/>
                </a:lnTo>
                <a:lnTo>
                  <a:pt x="72" y="77"/>
                </a:lnTo>
                <a:moveTo>
                  <a:pt x="65" y="76"/>
                </a:moveTo>
                <a:lnTo>
                  <a:pt x="58" y="76"/>
                </a:lnTo>
                <a:lnTo>
                  <a:pt x="59" y="69"/>
                </a:lnTo>
                <a:lnTo>
                  <a:pt x="66" y="69"/>
                </a:lnTo>
                <a:lnTo>
                  <a:pt x="65" y="76"/>
                </a:lnTo>
                <a:moveTo>
                  <a:pt x="58" y="76"/>
                </a:moveTo>
                <a:lnTo>
                  <a:pt x="51" y="75"/>
                </a:lnTo>
                <a:lnTo>
                  <a:pt x="52" y="68"/>
                </a:lnTo>
                <a:lnTo>
                  <a:pt x="59" y="69"/>
                </a:lnTo>
                <a:lnTo>
                  <a:pt x="58" y="76"/>
                </a:lnTo>
                <a:moveTo>
                  <a:pt x="51" y="75"/>
                </a:moveTo>
                <a:lnTo>
                  <a:pt x="44" y="75"/>
                </a:lnTo>
                <a:lnTo>
                  <a:pt x="45" y="67"/>
                </a:lnTo>
                <a:lnTo>
                  <a:pt x="52" y="68"/>
                </a:lnTo>
                <a:lnTo>
                  <a:pt x="51" y="75"/>
                </a:lnTo>
                <a:moveTo>
                  <a:pt x="44" y="75"/>
                </a:moveTo>
                <a:lnTo>
                  <a:pt x="37" y="74"/>
                </a:lnTo>
                <a:lnTo>
                  <a:pt x="38" y="67"/>
                </a:lnTo>
                <a:lnTo>
                  <a:pt x="45" y="67"/>
                </a:lnTo>
                <a:lnTo>
                  <a:pt x="44" y="75"/>
                </a:lnTo>
                <a:moveTo>
                  <a:pt x="37" y="74"/>
                </a:moveTo>
                <a:lnTo>
                  <a:pt x="30" y="73"/>
                </a:lnTo>
                <a:lnTo>
                  <a:pt x="31" y="66"/>
                </a:lnTo>
                <a:lnTo>
                  <a:pt x="38" y="67"/>
                </a:lnTo>
                <a:lnTo>
                  <a:pt x="37" y="74"/>
                </a:lnTo>
                <a:moveTo>
                  <a:pt x="30" y="73"/>
                </a:moveTo>
                <a:lnTo>
                  <a:pt x="22" y="73"/>
                </a:lnTo>
                <a:lnTo>
                  <a:pt x="23" y="66"/>
                </a:lnTo>
                <a:lnTo>
                  <a:pt x="31" y="66"/>
                </a:lnTo>
                <a:lnTo>
                  <a:pt x="30" y="73"/>
                </a:lnTo>
                <a:moveTo>
                  <a:pt x="22" y="73"/>
                </a:moveTo>
                <a:lnTo>
                  <a:pt x="15" y="72"/>
                </a:lnTo>
                <a:lnTo>
                  <a:pt x="16" y="65"/>
                </a:lnTo>
                <a:lnTo>
                  <a:pt x="23" y="66"/>
                </a:lnTo>
                <a:lnTo>
                  <a:pt x="22" y="73"/>
                </a:lnTo>
                <a:moveTo>
                  <a:pt x="15" y="72"/>
                </a:moveTo>
                <a:lnTo>
                  <a:pt x="8" y="71"/>
                </a:lnTo>
                <a:lnTo>
                  <a:pt x="9" y="64"/>
                </a:lnTo>
                <a:lnTo>
                  <a:pt x="16" y="65"/>
                </a:lnTo>
                <a:lnTo>
                  <a:pt x="15" y="72"/>
                </a:lnTo>
                <a:moveTo>
                  <a:pt x="8" y="71"/>
                </a:moveTo>
                <a:lnTo>
                  <a:pt x="0" y="71"/>
                </a:lnTo>
                <a:lnTo>
                  <a:pt x="5" y="62"/>
                </a:lnTo>
                <a:lnTo>
                  <a:pt x="11" y="66"/>
                </a:lnTo>
                <a:lnTo>
                  <a:pt x="9" y="69"/>
                </a:lnTo>
                <a:lnTo>
                  <a:pt x="6" y="68"/>
                </a:lnTo>
                <a:lnTo>
                  <a:pt x="6" y="64"/>
                </a:lnTo>
                <a:lnTo>
                  <a:pt x="9" y="64"/>
                </a:lnTo>
                <a:lnTo>
                  <a:pt x="8" y="71"/>
                </a:lnTo>
                <a:moveTo>
                  <a:pt x="5" y="62"/>
                </a:moveTo>
                <a:lnTo>
                  <a:pt x="9" y="56"/>
                </a:lnTo>
                <a:lnTo>
                  <a:pt x="15" y="60"/>
                </a:lnTo>
                <a:lnTo>
                  <a:pt x="11" y="66"/>
                </a:lnTo>
                <a:lnTo>
                  <a:pt x="5" y="62"/>
                </a:lnTo>
                <a:moveTo>
                  <a:pt x="9" y="56"/>
                </a:moveTo>
                <a:lnTo>
                  <a:pt x="13" y="50"/>
                </a:lnTo>
                <a:lnTo>
                  <a:pt x="19" y="54"/>
                </a:lnTo>
                <a:lnTo>
                  <a:pt x="15" y="60"/>
                </a:lnTo>
                <a:lnTo>
                  <a:pt x="9" y="56"/>
                </a:lnTo>
                <a:moveTo>
                  <a:pt x="13" y="50"/>
                </a:moveTo>
                <a:lnTo>
                  <a:pt x="16" y="43"/>
                </a:lnTo>
                <a:lnTo>
                  <a:pt x="22" y="47"/>
                </a:lnTo>
                <a:lnTo>
                  <a:pt x="19" y="54"/>
                </a:lnTo>
                <a:lnTo>
                  <a:pt x="13" y="50"/>
                </a:lnTo>
                <a:moveTo>
                  <a:pt x="16" y="43"/>
                </a:moveTo>
                <a:lnTo>
                  <a:pt x="20" y="37"/>
                </a:lnTo>
                <a:lnTo>
                  <a:pt x="26" y="41"/>
                </a:lnTo>
                <a:lnTo>
                  <a:pt x="22" y="47"/>
                </a:lnTo>
                <a:lnTo>
                  <a:pt x="16" y="43"/>
                </a:lnTo>
                <a:moveTo>
                  <a:pt x="20" y="37"/>
                </a:moveTo>
                <a:lnTo>
                  <a:pt x="24" y="31"/>
                </a:lnTo>
                <a:lnTo>
                  <a:pt x="31" y="35"/>
                </a:lnTo>
                <a:lnTo>
                  <a:pt x="26" y="41"/>
                </a:lnTo>
                <a:lnTo>
                  <a:pt x="20" y="37"/>
                </a:lnTo>
                <a:moveTo>
                  <a:pt x="24" y="31"/>
                </a:moveTo>
                <a:lnTo>
                  <a:pt x="27" y="25"/>
                </a:lnTo>
                <a:lnTo>
                  <a:pt x="34" y="29"/>
                </a:lnTo>
                <a:lnTo>
                  <a:pt x="31" y="35"/>
                </a:lnTo>
                <a:lnTo>
                  <a:pt x="24" y="31"/>
                </a:lnTo>
                <a:moveTo>
                  <a:pt x="27" y="25"/>
                </a:moveTo>
                <a:lnTo>
                  <a:pt x="32" y="19"/>
                </a:lnTo>
                <a:lnTo>
                  <a:pt x="38" y="23"/>
                </a:lnTo>
                <a:lnTo>
                  <a:pt x="34" y="29"/>
                </a:lnTo>
                <a:lnTo>
                  <a:pt x="27" y="25"/>
                </a:lnTo>
                <a:moveTo>
                  <a:pt x="32" y="19"/>
                </a:moveTo>
                <a:lnTo>
                  <a:pt x="36" y="13"/>
                </a:lnTo>
                <a:lnTo>
                  <a:pt x="42" y="17"/>
                </a:lnTo>
                <a:lnTo>
                  <a:pt x="38" y="23"/>
                </a:lnTo>
                <a:lnTo>
                  <a:pt x="32" y="19"/>
                </a:lnTo>
                <a:moveTo>
                  <a:pt x="36" y="13"/>
                </a:moveTo>
                <a:lnTo>
                  <a:pt x="40" y="7"/>
                </a:lnTo>
                <a:lnTo>
                  <a:pt x="46" y="11"/>
                </a:lnTo>
                <a:lnTo>
                  <a:pt x="42" y="17"/>
                </a:lnTo>
                <a:lnTo>
                  <a:pt x="36" y="13"/>
                </a:lnTo>
                <a:moveTo>
                  <a:pt x="40" y="7"/>
                </a:moveTo>
                <a:lnTo>
                  <a:pt x="44" y="0"/>
                </a:lnTo>
                <a:lnTo>
                  <a:pt x="51" y="11"/>
                </a:lnTo>
                <a:lnTo>
                  <a:pt x="45" y="14"/>
                </a:lnTo>
                <a:lnTo>
                  <a:pt x="41" y="8"/>
                </a:lnTo>
                <a:lnTo>
                  <a:pt x="44" y="7"/>
                </a:lnTo>
                <a:lnTo>
                  <a:pt x="47" y="8"/>
                </a:lnTo>
                <a:lnTo>
                  <a:pt x="46" y="11"/>
                </a:lnTo>
                <a:lnTo>
                  <a:pt x="40" y="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/>
          <p:nvPr/>
        </p:nvSpPr>
        <p:spPr>
          <a:xfrm>
            <a:off x="5637960" y="2339280"/>
            <a:ext cx="447120" cy="27720"/>
          </a:xfrm>
          <a:custGeom>
            <a:avLst/>
            <a:gdLst/>
            <a:ahLst/>
            <a:rect l="0" t="0" r="r" b="b"/>
            <a:pathLst>
              <a:path fill="none" w="1242" h="77">
                <a:moveTo>
                  <a:pt x="0" y="77"/>
                </a:moveTo>
                <a:lnTo>
                  <a:pt x="105" y="77"/>
                </a:lnTo>
                <a:cubicBezTo>
                  <a:pt x="210" y="77"/>
                  <a:pt x="419" y="78"/>
                  <a:pt x="626" y="64"/>
                </a:cubicBezTo>
                <a:cubicBezTo>
                  <a:pt x="833" y="52"/>
                  <a:pt x="1037" y="26"/>
                  <a:pt x="1140" y="13"/>
                </a:cubicBezTo>
                <a:lnTo>
                  <a:pt x="1242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/>
          <p:nvPr/>
        </p:nvSpPr>
        <p:spPr>
          <a:xfrm>
            <a:off x="6070680" y="23281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0" y="0"/>
                </a:moveTo>
                <a:lnTo>
                  <a:pt x="75" y="27"/>
                </a:lnTo>
                <a:lnTo>
                  <a:pt x="9" y="71"/>
                </a:lnTo>
                <a:lnTo>
                  <a:pt x="0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/>
          <p:nvPr/>
        </p:nvSpPr>
        <p:spPr>
          <a:xfrm>
            <a:off x="6069240" y="2326320"/>
            <a:ext cx="31320" cy="29520"/>
          </a:xfrm>
          <a:custGeom>
            <a:avLst/>
            <a:gdLst/>
            <a:ahLst/>
            <a:rect l="0" t="0" r="r" b="b"/>
            <a:pathLst>
              <a:path w="87" h="82">
                <a:moveTo>
                  <a:pt x="12" y="4"/>
                </a:moveTo>
                <a:lnTo>
                  <a:pt x="18" y="6"/>
                </a:lnTo>
                <a:lnTo>
                  <a:pt x="16" y="13"/>
                </a:lnTo>
                <a:lnTo>
                  <a:pt x="9" y="11"/>
                </a:lnTo>
                <a:lnTo>
                  <a:pt x="12" y="4"/>
                </a:lnTo>
                <a:moveTo>
                  <a:pt x="18" y="6"/>
                </a:moveTo>
                <a:lnTo>
                  <a:pt x="25" y="9"/>
                </a:lnTo>
                <a:lnTo>
                  <a:pt x="23" y="15"/>
                </a:lnTo>
                <a:lnTo>
                  <a:pt x="16" y="13"/>
                </a:lnTo>
                <a:lnTo>
                  <a:pt x="18" y="6"/>
                </a:lnTo>
                <a:moveTo>
                  <a:pt x="25" y="9"/>
                </a:moveTo>
                <a:lnTo>
                  <a:pt x="32" y="11"/>
                </a:lnTo>
                <a:lnTo>
                  <a:pt x="29" y="18"/>
                </a:lnTo>
                <a:lnTo>
                  <a:pt x="23" y="15"/>
                </a:lnTo>
                <a:lnTo>
                  <a:pt x="25" y="9"/>
                </a:lnTo>
                <a:moveTo>
                  <a:pt x="32" y="11"/>
                </a:moveTo>
                <a:lnTo>
                  <a:pt x="38" y="13"/>
                </a:lnTo>
                <a:lnTo>
                  <a:pt x="36" y="20"/>
                </a:lnTo>
                <a:lnTo>
                  <a:pt x="29" y="18"/>
                </a:lnTo>
                <a:lnTo>
                  <a:pt x="32" y="11"/>
                </a:lnTo>
                <a:moveTo>
                  <a:pt x="38" y="13"/>
                </a:moveTo>
                <a:lnTo>
                  <a:pt x="46" y="16"/>
                </a:lnTo>
                <a:lnTo>
                  <a:pt x="44" y="22"/>
                </a:lnTo>
                <a:lnTo>
                  <a:pt x="36" y="20"/>
                </a:lnTo>
                <a:lnTo>
                  <a:pt x="38" y="13"/>
                </a:lnTo>
                <a:moveTo>
                  <a:pt x="46" y="16"/>
                </a:moveTo>
                <a:lnTo>
                  <a:pt x="53" y="18"/>
                </a:lnTo>
                <a:lnTo>
                  <a:pt x="50" y="25"/>
                </a:lnTo>
                <a:lnTo>
                  <a:pt x="44" y="22"/>
                </a:lnTo>
                <a:lnTo>
                  <a:pt x="46" y="16"/>
                </a:lnTo>
                <a:moveTo>
                  <a:pt x="53" y="18"/>
                </a:moveTo>
                <a:lnTo>
                  <a:pt x="59" y="20"/>
                </a:lnTo>
                <a:lnTo>
                  <a:pt x="57" y="27"/>
                </a:lnTo>
                <a:lnTo>
                  <a:pt x="50" y="25"/>
                </a:lnTo>
                <a:lnTo>
                  <a:pt x="53" y="18"/>
                </a:lnTo>
                <a:moveTo>
                  <a:pt x="59" y="20"/>
                </a:moveTo>
                <a:lnTo>
                  <a:pt x="66" y="23"/>
                </a:lnTo>
                <a:lnTo>
                  <a:pt x="64" y="29"/>
                </a:lnTo>
                <a:lnTo>
                  <a:pt x="57" y="27"/>
                </a:lnTo>
                <a:lnTo>
                  <a:pt x="59" y="20"/>
                </a:lnTo>
                <a:moveTo>
                  <a:pt x="66" y="23"/>
                </a:moveTo>
                <a:lnTo>
                  <a:pt x="73" y="25"/>
                </a:lnTo>
                <a:lnTo>
                  <a:pt x="70" y="32"/>
                </a:lnTo>
                <a:lnTo>
                  <a:pt x="64" y="29"/>
                </a:lnTo>
                <a:lnTo>
                  <a:pt x="66" y="23"/>
                </a:lnTo>
                <a:moveTo>
                  <a:pt x="73" y="25"/>
                </a:moveTo>
                <a:lnTo>
                  <a:pt x="79" y="27"/>
                </a:lnTo>
                <a:lnTo>
                  <a:pt x="77" y="34"/>
                </a:lnTo>
                <a:lnTo>
                  <a:pt x="70" y="32"/>
                </a:lnTo>
                <a:lnTo>
                  <a:pt x="73" y="25"/>
                </a:lnTo>
                <a:moveTo>
                  <a:pt x="79" y="27"/>
                </a:moveTo>
                <a:lnTo>
                  <a:pt x="87" y="30"/>
                </a:lnTo>
                <a:lnTo>
                  <a:pt x="77" y="37"/>
                </a:lnTo>
                <a:lnTo>
                  <a:pt x="73" y="32"/>
                </a:lnTo>
                <a:lnTo>
                  <a:pt x="77" y="28"/>
                </a:lnTo>
                <a:lnTo>
                  <a:pt x="79" y="31"/>
                </a:lnTo>
                <a:lnTo>
                  <a:pt x="78" y="35"/>
                </a:lnTo>
                <a:lnTo>
                  <a:pt x="77" y="34"/>
                </a:lnTo>
                <a:lnTo>
                  <a:pt x="79" y="27"/>
                </a:lnTo>
                <a:moveTo>
                  <a:pt x="77" y="37"/>
                </a:moveTo>
                <a:lnTo>
                  <a:pt x="71" y="41"/>
                </a:lnTo>
                <a:lnTo>
                  <a:pt x="67" y="35"/>
                </a:lnTo>
                <a:lnTo>
                  <a:pt x="73" y="32"/>
                </a:lnTo>
                <a:lnTo>
                  <a:pt x="77" y="37"/>
                </a:lnTo>
                <a:moveTo>
                  <a:pt x="71" y="41"/>
                </a:moveTo>
                <a:lnTo>
                  <a:pt x="65" y="45"/>
                </a:lnTo>
                <a:lnTo>
                  <a:pt x="61" y="39"/>
                </a:lnTo>
                <a:lnTo>
                  <a:pt x="67" y="35"/>
                </a:lnTo>
                <a:lnTo>
                  <a:pt x="71" y="41"/>
                </a:lnTo>
                <a:moveTo>
                  <a:pt x="65" y="45"/>
                </a:moveTo>
                <a:lnTo>
                  <a:pt x="59" y="49"/>
                </a:lnTo>
                <a:lnTo>
                  <a:pt x="55" y="43"/>
                </a:lnTo>
                <a:lnTo>
                  <a:pt x="61" y="39"/>
                </a:lnTo>
                <a:lnTo>
                  <a:pt x="65" y="45"/>
                </a:lnTo>
                <a:moveTo>
                  <a:pt x="59" y="49"/>
                </a:moveTo>
                <a:lnTo>
                  <a:pt x="53" y="53"/>
                </a:lnTo>
                <a:lnTo>
                  <a:pt x="49" y="47"/>
                </a:lnTo>
                <a:lnTo>
                  <a:pt x="55" y="43"/>
                </a:lnTo>
                <a:lnTo>
                  <a:pt x="59" y="49"/>
                </a:lnTo>
                <a:moveTo>
                  <a:pt x="53" y="53"/>
                </a:moveTo>
                <a:lnTo>
                  <a:pt x="47" y="57"/>
                </a:lnTo>
                <a:lnTo>
                  <a:pt x="43" y="51"/>
                </a:lnTo>
                <a:lnTo>
                  <a:pt x="49" y="47"/>
                </a:lnTo>
                <a:lnTo>
                  <a:pt x="53" y="53"/>
                </a:lnTo>
                <a:moveTo>
                  <a:pt x="47" y="57"/>
                </a:moveTo>
                <a:lnTo>
                  <a:pt x="41" y="62"/>
                </a:lnTo>
                <a:lnTo>
                  <a:pt x="36" y="55"/>
                </a:lnTo>
                <a:lnTo>
                  <a:pt x="43" y="51"/>
                </a:lnTo>
                <a:lnTo>
                  <a:pt x="47" y="57"/>
                </a:lnTo>
                <a:moveTo>
                  <a:pt x="41" y="62"/>
                </a:moveTo>
                <a:lnTo>
                  <a:pt x="34" y="66"/>
                </a:lnTo>
                <a:lnTo>
                  <a:pt x="30" y="60"/>
                </a:lnTo>
                <a:lnTo>
                  <a:pt x="36" y="55"/>
                </a:lnTo>
                <a:lnTo>
                  <a:pt x="41" y="62"/>
                </a:lnTo>
                <a:moveTo>
                  <a:pt x="34" y="66"/>
                </a:moveTo>
                <a:lnTo>
                  <a:pt x="28" y="70"/>
                </a:lnTo>
                <a:lnTo>
                  <a:pt x="25" y="64"/>
                </a:lnTo>
                <a:lnTo>
                  <a:pt x="30" y="60"/>
                </a:lnTo>
                <a:lnTo>
                  <a:pt x="34" y="66"/>
                </a:lnTo>
                <a:moveTo>
                  <a:pt x="28" y="70"/>
                </a:moveTo>
                <a:lnTo>
                  <a:pt x="23" y="74"/>
                </a:lnTo>
                <a:lnTo>
                  <a:pt x="19" y="68"/>
                </a:lnTo>
                <a:lnTo>
                  <a:pt x="25" y="64"/>
                </a:lnTo>
                <a:lnTo>
                  <a:pt x="28" y="70"/>
                </a:lnTo>
                <a:moveTo>
                  <a:pt x="23" y="74"/>
                </a:moveTo>
                <a:lnTo>
                  <a:pt x="17" y="78"/>
                </a:lnTo>
                <a:lnTo>
                  <a:pt x="13" y="72"/>
                </a:lnTo>
                <a:lnTo>
                  <a:pt x="19" y="68"/>
                </a:lnTo>
                <a:lnTo>
                  <a:pt x="23" y="74"/>
                </a:lnTo>
                <a:moveTo>
                  <a:pt x="17" y="78"/>
                </a:moveTo>
                <a:lnTo>
                  <a:pt x="10" y="82"/>
                </a:lnTo>
                <a:lnTo>
                  <a:pt x="9" y="72"/>
                </a:lnTo>
                <a:lnTo>
                  <a:pt x="16" y="71"/>
                </a:lnTo>
                <a:lnTo>
                  <a:pt x="16" y="76"/>
                </a:lnTo>
                <a:lnTo>
                  <a:pt x="13" y="76"/>
                </a:lnTo>
                <a:lnTo>
                  <a:pt x="11" y="73"/>
                </a:lnTo>
                <a:lnTo>
                  <a:pt x="13" y="72"/>
                </a:lnTo>
                <a:lnTo>
                  <a:pt x="17" y="78"/>
                </a:lnTo>
                <a:moveTo>
                  <a:pt x="9" y="72"/>
                </a:moveTo>
                <a:lnTo>
                  <a:pt x="8" y="65"/>
                </a:lnTo>
                <a:lnTo>
                  <a:pt x="15" y="64"/>
                </a:lnTo>
                <a:lnTo>
                  <a:pt x="16" y="71"/>
                </a:lnTo>
                <a:lnTo>
                  <a:pt x="9" y="72"/>
                </a:lnTo>
                <a:moveTo>
                  <a:pt x="8" y="65"/>
                </a:moveTo>
                <a:lnTo>
                  <a:pt x="7" y="57"/>
                </a:lnTo>
                <a:lnTo>
                  <a:pt x="14" y="56"/>
                </a:lnTo>
                <a:lnTo>
                  <a:pt x="15" y="64"/>
                </a:lnTo>
                <a:lnTo>
                  <a:pt x="8" y="65"/>
                </a:lnTo>
                <a:moveTo>
                  <a:pt x="7" y="57"/>
                </a:moveTo>
                <a:lnTo>
                  <a:pt x="6" y="50"/>
                </a:lnTo>
                <a:lnTo>
                  <a:pt x="13" y="49"/>
                </a:lnTo>
                <a:lnTo>
                  <a:pt x="14" y="56"/>
                </a:lnTo>
                <a:lnTo>
                  <a:pt x="7" y="57"/>
                </a:lnTo>
                <a:moveTo>
                  <a:pt x="6" y="50"/>
                </a:moveTo>
                <a:lnTo>
                  <a:pt x="5" y="43"/>
                </a:lnTo>
                <a:lnTo>
                  <a:pt x="12" y="42"/>
                </a:lnTo>
                <a:lnTo>
                  <a:pt x="13" y="49"/>
                </a:lnTo>
                <a:lnTo>
                  <a:pt x="6" y="50"/>
                </a:lnTo>
                <a:moveTo>
                  <a:pt x="5" y="43"/>
                </a:moveTo>
                <a:lnTo>
                  <a:pt x="4" y="36"/>
                </a:lnTo>
                <a:lnTo>
                  <a:pt x="11" y="35"/>
                </a:lnTo>
                <a:lnTo>
                  <a:pt x="12" y="42"/>
                </a:lnTo>
                <a:lnTo>
                  <a:pt x="5" y="43"/>
                </a:lnTo>
                <a:moveTo>
                  <a:pt x="4" y="36"/>
                </a:moveTo>
                <a:lnTo>
                  <a:pt x="3" y="29"/>
                </a:lnTo>
                <a:lnTo>
                  <a:pt x="10" y="28"/>
                </a:lnTo>
                <a:lnTo>
                  <a:pt x="11" y="35"/>
                </a:lnTo>
                <a:lnTo>
                  <a:pt x="4" y="36"/>
                </a:lnTo>
                <a:moveTo>
                  <a:pt x="3" y="29"/>
                </a:moveTo>
                <a:lnTo>
                  <a:pt x="2" y="22"/>
                </a:lnTo>
                <a:lnTo>
                  <a:pt x="9" y="21"/>
                </a:lnTo>
                <a:lnTo>
                  <a:pt x="10" y="28"/>
                </a:lnTo>
                <a:lnTo>
                  <a:pt x="3" y="29"/>
                </a:lnTo>
                <a:moveTo>
                  <a:pt x="2" y="22"/>
                </a:moveTo>
                <a:lnTo>
                  <a:pt x="2" y="15"/>
                </a:lnTo>
                <a:lnTo>
                  <a:pt x="9" y="14"/>
                </a:lnTo>
                <a:lnTo>
                  <a:pt x="9" y="21"/>
                </a:lnTo>
                <a:lnTo>
                  <a:pt x="2" y="22"/>
                </a:lnTo>
                <a:moveTo>
                  <a:pt x="2" y="15"/>
                </a:moveTo>
                <a:lnTo>
                  <a:pt x="1" y="8"/>
                </a:lnTo>
                <a:lnTo>
                  <a:pt x="8" y="7"/>
                </a:lnTo>
                <a:lnTo>
                  <a:pt x="9" y="14"/>
                </a:lnTo>
                <a:lnTo>
                  <a:pt x="2" y="15"/>
                </a:lnTo>
                <a:moveTo>
                  <a:pt x="1" y="8"/>
                </a:moveTo>
                <a:lnTo>
                  <a:pt x="0" y="0"/>
                </a:lnTo>
                <a:lnTo>
                  <a:pt x="12" y="4"/>
                </a:lnTo>
                <a:lnTo>
                  <a:pt x="9" y="11"/>
                </a:lnTo>
                <a:lnTo>
                  <a:pt x="3" y="8"/>
                </a:lnTo>
                <a:lnTo>
                  <a:pt x="4" y="5"/>
                </a:lnTo>
                <a:lnTo>
                  <a:pt x="7" y="5"/>
                </a:lnTo>
                <a:lnTo>
                  <a:pt x="8" y="7"/>
                </a:lnTo>
                <a:lnTo>
                  <a:pt x="1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/>
          <p:nvPr/>
        </p:nvSpPr>
        <p:spPr>
          <a:xfrm>
            <a:off x="6749640" y="2382840"/>
            <a:ext cx="388440" cy="105480"/>
          </a:xfrm>
          <a:custGeom>
            <a:avLst/>
            <a:gdLst/>
            <a:ahLst/>
            <a:rect l="0" t="0" r="r" b="b"/>
            <a:pathLst>
              <a:path fill="none" w="1079" h="293">
                <a:moveTo>
                  <a:pt x="0" y="0"/>
                </a:moveTo>
                <a:lnTo>
                  <a:pt x="94" y="25"/>
                </a:lnTo>
                <a:cubicBezTo>
                  <a:pt x="189" y="50"/>
                  <a:pt x="378" y="100"/>
                  <a:pt x="557" y="148"/>
                </a:cubicBezTo>
                <a:cubicBezTo>
                  <a:pt x="737" y="197"/>
                  <a:pt x="908" y="245"/>
                  <a:pt x="993" y="269"/>
                </a:cubicBezTo>
                <a:lnTo>
                  <a:pt x="1079" y="293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/>
          <p:nvPr/>
        </p:nvSpPr>
        <p:spPr>
          <a:xfrm>
            <a:off x="7121880" y="2472120"/>
            <a:ext cx="28440" cy="24840"/>
          </a:xfrm>
          <a:custGeom>
            <a:avLst/>
            <a:gdLst/>
            <a:ahLst/>
            <a:rect l="0" t="0" r="r" b="b"/>
            <a:pathLst>
              <a:path w="79" h="69">
                <a:moveTo>
                  <a:pt x="19" y="0"/>
                </a:moveTo>
                <a:lnTo>
                  <a:pt x="79" y="54"/>
                </a:lnTo>
                <a:lnTo>
                  <a:pt x="0" y="69"/>
                </a:lnTo>
                <a:lnTo>
                  <a:pt x="19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/>
          <p:nvPr/>
        </p:nvSpPr>
        <p:spPr>
          <a:xfrm>
            <a:off x="7120080" y="2469960"/>
            <a:ext cx="32760" cy="28800"/>
          </a:xfrm>
          <a:custGeom>
            <a:avLst/>
            <a:gdLst/>
            <a:ahLst/>
            <a:rect l="0" t="0" r="r" b="b"/>
            <a:pathLst>
              <a:path w="91" h="80">
                <a:moveTo>
                  <a:pt x="32" y="9"/>
                </a:moveTo>
                <a:lnTo>
                  <a:pt x="37" y="13"/>
                </a:lnTo>
                <a:lnTo>
                  <a:pt x="32" y="19"/>
                </a:lnTo>
                <a:lnTo>
                  <a:pt x="27" y="14"/>
                </a:lnTo>
                <a:lnTo>
                  <a:pt x="32" y="9"/>
                </a:lnTo>
                <a:moveTo>
                  <a:pt x="37" y="13"/>
                </a:moveTo>
                <a:lnTo>
                  <a:pt x="42" y="18"/>
                </a:lnTo>
                <a:lnTo>
                  <a:pt x="37" y="23"/>
                </a:lnTo>
                <a:lnTo>
                  <a:pt x="32" y="19"/>
                </a:lnTo>
                <a:lnTo>
                  <a:pt x="37" y="13"/>
                </a:lnTo>
                <a:moveTo>
                  <a:pt x="42" y="18"/>
                </a:moveTo>
                <a:lnTo>
                  <a:pt x="47" y="23"/>
                </a:lnTo>
                <a:lnTo>
                  <a:pt x="43" y="28"/>
                </a:lnTo>
                <a:lnTo>
                  <a:pt x="37" y="23"/>
                </a:lnTo>
                <a:lnTo>
                  <a:pt x="42" y="18"/>
                </a:lnTo>
                <a:moveTo>
                  <a:pt x="47" y="23"/>
                </a:moveTo>
                <a:lnTo>
                  <a:pt x="53" y="27"/>
                </a:lnTo>
                <a:lnTo>
                  <a:pt x="48" y="33"/>
                </a:lnTo>
                <a:lnTo>
                  <a:pt x="43" y="28"/>
                </a:lnTo>
                <a:lnTo>
                  <a:pt x="47" y="23"/>
                </a:lnTo>
                <a:moveTo>
                  <a:pt x="53" y="27"/>
                </a:moveTo>
                <a:lnTo>
                  <a:pt x="58" y="32"/>
                </a:lnTo>
                <a:lnTo>
                  <a:pt x="53" y="37"/>
                </a:lnTo>
                <a:lnTo>
                  <a:pt x="48" y="33"/>
                </a:lnTo>
                <a:lnTo>
                  <a:pt x="53" y="27"/>
                </a:lnTo>
                <a:moveTo>
                  <a:pt x="58" y="32"/>
                </a:moveTo>
                <a:lnTo>
                  <a:pt x="63" y="37"/>
                </a:lnTo>
                <a:lnTo>
                  <a:pt x="58" y="42"/>
                </a:lnTo>
                <a:lnTo>
                  <a:pt x="53" y="37"/>
                </a:lnTo>
                <a:lnTo>
                  <a:pt x="58" y="32"/>
                </a:lnTo>
                <a:moveTo>
                  <a:pt x="63" y="37"/>
                </a:moveTo>
                <a:lnTo>
                  <a:pt x="69" y="42"/>
                </a:lnTo>
                <a:lnTo>
                  <a:pt x="64" y="47"/>
                </a:lnTo>
                <a:lnTo>
                  <a:pt x="58" y="42"/>
                </a:lnTo>
                <a:lnTo>
                  <a:pt x="63" y="37"/>
                </a:lnTo>
                <a:moveTo>
                  <a:pt x="69" y="42"/>
                </a:moveTo>
                <a:lnTo>
                  <a:pt x="75" y="46"/>
                </a:lnTo>
                <a:lnTo>
                  <a:pt x="70" y="53"/>
                </a:lnTo>
                <a:lnTo>
                  <a:pt x="64" y="47"/>
                </a:lnTo>
                <a:lnTo>
                  <a:pt x="69" y="42"/>
                </a:lnTo>
                <a:moveTo>
                  <a:pt x="75" y="46"/>
                </a:moveTo>
                <a:lnTo>
                  <a:pt x="80" y="51"/>
                </a:lnTo>
                <a:lnTo>
                  <a:pt x="75" y="57"/>
                </a:lnTo>
                <a:lnTo>
                  <a:pt x="70" y="53"/>
                </a:lnTo>
                <a:lnTo>
                  <a:pt x="75" y="46"/>
                </a:lnTo>
                <a:moveTo>
                  <a:pt x="80" y="51"/>
                </a:moveTo>
                <a:lnTo>
                  <a:pt x="85" y="57"/>
                </a:lnTo>
                <a:lnTo>
                  <a:pt x="80" y="62"/>
                </a:lnTo>
                <a:lnTo>
                  <a:pt x="75" y="57"/>
                </a:lnTo>
                <a:lnTo>
                  <a:pt x="80" y="51"/>
                </a:lnTo>
                <a:moveTo>
                  <a:pt x="85" y="57"/>
                </a:moveTo>
                <a:lnTo>
                  <a:pt x="91" y="62"/>
                </a:lnTo>
                <a:lnTo>
                  <a:pt x="79" y="65"/>
                </a:lnTo>
                <a:lnTo>
                  <a:pt x="77" y="58"/>
                </a:lnTo>
                <a:lnTo>
                  <a:pt x="83" y="57"/>
                </a:lnTo>
                <a:lnTo>
                  <a:pt x="84" y="60"/>
                </a:lnTo>
                <a:lnTo>
                  <a:pt x="81" y="63"/>
                </a:lnTo>
                <a:lnTo>
                  <a:pt x="80" y="62"/>
                </a:lnTo>
                <a:lnTo>
                  <a:pt x="85" y="57"/>
                </a:lnTo>
                <a:moveTo>
                  <a:pt x="79" y="65"/>
                </a:moveTo>
                <a:lnTo>
                  <a:pt x="72" y="66"/>
                </a:lnTo>
                <a:lnTo>
                  <a:pt x="70" y="59"/>
                </a:lnTo>
                <a:lnTo>
                  <a:pt x="77" y="58"/>
                </a:lnTo>
                <a:lnTo>
                  <a:pt x="79" y="65"/>
                </a:lnTo>
                <a:moveTo>
                  <a:pt x="72" y="66"/>
                </a:moveTo>
                <a:lnTo>
                  <a:pt x="64" y="68"/>
                </a:lnTo>
                <a:lnTo>
                  <a:pt x="62" y="61"/>
                </a:lnTo>
                <a:lnTo>
                  <a:pt x="70" y="59"/>
                </a:lnTo>
                <a:lnTo>
                  <a:pt x="72" y="66"/>
                </a:lnTo>
                <a:moveTo>
                  <a:pt x="64" y="68"/>
                </a:moveTo>
                <a:lnTo>
                  <a:pt x="57" y="69"/>
                </a:lnTo>
                <a:lnTo>
                  <a:pt x="55" y="62"/>
                </a:lnTo>
                <a:lnTo>
                  <a:pt x="62" y="61"/>
                </a:lnTo>
                <a:lnTo>
                  <a:pt x="64" y="68"/>
                </a:lnTo>
                <a:moveTo>
                  <a:pt x="57" y="69"/>
                </a:moveTo>
                <a:lnTo>
                  <a:pt x="50" y="70"/>
                </a:lnTo>
                <a:lnTo>
                  <a:pt x="49" y="63"/>
                </a:lnTo>
                <a:lnTo>
                  <a:pt x="55" y="62"/>
                </a:lnTo>
                <a:lnTo>
                  <a:pt x="57" y="69"/>
                </a:lnTo>
                <a:moveTo>
                  <a:pt x="50" y="70"/>
                </a:moveTo>
                <a:lnTo>
                  <a:pt x="43" y="72"/>
                </a:lnTo>
                <a:lnTo>
                  <a:pt x="42" y="65"/>
                </a:lnTo>
                <a:lnTo>
                  <a:pt x="49" y="63"/>
                </a:lnTo>
                <a:lnTo>
                  <a:pt x="50" y="70"/>
                </a:lnTo>
                <a:moveTo>
                  <a:pt x="43" y="72"/>
                </a:moveTo>
                <a:lnTo>
                  <a:pt x="36" y="73"/>
                </a:lnTo>
                <a:lnTo>
                  <a:pt x="35" y="66"/>
                </a:lnTo>
                <a:lnTo>
                  <a:pt x="42" y="65"/>
                </a:lnTo>
                <a:lnTo>
                  <a:pt x="43" y="72"/>
                </a:lnTo>
                <a:moveTo>
                  <a:pt x="36" y="73"/>
                </a:moveTo>
                <a:lnTo>
                  <a:pt x="29" y="74"/>
                </a:lnTo>
                <a:lnTo>
                  <a:pt x="28" y="67"/>
                </a:lnTo>
                <a:lnTo>
                  <a:pt x="35" y="66"/>
                </a:lnTo>
                <a:lnTo>
                  <a:pt x="36" y="73"/>
                </a:lnTo>
                <a:moveTo>
                  <a:pt x="29" y="74"/>
                </a:moveTo>
                <a:lnTo>
                  <a:pt x="22" y="76"/>
                </a:lnTo>
                <a:lnTo>
                  <a:pt x="21" y="69"/>
                </a:lnTo>
                <a:lnTo>
                  <a:pt x="28" y="67"/>
                </a:lnTo>
                <a:lnTo>
                  <a:pt x="29" y="74"/>
                </a:lnTo>
                <a:moveTo>
                  <a:pt x="22" y="76"/>
                </a:moveTo>
                <a:lnTo>
                  <a:pt x="15" y="77"/>
                </a:lnTo>
                <a:lnTo>
                  <a:pt x="14" y="70"/>
                </a:lnTo>
                <a:lnTo>
                  <a:pt x="21" y="69"/>
                </a:lnTo>
                <a:lnTo>
                  <a:pt x="22" y="76"/>
                </a:lnTo>
                <a:moveTo>
                  <a:pt x="15" y="77"/>
                </a:moveTo>
                <a:lnTo>
                  <a:pt x="8" y="78"/>
                </a:lnTo>
                <a:lnTo>
                  <a:pt x="7" y="72"/>
                </a:lnTo>
                <a:lnTo>
                  <a:pt x="14" y="70"/>
                </a:lnTo>
                <a:lnTo>
                  <a:pt x="15" y="77"/>
                </a:lnTo>
                <a:moveTo>
                  <a:pt x="8" y="78"/>
                </a:moveTo>
                <a:lnTo>
                  <a:pt x="0" y="80"/>
                </a:lnTo>
                <a:lnTo>
                  <a:pt x="3" y="70"/>
                </a:lnTo>
                <a:lnTo>
                  <a:pt x="10" y="72"/>
                </a:lnTo>
                <a:lnTo>
                  <a:pt x="9" y="76"/>
                </a:lnTo>
                <a:lnTo>
                  <a:pt x="5" y="75"/>
                </a:lnTo>
                <a:lnTo>
                  <a:pt x="4" y="72"/>
                </a:lnTo>
                <a:lnTo>
                  <a:pt x="7" y="72"/>
                </a:lnTo>
                <a:lnTo>
                  <a:pt x="8" y="78"/>
                </a:lnTo>
                <a:moveTo>
                  <a:pt x="3" y="70"/>
                </a:moveTo>
                <a:lnTo>
                  <a:pt x="5" y="63"/>
                </a:lnTo>
                <a:lnTo>
                  <a:pt x="12" y="65"/>
                </a:lnTo>
                <a:lnTo>
                  <a:pt x="10" y="72"/>
                </a:lnTo>
                <a:lnTo>
                  <a:pt x="3" y="70"/>
                </a:lnTo>
                <a:moveTo>
                  <a:pt x="5" y="63"/>
                </a:moveTo>
                <a:lnTo>
                  <a:pt x="7" y="57"/>
                </a:lnTo>
                <a:lnTo>
                  <a:pt x="13" y="58"/>
                </a:lnTo>
                <a:lnTo>
                  <a:pt x="12" y="65"/>
                </a:lnTo>
                <a:lnTo>
                  <a:pt x="5" y="63"/>
                </a:lnTo>
                <a:moveTo>
                  <a:pt x="7" y="57"/>
                </a:moveTo>
                <a:lnTo>
                  <a:pt x="9" y="49"/>
                </a:lnTo>
                <a:lnTo>
                  <a:pt x="15" y="51"/>
                </a:lnTo>
                <a:lnTo>
                  <a:pt x="13" y="58"/>
                </a:lnTo>
                <a:lnTo>
                  <a:pt x="7" y="57"/>
                </a:lnTo>
                <a:moveTo>
                  <a:pt x="9" y="49"/>
                </a:moveTo>
                <a:lnTo>
                  <a:pt x="10" y="42"/>
                </a:lnTo>
                <a:lnTo>
                  <a:pt x="17" y="44"/>
                </a:lnTo>
                <a:lnTo>
                  <a:pt x="15" y="51"/>
                </a:lnTo>
                <a:lnTo>
                  <a:pt x="9" y="49"/>
                </a:lnTo>
                <a:moveTo>
                  <a:pt x="10" y="42"/>
                </a:moveTo>
                <a:lnTo>
                  <a:pt x="12" y="35"/>
                </a:lnTo>
                <a:lnTo>
                  <a:pt x="19" y="37"/>
                </a:lnTo>
                <a:lnTo>
                  <a:pt x="17" y="44"/>
                </a:lnTo>
                <a:lnTo>
                  <a:pt x="10" y="42"/>
                </a:lnTo>
                <a:moveTo>
                  <a:pt x="12" y="35"/>
                </a:moveTo>
                <a:lnTo>
                  <a:pt x="14" y="28"/>
                </a:lnTo>
                <a:lnTo>
                  <a:pt x="21" y="30"/>
                </a:lnTo>
                <a:lnTo>
                  <a:pt x="19" y="37"/>
                </a:lnTo>
                <a:lnTo>
                  <a:pt x="12" y="35"/>
                </a:lnTo>
                <a:moveTo>
                  <a:pt x="14" y="28"/>
                </a:moveTo>
                <a:lnTo>
                  <a:pt x="16" y="22"/>
                </a:lnTo>
                <a:lnTo>
                  <a:pt x="23" y="23"/>
                </a:lnTo>
                <a:lnTo>
                  <a:pt x="21" y="30"/>
                </a:lnTo>
                <a:lnTo>
                  <a:pt x="14" y="28"/>
                </a:lnTo>
                <a:moveTo>
                  <a:pt x="16" y="22"/>
                </a:moveTo>
                <a:lnTo>
                  <a:pt x="18" y="15"/>
                </a:lnTo>
                <a:lnTo>
                  <a:pt x="25" y="17"/>
                </a:lnTo>
                <a:lnTo>
                  <a:pt x="23" y="23"/>
                </a:lnTo>
                <a:lnTo>
                  <a:pt x="16" y="22"/>
                </a:lnTo>
                <a:moveTo>
                  <a:pt x="18" y="15"/>
                </a:moveTo>
                <a:lnTo>
                  <a:pt x="20" y="8"/>
                </a:lnTo>
                <a:lnTo>
                  <a:pt x="27" y="10"/>
                </a:lnTo>
                <a:lnTo>
                  <a:pt x="25" y="17"/>
                </a:lnTo>
                <a:lnTo>
                  <a:pt x="18" y="15"/>
                </a:lnTo>
                <a:moveTo>
                  <a:pt x="20" y="8"/>
                </a:moveTo>
                <a:lnTo>
                  <a:pt x="22" y="0"/>
                </a:lnTo>
                <a:lnTo>
                  <a:pt x="32" y="9"/>
                </a:lnTo>
                <a:lnTo>
                  <a:pt x="27" y="14"/>
                </a:lnTo>
                <a:lnTo>
                  <a:pt x="22" y="9"/>
                </a:lnTo>
                <a:lnTo>
                  <a:pt x="24" y="6"/>
                </a:lnTo>
                <a:lnTo>
                  <a:pt x="27" y="7"/>
                </a:lnTo>
                <a:lnTo>
                  <a:pt x="27" y="10"/>
                </a:lnTo>
                <a:lnTo>
                  <a:pt x="20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/>
          <p:nvPr/>
        </p:nvSpPr>
        <p:spPr>
          <a:xfrm>
            <a:off x="3090240" y="2448360"/>
            <a:ext cx="4060080" cy="198000"/>
          </a:xfrm>
          <a:custGeom>
            <a:avLst/>
            <a:gdLst/>
            <a:ahLst/>
            <a:rect l="0" t="0" r="r" b="b"/>
            <a:pathLst>
              <a:path fill="none" w="11278" h="550">
                <a:moveTo>
                  <a:pt x="11278" y="479"/>
                </a:moveTo>
                <a:lnTo>
                  <a:pt x="11187" y="491"/>
                </a:lnTo>
                <a:cubicBezTo>
                  <a:pt x="11096" y="503"/>
                  <a:pt x="10913" y="527"/>
                  <a:pt x="10577" y="538"/>
                </a:cubicBezTo>
                <a:cubicBezTo>
                  <a:pt x="10241" y="550"/>
                  <a:pt x="9750" y="550"/>
                  <a:pt x="9246" y="550"/>
                </a:cubicBezTo>
                <a:cubicBezTo>
                  <a:pt x="8742" y="550"/>
                  <a:pt x="8223" y="550"/>
                  <a:pt x="7694" y="550"/>
                </a:cubicBezTo>
                <a:cubicBezTo>
                  <a:pt x="7164" y="550"/>
                  <a:pt x="6622" y="550"/>
                  <a:pt x="6051" y="550"/>
                </a:cubicBezTo>
                <a:cubicBezTo>
                  <a:pt x="5481" y="550"/>
                  <a:pt x="4881" y="550"/>
                  <a:pt x="4338" y="550"/>
                </a:cubicBezTo>
                <a:cubicBezTo>
                  <a:pt x="3796" y="550"/>
                  <a:pt x="3311" y="550"/>
                  <a:pt x="2792" y="550"/>
                </a:cubicBezTo>
                <a:cubicBezTo>
                  <a:pt x="2273" y="550"/>
                  <a:pt x="1720" y="550"/>
                  <a:pt x="1249" y="459"/>
                </a:cubicBezTo>
                <a:cubicBezTo>
                  <a:pt x="778" y="367"/>
                  <a:pt x="389" y="184"/>
                  <a:pt x="194" y="93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1" name=""/>
          <p:cNvSpPr/>
          <p:nvPr/>
        </p:nvSpPr>
        <p:spPr>
          <a:xfrm>
            <a:off x="3078720" y="2442240"/>
            <a:ext cx="28800" cy="23400"/>
          </a:xfrm>
          <a:custGeom>
            <a:avLst/>
            <a:gdLst/>
            <a:ahLst/>
            <a:rect l="0" t="0" r="r" b="b"/>
            <a:pathLst>
              <a:path w="80" h="65">
                <a:moveTo>
                  <a:pt x="49" y="65"/>
                </a:moveTo>
                <a:lnTo>
                  <a:pt x="0" y="2"/>
                </a:lnTo>
                <a:lnTo>
                  <a:pt x="80" y="0"/>
                </a:lnTo>
                <a:lnTo>
                  <a:pt x="49" y="6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/>
          <p:nvPr/>
        </p:nvSpPr>
        <p:spPr>
          <a:xfrm>
            <a:off x="3076200" y="2441160"/>
            <a:ext cx="33120" cy="27000"/>
          </a:xfrm>
          <a:custGeom>
            <a:avLst/>
            <a:gdLst/>
            <a:ahLst/>
            <a:rect l="0" t="0" r="r" b="b"/>
            <a:pathLst>
              <a:path w="92" h="75">
                <a:moveTo>
                  <a:pt x="48" y="65"/>
                </a:moveTo>
                <a:lnTo>
                  <a:pt x="44" y="58"/>
                </a:lnTo>
                <a:lnTo>
                  <a:pt x="50" y="54"/>
                </a:lnTo>
                <a:lnTo>
                  <a:pt x="54" y="59"/>
                </a:lnTo>
                <a:lnTo>
                  <a:pt x="48" y="65"/>
                </a:lnTo>
                <a:moveTo>
                  <a:pt x="44" y="58"/>
                </a:moveTo>
                <a:lnTo>
                  <a:pt x="40" y="53"/>
                </a:lnTo>
                <a:lnTo>
                  <a:pt x="45" y="48"/>
                </a:lnTo>
                <a:lnTo>
                  <a:pt x="50" y="54"/>
                </a:lnTo>
                <a:lnTo>
                  <a:pt x="44" y="58"/>
                </a:lnTo>
                <a:moveTo>
                  <a:pt x="40" y="53"/>
                </a:moveTo>
                <a:lnTo>
                  <a:pt x="35" y="47"/>
                </a:lnTo>
                <a:lnTo>
                  <a:pt x="41" y="43"/>
                </a:lnTo>
                <a:lnTo>
                  <a:pt x="45" y="48"/>
                </a:lnTo>
                <a:lnTo>
                  <a:pt x="40" y="53"/>
                </a:lnTo>
                <a:moveTo>
                  <a:pt x="35" y="47"/>
                </a:moveTo>
                <a:lnTo>
                  <a:pt x="31" y="42"/>
                </a:lnTo>
                <a:lnTo>
                  <a:pt x="37" y="37"/>
                </a:lnTo>
                <a:lnTo>
                  <a:pt x="41" y="43"/>
                </a:lnTo>
                <a:lnTo>
                  <a:pt x="35" y="47"/>
                </a:lnTo>
                <a:moveTo>
                  <a:pt x="31" y="42"/>
                </a:moveTo>
                <a:lnTo>
                  <a:pt x="27" y="36"/>
                </a:lnTo>
                <a:lnTo>
                  <a:pt x="32" y="32"/>
                </a:lnTo>
                <a:lnTo>
                  <a:pt x="37" y="37"/>
                </a:lnTo>
                <a:lnTo>
                  <a:pt x="31" y="42"/>
                </a:lnTo>
                <a:moveTo>
                  <a:pt x="27" y="36"/>
                </a:moveTo>
                <a:lnTo>
                  <a:pt x="22" y="30"/>
                </a:lnTo>
                <a:lnTo>
                  <a:pt x="28" y="26"/>
                </a:lnTo>
                <a:lnTo>
                  <a:pt x="32" y="32"/>
                </a:lnTo>
                <a:lnTo>
                  <a:pt x="27" y="36"/>
                </a:lnTo>
                <a:moveTo>
                  <a:pt x="22" y="30"/>
                </a:moveTo>
                <a:lnTo>
                  <a:pt x="18" y="25"/>
                </a:lnTo>
                <a:lnTo>
                  <a:pt x="23" y="21"/>
                </a:lnTo>
                <a:lnTo>
                  <a:pt x="28" y="26"/>
                </a:lnTo>
                <a:lnTo>
                  <a:pt x="22" y="30"/>
                </a:lnTo>
                <a:moveTo>
                  <a:pt x="18" y="25"/>
                </a:moveTo>
                <a:lnTo>
                  <a:pt x="13" y="19"/>
                </a:lnTo>
                <a:lnTo>
                  <a:pt x="19" y="15"/>
                </a:lnTo>
                <a:lnTo>
                  <a:pt x="23" y="21"/>
                </a:lnTo>
                <a:lnTo>
                  <a:pt x="18" y="25"/>
                </a:lnTo>
                <a:moveTo>
                  <a:pt x="13" y="19"/>
                </a:moveTo>
                <a:lnTo>
                  <a:pt x="9" y="14"/>
                </a:lnTo>
                <a:lnTo>
                  <a:pt x="15" y="9"/>
                </a:lnTo>
                <a:lnTo>
                  <a:pt x="19" y="15"/>
                </a:lnTo>
                <a:lnTo>
                  <a:pt x="13" y="19"/>
                </a:lnTo>
                <a:moveTo>
                  <a:pt x="9" y="14"/>
                </a:moveTo>
                <a:lnTo>
                  <a:pt x="5" y="8"/>
                </a:lnTo>
                <a:lnTo>
                  <a:pt x="10" y="4"/>
                </a:lnTo>
                <a:lnTo>
                  <a:pt x="15" y="9"/>
                </a:lnTo>
                <a:lnTo>
                  <a:pt x="9" y="14"/>
                </a:lnTo>
                <a:moveTo>
                  <a:pt x="5" y="8"/>
                </a:moveTo>
                <a:lnTo>
                  <a:pt x="0" y="2"/>
                </a:lnTo>
                <a:lnTo>
                  <a:pt x="12" y="1"/>
                </a:lnTo>
                <a:lnTo>
                  <a:pt x="13" y="8"/>
                </a:lnTo>
                <a:lnTo>
                  <a:pt x="7" y="9"/>
                </a:lnTo>
                <a:lnTo>
                  <a:pt x="7" y="5"/>
                </a:lnTo>
                <a:lnTo>
                  <a:pt x="10" y="3"/>
                </a:lnTo>
                <a:lnTo>
                  <a:pt x="10" y="4"/>
                </a:lnTo>
                <a:lnTo>
                  <a:pt x="5" y="8"/>
                </a:lnTo>
                <a:moveTo>
                  <a:pt x="12" y="1"/>
                </a:moveTo>
                <a:lnTo>
                  <a:pt x="19" y="1"/>
                </a:lnTo>
                <a:lnTo>
                  <a:pt x="20" y="8"/>
                </a:lnTo>
                <a:lnTo>
                  <a:pt x="13" y="8"/>
                </a:lnTo>
                <a:lnTo>
                  <a:pt x="12" y="1"/>
                </a:lnTo>
                <a:moveTo>
                  <a:pt x="19" y="1"/>
                </a:moveTo>
                <a:lnTo>
                  <a:pt x="27" y="1"/>
                </a:lnTo>
                <a:lnTo>
                  <a:pt x="27" y="8"/>
                </a:lnTo>
                <a:lnTo>
                  <a:pt x="20" y="8"/>
                </a:lnTo>
                <a:lnTo>
                  <a:pt x="19" y="1"/>
                </a:lnTo>
                <a:moveTo>
                  <a:pt x="27" y="1"/>
                </a:moveTo>
                <a:lnTo>
                  <a:pt x="34" y="1"/>
                </a:lnTo>
                <a:lnTo>
                  <a:pt x="34" y="8"/>
                </a:lnTo>
                <a:lnTo>
                  <a:pt x="27" y="8"/>
                </a:lnTo>
                <a:lnTo>
                  <a:pt x="27" y="1"/>
                </a:lnTo>
                <a:moveTo>
                  <a:pt x="34" y="1"/>
                </a:moveTo>
                <a:lnTo>
                  <a:pt x="41" y="1"/>
                </a:lnTo>
                <a:lnTo>
                  <a:pt x="41" y="8"/>
                </a:lnTo>
                <a:lnTo>
                  <a:pt x="34" y="8"/>
                </a:lnTo>
                <a:lnTo>
                  <a:pt x="34" y="1"/>
                </a:lnTo>
                <a:moveTo>
                  <a:pt x="41" y="1"/>
                </a:moveTo>
                <a:lnTo>
                  <a:pt x="48" y="1"/>
                </a:lnTo>
                <a:lnTo>
                  <a:pt x="48" y="8"/>
                </a:lnTo>
                <a:lnTo>
                  <a:pt x="41" y="8"/>
                </a:lnTo>
                <a:lnTo>
                  <a:pt x="41" y="1"/>
                </a:lnTo>
                <a:moveTo>
                  <a:pt x="48" y="1"/>
                </a:moveTo>
                <a:lnTo>
                  <a:pt x="56" y="0"/>
                </a:lnTo>
                <a:lnTo>
                  <a:pt x="56" y="7"/>
                </a:lnTo>
                <a:lnTo>
                  <a:pt x="48" y="8"/>
                </a:lnTo>
                <a:lnTo>
                  <a:pt x="48" y="1"/>
                </a:lnTo>
                <a:moveTo>
                  <a:pt x="56" y="0"/>
                </a:moveTo>
                <a:lnTo>
                  <a:pt x="63" y="0"/>
                </a:lnTo>
                <a:lnTo>
                  <a:pt x="63" y="7"/>
                </a:lnTo>
                <a:lnTo>
                  <a:pt x="56" y="7"/>
                </a:lnTo>
                <a:lnTo>
                  <a:pt x="56" y="0"/>
                </a:lnTo>
                <a:moveTo>
                  <a:pt x="63" y="0"/>
                </a:moveTo>
                <a:lnTo>
                  <a:pt x="70" y="0"/>
                </a:lnTo>
                <a:lnTo>
                  <a:pt x="70" y="7"/>
                </a:lnTo>
                <a:lnTo>
                  <a:pt x="63" y="7"/>
                </a:lnTo>
                <a:lnTo>
                  <a:pt x="63" y="0"/>
                </a:lnTo>
                <a:moveTo>
                  <a:pt x="70" y="0"/>
                </a:moveTo>
                <a:lnTo>
                  <a:pt x="77" y="0"/>
                </a:lnTo>
                <a:lnTo>
                  <a:pt x="77" y="7"/>
                </a:lnTo>
                <a:lnTo>
                  <a:pt x="70" y="7"/>
                </a:lnTo>
                <a:lnTo>
                  <a:pt x="70" y="0"/>
                </a:lnTo>
                <a:moveTo>
                  <a:pt x="77" y="0"/>
                </a:moveTo>
                <a:lnTo>
                  <a:pt x="84" y="0"/>
                </a:lnTo>
                <a:lnTo>
                  <a:pt x="84" y="7"/>
                </a:lnTo>
                <a:lnTo>
                  <a:pt x="77" y="7"/>
                </a:lnTo>
                <a:lnTo>
                  <a:pt x="77" y="0"/>
                </a:lnTo>
                <a:moveTo>
                  <a:pt x="84" y="0"/>
                </a:moveTo>
                <a:lnTo>
                  <a:pt x="92" y="0"/>
                </a:lnTo>
                <a:lnTo>
                  <a:pt x="88" y="9"/>
                </a:lnTo>
                <a:lnTo>
                  <a:pt x="82" y="6"/>
                </a:lnTo>
                <a:lnTo>
                  <a:pt x="83" y="2"/>
                </a:lnTo>
                <a:lnTo>
                  <a:pt x="87" y="3"/>
                </a:lnTo>
                <a:lnTo>
                  <a:pt x="87" y="7"/>
                </a:lnTo>
                <a:lnTo>
                  <a:pt x="84" y="7"/>
                </a:lnTo>
                <a:lnTo>
                  <a:pt x="84" y="0"/>
                </a:lnTo>
                <a:moveTo>
                  <a:pt x="88" y="9"/>
                </a:moveTo>
                <a:lnTo>
                  <a:pt x="85" y="15"/>
                </a:lnTo>
                <a:lnTo>
                  <a:pt x="79" y="12"/>
                </a:lnTo>
                <a:lnTo>
                  <a:pt x="82" y="6"/>
                </a:lnTo>
                <a:lnTo>
                  <a:pt x="88" y="9"/>
                </a:lnTo>
                <a:moveTo>
                  <a:pt x="85" y="15"/>
                </a:moveTo>
                <a:lnTo>
                  <a:pt x="82" y="22"/>
                </a:lnTo>
                <a:lnTo>
                  <a:pt x="76" y="19"/>
                </a:lnTo>
                <a:lnTo>
                  <a:pt x="79" y="12"/>
                </a:lnTo>
                <a:lnTo>
                  <a:pt x="85" y="15"/>
                </a:lnTo>
                <a:moveTo>
                  <a:pt x="82" y="22"/>
                </a:moveTo>
                <a:lnTo>
                  <a:pt x="79" y="28"/>
                </a:lnTo>
                <a:lnTo>
                  <a:pt x="73" y="25"/>
                </a:lnTo>
                <a:lnTo>
                  <a:pt x="76" y="19"/>
                </a:lnTo>
                <a:lnTo>
                  <a:pt x="82" y="22"/>
                </a:lnTo>
                <a:moveTo>
                  <a:pt x="79" y="28"/>
                </a:moveTo>
                <a:lnTo>
                  <a:pt x="76" y="34"/>
                </a:lnTo>
                <a:lnTo>
                  <a:pt x="70" y="31"/>
                </a:lnTo>
                <a:lnTo>
                  <a:pt x="73" y="25"/>
                </a:lnTo>
                <a:lnTo>
                  <a:pt x="79" y="28"/>
                </a:lnTo>
                <a:moveTo>
                  <a:pt x="76" y="34"/>
                </a:moveTo>
                <a:lnTo>
                  <a:pt x="73" y="41"/>
                </a:lnTo>
                <a:lnTo>
                  <a:pt x="67" y="38"/>
                </a:lnTo>
                <a:lnTo>
                  <a:pt x="70" y="31"/>
                </a:lnTo>
                <a:lnTo>
                  <a:pt x="76" y="34"/>
                </a:lnTo>
                <a:moveTo>
                  <a:pt x="73" y="41"/>
                </a:moveTo>
                <a:lnTo>
                  <a:pt x="70" y="47"/>
                </a:lnTo>
                <a:lnTo>
                  <a:pt x="64" y="44"/>
                </a:lnTo>
                <a:lnTo>
                  <a:pt x="67" y="38"/>
                </a:lnTo>
                <a:lnTo>
                  <a:pt x="73" y="41"/>
                </a:lnTo>
                <a:moveTo>
                  <a:pt x="70" y="47"/>
                </a:moveTo>
                <a:lnTo>
                  <a:pt x="67" y="54"/>
                </a:lnTo>
                <a:lnTo>
                  <a:pt x="61" y="51"/>
                </a:lnTo>
                <a:lnTo>
                  <a:pt x="64" y="44"/>
                </a:lnTo>
                <a:lnTo>
                  <a:pt x="70" y="47"/>
                </a:lnTo>
                <a:moveTo>
                  <a:pt x="67" y="54"/>
                </a:moveTo>
                <a:lnTo>
                  <a:pt x="64" y="60"/>
                </a:lnTo>
                <a:lnTo>
                  <a:pt x="57" y="57"/>
                </a:lnTo>
                <a:lnTo>
                  <a:pt x="61" y="51"/>
                </a:lnTo>
                <a:lnTo>
                  <a:pt x="67" y="54"/>
                </a:lnTo>
                <a:moveTo>
                  <a:pt x="64" y="60"/>
                </a:moveTo>
                <a:lnTo>
                  <a:pt x="61" y="67"/>
                </a:lnTo>
                <a:lnTo>
                  <a:pt x="53" y="63"/>
                </a:lnTo>
                <a:lnTo>
                  <a:pt x="57" y="57"/>
                </a:lnTo>
                <a:lnTo>
                  <a:pt x="64" y="60"/>
                </a:lnTo>
                <a:moveTo>
                  <a:pt x="61" y="67"/>
                </a:moveTo>
                <a:lnTo>
                  <a:pt x="57" y="75"/>
                </a:lnTo>
                <a:lnTo>
                  <a:pt x="48" y="65"/>
                </a:lnTo>
                <a:lnTo>
                  <a:pt x="54" y="59"/>
                </a:lnTo>
                <a:lnTo>
                  <a:pt x="59" y="66"/>
                </a:lnTo>
                <a:lnTo>
                  <a:pt x="57" y="68"/>
                </a:lnTo>
                <a:lnTo>
                  <a:pt x="52" y="67"/>
                </a:lnTo>
                <a:lnTo>
                  <a:pt x="53" y="63"/>
                </a:lnTo>
                <a:lnTo>
                  <a:pt x="61" y="67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/>
          <p:nvPr/>
        </p:nvSpPr>
        <p:spPr>
          <a:xfrm>
            <a:off x="6749640" y="2141280"/>
            <a:ext cx="1576080" cy="338040"/>
          </a:xfrm>
          <a:custGeom>
            <a:avLst/>
            <a:gdLst/>
            <a:ahLst/>
            <a:rect l="0" t="0" r="r" b="b"/>
            <a:pathLst>
              <a:path fill="none" w="4378" h="939">
                <a:moveTo>
                  <a:pt x="0" y="167"/>
                </a:moveTo>
                <a:lnTo>
                  <a:pt x="94" y="138"/>
                </a:lnTo>
                <a:cubicBezTo>
                  <a:pt x="188" y="110"/>
                  <a:pt x="377" y="55"/>
                  <a:pt x="709" y="27"/>
                </a:cubicBezTo>
                <a:cubicBezTo>
                  <a:pt x="1041" y="0"/>
                  <a:pt x="1517" y="0"/>
                  <a:pt x="1974" y="0"/>
                </a:cubicBezTo>
                <a:cubicBezTo>
                  <a:pt x="2431" y="0"/>
                  <a:pt x="2871" y="0"/>
                  <a:pt x="3269" y="157"/>
                </a:cubicBezTo>
                <a:cubicBezTo>
                  <a:pt x="3667" y="313"/>
                  <a:pt x="4022" y="626"/>
                  <a:pt x="4200" y="782"/>
                </a:cubicBezTo>
                <a:lnTo>
                  <a:pt x="4378" y="939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/>
          <p:nvPr/>
        </p:nvSpPr>
        <p:spPr>
          <a:xfrm>
            <a:off x="8307360" y="2460960"/>
            <a:ext cx="27720" cy="26640"/>
          </a:xfrm>
          <a:custGeom>
            <a:avLst/>
            <a:gdLst/>
            <a:ahLst/>
            <a:rect l="0" t="0" r="r" b="b"/>
            <a:pathLst>
              <a:path w="77" h="74">
                <a:moveTo>
                  <a:pt x="47" y="0"/>
                </a:moveTo>
                <a:lnTo>
                  <a:pt x="77" y="74"/>
                </a:lnTo>
                <a:lnTo>
                  <a:pt x="0" y="53"/>
                </a:lnTo>
                <a:lnTo>
                  <a:pt x="47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5" name=""/>
          <p:cNvSpPr/>
          <p:nvPr/>
        </p:nvSpPr>
        <p:spPr>
          <a:xfrm>
            <a:off x="8304840" y="2458440"/>
            <a:ext cx="32400" cy="30960"/>
          </a:xfrm>
          <a:custGeom>
            <a:avLst/>
            <a:gdLst/>
            <a:ahLst/>
            <a:rect l="0" t="0" r="r" b="b"/>
            <a:pathLst>
              <a:path w="90" h="86">
                <a:moveTo>
                  <a:pt x="60" y="12"/>
                </a:moveTo>
                <a:lnTo>
                  <a:pt x="63" y="19"/>
                </a:lnTo>
                <a:lnTo>
                  <a:pt x="57" y="22"/>
                </a:lnTo>
                <a:lnTo>
                  <a:pt x="54" y="15"/>
                </a:lnTo>
                <a:lnTo>
                  <a:pt x="60" y="12"/>
                </a:lnTo>
                <a:moveTo>
                  <a:pt x="63" y="19"/>
                </a:moveTo>
                <a:lnTo>
                  <a:pt x="66" y="26"/>
                </a:lnTo>
                <a:lnTo>
                  <a:pt x="59" y="29"/>
                </a:lnTo>
                <a:lnTo>
                  <a:pt x="57" y="22"/>
                </a:lnTo>
                <a:lnTo>
                  <a:pt x="63" y="19"/>
                </a:lnTo>
                <a:moveTo>
                  <a:pt x="66" y="26"/>
                </a:moveTo>
                <a:lnTo>
                  <a:pt x="68" y="33"/>
                </a:lnTo>
                <a:lnTo>
                  <a:pt x="62" y="35"/>
                </a:lnTo>
                <a:lnTo>
                  <a:pt x="59" y="29"/>
                </a:lnTo>
                <a:lnTo>
                  <a:pt x="66" y="26"/>
                </a:lnTo>
                <a:moveTo>
                  <a:pt x="68" y="33"/>
                </a:moveTo>
                <a:lnTo>
                  <a:pt x="71" y="39"/>
                </a:lnTo>
                <a:lnTo>
                  <a:pt x="65" y="42"/>
                </a:lnTo>
                <a:lnTo>
                  <a:pt x="62" y="35"/>
                </a:lnTo>
                <a:lnTo>
                  <a:pt x="68" y="33"/>
                </a:lnTo>
                <a:moveTo>
                  <a:pt x="71" y="39"/>
                </a:moveTo>
                <a:lnTo>
                  <a:pt x="74" y="46"/>
                </a:lnTo>
                <a:lnTo>
                  <a:pt x="67" y="48"/>
                </a:lnTo>
                <a:lnTo>
                  <a:pt x="65" y="42"/>
                </a:lnTo>
                <a:lnTo>
                  <a:pt x="71" y="39"/>
                </a:lnTo>
                <a:moveTo>
                  <a:pt x="74" y="46"/>
                </a:moveTo>
                <a:lnTo>
                  <a:pt x="76" y="52"/>
                </a:lnTo>
                <a:lnTo>
                  <a:pt x="70" y="55"/>
                </a:lnTo>
                <a:lnTo>
                  <a:pt x="67" y="48"/>
                </a:lnTo>
                <a:lnTo>
                  <a:pt x="74" y="46"/>
                </a:lnTo>
                <a:moveTo>
                  <a:pt x="76" y="52"/>
                </a:moveTo>
                <a:lnTo>
                  <a:pt x="79" y="59"/>
                </a:lnTo>
                <a:lnTo>
                  <a:pt x="73" y="61"/>
                </a:lnTo>
                <a:lnTo>
                  <a:pt x="70" y="55"/>
                </a:lnTo>
                <a:lnTo>
                  <a:pt x="76" y="52"/>
                </a:lnTo>
                <a:moveTo>
                  <a:pt x="79" y="59"/>
                </a:moveTo>
                <a:lnTo>
                  <a:pt x="82" y="65"/>
                </a:lnTo>
                <a:lnTo>
                  <a:pt x="75" y="68"/>
                </a:lnTo>
                <a:lnTo>
                  <a:pt x="73" y="61"/>
                </a:lnTo>
                <a:lnTo>
                  <a:pt x="79" y="59"/>
                </a:lnTo>
                <a:moveTo>
                  <a:pt x="82" y="65"/>
                </a:moveTo>
                <a:lnTo>
                  <a:pt x="84" y="72"/>
                </a:lnTo>
                <a:lnTo>
                  <a:pt x="78" y="74"/>
                </a:lnTo>
                <a:lnTo>
                  <a:pt x="75" y="68"/>
                </a:lnTo>
                <a:lnTo>
                  <a:pt x="82" y="65"/>
                </a:lnTo>
                <a:moveTo>
                  <a:pt x="84" y="72"/>
                </a:moveTo>
                <a:lnTo>
                  <a:pt x="87" y="78"/>
                </a:lnTo>
                <a:lnTo>
                  <a:pt x="81" y="81"/>
                </a:lnTo>
                <a:lnTo>
                  <a:pt x="78" y="74"/>
                </a:lnTo>
                <a:lnTo>
                  <a:pt x="84" y="72"/>
                </a:lnTo>
                <a:moveTo>
                  <a:pt x="87" y="78"/>
                </a:moveTo>
                <a:lnTo>
                  <a:pt x="90" y="86"/>
                </a:lnTo>
                <a:lnTo>
                  <a:pt x="78" y="83"/>
                </a:lnTo>
                <a:lnTo>
                  <a:pt x="80" y="76"/>
                </a:lnTo>
                <a:lnTo>
                  <a:pt x="85" y="77"/>
                </a:lnTo>
                <a:lnTo>
                  <a:pt x="84" y="81"/>
                </a:lnTo>
                <a:lnTo>
                  <a:pt x="81" y="82"/>
                </a:lnTo>
                <a:lnTo>
                  <a:pt x="81" y="81"/>
                </a:lnTo>
                <a:lnTo>
                  <a:pt x="87" y="78"/>
                </a:lnTo>
                <a:moveTo>
                  <a:pt x="78" y="83"/>
                </a:moveTo>
                <a:lnTo>
                  <a:pt x="71" y="81"/>
                </a:lnTo>
                <a:lnTo>
                  <a:pt x="73" y="74"/>
                </a:lnTo>
                <a:lnTo>
                  <a:pt x="80" y="76"/>
                </a:lnTo>
                <a:lnTo>
                  <a:pt x="78" y="83"/>
                </a:lnTo>
                <a:moveTo>
                  <a:pt x="71" y="81"/>
                </a:moveTo>
                <a:lnTo>
                  <a:pt x="64" y="79"/>
                </a:lnTo>
                <a:lnTo>
                  <a:pt x="66" y="72"/>
                </a:lnTo>
                <a:lnTo>
                  <a:pt x="73" y="74"/>
                </a:lnTo>
                <a:lnTo>
                  <a:pt x="71" y="81"/>
                </a:lnTo>
                <a:moveTo>
                  <a:pt x="64" y="79"/>
                </a:moveTo>
                <a:lnTo>
                  <a:pt x="57" y="77"/>
                </a:lnTo>
                <a:lnTo>
                  <a:pt x="59" y="71"/>
                </a:lnTo>
                <a:lnTo>
                  <a:pt x="66" y="72"/>
                </a:lnTo>
                <a:lnTo>
                  <a:pt x="64" y="79"/>
                </a:lnTo>
                <a:moveTo>
                  <a:pt x="57" y="77"/>
                </a:moveTo>
                <a:lnTo>
                  <a:pt x="50" y="76"/>
                </a:lnTo>
                <a:lnTo>
                  <a:pt x="52" y="69"/>
                </a:lnTo>
                <a:lnTo>
                  <a:pt x="59" y="71"/>
                </a:lnTo>
                <a:lnTo>
                  <a:pt x="57" y="77"/>
                </a:lnTo>
                <a:moveTo>
                  <a:pt x="50" y="76"/>
                </a:moveTo>
                <a:lnTo>
                  <a:pt x="44" y="74"/>
                </a:lnTo>
                <a:lnTo>
                  <a:pt x="45" y="67"/>
                </a:lnTo>
                <a:lnTo>
                  <a:pt x="52" y="69"/>
                </a:lnTo>
                <a:lnTo>
                  <a:pt x="50" y="76"/>
                </a:lnTo>
                <a:moveTo>
                  <a:pt x="44" y="74"/>
                </a:moveTo>
                <a:lnTo>
                  <a:pt x="37" y="72"/>
                </a:lnTo>
                <a:lnTo>
                  <a:pt x="39" y="65"/>
                </a:lnTo>
                <a:lnTo>
                  <a:pt x="45" y="67"/>
                </a:lnTo>
                <a:lnTo>
                  <a:pt x="44" y="74"/>
                </a:lnTo>
                <a:moveTo>
                  <a:pt x="37" y="72"/>
                </a:moveTo>
                <a:lnTo>
                  <a:pt x="29" y="70"/>
                </a:lnTo>
                <a:lnTo>
                  <a:pt x="32" y="63"/>
                </a:lnTo>
                <a:lnTo>
                  <a:pt x="39" y="65"/>
                </a:lnTo>
                <a:lnTo>
                  <a:pt x="37" y="72"/>
                </a:lnTo>
                <a:moveTo>
                  <a:pt x="29" y="70"/>
                </a:moveTo>
                <a:lnTo>
                  <a:pt x="22" y="68"/>
                </a:lnTo>
                <a:lnTo>
                  <a:pt x="24" y="62"/>
                </a:lnTo>
                <a:lnTo>
                  <a:pt x="32" y="63"/>
                </a:lnTo>
                <a:lnTo>
                  <a:pt x="29" y="70"/>
                </a:lnTo>
                <a:moveTo>
                  <a:pt x="22" y="68"/>
                </a:moveTo>
                <a:lnTo>
                  <a:pt x="15" y="67"/>
                </a:lnTo>
                <a:lnTo>
                  <a:pt x="17" y="60"/>
                </a:lnTo>
                <a:lnTo>
                  <a:pt x="24" y="62"/>
                </a:lnTo>
                <a:lnTo>
                  <a:pt x="22" y="68"/>
                </a:lnTo>
                <a:moveTo>
                  <a:pt x="15" y="67"/>
                </a:moveTo>
                <a:lnTo>
                  <a:pt x="8" y="65"/>
                </a:lnTo>
                <a:lnTo>
                  <a:pt x="10" y="58"/>
                </a:lnTo>
                <a:lnTo>
                  <a:pt x="17" y="60"/>
                </a:lnTo>
                <a:lnTo>
                  <a:pt x="15" y="67"/>
                </a:lnTo>
                <a:moveTo>
                  <a:pt x="8" y="65"/>
                </a:moveTo>
                <a:lnTo>
                  <a:pt x="0" y="63"/>
                </a:lnTo>
                <a:lnTo>
                  <a:pt x="7" y="55"/>
                </a:lnTo>
                <a:lnTo>
                  <a:pt x="13" y="60"/>
                </a:lnTo>
                <a:lnTo>
                  <a:pt x="10" y="63"/>
                </a:lnTo>
                <a:lnTo>
                  <a:pt x="7" y="61"/>
                </a:lnTo>
                <a:lnTo>
                  <a:pt x="8" y="57"/>
                </a:lnTo>
                <a:lnTo>
                  <a:pt x="10" y="58"/>
                </a:lnTo>
                <a:lnTo>
                  <a:pt x="8" y="65"/>
                </a:lnTo>
                <a:moveTo>
                  <a:pt x="7" y="55"/>
                </a:moveTo>
                <a:lnTo>
                  <a:pt x="12" y="50"/>
                </a:lnTo>
                <a:lnTo>
                  <a:pt x="17" y="54"/>
                </a:lnTo>
                <a:lnTo>
                  <a:pt x="13" y="60"/>
                </a:lnTo>
                <a:lnTo>
                  <a:pt x="7" y="55"/>
                </a:lnTo>
                <a:moveTo>
                  <a:pt x="12" y="50"/>
                </a:moveTo>
                <a:lnTo>
                  <a:pt x="17" y="44"/>
                </a:lnTo>
                <a:lnTo>
                  <a:pt x="22" y="49"/>
                </a:lnTo>
                <a:lnTo>
                  <a:pt x="17" y="54"/>
                </a:lnTo>
                <a:lnTo>
                  <a:pt x="12" y="50"/>
                </a:lnTo>
                <a:moveTo>
                  <a:pt x="17" y="44"/>
                </a:moveTo>
                <a:lnTo>
                  <a:pt x="21" y="39"/>
                </a:lnTo>
                <a:lnTo>
                  <a:pt x="27" y="44"/>
                </a:lnTo>
                <a:lnTo>
                  <a:pt x="22" y="49"/>
                </a:lnTo>
                <a:lnTo>
                  <a:pt x="17" y="44"/>
                </a:lnTo>
                <a:moveTo>
                  <a:pt x="21" y="39"/>
                </a:moveTo>
                <a:lnTo>
                  <a:pt x="26" y="34"/>
                </a:lnTo>
                <a:lnTo>
                  <a:pt x="32" y="38"/>
                </a:lnTo>
                <a:lnTo>
                  <a:pt x="27" y="44"/>
                </a:lnTo>
                <a:lnTo>
                  <a:pt x="21" y="39"/>
                </a:lnTo>
                <a:moveTo>
                  <a:pt x="26" y="34"/>
                </a:moveTo>
                <a:lnTo>
                  <a:pt x="32" y="28"/>
                </a:lnTo>
                <a:lnTo>
                  <a:pt x="37" y="33"/>
                </a:lnTo>
                <a:lnTo>
                  <a:pt x="32" y="38"/>
                </a:lnTo>
                <a:lnTo>
                  <a:pt x="26" y="34"/>
                </a:lnTo>
                <a:moveTo>
                  <a:pt x="32" y="28"/>
                </a:moveTo>
                <a:lnTo>
                  <a:pt x="36" y="23"/>
                </a:lnTo>
                <a:lnTo>
                  <a:pt x="42" y="28"/>
                </a:lnTo>
                <a:lnTo>
                  <a:pt x="37" y="33"/>
                </a:lnTo>
                <a:lnTo>
                  <a:pt x="32" y="28"/>
                </a:lnTo>
                <a:moveTo>
                  <a:pt x="36" y="23"/>
                </a:moveTo>
                <a:lnTo>
                  <a:pt x="41" y="18"/>
                </a:lnTo>
                <a:lnTo>
                  <a:pt x="46" y="23"/>
                </a:lnTo>
                <a:lnTo>
                  <a:pt x="42" y="28"/>
                </a:lnTo>
                <a:lnTo>
                  <a:pt x="36" y="23"/>
                </a:lnTo>
                <a:moveTo>
                  <a:pt x="41" y="18"/>
                </a:moveTo>
                <a:lnTo>
                  <a:pt x="46" y="12"/>
                </a:lnTo>
                <a:lnTo>
                  <a:pt x="51" y="16"/>
                </a:lnTo>
                <a:lnTo>
                  <a:pt x="46" y="23"/>
                </a:lnTo>
                <a:lnTo>
                  <a:pt x="41" y="18"/>
                </a:lnTo>
                <a:moveTo>
                  <a:pt x="46" y="12"/>
                </a:moveTo>
                <a:lnTo>
                  <a:pt x="50" y="6"/>
                </a:lnTo>
                <a:lnTo>
                  <a:pt x="56" y="11"/>
                </a:lnTo>
                <a:lnTo>
                  <a:pt x="51" y="16"/>
                </a:lnTo>
                <a:lnTo>
                  <a:pt x="46" y="12"/>
                </a:lnTo>
                <a:moveTo>
                  <a:pt x="50" y="6"/>
                </a:moveTo>
                <a:lnTo>
                  <a:pt x="56" y="0"/>
                </a:lnTo>
                <a:lnTo>
                  <a:pt x="60" y="12"/>
                </a:lnTo>
                <a:lnTo>
                  <a:pt x="54" y="15"/>
                </a:lnTo>
                <a:lnTo>
                  <a:pt x="51" y="8"/>
                </a:lnTo>
                <a:lnTo>
                  <a:pt x="55" y="7"/>
                </a:lnTo>
                <a:lnTo>
                  <a:pt x="57" y="9"/>
                </a:lnTo>
                <a:lnTo>
                  <a:pt x="56" y="11"/>
                </a:lnTo>
                <a:lnTo>
                  <a:pt x="50" y="6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/>
          <p:nvPr/>
        </p:nvSpPr>
        <p:spPr>
          <a:xfrm>
            <a:off x="7782840" y="2579400"/>
            <a:ext cx="304920" cy="9000"/>
          </a:xfrm>
          <a:custGeom>
            <a:avLst/>
            <a:gdLst/>
            <a:ahLst/>
            <a:rect l="0" t="0" r="r" b="b"/>
            <a:pathLst>
              <a:path fill="none" w="847" h="25">
                <a:moveTo>
                  <a:pt x="0" y="0"/>
                </a:moveTo>
                <a:lnTo>
                  <a:pt x="73" y="0"/>
                </a:lnTo>
                <a:cubicBezTo>
                  <a:pt x="146" y="0"/>
                  <a:pt x="293" y="0"/>
                  <a:pt x="434" y="4"/>
                </a:cubicBezTo>
                <a:cubicBezTo>
                  <a:pt x="575" y="8"/>
                  <a:pt x="711" y="16"/>
                  <a:pt x="778" y="20"/>
                </a:cubicBezTo>
                <a:lnTo>
                  <a:pt x="847" y="25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7" name=""/>
          <p:cNvSpPr/>
          <p:nvPr/>
        </p:nvSpPr>
        <p:spPr>
          <a:xfrm>
            <a:off x="8073720" y="2574720"/>
            <a:ext cx="27000" cy="25560"/>
          </a:xfrm>
          <a:custGeom>
            <a:avLst/>
            <a:gdLst/>
            <a:ahLst/>
            <a:rect l="0" t="0" r="r" b="b"/>
            <a:pathLst>
              <a:path w="75" h="71">
                <a:moveTo>
                  <a:pt x="5" y="0"/>
                </a:moveTo>
                <a:lnTo>
                  <a:pt x="75" y="40"/>
                </a:lnTo>
                <a:lnTo>
                  <a:pt x="0" y="71"/>
                </a:lnTo>
                <a:lnTo>
                  <a:pt x="5" y="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8" name=""/>
          <p:cNvSpPr/>
          <p:nvPr/>
        </p:nvSpPr>
        <p:spPr>
          <a:xfrm>
            <a:off x="8072280" y="2572560"/>
            <a:ext cx="30960" cy="29880"/>
          </a:xfrm>
          <a:custGeom>
            <a:avLst/>
            <a:gdLst/>
            <a:ahLst/>
            <a:rect l="0" t="0" r="r" b="b"/>
            <a:pathLst>
              <a:path w="86" h="83">
                <a:moveTo>
                  <a:pt x="16" y="6"/>
                </a:moveTo>
                <a:lnTo>
                  <a:pt x="22" y="10"/>
                </a:lnTo>
                <a:lnTo>
                  <a:pt x="19" y="16"/>
                </a:lnTo>
                <a:lnTo>
                  <a:pt x="13" y="12"/>
                </a:lnTo>
                <a:lnTo>
                  <a:pt x="16" y="6"/>
                </a:lnTo>
                <a:moveTo>
                  <a:pt x="22" y="10"/>
                </a:moveTo>
                <a:lnTo>
                  <a:pt x="29" y="13"/>
                </a:lnTo>
                <a:lnTo>
                  <a:pt x="25" y="19"/>
                </a:lnTo>
                <a:lnTo>
                  <a:pt x="19" y="16"/>
                </a:lnTo>
                <a:lnTo>
                  <a:pt x="22" y="10"/>
                </a:lnTo>
                <a:moveTo>
                  <a:pt x="29" y="13"/>
                </a:moveTo>
                <a:lnTo>
                  <a:pt x="35" y="17"/>
                </a:lnTo>
                <a:lnTo>
                  <a:pt x="31" y="24"/>
                </a:lnTo>
                <a:lnTo>
                  <a:pt x="25" y="19"/>
                </a:lnTo>
                <a:lnTo>
                  <a:pt x="29" y="13"/>
                </a:lnTo>
                <a:moveTo>
                  <a:pt x="35" y="17"/>
                </a:moveTo>
                <a:lnTo>
                  <a:pt x="41" y="20"/>
                </a:lnTo>
                <a:lnTo>
                  <a:pt x="37" y="27"/>
                </a:lnTo>
                <a:lnTo>
                  <a:pt x="31" y="24"/>
                </a:lnTo>
                <a:lnTo>
                  <a:pt x="35" y="17"/>
                </a:lnTo>
                <a:moveTo>
                  <a:pt x="41" y="20"/>
                </a:moveTo>
                <a:lnTo>
                  <a:pt x="48" y="25"/>
                </a:lnTo>
                <a:lnTo>
                  <a:pt x="43" y="31"/>
                </a:lnTo>
                <a:lnTo>
                  <a:pt x="37" y="27"/>
                </a:lnTo>
                <a:lnTo>
                  <a:pt x="41" y="20"/>
                </a:lnTo>
                <a:moveTo>
                  <a:pt x="48" y="25"/>
                </a:moveTo>
                <a:lnTo>
                  <a:pt x="54" y="28"/>
                </a:lnTo>
                <a:lnTo>
                  <a:pt x="51" y="34"/>
                </a:lnTo>
                <a:lnTo>
                  <a:pt x="43" y="31"/>
                </a:lnTo>
                <a:lnTo>
                  <a:pt x="48" y="25"/>
                </a:lnTo>
                <a:moveTo>
                  <a:pt x="54" y="28"/>
                </a:moveTo>
                <a:lnTo>
                  <a:pt x="60" y="32"/>
                </a:lnTo>
                <a:lnTo>
                  <a:pt x="57" y="38"/>
                </a:lnTo>
                <a:lnTo>
                  <a:pt x="51" y="34"/>
                </a:lnTo>
                <a:lnTo>
                  <a:pt x="54" y="28"/>
                </a:lnTo>
                <a:moveTo>
                  <a:pt x="60" y="32"/>
                </a:moveTo>
                <a:lnTo>
                  <a:pt x="66" y="35"/>
                </a:lnTo>
                <a:lnTo>
                  <a:pt x="63" y="41"/>
                </a:lnTo>
                <a:lnTo>
                  <a:pt x="57" y="38"/>
                </a:lnTo>
                <a:lnTo>
                  <a:pt x="60" y="32"/>
                </a:lnTo>
                <a:moveTo>
                  <a:pt x="66" y="35"/>
                </a:moveTo>
                <a:lnTo>
                  <a:pt x="72" y="39"/>
                </a:lnTo>
                <a:lnTo>
                  <a:pt x="69" y="45"/>
                </a:lnTo>
                <a:lnTo>
                  <a:pt x="63" y="41"/>
                </a:lnTo>
                <a:lnTo>
                  <a:pt x="66" y="35"/>
                </a:lnTo>
                <a:moveTo>
                  <a:pt x="72" y="39"/>
                </a:moveTo>
                <a:lnTo>
                  <a:pt x="79" y="42"/>
                </a:lnTo>
                <a:lnTo>
                  <a:pt x="75" y="48"/>
                </a:lnTo>
                <a:lnTo>
                  <a:pt x="69" y="45"/>
                </a:lnTo>
                <a:lnTo>
                  <a:pt x="72" y="39"/>
                </a:lnTo>
                <a:moveTo>
                  <a:pt x="79" y="42"/>
                </a:moveTo>
                <a:lnTo>
                  <a:pt x="86" y="47"/>
                </a:lnTo>
                <a:lnTo>
                  <a:pt x="74" y="52"/>
                </a:lnTo>
                <a:lnTo>
                  <a:pt x="71" y="45"/>
                </a:lnTo>
                <a:lnTo>
                  <a:pt x="77" y="43"/>
                </a:lnTo>
                <a:lnTo>
                  <a:pt x="78" y="46"/>
                </a:lnTo>
                <a:lnTo>
                  <a:pt x="76" y="49"/>
                </a:lnTo>
                <a:lnTo>
                  <a:pt x="75" y="48"/>
                </a:lnTo>
                <a:lnTo>
                  <a:pt x="79" y="42"/>
                </a:lnTo>
                <a:moveTo>
                  <a:pt x="74" y="52"/>
                </a:moveTo>
                <a:lnTo>
                  <a:pt x="67" y="54"/>
                </a:lnTo>
                <a:lnTo>
                  <a:pt x="65" y="48"/>
                </a:lnTo>
                <a:lnTo>
                  <a:pt x="71" y="45"/>
                </a:lnTo>
                <a:lnTo>
                  <a:pt x="74" y="52"/>
                </a:lnTo>
                <a:moveTo>
                  <a:pt x="67" y="54"/>
                </a:moveTo>
                <a:lnTo>
                  <a:pt x="61" y="57"/>
                </a:lnTo>
                <a:lnTo>
                  <a:pt x="58" y="51"/>
                </a:lnTo>
                <a:lnTo>
                  <a:pt x="65" y="48"/>
                </a:lnTo>
                <a:lnTo>
                  <a:pt x="67" y="54"/>
                </a:lnTo>
                <a:moveTo>
                  <a:pt x="61" y="57"/>
                </a:moveTo>
                <a:lnTo>
                  <a:pt x="54" y="60"/>
                </a:lnTo>
                <a:lnTo>
                  <a:pt x="52" y="53"/>
                </a:lnTo>
                <a:lnTo>
                  <a:pt x="58" y="51"/>
                </a:lnTo>
                <a:lnTo>
                  <a:pt x="61" y="57"/>
                </a:lnTo>
                <a:moveTo>
                  <a:pt x="54" y="60"/>
                </a:moveTo>
                <a:lnTo>
                  <a:pt x="48" y="63"/>
                </a:lnTo>
                <a:lnTo>
                  <a:pt x="44" y="56"/>
                </a:lnTo>
                <a:lnTo>
                  <a:pt x="52" y="53"/>
                </a:lnTo>
                <a:lnTo>
                  <a:pt x="54" y="60"/>
                </a:lnTo>
                <a:moveTo>
                  <a:pt x="48" y="63"/>
                </a:moveTo>
                <a:lnTo>
                  <a:pt x="40" y="65"/>
                </a:lnTo>
                <a:lnTo>
                  <a:pt x="38" y="59"/>
                </a:lnTo>
                <a:lnTo>
                  <a:pt x="44" y="56"/>
                </a:lnTo>
                <a:lnTo>
                  <a:pt x="48" y="63"/>
                </a:lnTo>
                <a:moveTo>
                  <a:pt x="40" y="65"/>
                </a:moveTo>
                <a:lnTo>
                  <a:pt x="34" y="68"/>
                </a:lnTo>
                <a:lnTo>
                  <a:pt x="31" y="62"/>
                </a:lnTo>
                <a:lnTo>
                  <a:pt x="38" y="59"/>
                </a:lnTo>
                <a:lnTo>
                  <a:pt x="40" y="65"/>
                </a:lnTo>
                <a:moveTo>
                  <a:pt x="34" y="68"/>
                </a:moveTo>
                <a:lnTo>
                  <a:pt x="27" y="71"/>
                </a:lnTo>
                <a:lnTo>
                  <a:pt x="25" y="65"/>
                </a:lnTo>
                <a:lnTo>
                  <a:pt x="31" y="62"/>
                </a:lnTo>
                <a:lnTo>
                  <a:pt x="34" y="68"/>
                </a:lnTo>
                <a:moveTo>
                  <a:pt x="27" y="71"/>
                </a:moveTo>
                <a:lnTo>
                  <a:pt x="21" y="74"/>
                </a:lnTo>
                <a:lnTo>
                  <a:pt x="18" y="67"/>
                </a:lnTo>
                <a:lnTo>
                  <a:pt x="25" y="65"/>
                </a:lnTo>
                <a:lnTo>
                  <a:pt x="27" y="71"/>
                </a:lnTo>
                <a:moveTo>
                  <a:pt x="21" y="74"/>
                </a:moveTo>
                <a:lnTo>
                  <a:pt x="15" y="77"/>
                </a:lnTo>
                <a:lnTo>
                  <a:pt x="12" y="70"/>
                </a:lnTo>
                <a:lnTo>
                  <a:pt x="18" y="67"/>
                </a:lnTo>
                <a:lnTo>
                  <a:pt x="21" y="74"/>
                </a:lnTo>
                <a:moveTo>
                  <a:pt x="15" y="77"/>
                </a:moveTo>
                <a:lnTo>
                  <a:pt x="8" y="79"/>
                </a:lnTo>
                <a:lnTo>
                  <a:pt x="5" y="73"/>
                </a:lnTo>
                <a:lnTo>
                  <a:pt x="12" y="70"/>
                </a:lnTo>
                <a:lnTo>
                  <a:pt x="15" y="77"/>
                </a:lnTo>
                <a:moveTo>
                  <a:pt x="8" y="79"/>
                </a:moveTo>
                <a:lnTo>
                  <a:pt x="0" y="83"/>
                </a:lnTo>
                <a:lnTo>
                  <a:pt x="1" y="72"/>
                </a:lnTo>
                <a:lnTo>
                  <a:pt x="8" y="73"/>
                </a:lnTo>
                <a:lnTo>
                  <a:pt x="8" y="77"/>
                </a:lnTo>
                <a:lnTo>
                  <a:pt x="4" y="77"/>
                </a:lnTo>
                <a:lnTo>
                  <a:pt x="3" y="74"/>
                </a:lnTo>
                <a:lnTo>
                  <a:pt x="5" y="73"/>
                </a:lnTo>
                <a:lnTo>
                  <a:pt x="8" y="79"/>
                </a:lnTo>
                <a:moveTo>
                  <a:pt x="1" y="72"/>
                </a:moveTo>
                <a:lnTo>
                  <a:pt x="1" y="65"/>
                </a:lnTo>
                <a:lnTo>
                  <a:pt x="9" y="66"/>
                </a:lnTo>
                <a:lnTo>
                  <a:pt x="8" y="73"/>
                </a:lnTo>
                <a:lnTo>
                  <a:pt x="1" y="72"/>
                </a:lnTo>
                <a:moveTo>
                  <a:pt x="1" y="65"/>
                </a:moveTo>
                <a:lnTo>
                  <a:pt x="2" y="58"/>
                </a:lnTo>
                <a:lnTo>
                  <a:pt x="9" y="59"/>
                </a:lnTo>
                <a:lnTo>
                  <a:pt x="9" y="66"/>
                </a:lnTo>
                <a:lnTo>
                  <a:pt x="1" y="65"/>
                </a:lnTo>
                <a:moveTo>
                  <a:pt x="2" y="58"/>
                </a:moveTo>
                <a:lnTo>
                  <a:pt x="2" y="51"/>
                </a:lnTo>
                <a:lnTo>
                  <a:pt x="9" y="52"/>
                </a:lnTo>
                <a:lnTo>
                  <a:pt x="9" y="59"/>
                </a:lnTo>
                <a:lnTo>
                  <a:pt x="2" y="58"/>
                </a:lnTo>
                <a:moveTo>
                  <a:pt x="2" y="51"/>
                </a:moveTo>
                <a:lnTo>
                  <a:pt x="3" y="44"/>
                </a:lnTo>
                <a:lnTo>
                  <a:pt x="10" y="45"/>
                </a:lnTo>
                <a:lnTo>
                  <a:pt x="9" y="52"/>
                </a:lnTo>
                <a:lnTo>
                  <a:pt x="2" y="51"/>
                </a:lnTo>
                <a:moveTo>
                  <a:pt x="3" y="44"/>
                </a:moveTo>
                <a:lnTo>
                  <a:pt x="3" y="37"/>
                </a:lnTo>
                <a:lnTo>
                  <a:pt x="10" y="38"/>
                </a:lnTo>
                <a:lnTo>
                  <a:pt x="10" y="45"/>
                </a:lnTo>
                <a:lnTo>
                  <a:pt x="3" y="44"/>
                </a:lnTo>
                <a:moveTo>
                  <a:pt x="3" y="37"/>
                </a:moveTo>
                <a:lnTo>
                  <a:pt x="4" y="30"/>
                </a:lnTo>
                <a:lnTo>
                  <a:pt x="11" y="31"/>
                </a:lnTo>
                <a:lnTo>
                  <a:pt x="10" y="38"/>
                </a:lnTo>
                <a:lnTo>
                  <a:pt x="3" y="37"/>
                </a:lnTo>
                <a:moveTo>
                  <a:pt x="4" y="30"/>
                </a:moveTo>
                <a:lnTo>
                  <a:pt x="4" y="22"/>
                </a:lnTo>
                <a:lnTo>
                  <a:pt x="11" y="22"/>
                </a:lnTo>
                <a:lnTo>
                  <a:pt x="11" y="31"/>
                </a:lnTo>
                <a:lnTo>
                  <a:pt x="4" y="30"/>
                </a:lnTo>
                <a:moveTo>
                  <a:pt x="4" y="22"/>
                </a:moveTo>
                <a:lnTo>
                  <a:pt x="4" y="15"/>
                </a:lnTo>
                <a:lnTo>
                  <a:pt x="11" y="15"/>
                </a:lnTo>
                <a:lnTo>
                  <a:pt x="11" y="22"/>
                </a:lnTo>
                <a:lnTo>
                  <a:pt x="4" y="22"/>
                </a:lnTo>
                <a:moveTo>
                  <a:pt x="4" y="15"/>
                </a:moveTo>
                <a:lnTo>
                  <a:pt x="5" y="8"/>
                </a:lnTo>
                <a:lnTo>
                  <a:pt x="12" y="8"/>
                </a:lnTo>
                <a:lnTo>
                  <a:pt x="11" y="15"/>
                </a:lnTo>
                <a:lnTo>
                  <a:pt x="4" y="15"/>
                </a:lnTo>
                <a:moveTo>
                  <a:pt x="5" y="8"/>
                </a:moveTo>
                <a:lnTo>
                  <a:pt x="5" y="0"/>
                </a:lnTo>
                <a:lnTo>
                  <a:pt x="16" y="6"/>
                </a:lnTo>
                <a:lnTo>
                  <a:pt x="13" y="12"/>
                </a:lnTo>
                <a:lnTo>
                  <a:pt x="7" y="9"/>
                </a:lnTo>
                <a:lnTo>
                  <a:pt x="8" y="6"/>
                </a:lnTo>
                <a:lnTo>
                  <a:pt x="12" y="6"/>
                </a:lnTo>
                <a:lnTo>
                  <a:pt x="12" y="8"/>
                </a:lnTo>
                <a:lnTo>
                  <a:pt x="5" y="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/>
          <p:nvPr/>
        </p:nvSpPr>
        <p:spPr>
          <a:xfrm>
            <a:off x="2980440" y="2450160"/>
            <a:ext cx="5169960" cy="364680"/>
          </a:xfrm>
          <a:custGeom>
            <a:avLst/>
            <a:gdLst/>
            <a:ahLst/>
            <a:rect l="0" t="0" r="r" b="b"/>
            <a:pathLst>
              <a:path fill="none" w="14361" h="1013">
                <a:moveTo>
                  <a:pt x="14361" y="792"/>
                </a:moveTo>
                <a:lnTo>
                  <a:pt x="14264" y="829"/>
                </a:lnTo>
                <a:cubicBezTo>
                  <a:pt x="14168" y="866"/>
                  <a:pt x="13975" y="940"/>
                  <a:pt x="13658" y="976"/>
                </a:cubicBezTo>
                <a:cubicBezTo>
                  <a:pt x="13341" y="1013"/>
                  <a:pt x="12900" y="1013"/>
                  <a:pt x="12443" y="1013"/>
                </a:cubicBezTo>
                <a:cubicBezTo>
                  <a:pt x="11986" y="1013"/>
                  <a:pt x="11510" y="1013"/>
                  <a:pt x="11028" y="1013"/>
                </a:cubicBezTo>
                <a:cubicBezTo>
                  <a:pt x="10545" y="1013"/>
                  <a:pt x="10054" y="1013"/>
                  <a:pt x="9550" y="1013"/>
                </a:cubicBezTo>
                <a:cubicBezTo>
                  <a:pt x="9046" y="1013"/>
                  <a:pt x="8528" y="1013"/>
                  <a:pt x="7999" y="1013"/>
                </a:cubicBezTo>
                <a:cubicBezTo>
                  <a:pt x="7469" y="1013"/>
                  <a:pt x="6927" y="1013"/>
                  <a:pt x="6356" y="1013"/>
                </a:cubicBezTo>
                <a:cubicBezTo>
                  <a:pt x="5786" y="1013"/>
                  <a:pt x="5186" y="1013"/>
                  <a:pt x="4643" y="1013"/>
                </a:cubicBezTo>
                <a:cubicBezTo>
                  <a:pt x="4101" y="1013"/>
                  <a:pt x="3616" y="1013"/>
                  <a:pt x="3097" y="1013"/>
                </a:cubicBezTo>
                <a:cubicBezTo>
                  <a:pt x="2578" y="1013"/>
                  <a:pt x="2025" y="1013"/>
                  <a:pt x="1503" y="844"/>
                </a:cubicBezTo>
                <a:cubicBezTo>
                  <a:pt x="981" y="675"/>
                  <a:pt x="490" y="337"/>
                  <a:pt x="245" y="169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/>
          <p:nvPr/>
        </p:nvSpPr>
        <p:spPr>
          <a:xfrm>
            <a:off x="2970000" y="2442960"/>
            <a:ext cx="28440" cy="25200"/>
          </a:xfrm>
          <a:custGeom>
            <a:avLst/>
            <a:gdLst/>
            <a:ahLst/>
            <a:rect l="0" t="0" r="r" b="b"/>
            <a:pathLst>
              <a:path w="79" h="70">
                <a:moveTo>
                  <a:pt x="38" y="70"/>
                </a:moveTo>
                <a:lnTo>
                  <a:pt x="0" y="0"/>
                </a:lnTo>
                <a:lnTo>
                  <a:pt x="79" y="12"/>
                </a:lnTo>
                <a:lnTo>
                  <a:pt x="38" y="70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/>
          <p:nvPr/>
        </p:nvSpPr>
        <p:spPr>
          <a:xfrm>
            <a:off x="2967480" y="2441520"/>
            <a:ext cx="33120" cy="29160"/>
          </a:xfrm>
          <a:custGeom>
            <a:avLst/>
            <a:gdLst/>
            <a:ahLst/>
            <a:rect l="0" t="0" r="r" b="b"/>
            <a:pathLst>
              <a:path w="92" h="81">
                <a:moveTo>
                  <a:pt x="38" y="70"/>
                </a:moveTo>
                <a:lnTo>
                  <a:pt x="35" y="64"/>
                </a:lnTo>
                <a:lnTo>
                  <a:pt x="41" y="60"/>
                </a:lnTo>
                <a:lnTo>
                  <a:pt x="45" y="66"/>
                </a:lnTo>
                <a:lnTo>
                  <a:pt x="38" y="70"/>
                </a:lnTo>
                <a:moveTo>
                  <a:pt x="35" y="64"/>
                </a:moveTo>
                <a:lnTo>
                  <a:pt x="32" y="56"/>
                </a:lnTo>
                <a:lnTo>
                  <a:pt x="38" y="53"/>
                </a:lnTo>
                <a:lnTo>
                  <a:pt x="41" y="60"/>
                </a:lnTo>
                <a:lnTo>
                  <a:pt x="35" y="64"/>
                </a:lnTo>
                <a:moveTo>
                  <a:pt x="32" y="56"/>
                </a:moveTo>
                <a:lnTo>
                  <a:pt x="28" y="50"/>
                </a:lnTo>
                <a:lnTo>
                  <a:pt x="34" y="47"/>
                </a:lnTo>
                <a:lnTo>
                  <a:pt x="38" y="53"/>
                </a:lnTo>
                <a:lnTo>
                  <a:pt x="32" y="56"/>
                </a:lnTo>
                <a:moveTo>
                  <a:pt x="28" y="50"/>
                </a:moveTo>
                <a:lnTo>
                  <a:pt x="25" y="44"/>
                </a:lnTo>
                <a:lnTo>
                  <a:pt x="31" y="41"/>
                </a:lnTo>
                <a:lnTo>
                  <a:pt x="34" y="47"/>
                </a:lnTo>
                <a:lnTo>
                  <a:pt x="28" y="50"/>
                </a:lnTo>
                <a:moveTo>
                  <a:pt x="25" y="44"/>
                </a:moveTo>
                <a:lnTo>
                  <a:pt x="21" y="38"/>
                </a:lnTo>
                <a:lnTo>
                  <a:pt x="28" y="34"/>
                </a:lnTo>
                <a:lnTo>
                  <a:pt x="31" y="41"/>
                </a:lnTo>
                <a:lnTo>
                  <a:pt x="25" y="44"/>
                </a:lnTo>
                <a:moveTo>
                  <a:pt x="21" y="38"/>
                </a:moveTo>
                <a:lnTo>
                  <a:pt x="18" y="32"/>
                </a:lnTo>
                <a:lnTo>
                  <a:pt x="24" y="28"/>
                </a:lnTo>
                <a:lnTo>
                  <a:pt x="28" y="34"/>
                </a:lnTo>
                <a:lnTo>
                  <a:pt x="21" y="38"/>
                </a:lnTo>
                <a:moveTo>
                  <a:pt x="18" y="32"/>
                </a:moveTo>
                <a:lnTo>
                  <a:pt x="15" y="25"/>
                </a:lnTo>
                <a:lnTo>
                  <a:pt x="21" y="22"/>
                </a:lnTo>
                <a:lnTo>
                  <a:pt x="24" y="28"/>
                </a:lnTo>
                <a:lnTo>
                  <a:pt x="18" y="32"/>
                </a:lnTo>
                <a:moveTo>
                  <a:pt x="15" y="25"/>
                </a:moveTo>
                <a:lnTo>
                  <a:pt x="11" y="19"/>
                </a:lnTo>
                <a:lnTo>
                  <a:pt x="17" y="16"/>
                </a:lnTo>
                <a:lnTo>
                  <a:pt x="21" y="22"/>
                </a:lnTo>
                <a:lnTo>
                  <a:pt x="15" y="25"/>
                </a:lnTo>
                <a:moveTo>
                  <a:pt x="11" y="19"/>
                </a:moveTo>
                <a:lnTo>
                  <a:pt x="8" y="13"/>
                </a:lnTo>
                <a:lnTo>
                  <a:pt x="14" y="10"/>
                </a:lnTo>
                <a:lnTo>
                  <a:pt x="17" y="16"/>
                </a:lnTo>
                <a:lnTo>
                  <a:pt x="11" y="19"/>
                </a:lnTo>
                <a:moveTo>
                  <a:pt x="8" y="13"/>
                </a:moveTo>
                <a:lnTo>
                  <a:pt x="4" y="7"/>
                </a:lnTo>
                <a:lnTo>
                  <a:pt x="10" y="4"/>
                </a:lnTo>
                <a:lnTo>
                  <a:pt x="14" y="10"/>
                </a:lnTo>
                <a:lnTo>
                  <a:pt x="8" y="13"/>
                </a:lnTo>
                <a:moveTo>
                  <a:pt x="4" y="7"/>
                </a:moveTo>
                <a:lnTo>
                  <a:pt x="0" y="0"/>
                </a:lnTo>
                <a:lnTo>
                  <a:pt x="13" y="1"/>
                </a:lnTo>
                <a:lnTo>
                  <a:pt x="12" y="8"/>
                </a:lnTo>
                <a:lnTo>
                  <a:pt x="6" y="8"/>
                </a:lnTo>
                <a:lnTo>
                  <a:pt x="7" y="4"/>
                </a:lnTo>
                <a:lnTo>
                  <a:pt x="10" y="2"/>
                </a:lnTo>
                <a:lnTo>
                  <a:pt x="10" y="4"/>
                </a:lnTo>
                <a:lnTo>
                  <a:pt x="4" y="7"/>
                </a:lnTo>
                <a:moveTo>
                  <a:pt x="13" y="1"/>
                </a:moveTo>
                <a:lnTo>
                  <a:pt x="20" y="2"/>
                </a:lnTo>
                <a:lnTo>
                  <a:pt x="19" y="9"/>
                </a:lnTo>
                <a:lnTo>
                  <a:pt x="12" y="8"/>
                </a:lnTo>
                <a:lnTo>
                  <a:pt x="13" y="1"/>
                </a:lnTo>
                <a:moveTo>
                  <a:pt x="20" y="2"/>
                </a:moveTo>
                <a:lnTo>
                  <a:pt x="27" y="3"/>
                </a:lnTo>
                <a:lnTo>
                  <a:pt x="26" y="10"/>
                </a:lnTo>
                <a:lnTo>
                  <a:pt x="19" y="9"/>
                </a:lnTo>
                <a:lnTo>
                  <a:pt x="20" y="2"/>
                </a:lnTo>
                <a:moveTo>
                  <a:pt x="27" y="3"/>
                </a:moveTo>
                <a:lnTo>
                  <a:pt x="34" y="4"/>
                </a:lnTo>
                <a:lnTo>
                  <a:pt x="33" y="11"/>
                </a:lnTo>
                <a:lnTo>
                  <a:pt x="26" y="10"/>
                </a:lnTo>
                <a:lnTo>
                  <a:pt x="27" y="3"/>
                </a:lnTo>
                <a:moveTo>
                  <a:pt x="34" y="4"/>
                </a:moveTo>
                <a:lnTo>
                  <a:pt x="41" y="5"/>
                </a:lnTo>
                <a:lnTo>
                  <a:pt x="40" y="12"/>
                </a:lnTo>
                <a:lnTo>
                  <a:pt x="33" y="11"/>
                </a:lnTo>
                <a:lnTo>
                  <a:pt x="34" y="4"/>
                </a:lnTo>
                <a:moveTo>
                  <a:pt x="41" y="5"/>
                </a:moveTo>
                <a:lnTo>
                  <a:pt x="48" y="6"/>
                </a:lnTo>
                <a:lnTo>
                  <a:pt x="47" y="13"/>
                </a:lnTo>
                <a:lnTo>
                  <a:pt x="40" y="12"/>
                </a:lnTo>
                <a:lnTo>
                  <a:pt x="41" y="5"/>
                </a:lnTo>
                <a:moveTo>
                  <a:pt x="48" y="6"/>
                </a:moveTo>
                <a:lnTo>
                  <a:pt x="55" y="7"/>
                </a:lnTo>
                <a:lnTo>
                  <a:pt x="54" y="14"/>
                </a:lnTo>
                <a:lnTo>
                  <a:pt x="47" y="13"/>
                </a:lnTo>
                <a:lnTo>
                  <a:pt x="48" y="6"/>
                </a:lnTo>
                <a:moveTo>
                  <a:pt x="55" y="7"/>
                </a:moveTo>
                <a:lnTo>
                  <a:pt x="62" y="8"/>
                </a:lnTo>
                <a:lnTo>
                  <a:pt x="61" y="15"/>
                </a:lnTo>
                <a:lnTo>
                  <a:pt x="54" y="14"/>
                </a:lnTo>
                <a:lnTo>
                  <a:pt x="55" y="7"/>
                </a:lnTo>
                <a:moveTo>
                  <a:pt x="62" y="8"/>
                </a:moveTo>
                <a:lnTo>
                  <a:pt x="69" y="9"/>
                </a:lnTo>
                <a:lnTo>
                  <a:pt x="68" y="16"/>
                </a:lnTo>
                <a:lnTo>
                  <a:pt x="61" y="15"/>
                </a:lnTo>
                <a:lnTo>
                  <a:pt x="62" y="8"/>
                </a:lnTo>
                <a:moveTo>
                  <a:pt x="69" y="9"/>
                </a:moveTo>
                <a:lnTo>
                  <a:pt x="76" y="10"/>
                </a:lnTo>
                <a:lnTo>
                  <a:pt x="75" y="17"/>
                </a:lnTo>
                <a:lnTo>
                  <a:pt x="68" y="16"/>
                </a:lnTo>
                <a:lnTo>
                  <a:pt x="69" y="9"/>
                </a:lnTo>
                <a:moveTo>
                  <a:pt x="76" y="10"/>
                </a:moveTo>
                <a:lnTo>
                  <a:pt x="84" y="11"/>
                </a:lnTo>
                <a:lnTo>
                  <a:pt x="83" y="18"/>
                </a:lnTo>
                <a:lnTo>
                  <a:pt x="75" y="17"/>
                </a:lnTo>
                <a:lnTo>
                  <a:pt x="76" y="10"/>
                </a:lnTo>
                <a:moveTo>
                  <a:pt x="84" y="11"/>
                </a:moveTo>
                <a:lnTo>
                  <a:pt x="92" y="12"/>
                </a:lnTo>
                <a:lnTo>
                  <a:pt x="86" y="21"/>
                </a:lnTo>
                <a:lnTo>
                  <a:pt x="79" y="17"/>
                </a:lnTo>
                <a:lnTo>
                  <a:pt x="83" y="13"/>
                </a:lnTo>
                <a:lnTo>
                  <a:pt x="86" y="15"/>
                </a:lnTo>
                <a:lnTo>
                  <a:pt x="85" y="19"/>
                </a:lnTo>
                <a:lnTo>
                  <a:pt x="83" y="18"/>
                </a:lnTo>
                <a:lnTo>
                  <a:pt x="84" y="11"/>
                </a:lnTo>
                <a:moveTo>
                  <a:pt x="86" y="21"/>
                </a:moveTo>
                <a:lnTo>
                  <a:pt x="81" y="27"/>
                </a:lnTo>
                <a:lnTo>
                  <a:pt x="75" y="23"/>
                </a:lnTo>
                <a:lnTo>
                  <a:pt x="79" y="17"/>
                </a:lnTo>
                <a:lnTo>
                  <a:pt x="86" y="21"/>
                </a:lnTo>
                <a:moveTo>
                  <a:pt x="81" y="27"/>
                </a:moveTo>
                <a:lnTo>
                  <a:pt x="77" y="32"/>
                </a:lnTo>
                <a:lnTo>
                  <a:pt x="71" y="28"/>
                </a:lnTo>
                <a:lnTo>
                  <a:pt x="75" y="23"/>
                </a:lnTo>
                <a:lnTo>
                  <a:pt x="81" y="27"/>
                </a:lnTo>
                <a:moveTo>
                  <a:pt x="77" y="32"/>
                </a:moveTo>
                <a:lnTo>
                  <a:pt x="73" y="38"/>
                </a:lnTo>
                <a:lnTo>
                  <a:pt x="67" y="34"/>
                </a:lnTo>
                <a:lnTo>
                  <a:pt x="71" y="28"/>
                </a:lnTo>
                <a:lnTo>
                  <a:pt x="77" y="32"/>
                </a:lnTo>
                <a:moveTo>
                  <a:pt x="73" y="38"/>
                </a:moveTo>
                <a:lnTo>
                  <a:pt x="69" y="44"/>
                </a:lnTo>
                <a:lnTo>
                  <a:pt x="63" y="40"/>
                </a:lnTo>
                <a:lnTo>
                  <a:pt x="67" y="34"/>
                </a:lnTo>
                <a:lnTo>
                  <a:pt x="73" y="38"/>
                </a:lnTo>
                <a:moveTo>
                  <a:pt x="69" y="44"/>
                </a:moveTo>
                <a:lnTo>
                  <a:pt x="65" y="50"/>
                </a:lnTo>
                <a:lnTo>
                  <a:pt x="59" y="46"/>
                </a:lnTo>
                <a:lnTo>
                  <a:pt x="63" y="40"/>
                </a:lnTo>
                <a:lnTo>
                  <a:pt x="69" y="44"/>
                </a:lnTo>
                <a:moveTo>
                  <a:pt x="65" y="50"/>
                </a:moveTo>
                <a:lnTo>
                  <a:pt x="61" y="56"/>
                </a:lnTo>
                <a:lnTo>
                  <a:pt x="55" y="52"/>
                </a:lnTo>
                <a:lnTo>
                  <a:pt x="59" y="46"/>
                </a:lnTo>
                <a:lnTo>
                  <a:pt x="65" y="50"/>
                </a:lnTo>
                <a:moveTo>
                  <a:pt x="61" y="56"/>
                </a:moveTo>
                <a:lnTo>
                  <a:pt x="57" y="62"/>
                </a:lnTo>
                <a:lnTo>
                  <a:pt x="51" y="57"/>
                </a:lnTo>
                <a:lnTo>
                  <a:pt x="55" y="52"/>
                </a:lnTo>
                <a:lnTo>
                  <a:pt x="61" y="56"/>
                </a:lnTo>
                <a:moveTo>
                  <a:pt x="57" y="62"/>
                </a:moveTo>
                <a:lnTo>
                  <a:pt x="53" y="68"/>
                </a:lnTo>
                <a:lnTo>
                  <a:pt x="47" y="64"/>
                </a:lnTo>
                <a:lnTo>
                  <a:pt x="51" y="57"/>
                </a:lnTo>
                <a:lnTo>
                  <a:pt x="57" y="62"/>
                </a:lnTo>
                <a:moveTo>
                  <a:pt x="53" y="68"/>
                </a:moveTo>
                <a:lnTo>
                  <a:pt x="49" y="74"/>
                </a:lnTo>
                <a:lnTo>
                  <a:pt x="43" y="70"/>
                </a:lnTo>
                <a:lnTo>
                  <a:pt x="47" y="64"/>
                </a:lnTo>
                <a:lnTo>
                  <a:pt x="53" y="68"/>
                </a:lnTo>
                <a:moveTo>
                  <a:pt x="49" y="74"/>
                </a:moveTo>
                <a:lnTo>
                  <a:pt x="45" y="81"/>
                </a:lnTo>
                <a:lnTo>
                  <a:pt x="38" y="70"/>
                </a:lnTo>
                <a:lnTo>
                  <a:pt x="45" y="66"/>
                </a:lnTo>
                <a:lnTo>
                  <a:pt x="48" y="73"/>
                </a:lnTo>
                <a:lnTo>
                  <a:pt x="45" y="74"/>
                </a:lnTo>
                <a:lnTo>
                  <a:pt x="42" y="72"/>
                </a:lnTo>
                <a:lnTo>
                  <a:pt x="43" y="70"/>
                </a:lnTo>
                <a:lnTo>
                  <a:pt x="49" y="74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/>
          <p:nvPr/>
        </p:nvSpPr>
        <p:spPr>
          <a:xfrm>
            <a:off x="1747440" y="2484360"/>
            <a:ext cx="6511680" cy="432360"/>
          </a:xfrm>
          <a:custGeom>
            <a:avLst/>
            <a:gdLst/>
            <a:ahLst/>
            <a:rect l="0" t="0" r="r" b="b"/>
            <a:pathLst>
              <a:path fill="none" w="18088" h="1201">
                <a:moveTo>
                  <a:pt x="18088" y="696"/>
                </a:moveTo>
                <a:lnTo>
                  <a:pt x="17941" y="780"/>
                </a:lnTo>
                <a:cubicBezTo>
                  <a:pt x="17794" y="864"/>
                  <a:pt x="17500" y="1033"/>
                  <a:pt x="17133" y="1117"/>
                </a:cubicBezTo>
                <a:cubicBezTo>
                  <a:pt x="16766" y="1201"/>
                  <a:pt x="16326" y="1201"/>
                  <a:pt x="15869" y="1201"/>
                </a:cubicBezTo>
                <a:cubicBezTo>
                  <a:pt x="15412" y="1201"/>
                  <a:pt x="14936" y="1201"/>
                  <a:pt x="14454" y="1201"/>
                </a:cubicBezTo>
                <a:cubicBezTo>
                  <a:pt x="13971" y="1201"/>
                  <a:pt x="13480" y="1201"/>
                  <a:pt x="12976" y="1201"/>
                </a:cubicBezTo>
                <a:cubicBezTo>
                  <a:pt x="12472" y="1201"/>
                  <a:pt x="11954" y="1201"/>
                  <a:pt x="11425" y="1201"/>
                </a:cubicBezTo>
                <a:cubicBezTo>
                  <a:pt x="10895" y="1201"/>
                  <a:pt x="10353" y="1201"/>
                  <a:pt x="9782" y="1201"/>
                </a:cubicBezTo>
                <a:cubicBezTo>
                  <a:pt x="9212" y="1201"/>
                  <a:pt x="8612" y="1201"/>
                  <a:pt x="8069" y="1201"/>
                </a:cubicBezTo>
                <a:cubicBezTo>
                  <a:pt x="7527" y="1201"/>
                  <a:pt x="7042" y="1201"/>
                  <a:pt x="6523" y="1201"/>
                </a:cubicBezTo>
                <a:cubicBezTo>
                  <a:pt x="6004" y="1201"/>
                  <a:pt x="5451" y="1201"/>
                  <a:pt x="4815" y="1201"/>
                </a:cubicBezTo>
                <a:cubicBezTo>
                  <a:pt x="4178" y="1201"/>
                  <a:pt x="3459" y="1201"/>
                  <a:pt x="2817" y="1201"/>
                </a:cubicBezTo>
                <a:cubicBezTo>
                  <a:pt x="2174" y="1201"/>
                  <a:pt x="1607" y="1201"/>
                  <a:pt x="1150" y="1001"/>
                </a:cubicBezTo>
                <a:cubicBezTo>
                  <a:pt x="693" y="800"/>
                  <a:pt x="347" y="400"/>
                  <a:pt x="173" y="200"/>
                </a:cubicBezTo>
                <a:lnTo>
                  <a:pt x="0" y="0"/>
                </a:lnTo>
              </a:path>
            </a:pathLst>
          </a:custGeom>
          <a:ln w="4320">
            <a:solidFill>
              <a:srgbClr val="8a94a3"/>
            </a:solidFill>
            <a:miter/>
          </a:ln>
        </p:spPr>
        <p:txBody>
          <a:bodyPr lIns="2160" rIns="2160" tIns="2160" bIns="21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/>
          <p:nvPr/>
        </p:nvSpPr>
        <p:spPr>
          <a:xfrm>
            <a:off x="1739160" y="2474640"/>
            <a:ext cx="26640" cy="28080"/>
          </a:xfrm>
          <a:custGeom>
            <a:avLst/>
            <a:gdLst/>
            <a:ahLst/>
            <a:rect l="0" t="0" r="r" b="b"/>
            <a:pathLst>
              <a:path w="74" h="78">
                <a:moveTo>
                  <a:pt x="19" y="78"/>
                </a:moveTo>
                <a:lnTo>
                  <a:pt x="0" y="0"/>
                </a:lnTo>
                <a:lnTo>
                  <a:pt x="74" y="32"/>
                </a:lnTo>
                <a:lnTo>
                  <a:pt x="19" y="78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/>
          <p:nvPr/>
        </p:nvSpPr>
        <p:spPr>
          <a:xfrm>
            <a:off x="1737000" y="2472480"/>
            <a:ext cx="30960" cy="32400"/>
          </a:xfrm>
          <a:custGeom>
            <a:avLst/>
            <a:gdLst/>
            <a:ahLst/>
            <a:rect l="0" t="0" r="r" b="b"/>
            <a:pathLst>
              <a:path w="86" h="90">
                <a:moveTo>
                  <a:pt x="21" y="78"/>
                </a:moveTo>
                <a:lnTo>
                  <a:pt x="19" y="71"/>
                </a:lnTo>
                <a:lnTo>
                  <a:pt x="26" y="69"/>
                </a:lnTo>
                <a:lnTo>
                  <a:pt x="28" y="76"/>
                </a:lnTo>
                <a:lnTo>
                  <a:pt x="21" y="78"/>
                </a:lnTo>
                <a:moveTo>
                  <a:pt x="19" y="71"/>
                </a:moveTo>
                <a:lnTo>
                  <a:pt x="18" y="64"/>
                </a:lnTo>
                <a:lnTo>
                  <a:pt x="24" y="62"/>
                </a:lnTo>
                <a:lnTo>
                  <a:pt x="26" y="69"/>
                </a:lnTo>
                <a:lnTo>
                  <a:pt x="19" y="71"/>
                </a:lnTo>
                <a:moveTo>
                  <a:pt x="18" y="64"/>
                </a:moveTo>
                <a:lnTo>
                  <a:pt x="16" y="57"/>
                </a:lnTo>
                <a:lnTo>
                  <a:pt x="23" y="56"/>
                </a:lnTo>
                <a:lnTo>
                  <a:pt x="24" y="62"/>
                </a:lnTo>
                <a:lnTo>
                  <a:pt x="18" y="64"/>
                </a:lnTo>
                <a:moveTo>
                  <a:pt x="16" y="57"/>
                </a:moveTo>
                <a:lnTo>
                  <a:pt x="14" y="51"/>
                </a:lnTo>
                <a:lnTo>
                  <a:pt x="21" y="49"/>
                </a:lnTo>
                <a:lnTo>
                  <a:pt x="23" y="56"/>
                </a:lnTo>
                <a:lnTo>
                  <a:pt x="16" y="57"/>
                </a:lnTo>
                <a:moveTo>
                  <a:pt x="14" y="51"/>
                </a:moveTo>
                <a:lnTo>
                  <a:pt x="12" y="44"/>
                </a:lnTo>
                <a:lnTo>
                  <a:pt x="19" y="42"/>
                </a:lnTo>
                <a:lnTo>
                  <a:pt x="21" y="49"/>
                </a:lnTo>
                <a:lnTo>
                  <a:pt x="14" y="51"/>
                </a:lnTo>
                <a:moveTo>
                  <a:pt x="12" y="44"/>
                </a:moveTo>
                <a:lnTo>
                  <a:pt x="11" y="36"/>
                </a:lnTo>
                <a:lnTo>
                  <a:pt x="17" y="34"/>
                </a:lnTo>
                <a:lnTo>
                  <a:pt x="19" y="42"/>
                </a:lnTo>
                <a:lnTo>
                  <a:pt x="12" y="44"/>
                </a:lnTo>
                <a:moveTo>
                  <a:pt x="11" y="36"/>
                </a:moveTo>
                <a:lnTo>
                  <a:pt x="9" y="29"/>
                </a:lnTo>
                <a:lnTo>
                  <a:pt x="16" y="27"/>
                </a:lnTo>
                <a:lnTo>
                  <a:pt x="17" y="34"/>
                </a:lnTo>
                <a:lnTo>
                  <a:pt x="11" y="36"/>
                </a:lnTo>
                <a:moveTo>
                  <a:pt x="9" y="29"/>
                </a:moveTo>
                <a:lnTo>
                  <a:pt x="7" y="22"/>
                </a:lnTo>
                <a:lnTo>
                  <a:pt x="14" y="20"/>
                </a:lnTo>
                <a:lnTo>
                  <a:pt x="16" y="27"/>
                </a:lnTo>
                <a:lnTo>
                  <a:pt x="9" y="29"/>
                </a:lnTo>
                <a:moveTo>
                  <a:pt x="7" y="22"/>
                </a:moveTo>
                <a:lnTo>
                  <a:pt x="4" y="15"/>
                </a:lnTo>
                <a:lnTo>
                  <a:pt x="12" y="14"/>
                </a:lnTo>
                <a:lnTo>
                  <a:pt x="14" y="20"/>
                </a:lnTo>
                <a:lnTo>
                  <a:pt x="7" y="22"/>
                </a:lnTo>
                <a:moveTo>
                  <a:pt x="4" y="15"/>
                </a:moveTo>
                <a:lnTo>
                  <a:pt x="3" y="8"/>
                </a:lnTo>
                <a:lnTo>
                  <a:pt x="10" y="7"/>
                </a:lnTo>
                <a:lnTo>
                  <a:pt x="12" y="14"/>
                </a:lnTo>
                <a:lnTo>
                  <a:pt x="4" y="15"/>
                </a:lnTo>
                <a:moveTo>
                  <a:pt x="3" y="8"/>
                </a:moveTo>
                <a:lnTo>
                  <a:pt x="0" y="0"/>
                </a:lnTo>
                <a:lnTo>
                  <a:pt x="13" y="5"/>
                </a:lnTo>
                <a:lnTo>
                  <a:pt x="11" y="12"/>
                </a:lnTo>
                <a:lnTo>
                  <a:pt x="4" y="10"/>
                </a:lnTo>
                <a:lnTo>
                  <a:pt x="7" y="6"/>
                </a:lnTo>
                <a:lnTo>
                  <a:pt x="10" y="6"/>
                </a:lnTo>
                <a:lnTo>
                  <a:pt x="10" y="7"/>
                </a:lnTo>
                <a:lnTo>
                  <a:pt x="3" y="8"/>
                </a:lnTo>
                <a:moveTo>
                  <a:pt x="13" y="5"/>
                </a:moveTo>
                <a:lnTo>
                  <a:pt x="20" y="8"/>
                </a:lnTo>
                <a:lnTo>
                  <a:pt x="17" y="15"/>
                </a:lnTo>
                <a:lnTo>
                  <a:pt x="11" y="12"/>
                </a:lnTo>
                <a:lnTo>
                  <a:pt x="13" y="5"/>
                </a:lnTo>
                <a:moveTo>
                  <a:pt x="20" y="8"/>
                </a:moveTo>
                <a:lnTo>
                  <a:pt x="26" y="11"/>
                </a:lnTo>
                <a:lnTo>
                  <a:pt x="24" y="17"/>
                </a:lnTo>
                <a:lnTo>
                  <a:pt x="17" y="15"/>
                </a:lnTo>
                <a:lnTo>
                  <a:pt x="20" y="8"/>
                </a:lnTo>
                <a:moveTo>
                  <a:pt x="26" y="11"/>
                </a:moveTo>
                <a:lnTo>
                  <a:pt x="33" y="13"/>
                </a:lnTo>
                <a:lnTo>
                  <a:pt x="30" y="20"/>
                </a:lnTo>
                <a:lnTo>
                  <a:pt x="24" y="17"/>
                </a:lnTo>
                <a:lnTo>
                  <a:pt x="26" y="11"/>
                </a:lnTo>
                <a:moveTo>
                  <a:pt x="33" y="13"/>
                </a:moveTo>
                <a:lnTo>
                  <a:pt x="39" y="16"/>
                </a:lnTo>
                <a:lnTo>
                  <a:pt x="37" y="23"/>
                </a:lnTo>
                <a:lnTo>
                  <a:pt x="30" y="20"/>
                </a:lnTo>
                <a:lnTo>
                  <a:pt x="33" y="13"/>
                </a:lnTo>
                <a:moveTo>
                  <a:pt x="39" y="16"/>
                </a:moveTo>
                <a:lnTo>
                  <a:pt x="46" y="19"/>
                </a:lnTo>
                <a:lnTo>
                  <a:pt x="43" y="25"/>
                </a:lnTo>
                <a:lnTo>
                  <a:pt x="37" y="23"/>
                </a:lnTo>
                <a:lnTo>
                  <a:pt x="39" y="16"/>
                </a:lnTo>
                <a:moveTo>
                  <a:pt x="46" y="19"/>
                </a:moveTo>
                <a:lnTo>
                  <a:pt x="53" y="22"/>
                </a:lnTo>
                <a:lnTo>
                  <a:pt x="50" y="28"/>
                </a:lnTo>
                <a:lnTo>
                  <a:pt x="43" y="25"/>
                </a:lnTo>
                <a:lnTo>
                  <a:pt x="46" y="19"/>
                </a:lnTo>
                <a:moveTo>
                  <a:pt x="53" y="22"/>
                </a:moveTo>
                <a:lnTo>
                  <a:pt x="59" y="24"/>
                </a:lnTo>
                <a:lnTo>
                  <a:pt x="56" y="31"/>
                </a:lnTo>
                <a:lnTo>
                  <a:pt x="50" y="28"/>
                </a:lnTo>
                <a:lnTo>
                  <a:pt x="53" y="22"/>
                </a:lnTo>
                <a:moveTo>
                  <a:pt x="59" y="24"/>
                </a:moveTo>
                <a:lnTo>
                  <a:pt x="66" y="27"/>
                </a:lnTo>
                <a:lnTo>
                  <a:pt x="63" y="33"/>
                </a:lnTo>
                <a:lnTo>
                  <a:pt x="56" y="31"/>
                </a:lnTo>
                <a:lnTo>
                  <a:pt x="59" y="24"/>
                </a:lnTo>
                <a:moveTo>
                  <a:pt x="66" y="27"/>
                </a:moveTo>
                <a:lnTo>
                  <a:pt x="72" y="30"/>
                </a:lnTo>
                <a:lnTo>
                  <a:pt x="69" y="36"/>
                </a:lnTo>
                <a:lnTo>
                  <a:pt x="63" y="33"/>
                </a:lnTo>
                <a:lnTo>
                  <a:pt x="66" y="27"/>
                </a:lnTo>
                <a:moveTo>
                  <a:pt x="72" y="30"/>
                </a:moveTo>
                <a:lnTo>
                  <a:pt x="79" y="32"/>
                </a:lnTo>
                <a:lnTo>
                  <a:pt x="76" y="39"/>
                </a:lnTo>
                <a:lnTo>
                  <a:pt x="69" y="36"/>
                </a:lnTo>
                <a:lnTo>
                  <a:pt x="72" y="30"/>
                </a:lnTo>
                <a:moveTo>
                  <a:pt x="79" y="32"/>
                </a:moveTo>
                <a:lnTo>
                  <a:pt x="86" y="36"/>
                </a:lnTo>
                <a:lnTo>
                  <a:pt x="79" y="43"/>
                </a:lnTo>
                <a:lnTo>
                  <a:pt x="74" y="37"/>
                </a:lnTo>
                <a:lnTo>
                  <a:pt x="77" y="34"/>
                </a:lnTo>
                <a:lnTo>
                  <a:pt x="80" y="37"/>
                </a:lnTo>
                <a:lnTo>
                  <a:pt x="78" y="41"/>
                </a:lnTo>
                <a:lnTo>
                  <a:pt x="76" y="39"/>
                </a:lnTo>
                <a:lnTo>
                  <a:pt x="79" y="32"/>
                </a:lnTo>
                <a:moveTo>
                  <a:pt x="79" y="43"/>
                </a:moveTo>
                <a:lnTo>
                  <a:pt x="73" y="48"/>
                </a:lnTo>
                <a:lnTo>
                  <a:pt x="69" y="43"/>
                </a:lnTo>
                <a:lnTo>
                  <a:pt x="74" y="37"/>
                </a:lnTo>
                <a:lnTo>
                  <a:pt x="79" y="43"/>
                </a:lnTo>
                <a:moveTo>
                  <a:pt x="73" y="48"/>
                </a:moveTo>
                <a:lnTo>
                  <a:pt x="68" y="52"/>
                </a:lnTo>
                <a:lnTo>
                  <a:pt x="63" y="47"/>
                </a:lnTo>
                <a:lnTo>
                  <a:pt x="69" y="43"/>
                </a:lnTo>
                <a:lnTo>
                  <a:pt x="73" y="48"/>
                </a:lnTo>
                <a:moveTo>
                  <a:pt x="68" y="52"/>
                </a:moveTo>
                <a:lnTo>
                  <a:pt x="63" y="57"/>
                </a:lnTo>
                <a:lnTo>
                  <a:pt x="58" y="52"/>
                </a:lnTo>
                <a:lnTo>
                  <a:pt x="63" y="47"/>
                </a:lnTo>
                <a:lnTo>
                  <a:pt x="68" y="52"/>
                </a:lnTo>
                <a:moveTo>
                  <a:pt x="63" y="57"/>
                </a:moveTo>
                <a:lnTo>
                  <a:pt x="57" y="62"/>
                </a:lnTo>
                <a:lnTo>
                  <a:pt x="53" y="56"/>
                </a:lnTo>
                <a:lnTo>
                  <a:pt x="58" y="52"/>
                </a:lnTo>
                <a:lnTo>
                  <a:pt x="63" y="57"/>
                </a:lnTo>
                <a:moveTo>
                  <a:pt x="57" y="62"/>
                </a:moveTo>
                <a:lnTo>
                  <a:pt x="52" y="66"/>
                </a:lnTo>
                <a:lnTo>
                  <a:pt x="47" y="61"/>
                </a:lnTo>
                <a:lnTo>
                  <a:pt x="53" y="56"/>
                </a:lnTo>
                <a:lnTo>
                  <a:pt x="57" y="62"/>
                </a:lnTo>
                <a:moveTo>
                  <a:pt x="52" y="66"/>
                </a:moveTo>
                <a:lnTo>
                  <a:pt x="47" y="71"/>
                </a:lnTo>
                <a:lnTo>
                  <a:pt x="42" y="66"/>
                </a:lnTo>
                <a:lnTo>
                  <a:pt x="47" y="61"/>
                </a:lnTo>
                <a:lnTo>
                  <a:pt x="52" y="66"/>
                </a:lnTo>
                <a:moveTo>
                  <a:pt x="47" y="71"/>
                </a:moveTo>
                <a:lnTo>
                  <a:pt x="41" y="76"/>
                </a:lnTo>
                <a:lnTo>
                  <a:pt x="37" y="70"/>
                </a:lnTo>
                <a:lnTo>
                  <a:pt x="42" y="66"/>
                </a:lnTo>
                <a:lnTo>
                  <a:pt x="47" y="71"/>
                </a:lnTo>
                <a:moveTo>
                  <a:pt x="41" y="76"/>
                </a:moveTo>
                <a:lnTo>
                  <a:pt x="36" y="80"/>
                </a:lnTo>
                <a:lnTo>
                  <a:pt x="31" y="75"/>
                </a:lnTo>
                <a:lnTo>
                  <a:pt x="37" y="70"/>
                </a:lnTo>
                <a:lnTo>
                  <a:pt x="41" y="76"/>
                </a:lnTo>
                <a:moveTo>
                  <a:pt x="36" y="80"/>
                </a:moveTo>
                <a:lnTo>
                  <a:pt x="30" y="85"/>
                </a:lnTo>
                <a:lnTo>
                  <a:pt x="26" y="80"/>
                </a:lnTo>
                <a:lnTo>
                  <a:pt x="31" y="75"/>
                </a:lnTo>
                <a:lnTo>
                  <a:pt x="36" y="80"/>
                </a:lnTo>
                <a:moveTo>
                  <a:pt x="30" y="85"/>
                </a:moveTo>
                <a:lnTo>
                  <a:pt x="24" y="90"/>
                </a:lnTo>
                <a:lnTo>
                  <a:pt x="21" y="78"/>
                </a:lnTo>
                <a:lnTo>
                  <a:pt x="28" y="76"/>
                </a:lnTo>
                <a:lnTo>
                  <a:pt x="30" y="83"/>
                </a:lnTo>
                <a:lnTo>
                  <a:pt x="26" y="84"/>
                </a:lnTo>
                <a:lnTo>
                  <a:pt x="24" y="81"/>
                </a:lnTo>
                <a:lnTo>
                  <a:pt x="26" y="80"/>
                </a:lnTo>
                <a:lnTo>
                  <a:pt x="30" y="85"/>
                </a:lnTo>
                <a:close/>
              </a:path>
            </a:pathLst>
          </a:custGeom>
          <a:solidFill>
            <a:srgbClr val="8a94a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/>
          <p:nvPr/>
        </p:nvSpPr>
        <p:spPr>
          <a:xfrm>
            <a:off x="857880" y="2243160"/>
            <a:ext cx="401040" cy="76680"/>
          </a:xfrm>
          <a:custGeom>
            <a:avLst/>
            <a:gdLst/>
            <a:ahLst/>
            <a:rect l="0" t="0" r="r" b="b"/>
            <a:pathLst>
              <a:path w="1114" h="213">
                <a:moveTo>
                  <a:pt x="0" y="0"/>
                </a:moveTo>
                <a:lnTo>
                  <a:pt x="1114" y="0"/>
                </a:lnTo>
                <a:lnTo>
                  <a:pt x="111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/>
          <p:nvPr/>
        </p:nvSpPr>
        <p:spPr>
          <a:xfrm>
            <a:off x="857880" y="2243160"/>
            <a:ext cx="401040" cy="76680"/>
          </a:xfrm>
          <a:custGeom>
            <a:avLst/>
            <a:gdLst/>
            <a:ahLst/>
            <a:rect l="0" t="0" r="r" b="b"/>
            <a:pathLst>
              <a:path w="1114" h="213">
                <a:moveTo>
                  <a:pt x="0" y="0"/>
                </a:moveTo>
                <a:lnTo>
                  <a:pt x="1114" y="0"/>
                </a:lnTo>
                <a:lnTo>
                  <a:pt x="111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 txBox="1"/>
          <p:nvPr/>
        </p:nvSpPr>
        <p:spPr>
          <a:xfrm>
            <a:off x="439920" y="1072440"/>
            <a:ext cx="2269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Systeem nu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/>
          <p:nvPr/>
        </p:nvSpPr>
        <p:spPr>
          <a:xfrm>
            <a:off x="2018160" y="2173680"/>
            <a:ext cx="200520" cy="76680"/>
          </a:xfrm>
          <a:custGeom>
            <a:avLst/>
            <a:gdLst/>
            <a:ahLst/>
            <a:rect l="0" t="0" r="r" b="b"/>
            <a:pathLst>
              <a:path w="557" h="213">
                <a:moveTo>
                  <a:pt x="0" y="0"/>
                </a:moveTo>
                <a:lnTo>
                  <a:pt x="557" y="0"/>
                </a:lnTo>
                <a:lnTo>
                  <a:pt x="55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/>
          <p:nvPr/>
        </p:nvSpPr>
        <p:spPr>
          <a:xfrm>
            <a:off x="2018160" y="2173680"/>
            <a:ext cx="200520" cy="76680"/>
          </a:xfrm>
          <a:custGeom>
            <a:avLst/>
            <a:gdLst/>
            <a:ahLst/>
            <a:rect l="0" t="0" r="r" b="b"/>
            <a:pathLst>
              <a:path w="557" h="213">
                <a:moveTo>
                  <a:pt x="0" y="0"/>
                </a:moveTo>
                <a:lnTo>
                  <a:pt x="557" y="0"/>
                </a:lnTo>
                <a:lnTo>
                  <a:pt x="55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0" name=""/>
          <p:cNvSpPr txBox="1"/>
          <p:nvPr/>
        </p:nvSpPr>
        <p:spPr>
          <a:xfrm>
            <a:off x="858240" y="2250000"/>
            <a:ext cx="397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invoer en vraag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/>
          <p:nvPr/>
        </p:nvSpPr>
        <p:spPr>
          <a:xfrm>
            <a:off x="3226680" y="1731960"/>
            <a:ext cx="566280" cy="76680"/>
          </a:xfrm>
          <a:custGeom>
            <a:avLst/>
            <a:gdLst/>
            <a:ahLst/>
            <a:rect l="0" t="0" r="r" b="b"/>
            <a:pathLst>
              <a:path w="1573" h="213">
                <a:moveTo>
                  <a:pt x="0" y="0"/>
                </a:moveTo>
                <a:lnTo>
                  <a:pt x="1573" y="0"/>
                </a:lnTo>
                <a:lnTo>
                  <a:pt x="157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2" name=""/>
          <p:cNvSpPr/>
          <p:nvPr/>
        </p:nvSpPr>
        <p:spPr>
          <a:xfrm>
            <a:off x="3226680" y="1731960"/>
            <a:ext cx="566280" cy="76680"/>
          </a:xfrm>
          <a:custGeom>
            <a:avLst/>
            <a:gdLst/>
            <a:ahLst/>
            <a:rect l="0" t="0" r="r" b="b"/>
            <a:pathLst>
              <a:path w="1573" h="213">
                <a:moveTo>
                  <a:pt x="0" y="0"/>
                </a:moveTo>
                <a:lnTo>
                  <a:pt x="1573" y="0"/>
                </a:lnTo>
                <a:lnTo>
                  <a:pt x="157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3" name=""/>
          <p:cNvSpPr txBox="1"/>
          <p:nvPr/>
        </p:nvSpPr>
        <p:spPr>
          <a:xfrm>
            <a:off x="2018520" y="2180880"/>
            <a:ext cx="198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verzoek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4" name=""/>
          <p:cNvSpPr/>
          <p:nvPr/>
        </p:nvSpPr>
        <p:spPr>
          <a:xfrm>
            <a:off x="3386520" y="187200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/>
          <p:nvPr/>
        </p:nvSpPr>
        <p:spPr>
          <a:xfrm>
            <a:off x="3386520" y="187200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6" name=""/>
          <p:cNvSpPr txBox="1"/>
          <p:nvPr/>
        </p:nvSpPr>
        <p:spPr>
          <a:xfrm>
            <a:off x="3227040" y="1739160"/>
            <a:ext cx="560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opvragen en schrijven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7" name=""/>
          <p:cNvSpPr/>
          <p:nvPr/>
        </p:nvSpPr>
        <p:spPr>
          <a:xfrm>
            <a:off x="2030040" y="2557800"/>
            <a:ext cx="238680" cy="76680"/>
          </a:xfrm>
          <a:custGeom>
            <a:avLst/>
            <a:gdLst/>
            <a:ahLst/>
            <a:rect l="0" t="0" r="r" b="b"/>
            <a:pathLst>
              <a:path w="663" h="213">
                <a:moveTo>
                  <a:pt x="0" y="0"/>
                </a:moveTo>
                <a:lnTo>
                  <a:pt x="663" y="0"/>
                </a:lnTo>
                <a:lnTo>
                  <a:pt x="66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8" name=""/>
          <p:cNvSpPr/>
          <p:nvPr/>
        </p:nvSpPr>
        <p:spPr>
          <a:xfrm>
            <a:off x="2030040" y="2557800"/>
            <a:ext cx="238680" cy="76680"/>
          </a:xfrm>
          <a:custGeom>
            <a:avLst/>
            <a:gdLst/>
            <a:ahLst/>
            <a:rect l="0" t="0" r="r" b="b"/>
            <a:pathLst>
              <a:path w="663" h="213">
                <a:moveTo>
                  <a:pt x="0" y="0"/>
                </a:moveTo>
                <a:lnTo>
                  <a:pt x="663" y="0"/>
                </a:lnTo>
                <a:lnTo>
                  <a:pt x="66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 txBox="1"/>
          <p:nvPr/>
        </p:nvSpPr>
        <p:spPr>
          <a:xfrm>
            <a:off x="3386880" y="1878840"/>
            <a:ext cx="244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gegevens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/>
          <p:nvPr/>
        </p:nvSpPr>
        <p:spPr>
          <a:xfrm>
            <a:off x="989640" y="2382480"/>
            <a:ext cx="140400" cy="76680"/>
          </a:xfrm>
          <a:custGeom>
            <a:avLst/>
            <a:gdLst/>
            <a:ahLst/>
            <a:rect l="0" t="0" r="r" b="b"/>
            <a:pathLst>
              <a:path w="390" h="213">
                <a:moveTo>
                  <a:pt x="0" y="0"/>
                </a:moveTo>
                <a:lnTo>
                  <a:pt x="390" y="0"/>
                </a:lnTo>
                <a:lnTo>
                  <a:pt x="3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/>
          <p:nvPr/>
        </p:nvSpPr>
        <p:spPr>
          <a:xfrm>
            <a:off x="989640" y="2382480"/>
            <a:ext cx="140400" cy="76680"/>
          </a:xfrm>
          <a:custGeom>
            <a:avLst/>
            <a:gdLst/>
            <a:ahLst/>
            <a:rect l="0" t="0" r="r" b="b"/>
            <a:pathLst>
              <a:path w="390" h="213">
                <a:moveTo>
                  <a:pt x="0" y="0"/>
                </a:moveTo>
                <a:lnTo>
                  <a:pt x="390" y="0"/>
                </a:lnTo>
                <a:lnTo>
                  <a:pt x="3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2" name=""/>
          <p:cNvSpPr txBox="1"/>
          <p:nvPr/>
        </p:nvSpPr>
        <p:spPr>
          <a:xfrm>
            <a:off x="2030400" y="2565000"/>
            <a:ext cx="238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3" name=""/>
          <p:cNvSpPr/>
          <p:nvPr/>
        </p:nvSpPr>
        <p:spPr>
          <a:xfrm>
            <a:off x="4421880" y="1802160"/>
            <a:ext cx="419760" cy="76680"/>
          </a:xfrm>
          <a:custGeom>
            <a:avLst/>
            <a:gdLst/>
            <a:ahLst/>
            <a:rect l="0" t="0" r="r" b="b"/>
            <a:pathLst>
              <a:path w="1166" h="213">
                <a:moveTo>
                  <a:pt x="0" y="0"/>
                </a:moveTo>
                <a:lnTo>
                  <a:pt x="1166" y="0"/>
                </a:lnTo>
                <a:lnTo>
                  <a:pt x="11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4" name=""/>
          <p:cNvSpPr/>
          <p:nvPr/>
        </p:nvSpPr>
        <p:spPr>
          <a:xfrm>
            <a:off x="4421880" y="1802160"/>
            <a:ext cx="419760" cy="76680"/>
          </a:xfrm>
          <a:custGeom>
            <a:avLst/>
            <a:gdLst/>
            <a:ahLst/>
            <a:rect l="0" t="0" r="r" b="b"/>
            <a:pathLst>
              <a:path w="1166" h="213">
                <a:moveTo>
                  <a:pt x="0" y="0"/>
                </a:moveTo>
                <a:lnTo>
                  <a:pt x="1166" y="0"/>
                </a:lnTo>
                <a:lnTo>
                  <a:pt x="11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5" name=""/>
          <p:cNvSpPr txBox="1"/>
          <p:nvPr/>
        </p:nvSpPr>
        <p:spPr>
          <a:xfrm>
            <a:off x="990000" y="2389680"/>
            <a:ext cx="139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beeld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/>
          <p:nvPr/>
        </p:nvSpPr>
        <p:spPr>
          <a:xfrm>
            <a:off x="5787720" y="1731960"/>
            <a:ext cx="153000" cy="76680"/>
          </a:xfrm>
          <a:custGeom>
            <a:avLst/>
            <a:gdLst/>
            <a:ahLst/>
            <a:rect l="0" t="0" r="r" b="b"/>
            <a:pathLst>
              <a:path w="425" h="213">
                <a:moveTo>
                  <a:pt x="0" y="0"/>
                </a:moveTo>
                <a:lnTo>
                  <a:pt x="425" y="0"/>
                </a:lnTo>
                <a:lnTo>
                  <a:pt x="425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7" name=""/>
          <p:cNvSpPr/>
          <p:nvPr/>
        </p:nvSpPr>
        <p:spPr>
          <a:xfrm>
            <a:off x="5787720" y="1731960"/>
            <a:ext cx="153000" cy="76680"/>
          </a:xfrm>
          <a:custGeom>
            <a:avLst/>
            <a:gdLst/>
            <a:ahLst/>
            <a:rect l="0" t="0" r="r" b="b"/>
            <a:pathLst>
              <a:path w="425" h="213">
                <a:moveTo>
                  <a:pt x="0" y="0"/>
                </a:moveTo>
                <a:lnTo>
                  <a:pt x="425" y="0"/>
                </a:lnTo>
                <a:lnTo>
                  <a:pt x="425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 txBox="1"/>
          <p:nvPr/>
        </p:nvSpPr>
        <p:spPr>
          <a:xfrm>
            <a:off x="4422240" y="1809000"/>
            <a:ext cx="415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periodieke kopie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9" name=""/>
          <p:cNvSpPr/>
          <p:nvPr/>
        </p:nvSpPr>
        <p:spPr>
          <a:xfrm>
            <a:off x="6836040" y="1731960"/>
            <a:ext cx="235440" cy="76680"/>
          </a:xfrm>
          <a:custGeom>
            <a:avLst/>
            <a:gdLst/>
            <a:ahLst/>
            <a:rect l="0" t="0" r="r" b="b"/>
            <a:pathLst>
              <a:path w="654" h="213">
                <a:moveTo>
                  <a:pt x="0" y="0"/>
                </a:moveTo>
                <a:lnTo>
                  <a:pt x="654" y="0"/>
                </a:lnTo>
                <a:lnTo>
                  <a:pt x="65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0" name=""/>
          <p:cNvSpPr/>
          <p:nvPr/>
        </p:nvSpPr>
        <p:spPr>
          <a:xfrm>
            <a:off x="6836040" y="1731960"/>
            <a:ext cx="235440" cy="76680"/>
          </a:xfrm>
          <a:custGeom>
            <a:avLst/>
            <a:gdLst/>
            <a:ahLst/>
            <a:rect l="0" t="0" r="r" b="b"/>
            <a:pathLst>
              <a:path w="654" h="213">
                <a:moveTo>
                  <a:pt x="0" y="0"/>
                </a:moveTo>
                <a:lnTo>
                  <a:pt x="654" y="0"/>
                </a:lnTo>
                <a:lnTo>
                  <a:pt x="654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1" name=""/>
          <p:cNvSpPr txBox="1"/>
          <p:nvPr/>
        </p:nvSpPr>
        <p:spPr>
          <a:xfrm>
            <a:off x="5788080" y="1739160"/>
            <a:ext cx="1515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cijfers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2" name=""/>
          <p:cNvSpPr/>
          <p:nvPr/>
        </p:nvSpPr>
        <p:spPr>
          <a:xfrm>
            <a:off x="5711040" y="2027880"/>
            <a:ext cx="292680" cy="76680"/>
          </a:xfrm>
          <a:custGeom>
            <a:avLst/>
            <a:gdLst/>
            <a:ahLst/>
            <a:rect l="0" t="0" r="r" b="b"/>
            <a:pathLst>
              <a:path w="813" h="213">
                <a:moveTo>
                  <a:pt x="0" y="0"/>
                </a:moveTo>
                <a:lnTo>
                  <a:pt x="813" y="0"/>
                </a:lnTo>
                <a:lnTo>
                  <a:pt x="81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3" name=""/>
          <p:cNvSpPr/>
          <p:nvPr/>
        </p:nvSpPr>
        <p:spPr>
          <a:xfrm>
            <a:off x="5711040" y="2027880"/>
            <a:ext cx="292680" cy="76680"/>
          </a:xfrm>
          <a:custGeom>
            <a:avLst/>
            <a:gdLst/>
            <a:ahLst/>
            <a:rect l="0" t="0" r="r" b="b"/>
            <a:pathLst>
              <a:path w="813" h="213">
                <a:moveTo>
                  <a:pt x="0" y="0"/>
                </a:moveTo>
                <a:lnTo>
                  <a:pt x="813" y="0"/>
                </a:lnTo>
                <a:lnTo>
                  <a:pt x="81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4" name=""/>
          <p:cNvSpPr txBox="1"/>
          <p:nvPr/>
        </p:nvSpPr>
        <p:spPr>
          <a:xfrm>
            <a:off x="6836040" y="1739160"/>
            <a:ext cx="232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overzicht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5" name=""/>
          <p:cNvSpPr/>
          <p:nvPr/>
        </p:nvSpPr>
        <p:spPr>
          <a:xfrm>
            <a:off x="5740560" y="232848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6" name=""/>
          <p:cNvSpPr/>
          <p:nvPr/>
        </p:nvSpPr>
        <p:spPr>
          <a:xfrm>
            <a:off x="5740560" y="2328480"/>
            <a:ext cx="248400" cy="76680"/>
          </a:xfrm>
          <a:custGeom>
            <a:avLst/>
            <a:gdLst/>
            <a:ahLst/>
            <a:rect l="0" t="0" r="r" b="b"/>
            <a:pathLst>
              <a:path w="690" h="213">
                <a:moveTo>
                  <a:pt x="0" y="0"/>
                </a:moveTo>
                <a:lnTo>
                  <a:pt x="690" y="0"/>
                </a:lnTo>
                <a:lnTo>
                  <a:pt x="690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7" name=""/>
          <p:cNvSpPr txBox="1"/>
          <p:nvPr/>
        </p:nvSpPr>
        <p:spPr>
          <a:xfrm>
            <a:off x="5711040" y="2035080"/>
            <a:ext cx="291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doorstroom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8" name=""/>
          <p:cNvSpPr/>
          <p:nvPr/>
        </p:nvSpPr>
        <p:spPr>
          <a:xfrm>
            <a:off x="6862320" y="2398680"/>
            <a:ext cx="181440" cy="76320"/>
          </a:xfrm>
          <a:custGeom>
            <a:avLst/>
            <a:gdLst/>
            <a:ahLst/>
            <a:rect l="0" t="0" r="r" b="b"/>
            <a:pathLst>
              <a:path w="504" h="212">
                <a:moveTo>
                  <a:pt x="0" y="0"/>
                </a:moveTo>
                <a:lnTo>
                  <a:pt x="504" y="0"/>
                </a:lnTo>
                <a:lnTo>
                  <a:pt x="504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19" name=""/>
          <p:cNvSpPr/>
          <p:nvPr/>
        </p:nvSpPr>
        <p:spPr>
          <a:xfrm>
            <a:off x="6862320" y="2398680"/>
            <a:ext cx="181440" cy="76320"/>
          </a:xfrm>
          <a:custGeom>
            <a:avLst/>
            <a:gdLst/>
            <a:ahLst/>
            <a:rect l="0" t="0" r="r" b="b"/>
            <a:pathLst>
              <a:path w="504" h="212">
                <a:moveTo>
                  <a:pt x="0" y="0"/>
                </a:moveTo>
                <a:lnTo>
                  <a:pt x="504" y="0"/>
                </a:lnTo>
                <a:lnTo>
                  <a:pt x="504" y="212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0" name=""/>
          <p:cNvSpPr txBox="1"/>
          <p:nvPr/>
        </p:nvSpPr>
        <p:spPr>
          <a:xfrm>
            <a:off x="5740920" y="2335680"/>
            <a:ext cx="24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koppeling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1" name=""/>
          <p:cNvSpPr/>
          <p:nvPr/>
        </p:nvSpPr>
        <p:spPr>
          <a:xfrm>
            <a:off x="5124240" y="2607840"/>
            <a:ext cx="311760" cy="76680"/>
          </a:xfrm>
          <a:custGeom>
            <a:avLst/>
            <a:gdLst/>
            <a:ahLst/>
            <a:rect l="0" t="0" r="r" b="b"/>
            <a:pathLst>
              <a:path w="866" h="213">
                <a:moveTo>
                  <a:pt x="0" y="0"/>
                </a:moveTo>
                <a:lnTo>
                  <a:pt x="866" y="0"/>
                </a:lnTo>
                <a:lnTo>
                  <a:pt x="8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2" name=""/>
          <p:cNvSpPr/>
          <p:nvPr/>
        </p:nvSpPr>
        <p:spPr>
          <a:xfrm>
            <a:off x="5124240" y="2607840"/>
            <a:ext cx="311760" cy="76680"/>
          </a:xfrm>
          <a:custGeom>
            <a:avLst/>
            <a:gdLst/>
            <a:ahLst/>
            <a:rect l="0" t="0" r="r" b="b"/>
            <a:pathLst>
              <a:path w="866" h="213">
                <a:moveTo>
                  <a:pt x="0" y="0"/>
                </a:moveTo>
                <a:lnTo>
                  <a:pt x="866" y="0"/>
                </a:lnTo>
                <a:lnTo>
                  <a:pt x="866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3" name=""/>
          <p:cNvSpPr txBox="1"/>
          <p:nvPr/>
        </p:nvSpPr>
        <p:spPr>
          <a:xfrm>
            <a:off x="6862320" y="2405520"/>
            <a:ext cx="1807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trainen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4" name=""/>
          <p:cNvSpPr/>
          <p:nvPr/>
        </p:nvSpPr>
        <p:spPr>
          <a:xfrm>
            <a:off x="7370280" y="2103120"/>
            <a:ext cx="191160" cy="76680"/>
          </a:xfrm>
          <a:custGeom>
            <a:avLst/>
            <a:gdLst/>
            <a:ahLst/>
            <a:rect l="0" t="0" r="r" b="b"/>
            <a:pathLst>
              <a:path w="531" h="213">
                <a:moveTo>
                  <a:pt x="0" y="0"/>
                </a:moveTo>
                <a:lnTo>
                  <a:pt x="531" y="0"/>
                </a:lnTo>
                <a:lnTo>
                  <a:pt x="53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5" name=""/>
          <p:cNvSpPr/>
          <p:nvPr/>
        </p:nvSpPr>
        <p:spPr>
          <a:xfrm>
            <a:off x="7370280" y="2103120"/>
            <a:ext cx="191160" cy="76680"/>
          </a:xfrm>
          <a:custGeom>
            <a:avLst/>
            <a:gdLst/>
            <a:ahLst/>
            <a:rect l="0" t="0" r="r" b="b"/>
            <a:pathLst>
              <a:path w="531" h="213">
                <a:moveTo>
                  <a:pt x="0" y="0"/>
                </a:moveTo>
                <a:lnTo>
                  <a:pt x="531" y="0"/>
                </a:lnTo>
                <a:lnTo>
                  <a:pt x="53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6" name=""/>
          <p:cNvSpPr txBox="1"/>
          <p:nvPr/>
        </p:nvSpPr>
        <p:spPr>
          <a:xfrm>
            <a:off x="5124240" y="2615040"/>
            <a:ext cx="3070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voorspelling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7" name=""/>
          <p:cNvSpPr/>
          <p:nvPr/>
        </p:nvSpPr>
        <p:spPr>
          <a:xfrm>
            <a:off x="7862040" y="2541240"/>
            <a:ext cx="159480" cy="76680"/>
          </a:xfrm>
          <a:custGeom>
            <a:avLst/>
            <a:gdLst/>
            <a:ahLst/>
            <a:rect l="0" t="0" r="r" b="b"/>
            <a:pathLst>
              <a:path w="443" h="213">
                <a:moveTo>
                  <a:pt x="0" y="0"/>
                </a:moveTo>
                <a:lnTo>
                  <a:pt x="443" y="0"/>
                </a:lnTo>
                <a:lnTo>
                  <a:pt x="44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8" name=""/>
          <p:cNvSpPr/>
          <p:nvPr/>
        </p:nvSpPr>
        <p:spPr>
          <a:xfrm>
            <a:off x="7862040" y="2541240"/>
            <a:ext cx="159480" cy="76680"/>
          </a:xfrm>
          <a:custGeom>
            <a:avLst/>
            <a:gdLst/>
            <a:ahLst/>
            <a:rect l="0" t="0" r="r" b="b"/>
            <a:pathLst>
              <a:path w="443" h="213">
                <a:moveTo>
                  <a:pt x="0" y="0"/>
                </a:moveTo>
                <a:lnTo>
                  <a:pt x="443" y="0"/>
                </a:lnTo>
                <a:lnTo>
                  <a:pt x="443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29" name=""/>
          <p:cNvSpPr txBox="1"/>
          <p:nvPr/>
        </p:nvSpPr>
        <p:spPr>
          <a:xfrm>
            <a:off x="7370640" y="2109960"/>
            <a:ext cx="1911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context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0" name=""/>
          <p:cNvSpPr/>
          <p:nvPr/>
        </p:nvSpPr>
        <p:spPr>
          <a:xfrm>
            <a:off x="5749560" y="2776320"/>
            <a:ext cx="229320" cy="76680"/>
          </a:xfrm>
          <a:custGeom>
            <a:avLst/>
            <a:gdLst/>
            <a:ahLst/>
            <a:rect l="0" t="0" r="r" b="b"/>
            <a:pathLst>
              <a:path w="637" h="213">
                <a:moveTo>
                  <a:pt x="0" y="0"/>
                </a:moveTo>
                <a:lnTo>
                  <a:pt x="637" y="0"/>
                </a:lnTo>
                <a:lnTo>
                  <a:pt x="63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1" name=""/>
          <p:cNvSpPr/>
          <p:nvPr/>
        </p:nvSpPr>
        <p:spPr>
          <a:xfrm>
            <a:off x="5749560" y="2776320"/>
            <a:ext cx="229320" cy="76680"/>
          </a:xfrm>
          <a:custGeom>
            <a:avLst/>
            <a:gdLst/>
            <a:ahLst/>
            <a:rect l="0" t="0" r="r" b="b"/>
            <a:pathLst>
              <a:path w="637" h="213">
                <a:moveTo>
                  <a:pt x="0" y="0"/>
                </a:moveTo>
                <a:lnTo>
                  <a:pt x="637" y="0"/>
                </a:lnTo>
                <a:lnTo>
                  <a:pt x="637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2" name=""/>
          <p:cNvSpPr txBox="1"/>
          <p:nvPr/>
        </p:nvSpPr>
        <p:spPr>
          <a:xfrm>
            <a:off x="7862400" y="2548080"/>
            <a:ext cx="156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model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3" name=""/>
          <p:cNvSpPr/>
          <p:nvPr/>
        </p:nvSpPr>
        <p:spPr>
          <a:xfrm>
            <a:off x="5049360" y="2878200"/>
            <a:ext cx="461160" cy="76680"/>
          </a:xfrm>
          <a:custGeom>
            <a:avLst/>
            <a:gdLst/>
            <a:ahLst/>
            <a:rect l="0" t="0" r="r" b="b"/>
            <a:pathLst>
              <a:path w="1281" h="213">
                <a:moveTo>
                  <a:pt x="0" y="0"/>
                </a:moveTo>
                <a:lnTo>
                  <a:pt x="1281" y="0"/>
                </a:lnTo>
                <a:lnTo>
                  <a:pt x="128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4" name=""/>
          <p:cNvSpPr/>
          <p:nvPr/>
        </p:nvSpPr>
        <p:spPr>
          <a:xfrm>
            <a:off x="5049360" y="2878200"/>
            <a:ext cx="461160" cy="76680"/>
          </a:xfrm>
          <a:custGeom>
            <a:avLst/>
            <a:gdLst/>
            <a:ahLst/>
            <a:rect l="0" t="0" r="r" b="b"/>
            <a:pathLst>
              <a:path w="1281" h="213">
                <a:moveTo>
                  <a:pt x="0" y="0"/>
                </a:moveTo>
                <a:lnTo>
                  <a:pt x="1281" y="0"/>
                </a:lnTo>
                <a:lnTo>
                  <a:pt x="1281" y="213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5" name=""/>
          <p:cNvSpPr txBox="1"/>
          <p:nvPr/>
        </p:nvSpPr>
        <p:spPr>
          <a:xfrm>
            <a:off x="5749920" y="2783520"/>
            <a:ext cx="2278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bevraagt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6" name=""/>
          <p:cNvSpPr/>
          <p:nvPr/>
        </p:nvSpPr>
        <p:spPr>
          <a:xfrm>
            <a:off x="482400" y="220212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829" y="414"/>
                </a:moveTo>
                <a:cubicBezTo>
                  <a:pt x="829" y="441"/>
                  <a:pt x="826" y="468"/>
                  <a:pt x="821" y="495"/>
                </a:cubicBezTo>
                <a:cubicBezTo>
                  <a:pt x="815" y="521"/>
                  <a:pt x="808" y="547"/>
                  <a:pt x="797" y="572"/>
                </a:cubicBezTo>
                <a:cubicBezTo>
                  <a:pt x="787" y="597"/>
                  <a:pt x="774" y="621"/>
                  <a:pt x="759" y="644"/>
                </a:cubicBezTo>
                <a:cubicBezTo>
                  <a:pt x="744" y="666"/>
                  <a:pt x="726" y="687"/>
                  <a:pt x="706" y="707"/>
                </a:cubicBezTo>
                <a:cubicBezTo>
                  <a:pt x="687" y="726"/>
                  <a:pt x="666" y="743"/>
                  <a:pt x="644" y="758"/>
                </a:cubicBezTo>
                <a:cubicBezTo>
                  <a:pt x="621" y="773"/>
                  <a:pt x="597" y="786"/>
                  <a:pt x="572" y="796"/>
                </a:cubicBezTo>
                <a:cubicBezTo>
                  <a:pt x="547" y="807"/>
                  <a:pt x="521" y="814"/>
                  <a:pt x="495" y="820"/>
                </a:cubicBezTo>
                <a:cubicBezTo>
                  <a:pt x="468" y="825"/>
                  <a:pt x="441" y="828"/>
                  <a:pt x="414" y="828"/>
                </a:cubicBezTo>
                <a:cubicBezTo>
                  <a:pt x="387" y="828"/>
                  <a:pt x="360" y="825"/>
                  <a:pt x="333" y="820"/>
                </a:cubicBezTo>
                <a:cubicBezTo>
                  <a:pt x="307" y="814"/>
                  <a:pt x="281" y="807"/>
                  <a:pt x="256" y="796"/>
                </a:cubicBezTo>
                <a:cubicBezTo>
                  <a:pt x="231" y="786"/>
                  <a:pt x="207" y="773"/>
                  <a:pt x="184" y="758"/>
                </a:cubicBezTo>
                <a:cubicBezTo>
                  <a:pt x="162" y="743"/>
                  <a:pt x="141" y="726"/>
                  <a:pt x="122" y="707"/>
                </a:cubicBezTo>
                <a:cubicBezTo>
                  <a:pt x="102" y="687"/>
                  <a:pt x="85" y="666"/>
                  <a:pt x="70" y="644"/>
                </a:cubicBezTo>
                <a:cubicBezTo>
                  <a:pt x="55" y="621"/>
                  <a:pt x="42" y="597"/>
                  <a:pt x="32" y="572"/>
                </a:cubicBezTo>
                <a:cubicBezTo>
                  <a:pt x="22" y="547"/>
                  <a:pt x="14" y="521"/>
                  <a:pt x="8" y="495"/>
                </a:cubicBezTo>
                <a:cubicBezTo>
                  <a:pt x="3" y="468"/>
                  <a:pt x="0" y="441"/>
                  <a:pt x="0" y="414"/>
                </a:cubicBezTo>
                <a:cubicBezTo>
                  <a:pt x="0" y="387"/>
                  <a:pt x="3" y="360"/>
                  <a:pt x="8" y="333"/>
                </a:cubicBezTo>
                <a:cubicBezTo>
                  <a:pt x="14" y="307"/>
                  <a:pt x="22" y="281"/>
                  <a:pt x="32" y="256"/>
                </a:cubicBezTo>
                <a:cubicBezTo>
                  <a:pt x="42" y="231"/>
                  <a:pt x="55" y="207"/>
                  <a:pt x="70" y="184"/>
                </a:cubicBezTo>
                <a:cubicBezTo>
                  <a:pt x="85" y="162"/>
                  <a:pt x="102" y="141"/>
                  <a:pt x="122" y="122"/>
                </a:cubicBezTo>
                <a:cubicBezTo>
                  <a:pt x="141" y="102"/>
                  <a:pt x="162" y="84"/>
                  <a:pt x="184" y="69"/>
                </a:cubicBezTo>
                <a:cubicBezTo>
                  <a:pt x="207" y="54"/>
                  <a:pt x="231" y="41"/>
                  <a:pt x="256" y="31"/>
                </a:cubicBezTo>
                <a:cubicBezTo>
                  <a:pt x="281" y="21"/>
                  <a:pt x="307" y="13"/>
                  <a:pt x="333" y="7"/>
                </a:cubicBezTo>
                <a:cubicBezTo>
                  <a:pt x="360" y="2"/>
                  <a:pt x="387" y="0"/>
                  <a:pt x="414" y="0"/>
                </a:cubicBezTo>
                <a:cubicBezTo>
                  <a:pt x="441" y="0"/>
                  <a:pt x="468" y="2"/>
                  <a:pt x="495" y="7"/>
                </a:cubicBezTo>
                <a:cubicBezTo>
                  <a:pt x="521" y="13"/>
                  <a:pt x="547" y="21"/>
                  <a:pt x="572" y="31"/>
                </a:cubicBezTo>
                <a:cubicBezTo>
                  <a:pt x="597" y="41"/>
                  <a:pt x="621" y="54"/>
                  <a:pt x="644" y="69"/>
                </a:cubicBezTo>
                <a:cubicBezTo>
                  <a:pt x="666" y="84"/>
                  <a:pt x="687" y="102"/>
                  <a:pt x="706" y="122"/>
                </a:cubicBezTo>
                <a:cubicBezTo>
                  <a:pt x="726" y="141"/>
                  <a:pt x="744" y="162"/>
                  <a:pt x="759" y="184"/>
                </a:cubicBezTo>
                <a:cubicBezTo>
                  <a:pt x="774" y="207"/>
                  <a:pt x="787" y="231"/>
                  <a:pt x="797" y="256"/>
                </a:cubicBezTo>
                <a:cubicBezTo>
                  <a:pt x="808" y="281"/>
                  <a:pt x="815" y="307"/>
                  <a:pt x="821" y="333"/>
                </a:cubicBezTo>
                <a:cubicBezTo>
                  <a:pt x="826" y="360"/>
                  <a:pt x="829" y="387"/>
                  <a:pt x="829" y="414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7" name=""/>
          <p:cNvSpPr/>
          <p:nvPr/>
        </p:nvSpPr>
        <p:spPr>
          <a:xfrm>
            <a:off x="482400" y="2202120"/>
            <a:ext cx="298440" cy="298080"/>
          </a:xfrm>
          <a:custGeom>
            <a:avLst/>
            <a:gdLst/>
            <a:ahLst/>
            <a:rect l="0" t="0" r="r" b="b"/>
            <a:pathLst>
              <a:path w="829" h="828">
                <a:moveTo>
                  <a:pt x="829" y="414"/>
                </a:moveTo>
                <a:cubicBezTo>
                  <a:pt x="829" y="441"/>
                  <a:pt x="826" y="468"/>
                  <a:pt x="821" y="495"/>
                </a:cubicBezTo>
                <a:cubicBezTo>
                  <a:pt x="815" y="521"/>
                  <a:pt x="808" y="547"/>
                  <a:pt x="797" y="572"/>
                </a:cubicBezTo>
                <a:cubicBezTo>
                  <a:pt x="787" y="597"/>
                  <a:pt x="774" y="621"/>
                  <a:pt x="759" y="644"/>
                </a:cubicBezTo>
                <a:cubicBezTo>
                  <a:pt x="744" y="666"/>
                  <a:pt x="726" y="687"/>
                  <a:pt x="706" y="707"/>
                </a:cubicBezTo>
                <a:cubicBezTo>
                  <a:pt x="687" y="726"/>
                  <a:pt x="666" y="743"/>
                  <a:pt x="644" y="758"/>
                </a:cubicBezTo>
                <a:cubicBezTo>
                  <a:pt x="621" y="773"/>
                  <a:pt x="597" y="786"/>
                  <a:pt x="572" y="796"/>
                </a:cubicBezTo>
                <a:cubicBezTo>
                  <a:pt x="547" y="807"/>
                  <a:pt x="521" y="814"/>
                  <a:pt x="495" y="820"/>
                </a:cubicBezTo>
                <a:cubicBezTo>
                  <a:pt x="468" y="825"/>
                  <a:pt x="441" y="828"/>
                  <a:pt x="414" y="828"/>
                </a:cubicBezTo>
                <a:cubicBezTo>
                  <a:pt x="387" y="828"/>
                  <a:pt x="360" y="825"/>
                  <a:pt x="333" y="820"/>
                </a:cubicBezTo>
                <a:cubicBezTo>
                  <a:pt x="307" y="814"/>
                  <a:pt x="281" y="807"/>
                  <a:pt x="256" y="796"/>
                </a:cubicBezTo>
                <a:cubicBezTo>
                  <a:pt x="231" y="786"/>
                  <a:pt x="207" y="773"/>
                  <a:pt x="184" y="758"/>
                </a:cubicBezTo>
                <a:cubicBezTo>
                  <a:pt x="162" y="743"/>
                  <a:pt x="141" y="726"/>
                  <a:pt x="122" y="707"/>
                </a:cubicBezTo>
                <a:cubicBezTo>
                  <a:pt x="102" y="687"/>
                  <a:pt x="85" y="666"/>
                  <a:pt x="70" y="644"/>
                </a:cubicBezTo>
                <a:cubicBezTo>
                  <a:pt x="55" y="621"/>
                  <a:pt x="42" y="597"/>
                  <a:pt x="32" y="572"/>
                </a:cubicBezTo>
                <a:cubicBezTo>
                  <a:pt x="22" y="547"/>
                  <a:pt x="14" y="521"/>
                  <a:pt x="8" y="495"/>
                </a:cubicBezTo>
                <a:cubicBezTo>
                  <a:pt x="3" y="468"/>
                  <a:pt x="0" y="441"/>
                  <a:pt x="0" y="414"/>
                </a:cubicBezTo>
                <a:cubicBezTo>
                  <a:pt x="0" y="387"/>
                  <a:pt x="3" y="360"/>
                  <a:pt x="8" y="333"/>
                </a:cubicBezTo>
                <a:cubicBezTo>
                  <a:pt x="14" y="307"/>
                  <a:pt x="22" y="281"/>
                  <a:pt x="32" y="256"/>
                </a:cubicBezTo>
                <a:cubicBezTo>
                  <a:pt x="42" y="231"/>
                  <a:pt x="55" y="207"/>
                  <a:pt x="70" y="184"/>
                </a:cubicBezTo>
                <a:cubicBezTo>
                  <a:pt x="85" y="162"/>
                  <a:pt x="102" y="141"/>
                  <a:pt x="122" y="122"/>
                </a:cubicBezTo>
                <a:cubicBezTo>
                  <a:pt x="141" y="102"/>
                  <a:pt x="162" y="84"/>
                  <a:pt x="184" y="69"/>
                </a:cubicBezTo>
                <a:cubicBezTo>
                  <a:pt x="207" y="54"/>
                  <a:pt x="231" y="41"/>
                  <a:pt x="256" y="31"/>
                </a:cubicBezTo>
                <a:cubicBezTo>
                  <a:pt x="281" y="21"/>
                  <a:pt x="307" y="13"/>
                  <a:pt x="333" y="7"/>
                </a:cubicBezTo>
                <a:cubicBezTo>
                  <a:pt x="360" y="2"/>
                  <a:pt x="387" y="0"/>
                  <a:pt x="414" y="0"/>
                </a:cubicBezTo>
                <a:cubicBezTo>
                  <a:pt x="441" y="0"/>
                  <a:pt x="468" y="2"/>
                  <a:pt x="495" y="7"/>
                </a:cubicBezTo>
                <a:cubicBezTo>
                  <a:pt x="521" y="13"/>
                  <a:pt x="547" y="21"/>
                  <a:pt x="572" y="31"/>
                </a:cubicBezTo>
                <a:cubicBezTo>
                  <a:pt x="597" y="41"/>
                  <a:pt x="621" y="54"/>
                  <a:pt x="644" y="69"/>
                </a:cubicBezTo>
                <a:cubicBezTo>
                  <a:pt x="666" y="84"/>
                  <a:pt x="687" y="102"/>
                  <a:pt x="706" y="122"/>
                </a:cubicBezTo>
                <a:cubicBezTo>
                  <a:pt x="726" y="141"/>
                  <a:pt x="744" y="162"/>
                  <a:pt x="759" y="184"/>
                </a:cubicBezTo>
                <a:cubicBezTo>
                  <a:pt x="774" y="207"/>
                  <a:pt x="787" y="231"/>
                  <a:pt x="797" y="256"/>
                </a:cubicBezTo>
                <a:cubicBezTo>
                  <a:pt x="808" y="281"/>
                  <a:pt x="815" y="307"/>
                  <a:pt x="821" y="333"/>
                </a:cubicBezTo>
                <a:cubicBezTo>
                  <a:pt x="826" y="360"/>
                  <a:pt x="829" y="387"/>
                  <a:pt x="829" y="414"/>
                </a:cubicBezTo>
                <a:close/>
              </a:path>
            </a:pathLst>
          </a:custGeom>
          <a:noFill/>
          <a:ln w="2880">
            <a:solidFill>
              <a:srgbClr val="d4a01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8" name=""/>
          <p:cNvSpPr txBox="1"/>
          <p:nvPr/>
        </p:nvSpPr>
        <p:spPr>
          <a:xfrm>
            <a:off x="5049360" y="2885040"/>
            <a:ext cx="4532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33333"/>
                </a:solidFill>
                <a:latin typeface="DejaVuSans"/>
                <a:ea typeface="DejaVuSans"/>
              </a:rPr>
              <a:t>antwoord en actie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9" name=""/>
          <p:cNvSpPr/>
          <p:nvPr/>
        </p:nvSpPr>
        <p:spPr>
          <a:xfrm>
            <a:off x="1340280" y="2226960"/>
            <a:ext cx="582840" cy="248040"/>
          </a:xfrm>
          <a:custGeom>
            <a:avLst/>
            <a:gdLst/>
            <a:ahLst/>
            <a:rect l="0" t="0" r="r" b="b"/>
            <a:pathLst>
              <a:path w="1619" h="689">
                <a:moveTo>
                  <a:pt x="0" y="0"/>
                </a:moveTo>
                <a:lnTo>
                  <a:pt x="1619" y="0"/>
                </a:lnTo>
                <a:lnTo>
                  <a:pt x="161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0" name=""/>
          <p:cNvSpPr/>
          <p:nvPr/>
        </p:nvSpPr>
        <p:spPr>
          <a:xfrm>
            <a:off x="1340280" y="2226960"/>
            <a:ext cx="582840" cy="248040"/>
          </a:xfrm>
          <a:custGeom>
            <a:avLst/>
            <a:gdLst/>
            <a:ahLst/>
            <a:rect l="0" t="0" r="r" b="b"/>
            <a:pathLst>
              <a:path w="1619" h="689">
                <a:moveTo>
                  <a:pt x="0" y="0"/>
                </a:moveTo>
                <a:lnTo>
                  <a:pt x="1619" y="0"/>
                </a:lnTo>
                <a:lnTo>
                  <a:pt x="161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1" name=""/>
          <p:cNvSpPr txBox="1"/>
          <p:nvPr/>
        </p:nvSpPr>
        <p:spPr>
          <a:xfrm>
            <a:off x="506520" y="2319840"/>
            <a:ext cx="2505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b2a02"/>
                </a:solidFill>
                <a:latin typeface="DejaVuSans"/>
                <a:ea typeface="DejaVuSans"/>
              </a:rPr>
              <a:t>Gebruiker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2" name=""/>
          <p:cNvSpPr txBox="1"/>
          <p:nvPr/>
        </p:nvSpPr>
        <p:spPr>
          <a:xfrm>
            <a:off x="1436040" y="2281680"/>
            <a:ext cx="3895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Gebruikersschil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3" name=""/>
          <p:cNvSpPr/>
          <p:nvPr/>
        </p:nvSpPr>
        <p:spPr>
          <a:xfrm>
            <a:off x="2320920" y="2118960"/>
            <a:ext cx="826920" cy="324360"/>
          </a:xfrm>
          <a:custGeom>
            <a:avLst/>
            <a:gdLst/>
            <a:ahLst/>
            <a:rect l="0" t="0" r="r" b="b"/>
            <a:pathLst>
              <a:path w="2297" h="901">
                <a:moveTo>
                  <a:pt x="0" y="0"/>
                </a:moveTo>
                <a:lnTo>
                  <a:pt x="2297" y="0"/>
                </a:lnTo>
                <a:lnTo>
                  <a:pt x="229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4" name=""/>
          <p:cNvSpPr/>
          <p:nvPr/>
        </p:nvSpPr>
        <p:spPr>
          <a:xfrm>
            <a:off x="2320920" y="2118960"/>
            <a:ext cx="826920" cy="324360"/>
          </a:xfrm>
          <a:custGeom>
            <a:avLst/>
            <a:gdLst/>
            <a:ahLst/>
            <a:rect l="0" t="0" r="r" b="b"/>
            <a:pathLst>
              <a:path w="2297" h="901">
                <a:moveTo>
                  <a:pt x="0" y="0"/>
                </a:moveTo>
                <a:lnTo>
                  <a:pt x="2297" y="0"/>
                </a:lnTo>
                <a:lnTo>
                  <a:pt x="2297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5" name=""/>
          <p:cNvSpPr txBox="1"/>
          <p:nvPr/>
        </p:nvSpPr>
        <p:spPr>
          <a:xfrm>
            <a:off x="1461240" y="2358000"/>
            <a:ext cx="3391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frontend, GUI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6" name=""/>
          <p:cNvSpPr txBox="1"/>
          <p:nvPr/>
        </p:nvSpPr>
        <p:spPr>
          <a:xfrm>
            <a:off x="2592000" y="2173680"/>
            <a:ext cx="287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Verwerking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7" name=""/>
          <p:cNvSpPr txBox="1"/>
          <p:nvPr/>
        </p:nvSpPr>
        <p:spPr>
          <a:xfrm>
            <a:off x="2487600" y="2249640"/>
            <a:ext cx="485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backend, logica en 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8" name=""/>
          <p:cNvSpPr/>
          <p:nvPr/>
        </p:nvSpPr>
        <p:spPr>
          <a:xfrm>
            <a:off x="3872880" y="1675440"/>
            <a:ext cx="469800" cy="329760"/>
          </a:xfrm>
          <a:custGeom>
            <a:avLst/>
            <a:gdLst/>
            <a:ahLst/>
            <a:rect l="0" t="0" r="r" b="b"/>
            <a:pathLst>
              <a:path w="1305" h="916">
                <a:moveTo>
                  <a:pt x="0" y="120"/>
                </a:moveTo>
                <a:cubicBezTo>
                  <a:pt x="0" y="128"/>
                  <a:pt x="4" y="135"/>
                  <a:pt x="13" y="143"/>
                </a:cubicBezTo>
                <a:cubicBezTo>
                  <a:pt x="21" y="151"/>
                  <a:pt x="33" y="158"/>
                  <a:pt x="50" y="166"/>
                </a:cubicBezTo>
                <a:cubicBezTo>
                  <a:pt x="66" y="173"/>
                  <a:pt x="86" y="180"/>
                  <a:pt x="110" y="186"/>
                </a:cubicBezTo>
                <a:cubicBezTo>
                  <a:pt x="134" y="193"/>
                  <a:pt x="161" y="199"/>
                  <a:pt x="191" y="204"/>
                </a:cubicBezTo>
                <a:cubicBezTo>
                  <a:pt x="221" y="210"/>
                  <a:pt x="254" y="215"/>
                  <a:pt x="290" y="219"/>
                </a:cubicBezTo>
                <a:cubicBezTo>
                  <a:pt x="326" y="224"/>
                  <a:pt x="364" y="227"/>
                  <a:pt x="404" y="230"/>
                </a:cubicBezTo>
                <a:cubicBezTo>
                  <a:pt x="443" y="233"/>
                  <a:pt x="484" y="235"/>
                  <a:pt x="526" y="237"/>
                </a:cubicBezTo>
                <a:cubicBezTo>
                  <a:pt x="568" y="239"/>
                  <a:pt x="610" y="239"/>
                  <a:pt x="653" y="239"/>
                </a:cubicBezTo>
                <a:cubicBezTo>
                  <a:pt x="696" y="239"/>
                  <a:pt x="738" y="239"/>
                  <a:pt x="780" y="237"/>
                </a:cubicBezTo>
                <a:cubicBezTo>
                  <a:pt x="822" y="235"/>
                  <a:pt x="863" y="233"/>
                  <a:pt x="903" y="230"/>
                </a:cubicBezTo>
                <a:cubicBezTo>
                  <a:pt x="942" y="227"/>
                  <a:pt x="980" y="224"/>
                  <a:pt x="1016" y="219"/>
                </a:cubicBezTo>
                <a:cubicBezTo>
                  <a:pt x="1051" y="215"/>
                  <a:pt x="1084" y="210"/>
                  <a:pt x="1114" y="204"/>
                </a:cubicBezTo>
                <a:cubicBezTo>
                  <a:pt x="1145" y="199"/>
                  <a:pt x="1172" y="193"/>
                  <a:pt x="1195" y="186"/>
                </a:cubicBezTo>
                <a:cubicBezTo>
                  <a:pt x="1219" y="180"/>
                  <a:pt x="1239" y="173"/>
                  <a:pt x="1256" y="166"/>
                </a:cubicBezTo>
                <a:cubicBezTo>
                  <a:pt x="1272" y="158"/>
                  <a:pt x="1284" y="151"/>
                  <a:pt x="1293" y="143"/>
                </a:cubicBezTo>
                <a:cubicBezTo>
                  <a:pt x="1301" y="135"/>
                  <a:pt x="1305" y="128"/>
                  <a:pt x="1305" y="120"/>
                </a:cubicBezTo>
                <a:cubicBezTo>
                  <a:pt x="1305" y="112"/>
                  <a:pt x="1301" y="104"/>
                  <a:pt x="1293" y="96"/>
                </a:cubicBezTo>
                <a:cubicBezTo>
                  <a:pt x="1284" y="89"/>
                  <a:pt x="1272" y="81"/>
                  <a:pt x="1256" y="74"/>
                </a:cubicBezTo>
                <a:cubicBezTo>
                  <a:pt x="1239" y="67"/>
                  <a:pt x="1219" y="60"/>
                  <a:pt x="1195" y="53"/>
                </a:cubicBezTo>
                <a:cubicBezTo>
                  <a:pt x="1172" y="47"/>
                  <a:pt x="1145" y="41"/>
                  <a:pt x="1114" y="35"/>
                </a:cubicBezTo>
                <a:cubicBezTo>
                  <a:pt x="1084" y="30"/>
                  <a:pt x="1051" y="25"/>
                  <a:pt x="1016" y="20"/>
                </a:cubicBezTo>
                <a:cubicBezTo>
                  <a:pt x="980" y="16"/>
                  <a:pt x="942" y="12"/>
                  <a:pt x="903" y="9"/>
                </a:cubicBezTo>
                <a:cubicBezTo>
                  <a:pt x="863" y="6"/>
                  <a:pt x="822" y="4"/>
                  <a:pt x="780" y="3"/>
                </a:cubicBezTo>
                <a:cubicBezTo>
                  <a:pt x="738" y="1"/>
                  <a:pt x="696" y="0"/>
                  <a:pt x="653" y="0"/>
                </a:cubicBezTo>
                <a:cubicBezTo>
                  <a:pt x="610" y="0"/>
                  <a:pt x="568" y="1"/>
                  <a:pt x="526" y="3"/>
                </a:cubicBezTo>
                <a:cubicBezTo>
                  <a:pt x="484" y="4"/>
                  <a:pt x="443" y="6"/>
                  <a:pt x="404" y="9"/>
                </a:cubicBezTo>
                <a:cubicBezTo>
                  <a:pt x="364" y="12"/>
                  <a:pt x="326" y="16"/>
                  <a:pt x="290" y="20"/>
                </a:cubicBezTo>
                <a:cubicBezTo>
                  <a:pt x="254" y="25"/>
                  <a:pt x="221" y="30"/>
                  <a:pt x="191" y="35"/>
                </a:cubicBezTo>
                <a:cubicBezTo>
                  <a:pt x="161" y="41"/>
                  <a:pt x="134" y="47"/>
                  <a:pt x="110" y="53"/>
                </a:cubicBezTo>
                <a:cubicBezTo>
                  <a:pt x="86" y="60"/>
                  <a:pt x="66" y="67"/>
                  <a:pt x="50" y="74"/>
                </a:cubicBezTo>
                <a:cubicBezTo>
                  <a:pt x="33" y="81"/>
                  <a:pt x="21" y="89"/>
                  <a:pt x="13" y="96"/>
                </a:cubicBezTo>
                <a:cubicBezTo>
                  <a:pt x="4" y="104"/>
                  <a:pt x="0" y="112"/>
                  <a:pt x="0" y="120"/>
                </a:cubicBezTo>
                <a:lnTo>
                  <a:pt x="0" y="797"/>
                </a:lnTo>
                <a:cubicBezTo>
                  <a:pt x="0" y="804"/>
                  <a:pt x="4" y="812"/>
                  <a:pt x="13" y="820"/>
                </a:cubicBezTo>
                <a:cubicBezTo>
                  <a:pt x="21" y="828"/>
                  <a:pt x="33" y="835"/>
                  <a:pt x="50" y="842"/>
                </a:cubicBezTo>
                <a:cubicBezTo>
                  <a:pt x="66" y="850"/>
                  <a:pt x="86" y="856"/>
                  <a:pt x="110" y="863"/>
                </a:cubicBezTo>
                <a:cubicBezTo>
                  <a:pt x="134" y="869"/>
                  <a:pt x="161" y="875"/>
                  <a:pt x="191" y="881"/>
                </a:cubicBezTo>
                <a:cubicBezTo>
                  <a:pt x="221" y="887"/>
                  <a:pt x="254" y="892"/>
                  <a:pt x="290" y="896"/>
                </a:cubicBezTo>
                <a:cubicBezTo>
                  <a:pt x="326" y="900"/>
                  <a:pt x="364" y="904"/>
                  <a:pt x="404" y="907"/>
                </a:cubicBezTo>
                <a:cubicBezTo>
                  <a:pt x="443" y="910"/>
                  <a:pt x="484" y="912"/>
                  <a:pt x="526" y="914"/>
                </a:cubicBezTo>
                <a:cubicBezTo>
                  <a:pt x="568" y="915"/>
                  <a:pt x="610" y="916"/>
                  <a:pt x="653" y="916"/>
                </a:cubicBezTo>
                <a:cubicBezTo>
                  <a:pt x="696" y="916"/>
                  <a:pt x="738" y="915"/>
                  <a:pt x="780" y="914"/>
                </a:cubicBezTo>
                <a:cubicBezTo>
                  <a:pt x="822" y="912"/>
                  <a:pt x="863" y="910"/>
                  <a:pt x="903" y="907"/>
                </a:cubicBezTo>
                <a:cubicBezTo>
                  <a:pt x="942" y="904"/>
                  <a:pt x="980" y="900"/>
                  <a:pt x="1016" y="896"/>
                </a:cubicBezTo>
                <a:cubicBezTo>
                  <a:pt x="1051" y="892"/>
                  <a:pt x="1084" y="887"/>
                  <a:pt x="1114" y="881"/>
                </a:cubicBezTo>
                <a:cubicBezTo>
                  <a:pt x="1145" y="875"/>
                  <a:pt x="1172" y="869"/>
                  <a:pt x="1195" y="863"/>
                </a:cubicBezTo>
                <a:cubicBezTo>
                  <a:pt x="1219" y="856"/>
                  <a:pt x="1239" y="850"/>
                  <a:pt x="1256" y="842"/>
                </a:cubicBezTo>
                <a:cubicBezTo>
                  <a:pt x="1272" y="835"/>
                  <a:pt x="1284" y="828"/>
                  <a:pt x="1293" y="820"/>
                </a:cubicBezTo>
                <a:cubicBezTo>
                  <a:pt x="1301" y="812"/>
                  <a:pt x="1305" y="804"/>
                  <a:pt x="1305" y="797"/>
                </a:cubicBezTo>
                <a:lnTo>
                  <a:pt x="1305" y="120"/>
                </a:lnTo>
                <a:lnTo>
                  <a:pt x="0" y="12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9" name=""/>
          <p:cNvSpPr/>
          <p:nvPr/>
        </p:nvSpPr>
        <p:spPr>
          <a:xfrm>
            <a:off x="3872880" y="1675440"/>
            <a:ext cx="469800" cy="329760"/>
          </a:xfrm>
          <a:custGeom>
            <a:avLst/>
            <a:gdLst/>
            <a:ahLst/>
            <a:rect l="0" t="0" r="r" b="b"/>
            <a:pathLst>
              <a:path fill="none" w="1305" h="916">
                <a:moveTo>
                  <a:pt x="0" y="120"/>
                </a:moveTo>
                <a:cubicBezTo>
                  <a:pt x="0" y="128"/>
                  <a:pt x="4" y="135"/>
                  <a:pt x="13" y="143"/>
                </a:cubicBezTo>
                <a:cubicBezTo>
                  <a:pt x="21" y="151"/>
                  <a:pt x="33" y="158"/>
                  <a:pt x="50" y="166"/>
                </a:cubicBezTo>
                <a:cubicBezTo>
                  <a:pt x="66" y="173"/>
                  <a:pt x="86" y="180"/>
                  <a:pt x="110" y="186"/>
                </a:cubicBezTo>
                <a:cubicBezTo>
                  <a:pt x="134" y="193"/>
                  <a:pt x="161" y="199"/>
                  <a:pt x="191" y="204"/>
                </a:cubicBezTo>
                <a:cubicBezTo>
                  <a:pt x="221" y="210"/>
                  <a:pt x="254" y="215"/>
                  <a:pt x="290" y="219"/>
                </a:cubicBezTo>
                <a:cubicBezTo>
                  <a:pt x="326" y="224"/>
                  <a:pt x="364" y="227"/>
                  <a:pt x="404" y="230"/>
                </a:cubicBezTo>
                <a:cubicBezTo>
                  <a:pt x="443" y="233"/>
                  <a:pt x="484" y="235"/>
                  <a:pt x="526" y="237"/>
                </a:cubicBezTo>
                <a:cubicBezTo>
                  <a:pt x="568" y="239"/>
                  <a:pt x="610" y="239"/>
                  <a:pt x="653" y="239"/>
                </a:cubicBezTo>
                <a:cubicBezTo>
                  <a:pt x="696" y="239"/>
                  <a:pt x="738" y="239"/>
                  <a:pt x="780" y="237"/>
                </a:cubicBezTo>
                <a:cubicBezTo>
                  <a:pt x="822" y="235"/>
                  <a:pt x="863" y="233"/>
                  <a:pt x="903" y="230"/>
                </a:cubicBezTo>
                <a:cubicBezTo>
                  <a:pt x="942" y="227"/>
                  <a:pt x="980" y="224"/>
                  <a:pt x="1016" y="219"/>
                </a:cubicBezTo>
                <a:cubicBezTo>
                  <a:pt x="1051" y="215"/>
                  <a:pt x="1084" y="210"/>
                  <a:pt x="1114" y="204"/>
                </a:cubicBezTo>
                <a:cubicBezTo>
                  <a:pt x="1145" y="199"/>
                  <a:pt x="1172" y="193"/>
                  <a:pt x="1195" y="186"/>
                </a:cubicBezTo>
                <a:cubicBezTo>
                  <a:pt x="1219" y="180"/>
                  <a:pt x="1239" y="173"/>
                  <a:pt x="1256" y="166"/>
                </a:cubicBezTo>
                <a:cubicBezTo>
                  <a:pt x="1272" y="158"/>
                  <a:pt x="1284" y="151"/>
                  <a:pt x="1293" y="143"/>
                </a:cubicBezTo>
                <a:cubicBezTo>
                  <a:pt x="1301" y="135"/>
                  <a:pt x="1305" y="128"/>
                  <a:pt x="1305" y="120"/>
                </a:cubicBezTo>
                <a:cubicBezTo>
                  <a:pt x="1305" y="112"/>
                  <a:pt x="1301" y="104"/>
                  <a:pt x="1293" y="96"/>
                </a:cubicBezTo>
                <a:cubicBezTo>
                  <a:pt x="1284" y="89"/>
                  <a:pt x="1272" y="81"/>
                  <a:pt x="1256" y="74"/>
                </a:cubicBezTo>
                <a:cubicBezTo>
                  <a:pt x="1239" y="67"/>
                  <a:pt x="1219" y="60"/>
                  <a:pt x="1195" y="53"/>
                </a:cubicBezTo>
                <a:cubicBezTo>
                  <a:pt x="1172" y="47"/>
                  <a:pt x="1145" y="41"/>
                  <a:pt x="1114" y="35"/>
                </a:cubicBezTo>
                <a:cubicBezTo>
                  <a:pt x="1084" y="30"/>
                  <a:pt x="1051" y="25"/>
                  <a:pt x="1016" y="20"/>
                </a:cubicBezTo>
                <a:cubicBezTo>
                  <a:pt x="980" y="16"/>
                  <a:pt x="942" y="12"/>
                  <a:pt x="903" y="9"/>
                </a:cubicBezTo>
                <a:cubicBezTo>
                  <a:pt x="863" y="6"/>
                  <a:pt x="822" y="4"/>
                  <a:pt x="780" y="3"/>
                </a:cubicBezTo>
                <a:cubicBezTo>
                  <a:pt x="738" y="1"/>
                  <a:pt x="696" y="0"/>
                  <a:pt x="653" y="0"/>
                </a:cubicBezTo>
                <a:cubicBezTo>
                  <a:pt x="610" y="0"/>
                  <a:pt x="568" y="1"/>
                  <a:pt x="526" y="3"/>
                </a:cubicBezTo>
                <a:cubicBezTo>
                  <a:pt x="484" y="4"/>
                  <a:pt x="443" y="6"/>
                  <a:pt x="404" y="9"/>
                </a:cubicBezTo>
                <a:cubicBezTo>
                  <a:pt x="364" y="12"/>
                  <a:pt x="326" y="16"/>
                  <a:pt x="290" y="20"/>
                </a:cubicBezTo>
                <a:cubicBezTo>
                  <a:pt x="254" y="25"/>
                  <a:pt x="221" y="30"/>
                  <a:pt x="191" y="35"/>
                </a:cubicBezTo>
                <a:cubicBezTo>
                  <a:pt x="161" y="41"/>
                  <a:pt x="134" y="47"/>
                  <a:pt x="110" y="53"/>
                </a:cubicBezTo>
                <a:cubicBezTo>
                  <a:pt x="86" y="60"/>
                  <a:pt x="66" y="67"/>
                  <a:pt x="50" y="74"/>
                </a:cubicBezTo>
                <a:cubicBezTo>
                  <a:pt x="33" y="81"/>
                  <a:pt x="21" y="89"/>
                  <a:pt x="13" y="96"/>
                </a:cubicBezTo>
                <a:cubicBezTo>
                  <a:pt x="4" y="104"/>
                  <a:pt x="0" y="112"/>
                  <a:pt x="0" y="120"/>
                </a:cubicBezTo>
                <a:lnTo>
                  <a:pt x="0" y="797"/>
                </a:lnTo>
                <a:cubicBezTo>
                  <a:pt x="0" y="804"/>
                  <a:pt x="4" y="812"/>
                  <a:pt x="13" y="820"/>
                </a:cubicBezTo>
                <a:cubicBezTo>
                  <a:pt x="21" y="828"/>
                  <a:pt x="33" y="835"/>
                  <a:pt x="50" y="842"/>
                </a:cubicBezTo>
                <a:cubicBezTo>
                  <a:pt x="66" y="850"/>
                  <a:pt x="86" y="856"/>
                  <a:pt x="110" y="863"/>
                </a:cubicBezTo>
                <a:cubicBezTo>
                  <a:pt x="134" y="869"/>
                  <a:pt x="161" y="875"/>
                  <a:pt x="191" y="881"/>
                </a:cubicBezTo>
                <a:cubicBezTo>
                  <a:pt x="221" y="887"/>
                  <a:pt x="254" y="892"/>
                  <a:pt x="290" y="896"/>
                </a:cubicBezTo>
                <a:cubicBezTo>
                  <a:pt x="326" y="900"/>
                  <a:pt x="364" y="904"/>
                  <a:pt x="404" y="907"/>
                </a:cubicBezTo>
                <a:cubicBezTo>
                  <a:pt x="443" y="910"/>
                  <a:pt x="484" y="912"/>
                  <a:pt x="526" y="914"/>
                </a:cubicBezTo>
                <a:cubicBezTo>
                  <a:pt x="568" y="915"/>
                  <a:pt x="610" y="916"/>
                  <a:pt x="653" y="916"/>
                </a:cubicBezTo>
                <a:cubicBezTo>
                  <a:pt x="696" y="916"/>
                  <a:pt x="738" y="915"/>
                  <a:pt x="780" y="914"/>
                </a:cubicBezTo>
                <a:cubicBezTo>
                  <a:pt x="822" y="912"/>
                  <a:pt x="863" y="910"/>
                  <a:pt x="903" y="907"/>
                </a:cubicBezTo>
                <a:cubicBezTo>
                  <a:pt x="942" y="904"/>
                  <a:pt x="980" y="900"/>
                  <a:pt x="1016" y="896"/>
                </a:cubicBezTo>
                <a:cubicBezTo>
                  <a:pt x="1051" y="892"/>
                  <a:pt x="1084" y="887"/>
                  <a:pt x="1114" y="881"/>
                </a:cubicBezTo>
                <a:cubicBezTo>
                  <a:pt x="1145" y="875"/>
                  <a:pt x="1172" y="869"/>
                  <a:pt x="1195" y="863"/>
                </a:cubicBezTo>
                <a:cubicBezTo>
                  <a:pt x="1219" y="856"/>
                  <a:pt x="1239" y="850"/>
                  <a:pt x="1256" y="842"/>
                </a:cubicBezTo>
                <a:cubicBezTo>
                  <a:pt x="1272" y="835"/>
                  <a:pt x="1284" y="828"/>
                  <a:pt x="1293" y="820"/>
                </a:cubicBezTo>
                <a:cubicBezTo>
                  <a:pt x="1301" y="812"/>
                  <a:pt x="1305" y="804"/>
                  <a:pt x="1305" y="797"/>
                </a:cubicBezTo>
                <a:lnTo>
                  <a:pt x="1305" y="120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0" name=""/>
          <p:cNvSpPr txBox="1"/>
          <p:nvPr/>
        </p:nvSpPr>
        <p:spPr>
          <a:xfrm>
            <a:off x="2593440" y="2325960"/>
            <a:ext cx="2779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transacties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1" name=""/>
          <p:cNvSpPr txBox="1"/>
          <p:nvPr/>
        </p:nvSpPr>
        <p:spPr>
          <a:xfrm>
            <a:off x="3897000" y="1802880"/>
            <a:ext cx="4168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Gegevensopslag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2" name=""/>
          <p:cNvSpPr/>
          <p:nvPr/>
        </p:nvSpPr>
        <p:spPr>
          <a:xfrm>
            <a:off x="4962960" y="1666800"/>
            <a:ext cx="632880" cy="347040"/>
          </a:xfrm>
          <a:custGeom>
            <a:avLst/>
            <a:gdLst/>
            <a:ahLst/>
            <a:rect l="0" t="0" r="r" b="b"/>
            <a:pathLst>
              <a:path w="1758" h="964">
                <a:moveTo>
                  <a:pt x="0" y="136"/>
                </a:moveTo>
                <a:cubicBezTo>
                  <a:pt x="0" y="140"/>
                  <a:pt x="2" y="145"/>
                  <a:pt x="4" y="149"/>
                </a:cubicBezTo>
                <a:cubicBezTo>
                  <a:pt x="7" y="153"/>
                  <a:pt x="11" y="158"/>
                  <a:pt x="17" y="162"/>
                </a:cubicBezTo>
                <a:cubicBezTo>
                  <a:pt x="23" y="167"/>
                  <a:pt x="30" y="171"/>
                  <a:pt x="38" y="175"/>
                </a:cubicBezTo>
                <a:cubicBezTo>
                  <a:pt x="46" y="179"/>
                  <a:pt x="56" y="184"/>
                  <a:pt x="67" y="188"/>
                </a:cubicBezTo>
                <a:cubicBezTo>
                  <a:pt x="78" y="192"/>
                  <a:pt x="90" y="196"/>
                  <a:pt x="104" y="200"/>
                </a:cubicBezTo>
                <a:cubicBezTo>
                  <a:pt x="117" y="204"/>
                  <a:pt x="132" y="207"/>
                  <a:pt x="148" y="211"/>
                </a:cubicBezTo>
                <a:cubicBezTo>
                  <a:pt x="164" y="215"/>
                  <a:pt x="181" y="218"/>
                  <a:pt x="200" y="222"/>
                </a:cubicBezTo>
                <a:cubicBezTo>
                  <a:pt x="218" y="225"/>
                  <a:pt x="237" y="228"/>
                  <a:pt x="257" y="232"/>
                </a:cubicBezTo>
                <a:cubicBezTo>
                  <a:pt x="278" y="235"/>
                  <a:pt x="299" y="238"/>
                  <a:pt x="321" y="241"/>
                </a:cubicBezTo>
                <a:cubicBezTo>
                  <a:pt x="344" y="243"/>
                  <a:pt x="367" y="246"/>
                  <a:pt x="391" y="248"/>
                </a:cubicBezTo>
                <a:cubicBezTo>
                  <a:pt x="414" y="251"/>
                  <a:pt x="439" y="253"/>
                  <a:pt x="464" y="255"/>
                </a:cubicBezTo>
                <a:cubicBezTo>
                  <a:pt x="490" y="257"/>
                  <a:pt x="516" y="259"/>
                  <a:pt x="542" y="261"/>
                </a:cubicBezTo>
                <a:cubicBezTo>
                  <a:pt x="569" y="263"/>
                  <a:pt x="596" y="264"/>
                  <a:pt x="623" y="265"/>
                </a:cubicBezTo>
                <a:cubicBezTo>
                  <a:pt x="651" y="267"/>
                  <a:pt x="679" y="268"/>
                  <a:pt x="707" y="269"/>
                </a:cubicBezTo>
                <a:cubicBezTo>
                  <a:pt x="735" y="270"/>
                  <a:pt x="764" y="270"/>
                  <a:pt x="792" y="271"/>
                </a:cubicBezTo>
                <a:cubicBezTo>
                  <a:pt x="821" y="271"/>
                  <a:pt x="850" y="271"/>
                  <a:pt x="878" y="271"/>
                </a:cubicBezTo>
                <a:cubicBezTo>
                  <a:pt x="907" y="271"/>
                  <a:pt x="936" y="271"/>
                  <a:pt x="965" y="271"/>
                </a:cubicBezTo>
                <a:cubicBezTo>
                  <a:pt x="993" y="270"/>
                  <a:pt x="1022" y="270"/>
                  <a:pt x="1050" y="269"/>
                </a:cubicBezTo>
                <a:cubicBezTo>
                  <a:pt x="1078" y="268"/>
                  <a:pt x="1106" y="267"/>
                  <a:pt x="1133" y="265"/>
                </a:cubicBezTo>
                <a:cubicBezTo>
                  <a:pt x="1162" y="264"/>
                  <a:pt x="1189" y="263"/>
                  <a:pt x="1216" y="261"/>
                </a:cubicBezTo>
                <a:cubicBezTo>
                  <a:pt x="1242" y="259"/>
                  <a:pt x="1268" y="257"/>
                  <a:pt x="1293" y="255"/>
                </a:cubicBezTo>
                <a:cubicBezTo>
                  <a:pt x="1319" y="253"/>
                  <a:pt x="1343" y="251"/>
                  <a:pt x="1367" y="248"/>
                </a:cubicBezTo>
                <a:cubicBezTo>
                  <a:pt x="1391" y="246"/>
                  <a:pt x="1414" y="243"/>
                  <a:pt x="1437" y="241"/>
                </a:cubicBezTo>
                <a:cubicBezTo>
                  <a:pt x="1459" y="238"/>
                  <a:pt x="1480" y="235"/>
                  <a:pt x="1500" y="232"/>
                </a:cubicBezTo>
                <a:cubicBezTo>
                  <a:pt x="1521" y="228"/>
                  <a:pt x="1540" y="225"/>
                  <a:pt x="1558" y="222"/>
                </a:cubicBezTo>
                <a:cubicBezTo>
                  <a:pt x="1577" y="218"/>
                  <a:pt x="1594" y="215"/>
                  <a:pt x="1610" y="211"/>
                </a:cubicBezTo>
                <a:cubicBezTo>
                  <a:pt x="1626" y="207"/>
                  <a:pt x="1640" y="204"/>
                  <a:pt x="1654" y="200"/>
                </a:cubicBezTo>
                <a:cubicBezTo>
                  <a:pt x="1668" y="196"/>
                  <a:pt x="1680" y="192"/>
                  <a:pt x="1691" y="188"/>
                </a:cubicBezTo>
                <a:cubicBezTo>
                  <a:pt x="1702" y="184"/>
                  <a:pt x="1712" y="179"/>
                  <a:pt x="1720" y="175"/>
                </a:cubicBezTo>
                <a:cubicBezTo>
                  <a:pt x="1728" y="171"/>
                  <a:pt x="1735" y="167"/>
                  <a:pt x="1741" y="162"/>
                </a:cubicBezTo>
                <a:cubicBezTo>
                  <a:pt x="1746" y="158"/>
                  <a:pt x="1751" y="153"/>
                  <a:pt x="1754" y="149"/>
                </a:cubicBezTo>
                <a:cubicBezTo>
                  <a:pt x="1756" y="145"/>
                  <a:pt x="1758" y="140"/>
                  <a:pt x="1758" y="136"/>
                </a:cubicBezTo>
                <a:cubicBezTo>
                  <a:pt x="1758" y="131"/>
                  <a:pt x="1756" y="127"/>
                  <a:pt x="1754" y="122"/>
                </a:cubicBezTo>
                <a:cubicBezTo>
                  <a:pt x="1751" y="118"/>
                  <a:pt x="1746" y="114"/>
                  <a:pt x="1741" y="109"/>
                </a:cubicBezTo>
                <a:cubicBezTo>
                  <a:pt x="1735" y="105"/>
                  <a:pt x="1728" y="101"/>
                  <a:pt x="1720" y="96"/>
                </a:cubicBezTo>
                <a:cubicBezTo>
                  <a:pt x="1712" y="92"/>
                  <a:pt x="1702" y="88"/>
                  <a:pt x="1691" y="84"/>
                </a:cubicBezTo>
                <a:cubicBezTo>
                  <a:pt x="1680" y="80"/>
                  <a:pt x="1668" y="76"/>
                  <a:pt x="1654" y="72"/>
                </a:cubicBezTo>
                <a:cubicBezTo>
                  <a:pt x="1640" y="68"/>
                  <a:pt x="1626" y="64"/>
                  <a:pt x="1610" y="60"/>
                </a:cubicBezTo>
                <a:cubicBezTo>
                  <a:pt x="1594" y="57"/>
                  <a:pt x="1577" y="53"/>
                  <a:pt x="1558" y="50"/>
                </a:cubicBezTo>
                <a:cubicBezTo>
                  <a:pt x="1540" y="46"/>
                  <a:pt x="1521" y="43"/>
                  <a:pt x="1500" y="40"/>
                </a:cubicBezTo>
                <a:cubicBezTo>
                  <a:pt x="1480" y="37"/>
                  <a:pt x="1459" y="34"/>
                  <a:pt x="1437" y="31"/>
                </a:cubicBezTo>
                <a:cubicBezTo>
                  <a:pt x="1414" y="28"/>
                  <a:pt x="1391" y="26"/>
                  <a:pt x="1367" y="23"/>
                </a:cubicBezTo>
                <a:cubicBezTo>
                  <a:pt x="1343" y="21"/>
                  <a:pt x="1319" y="18"/>
                  <a:pt x="1293" y="16"/>
                </a:cubicBezTo>
                <a:cubicBezTo>
                  <a:pt x="1268" y="14"/>
                  <a:pt x="1242" y="12"/>
                  <a:pt x="1216" y="11"/>
                </a:cubicBezTo>
                <a:cubicBezTo>
                  <a:pt x="1189" y="9"/>
                  <a:pt x="1162" y="7"/>
                  <a:pt x="1133" y="6"/>
                </a:cubicBezTo>
                <a:cubicBezTo>
                  <a:pt x="1106" y="5"/>
                  <a:pt x="1078" y="4"/>
                  <a:pt x="1050" y="3"/>
                </a:cubicBezTo>
                <a:cubicBezTo>
                  <a:pt x="1022" y="2"/>
                  <a:pt x="993" y="1"/>
                  <a:pt x="965" y="1"/>
                </a:cubicBezTo>
                <a:cubicBezTo>
                  <a:pt x="936" y="0"/>
                  <a:pt x="907" y="0"/>
                  <a:pt x="878" y="0"/>
                </a:cubicBezTo>
                <a:cubicBezTo>
                  <a:pt x="850" y="0"/>
                  <a:pt x="821" y="0"/>
                  <a:pt x="792" y="1"/>
                </a:cubicBezTo>
                <a:cubicBezTo>
                  <a:pt x="764" y="1"/>
                  <a:pt x="735" y="2"/>
                  <a:pt x="707" y="3"/>
                </a:cubicBezTo>
                <a:cubicBezTo>
                  <a:pt x="679" y="4"/>
                  <a:pt x="651" y="5"/>
                  <a:pt x="623" y="6"/>
                </a:cubicBezTo>
                <a:cubicBezTo>
                  <a:pt x="596" y="7"/>
                  <a:pt x="569" y="9"/>
                  <a:pt x="542" y="11"/>
                </a:cubicBezTo>
                <a:cubicBezTo>
                  <a:pt x="516" y="12"/>
                  <a:pt x="490" y="14"/>
                  <a:pt x="464" y="16"/>
                </a:cubicBezTo>
                <a:cubicBezTo>
                  <a:pt x="439" y="18"/>
                  <a:pt x="414" y="21"/>
                  <a:pt x="391" y="23"/>
                </a:cubicBezTo>
                <a:cubicBezTo>
                  <a:pt x="367" y="26"/>
                  <a:pt x="344" y="28"/>
                  <a:pt x="321" y="31"/>
                </a:cubicBezTo>
                <a:cubicBezTo>
                  <a:pt x="299" y="34"/>
                  <a:pt x="278" y="37"/>
                  <a:pt x="257" y="40"/>
                </a:cubicBezTo>
                <a:cubicBezTo>
                  <a:pt x="237" y="43"/>
                  <a:pt x="218" y="46"/>
                  <a:pt x="200" y="50"/>
                </a:cubicBezTo>
                <a:cubicBezTo>
                  <a:pt x="181" y="53"/>
                  <a:pt x="164" y="57"/>
                  <a:pt x="148" y="60"/>
                </a:cubicBezTo>
                <a:cubicBezTo>
                  <a:pt x="132" y="64"/>
                  <a:pt x="117" y="68"/>
                  <a:pt x="104" y="72"/>
                </a:cubicBezTo>
                <a:cubicBezTo>
                  <a:pt x="90" y="76"/>
                  <a:pt x="78" y="80"/>
                  <a:pt x="67" y="84"/>
                </a:cubicBezTo>
                <a:cubicBezTo>
                  <a:pt x="56" y="88"/>
                  <a:pt x="46" y="92"/>
                  <a:pt x="38" y="96"/>
                </a:cubicBezTo>
                <a:cubicBezTo>
                  <a:pt x="30" y="101"/>
                  <a:pt x="23" y="105"/>
                  <a:pt x="17" y="109"/>
                </a:cubicBezTo>
                <a:cubicBezTo>
                  <a:pt x="11" y="114"/>
                  <a:pt x="7" y="118"/>
                  <a:pt x="4" y="122"/>
                </a:cubicBezTo>
                <a:cubicBezTo>
                  <a:pt x="2" y="127"/>
                  <a:pt x="0" y="131"/>
                  <a:pt x="0" y="136"/>
                </a:cubicBezTo>
                <a:lnTo>
                  <a:pt x="0" y="829"/>
                </a:lnTo>
                <a:cubicBezTo>
                  <a:pt x="0" y="833"/>
                  <a:pt x="2" y="837"/>
                  <a:pt x="4" y="842"/>
                </a:cubicBezTo>
                <a:cubicBezTo>
                  <a:pt x="7" y="846"/>
                  <a:pt x="11" y="851"/>
                  <a:pt x="17" y="855"/>
                </a:cubicBezTo>
                <a:cubicBezTo>
                  <a:pt x="23" y="859"/>
                  <a:pt x="30" y="864"/>
                  <a:pt x="38" y="868"/>
                </a:cubicBezTo>
                <a:cubicBezTo>
                  <a:pt x="46" y="872"/>
                  <a:pt x="56" y="876"/>
                  <a:pt x="67" y="880"/>
                </a:cubicBezTo>
                <a:cubicBezTo>
                  <a:pt x="78" y="884"/>
                  <a:pt x="90" y="888"/>
                  <a:pt x="104" y="892"/>
                </a:cubicBezTo>
                <a:cubicBezTo>
                  <a:pt x="117" y="896"/>
                  <a:pt x="132" y="900"/>
                  <a:pt x="148" y="904"/>
                </a:cubicBezTo>
                <a:cubicBezTo>
                  <a:pt x="164" y="908"/>
                  <a:pt x="181" y="911"/>
                  <a:pt x="200" y="915"/>
                </a:cubicBezTo>
                <a:cubicBezTo>
                  <a:pt x="218" y="918"/>
                  <a:pt x="237" y="921"/>
                  <a:pt x="257" y="924"/>
                </a:cubicBezTo>
                <a:cubicBezTo>
                  <a:pt x="278" y="928"/>
                  <a:pt x="299" y="930"/>
                  <a:pt x="321" y="933"/>
                </a:cubicBezTo>
                <a:cubicBezTo>
                  <a:pt x="344" y="936"/>
                  <a:pt x="367" y="939"/>
                  <a:pt x="391" y="941"/>
                </a:cubicBezTo>
                <a:cubicBezTo>
                  <a:pt x="414" y="944"/>
                  <a:pt x="439" y="946"/>
                  <a:pt x="464" y="948"/>
                </a:cubicBezTo>
                <a:cubicBezTo>
                  <a:pt x="490" y="950"/>
                  <a:pt x="516" y="952"/>
                  <a:pt x="542" y="954"/>
                </a:cubicBezTo>
                <a:cubicBezTo>
                  <a:pt x="569" y="955"/>
                  <a:pt x="596" y="957"/>
                  <a:pt x="623" y="958"/>
                </a:cubicBezTo>
                <a:cubicBezTo>
                  <a:pt x="651" y="960"/>
                  <a:pt x="679" y="961"/>
                  <a:pt x="707" y="961"/>
                </a:cubicBezTo>
                <a:cubicBezTo>
                  <a:pt x="735" y="962"/>
                  <a:pt x="764" y="963"/>
                  <a:pt x="792" y="963"/>
                </a:cubicBezTo>
                <a:cubicBezTo>
                  <a:pt x="821" y="964"/>
                  <a:pt x="850" y="964"/>
                  <a:pt x="878" y="964"/>
                </a:cubicBezTo>
                <a:cubicBezTo>
                  <a:pt x="907" y="964"/>
                  <a:pt x="936" y="964"/>
                  <a:pt x="965" y="963"/>
                </a:cubicBezTo>
                <a:cubicBezTo>
                  <a:pt x="993" y="963"/>
                  <a:pt x="1022" y="962"/>
                  <a:pt x="1050" y="961"/>
                </a:cubicBezTo>
                <a:cubicBezTo>
                  <a:pt x="1078" y="961"/>
                  <a:pt x="1106" y="960"/>
                  <a:pt x="1133" y="958"/>
                </a:cubicBezTo>
                <a:cubicBezTo>
                  <a:pt x="1162" y="957"/>
                  <a:pt x="1189" y="955"/>
                  <a:pt x="1216" y="954"/>
                </a:cubicBezTo>
                <a:cubicBezTo>
                  <a:pt x="1242" y="952"/>
                  <a:pt x="1268" y="950"/>
                  <a:pt x="1293" y="948"/>
                </a:cubicBezTo>
                <a:cubicBezTo>
                  <a:pt x="1319" y="946"/>
                  <a:pt x="1343" y="944"/>
                  <a:pt x="1367" y="941"/>
                </a:cubicBezTo>
                <a:cubicBezTo>
                  <a:pt x="1391" y="939"/>
                  <a:pt x="1414" y="936"/>
                  <a:pt x="1437" y="933"/>
                </a:cubicBezTo>
                <a:cubicBezTo>
                  <a:pt x="1459" y="930"/>
                  <a:pt x="1480" y="928"/>
                  <a:pt x="1500" y="924"/>
                </a:cubicBezTo>
                <a:cubicBezTo>
                  <a:pt x="1521" y="921"/>
                  <a:pt x="1540" y="918"/>
                  <a:pt x="1558" y="915"/>
                </a:cubicBezTo>
                <a:cubicBezTo>
                  <a:pt x="1577" y="911"/>
                  <a:pt x="1594" y="908"/>
                  <a:pt x="1610" y="904"/>
                </a:cubicBezTo>
                <a:cubicBezTo>
                  <a:pt x="1626" y="900"/>
                  <a:pt x="1640" y="896"/>
                  <a:pt x="1654" y="892"/>
                </a:cubicBezTo>
                <a:cubicBezTo>
                  <a:pt x="1668" y="888"/>
                  <a:pt x="1680" y="884"/>
                  <a:pt x="1691" y="880"/>
                </a:cubicBezTo>
                <a:cubicBezTo>
                  <a:pt x="1702" y="876"/>
                  <a:pt x="1712" y="872"/>
                  <a:pt x="1720" y="868"/>
                </a:cubicBezTo>
                <a:cubicBezTo>
                  <a:pt x="1728" y="864"/>
                  <a:pt x="1735" y="859"/>
                  <a:pt x="1741" y="855"/>
                </a:cubicBezTo>
                <a:cubicBezTo>
                  <a:pt x="1746" y="851"/>
                  <a:pt x="1751" y="846"/>
                  <a:pt x="1754" y="842"/>
                </a:cubicBezTo>
                <a:cubicBezTo>
                  <a:pt x="1756" y="837"/>
                  <a:pt x="1758" y="833"/>
                  <a:pt x="1758" y="829"/>
                </a:cubicBezTo>
                <a:lnTo>
                  <a:pt x="1758" y="136"/>
                </a:lnTo>
                <a:lnTo>
                  <a:pt x="0" y="136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3" name=""/>
          <p:cNvSpPr/>
          <p:nvPr/>
        </p:nvSpPr>
        <p:spPr>
          <a:xfrm>
            <a:off x="4962960" y="1666800"/>
            <a:ext cx="632880" cy="347040"/>
          </a:xfrm>
          <a:custGeom>
            <a:avLst/>
            <a:gdLst/>
            <a:ahLst/>
            <a:rect l="0" t="0" r="r" b="b"/>
            <a:pathLst>
              <a:path fill="none" w="1758" h="964">
                <a:moveTo>
                  <a:pt x="0" y="136"/>
                </a:moveTo>
                <a:cubicBezTo>
                  <a:pt x="0" y="140"/>
                  <a:pt x="2" y="145"/>
                  <a:pt x="4" y="149"/>
                </a:cubicBezTo>
                <a:cubicBezTo>
                  <a:pt x="7" y="153"/>
                  <a:pt x="11" y="158"/>
                  <a:pt x="17" y="162"/>
                </a:cubicBezTo>
                <a:cubicBezTo>
                  <a:pt x="23" y="167"/>
                  <a:pt x="30" y="171"/>
                  <a:pt x="38" y="175"/>
                </a:cubicBezTo>
                <a:cubicBezTo>
                  <a:pt x="46" y="179"/>
                  <a:pt x="56" y="184"/>
                  <a:pt x="67" y="188"/>
                </a:cubicBezTo>
                <a:cubicBezTo>
                  <a:pt x="78" y="192"/>
                  <a:pt x="90" y="196"/>
                  <a:pt x="104" y="200"/>
                </a:cubicBezTo>
                <a:cubicBezTo>
                  <a:pt x="117" y="204"/>
                  <a:pt x="132" y="207"/>
                  <a:pt x="148" y="211"/>
                </a:cubicBezTo>
                <a:cubicBezTo>
                  <a:pt x="164" y="215"/>
                  <a:pt x="181" y="218"/>
                  <a:pt x="200" y="222"/>
                </a:cubicBezTo>
                <a:cubicBezTo>
                  <a:pt x="218" y="225"/>
                  <a:pt x="237" y="228"/>
                  <a:pt x="257" y="232"/>
                </a:cubicBezTo>
                <a:cubicBezTo>
                  <a:pt x="278" y="235"/>
                  <a:pt x="299" y="238"/>
                  <a:pt x="321" y="241"/>
                </a:cubicBezTo>
                <a:cubicBezTo>
                  <a:pt x="344" y="243"/>
                  <a:pt x="367" y="246"/>
                  <a:pt x="391" y="248"/>
                </a:cubicBezTo>
                <a:cubicBezTo>
                  <a:pt x="414" y="251"/>
                  <a:pt x="439" y="253"/>
                  <a:pt x="464" y="255"/>
                </a:cubicBezTo>
                <a:cubicBezTo>
                  <a:pt x="490" y="257"/>
                  <a:pt x="516" y="259"/>
                  <a:pt x="542" y="261"/>
                </a:cubicBezTo>
                <a:cubicBezTo>
                  <a:pt x="569" y="263"/>
                  <a:pt x="596" y="264"/>
                  <a:pt x="623" y="265"/>
                </a:cubicBezTo>
                <a:cubicBezTo>
                  <a:pt x="651" y="267"/>
                  <a:pt x="679" y="268"/>
                  <a:pt x="707" y="269"/>
                </a:cubicBezTo>
                <a:cubicBezTo>
                  <a:pt x="735" y="270"/>
                  <a:pt x="764" y="270"/>
                  <a:pt x="792" y="271"/>
                </a:cubicBezTo>
                <a:cubicBezTo>
                  <a:pt x="821" y="271"/>
                  <a:pt x="850" y="271"/>
                  <a:pt x="878" y="271"/>
                </a:cubicBezTo>
                <a:cubicBezTo>
                  <a:pt x="907" y="271"/>
                  <a:pt x="936" y="271"/>
                  <a:pt x="965" y="271"/>
                </a:cubicBezTo>
                <a:cubicBezTo>
                  <a:pt x="993" y="270"/>
                  <a:pt x="1022" y="270"/>
                  <a:pt x="1050" y="269"/>
                </a:cubicBezTo>
                <a:cubicBezTo>
                  <a:pt x="1078" y="268"/>
                  <a:pt x="1106" y="267"/>
                  <a:pt x="1133" y="265"/>
                </a:cubicBezTo>
                <a:cubicBezTo>
                  <a:pt x="1162" y="264"/>
                  <a:pt x="1189" y="263"/>
                  <a:pt x="1216" y="261"/>
                </a:cubicBezTo>
                <a:cubicBezTo>
                  <a:pt x="1242" y="259"/>
                  <a:pt x="1268" y="257"/>
                  <a:pt x="1293" y="255"/>
                </a:cubicBezTo>
                <a:cubicBezTo>
                  <a:pt x="1319" y="253"/>
                  <a:pt x="1343" y="251"/>
                  <a:pt x="1367" y="248"/>
                </a:cubicBezTo>
                <a:cubicBezTo>
                  <a:pt x="1391" y="246"/>
                  <a:pt x="1414" y="243"/>
                  <a:pt x="1437" y="241"/>
                </a:cubicBezTo>
                <a:cubicBezTo>
                  <a:pt x="1459" y="238"/>
                  <a:pt x="1480" y="235"/>
                  <a:pt x="1500" y="232"/>
                </a:cubicBezTo>
                <a:cubicBezTo>
                  <a:pt x="1521" y="228"/>
                  <a:pt x="1540" y="225"/>
                  <a:pt x="1558" y="222"/>
                </a:cubicBezTo>
                <a:cubicBezTo>
                  <a:pt x="1577" y="218"/>
                  <a:pt x="1594" y="215"/>
                  <a:pt x="1610" y="211"/>
                </a:cubicBezTo>
                <a:cubicBezTo>
                  <a:pt x="1626" y="207"/>
                  <a:pt x="1640" y="204"/>
                  <a:pt x="1654" y="200"/>
                </a:cubicBezTo>
                <a:cubicBezTo>
                  <a:pt x="1668" y="196"/>
                  <a:pt x="1680" y="192"/>
                  <a:pt x="1691" y="188"/>
                </a:cubicBezTo>
                <a:cubicBezTo>
                  <a:pt x="1702" y="184"/>
                  <a:pt x="1712" y="179"/>
                  <a:pt x="1720" y="175"/>
                </a:cubicBezTo>
                <a:cubicBezTo>
                  <a:pt x="1728" y="171"/>
                  <a:pt x="1735" y="167"/>
                  <a:pt x="1741" y="162"/>
                </a:cubicBezTo>
                <a:cubicBezTo>
                  <a:pt x="1746" y="158"/>
                  <a:pt x="1751" y="153"/>
                  <a:pt x="1754" y="149"/>
                </a:cubicBezTo>
                <a:cubicBezTo>
                  <a:pt x="1756" y="145"/>
                  <a:pt x="1758" y="140"/>
                  <a:pt x="1758" y="136"/>
                </a:cubicBezTo>
                <a:cubicBezTo>
                  <a:pt x="1758" y="131"/>
                  <a:pt x="1756" y="127"/>
                  <a:pt x="1754" y="122"/>
                </a:cubicBezTo>
                <a:cubicBezTo>
                  <a:pt x="1751" y="118"/>
                  <a:pt x="1746" y="114"/>
                  <a:pt x="1741" y="109"/>
                </a:cubicBezTo>
                <a:cubicBezTo>
                  <a:pt x="1735" y="105"/>
                  <a:pt x="1728" y="101"/>
                  <a:pt x="1720" y="96"/>
                </a:cubicBezTo>
                <a:cubicBezTo>
                  <a:pt x="1712" y="92"/>
                  <a:pt x="1702" y="88"/>
                  <a:pt x="1691" y="84"/>
                </a:cubicBezTo>
                <a:cubicBezTo>
                  <a:pt x="1680" y="80"/>
                  <a:pt x="1668" y="76"/>
                  <a:pt x="1654" y="72"/>
                </a:cubicBezTo>
                <a:cubicBezTo>
                  <a:pt x="1640" y="68"/>
                  <a:pt x="1626" y="64"/>
                  <a:pt x="1610" y="60"/>
                </a:cubicBezTo>
                <a:cubicBezTo>
                  <a:pt x="1594" y="57"/>
                  <a:pt x="1577" y="53"/>
                  <a:pt x="1558" y="50"/>
                </a:cubicBezTo>
                <a:cubicBezTo>
                  <a:pt x="1540" y="46"/>
                  <a:pt x="1521" y="43"/>
                  <a:pt x="1500" y="40"/>
                </a:cubicBezTo>
                <a:cubicBezTo>
                  <a:pt x="1480" y="37"/>
                  <a:pt x="1459" y="34"/>
                  <a:pt x="1437" y="31"/>
                </a:cubicBezTo>
                <a:cubicBezTo>
                  <a:pt x="1414" y="28"/>
                  <a:pt x="1391" y="26"/>
                  <a:pt x="1367" y="23"/>
                </a:cubicBezTo>
                <a:cubicBezTo>
                  <a:pt x="1343" y="21"/>
                  <a:pt x="1319" y="18"/>
                  <a:pt x="1293" y="16"/>
                </a:cubicBezTo>
                <a:cubicBezTo>
                  <a:pt x="1268" y="14"/>
                  <a:pt x="1242" y="12"/>
                  <a:pt x="1216" y="11"/>
                </a:cubicBezTo>
                <a:cubicBezTo>
                  <a:pt x="1189" y="9"/>
                  <a:pt x="1162" y="7"/>
                  <a:pt x="1133" y="6"/>
                </a:cubicBezTo>
                <a:cubicBezTo>
                  <a:pt x="1106" y="5"/>
                  <a:pt x="1078" y="4"/>
                  <a:pt x="1050" y="3"/>
                </a:cubicBezTo>
                <a:cubicBezTo>
                  <a:pt x="1022" y="2"/>
                  <a:pt x="993" y="1"/>
                  <a:pt x="965" y="1"/>
                </a:cubicBezTo>
                <a:cubicBezTo>
                  <a:pt x="936" y="0"/>
                  <a:pt x="907" y="0"/>
                  <a:pt x="878" y="0"/>
                </a:cubicBezTo>
                <a:cubicBezTo>
                  <a:pt x="850" y="0"/>
                  <a:pt x="821" y="0"/>
                  <a:pt x="792" y="1"/>
                </a:cubicBezTo>
                <a:cubicBezTo>
                  <a:pt x="764" y="1"/>
                  <a:pt x="735" y="2"/>
                  <a:pt x="707" y="3"/>
                </a:cubicBezTo>
                <a:cubicBezTo>
                  <a:pt x="679" y="4"/>
                  <a:pt x="651" y="5"/>
                  <a:pt x="623" y="6"/>
                </a:cubicBezTo>
                <a:cubicBezTo>
                  <a:pt x="596" y="7"/>
                  <a:pt x="569" y="9"/>
                  <a:pt x="542" y="11"/>
                </a:cubicBezTo>
                <a:cubicBezTo>
                  <a:pt x="516" y="12"/>
                  <a:pt x="490" y="14"/>
                  <a:pt x="464" y="16"/>
                </a:cubicBezTo>
                <a:cubicBezTo>
                  <a:pt x="439" y="18"/>
                  <a:pt x="414" y="21"/>
                  <a:pt x="391" y="23"/>
                </a:cubicBezTo>
                <a:cubicBezTo>
                  <a:pt x="367" y="26"/>
                  <a:pt x="344" y="28"/>
                  <a:pt x="321" y="31"/>
                </a:cubicBezTo>
                <a:cubicBezTo>
                  <a:pt x="299" y="34"/>
                  <a:pt x="278" y="37"/>
                  <a:pt x="257" y="40"/>
                </a:cubicBezTo>
                <a:cubicBezTo>
                  <a:pt x="237" y="43"/>
                  <a:pt x="218" y="46"/>
                  <a:pt x="200" y="50"/>
                </a:cubicBezTo>
                <a:cubicBezTo>
                  <a:pt x="181" y="53"/>
                  <a:pt x="164" y="57"/>
                  <a:pt x="148" y="60"/>
                </a:cubicBezTo>
                <a:cubicBezTo>
                  <a:pt x="132" y="64"/>
                  <a:pt x="117" y="68"/>
                  <a:pt x="104" y="72"/>
                </a:cubicBezTo>
                <a:cubicBezTo>
                  <a:pt x="90" y="76"/>
                  <a:pt x="78" y="80"/>
                  <a:pt x="67" y="84"/>
                </a:cubicBezTo>
                <a:cubicBezTo>
                  <a:pt x="56" y="88"/>
                  <a:pt x="46" y="92"/>
                  <a:pt x="38" y="96"/>
                </a:cubicBezTo>
                <a:cubicBezTo>
                  <a:pt x="30" y="101"/>
                  <a:pt x="23" y="105"/>
                  <a:pt x="17" y="109"/>
                </a:cubicBezTo>
                <a:cubicBezTo>
                  <a:pt x="11" y="114"/>
                  <a:pt x="7" y="118"/>
                  <a:pt x="4" y="122"/>
                </a:cubicBezTo>
                <a:cubicBezTo>
                  <a:pt x="2" y="127"/>
                  <a:pt x="0" y="131"/>
                  <a:pt x="0" y="136"/>
                </a:cubicBezTo>
                <a:lnTo>
                  <a:pt x="0" y="829"/>
                </a:lnTo>
                <a:cubicBezTo>
                  <a:pt x="0" y="833"/>
                  <a:pt x="2" y="837"/>
                  <a:pt x="4" y="842"/>
                </a:cubicBezTo>
                <a:cubicBezTo>
                  <a:pt x="7" y="846"/>
                  <a:pt x="11" y="851"/>
                  <a:pt x="17" y="855"/>
                </a:cubicBezTo>
                <a:cubicBezTo>
                  <a:pt x="23" y="859"/>
                  <a:pt x="30" y="864"/>
                  <a:pt x="38" y="868"/>
                </a:cubicBezTo>
                <a:cubicBezTo>
                  <a:pt x="46" y="872"/>
                  <a:pt x="56" y="876"/>
                  <a:pt x="67" y="880"/>
                </a:cubicBezTo>
                <a:cubicBezTo>
                  <a:pt x="78" y="884"/>
                  <a:pt x="90" y="888"/>
                  <a:pt x="104" y="892"/>
                </a:cubicBezTo>
                <a:cubicBezTo>
                  <a:pt x="117" y="896"/>
                  <a:pt x="132" y="900"/>
                  <a:pt x="148" y="904"/>
                </a:cubicBezTo>
                <a:cubicBezTo>
                  <a:pt x="164" y="908"/>
                  <a:pt x="181" y="911"/>
                  <a:pt x="200" y="915"/>
                </a:cubicBezTo>
                <a:cubicBezTo>
                  <a:pt x="218" y="918"/>
                  <a:pt x="237" y="921"/>
                  <a:pt x="257" y="924"/>
                </a:cubicBezTo>
                <a:cubicBezTo>
                  <a:pt x="278" y="928"/>
                  <a:pt x="299" y="930"/>
                  <a:pt x="321" y="933"/>
                </a:cubicBezTo>
                <a:cubicBezTo>
                  <a:pt x="344" y="936"/>
                  <a:pt x="367" y="939"/>
                  <a:pt x="391" y="941"/>
                </a:cubicBezTo>
                <a:cubicBezTo>
                  <a:pt x="414" y="944"/>
                  <a:pt x="439" y="946"/>
                  <a:pt x="464" y="948"/>
                </a:cubicBezTo>
                <a:cubicBezTo>
                  <a:pt x="490" y="950"/>
                  <a:pt x="516" y="952"/>
                  <a:pt x="542" y="954"/>
                </a:cubicBezTo>
                <a:cubicBezTo>
                  <a:pt x="569" y="955"/>
                  <a:pt x="596" y="957"/>
                  <a:pt x="623" y="958"/>
                </a:cubicBezTo>
                <a:cubicBezTo>
                  <a:pt x="651" y="960"/>
                  <a:pt x="679" y="961"/>
                  <a:pt x="707" y="961"/>
                </a:cubicBezTo>
                <a:cubicBezTo>
                  <a:pt x="735" y="962"/>
                  <a:pt x="764" y="963"/>
                  <a:pt x="792" y="963"/>
                </a:cubicBezTo>
                <a:cubicBezTo>
                  <a:pt x="821" y="964"/>
                  <a:pt x="850" y="964"/>
                  <a:pt x="878" y="964"/>
                </a:cubicBezTo>
                <a:cubicBezTo>
                  <a:pt x="907" y="964"/>
                  <a:pt x="936" y="964"/>
                  <a:pt x="965" y="963"/>
                </a:cubicBezTo>
                <a:cubicBezTo>
                  <a:pt x="993" y="963"/>
                  <a:pt x="1022" y="962"/>
                  <a:pt x="1050" y="961"/>
                </a:cubicBezTo>
                <a:cubicBezTo>
                  <a:pt x="1078" y="961"/>
                  <a:pt x="1106" y="960"/>
                  <a:pt x="1133" y="958"/>
                </a:cubicBezTo>
                <a:cubicBezTo>
                  <a:pt x="1162" y="957"/>
                  <a:pt x="1189" y="955"/>
                  <a:pt x="1216" y="954"/>
                </a:cubicBezTo>
                <a:cubicBezTo>
                  <a:pt x="1242" y="952"/>
                  <a:pt x="1268" y="950"/>
                  <a:pt x="1293" y="948"/>
                </a:cubicBezTo>
                <a:cubicBezTo>
                  <a:pt x="1319" y="946"/>
                  <a:pt x="1343" y="944"/>
                  <a:pt x="1367" y="941"/>
                </a:cubicBezTo>
                <a:cubicBezTo>
                  <a:pt x="1391" y="939"/>
                  <a:pt x="1414" y="936"/>
                  <a:pt x="1437" y="933"/>
                </a:cubicBezTo>
                <a:cubicBezTo>
                  <a:pt x="1459" y="930"/>
                  <a:pt x="1480" y="928"/>
                  <a:pt x="1500" y="924"/>
                </a:cubicBezTo>
                <a:cubicBezTo>
                  <a:pt x="1521" y="921"/>
                  <a:pt x="1540" y="918"/>
                  <a:pt x="1558" y="915"/>
                </a:cubicBezTo>
                <a:cubicBezTo>
                  <a:pt x="1577" y="911"/>
                  <a:pt x="1594" y="908"/>
                  <a:pt x="1610" y="904"/>
                </a:cubicBezTo>
                <a:cubicBezTo>
                  <a:pt x="1626" y="900"/>
                  <a:pt x="1640" y="896"/>
                  <a:pt x="1654" y="892"/>
                </a:cubicBezTo>
                <a:cubicBezTo>
                  <a:pt x="1668" y="888"/>
                  <a:pt x="1680" y="884"/>
                  <a:pt x="1691" y="880"/>
                </a:cubicBezTo>
                <a:cubicBezTo>
                  <a:pt x="1702" y="876"/>
                  <a:pt x="1712" y="872"/>
                  <a:pt x="1720" y="868"/>
                </a:cubicBezTo>
                <a:cubicBezTo>
                  <a:pt x="1728" y="864"/>
                  <a:pt x="1735" y="859"/>
                  <a:pt x="1741" y="855"/>
                </a:cubicBezTo>
                <a:cubicBezTo>
                  <a:pt x="1746" y="851"/>
                  <a:pt x="1751" y="846"/>
                  <a:pt x="1754" y="842"/>
                </a:cubicBezTo>
                <a:cubicBezTo>
                  <a:pt x="1756" y="837"/>
                  <a:pt x="1758" y="833"/>
                  <a:pt x="1758" y="829"/>
                </a:cubicBezTo>
                <a:lnTo>
                  <a:pt x="1758" y="136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4" name=""/>
          <p:cNvSpPr txBox="1"/>
          <p:nvPr/>
        </p:nvSpPr>
        <p:spPr>
          <a:xfrm>
            <a:off x="3989880" y="1878840"/>
            <a:ext cx="2322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database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5" name=""/>
          <p:cNvSpPr txBox="1"/>
          <p:nvPr/>
        </p:nvSpPr>
        <p:spPr>
          <a:xfrm>
            <a:off x="5079960" y="1802880"/>
            <a:ext cx="393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Datawarehouse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6" name=""/>
          <p:cNvSpPr/>
          <p:nvPr/>
        </p:nvSpPr>
        <p:spPr>
          <a:xfrm>
            <a:off x="6090480" y="1646280"/>
            <a:ext cx="666360" cy="248400"/>
          </a:xfrm>
          <a:custGeom>
            <a:avLst/>
            <a:gdLst/>
            <a:ahLst/>
            <a:rect l="0" t="0" r="r" b="b"/>
            <a:pathLst>
              <a:path w="1851" h="690">
                <a:moveTo>
                  <a:pt x="0" y="0"/>
                </a:moveTo>
                <a:lnTo>
                  <a:pt x="1851" y="0"/>
                </a:lnTo>
                <a:lnTo>
                  <a:pt x="1851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7" name=""/>
          <p:cNvSpPr/>
          <p:nvPr/>
        </p:nvSpPr>
        <p:spPr>
          <a:xfrm>
            <a:off x="6090480" y="1646280"/>
            <a:ext cx="666360" cy="248400"/>
          </a:xfrm>
          <a:custGeom>
            <a:avLst/>
            <a:gdLst/>
            <a:ahLst/>
            <a:rect l="0" t="0" r="r" b="b"/>
            <a:pathLst>
              <a:path w="1851" h="690">
                <a:moveTo>
                  <a:pt x="0" y="0"/>
                </a:moveTo>
                <a:lnTo>
                  <a:pt x="1851" y="0"/>
                </a:lnTo>
                <a:lnTo>
                  <a:pt x="1851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8" name=""/>
          <p:cNvSpPr txBox="1"/>
          <p:nvPr/>
        </p:nvSpPr>
        <p:spPr>
          <a:xfrm>
            <a:off x="4987080" y="1878840"/>
            <a:ext cx="5752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historie en samenhang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9" name=""/>
          <p:cNvSpPr txBox="1"/>
          <p:nvPr/>
        </p:nvSpPr>
        <p:spPr>
          <a:xfrm>
            <a:off x="6275160" y="1701000"/>
            <a:ext cx="2948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Rapportage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0" name=""/>
          <p:cNvSpPr/>
          <p:nvPr/>
        </p:nvSpPr>
        <p:spPr>
          <a:xfrm>
            <a:off x="7331040" y="1635120"/>
            <a:ext cx="270720" cy="270720"/>
          </a:xfrm>
          <a:custGeom>
            <a:avLst/>
            <a:gdLst/>
            <a:ahLst/>
            <a:rect l="0" t="0" r="r" b="b"/>
            <a:pathLst>
              <a:path w="752" h="752">
                <a:moveTo>
                  <a:pt x="752" y="376"/>
                </a:moveTo>
                <a:cubicBezTo>
                  <a:pt x="752" y="401"/>
                  <a:pt x="750" y="426"/>
                  <a:pt x="745" y="450"/>
                </a:cubicBezTo>
                <a:cubicBezTo>
                  <a:pt x="740" y="474"/>
                  <a:pt x="733" y="497"/>
                  <a:pt x="724" y="520"/>
                </a:cubicBezTo>
                <a:cubicBezTo>
                  <a:pt x="714" y="543"/>
                  <a:pt x="703" y="565"/>
                  <a:pt x="689" y="585"/>
                </a:cubicBezTo>
                <a:cubicBezTo>
                  <a:pt x="675" y="606"/>
                  <a:pt x="660" y="625"/>
                  <a:pt x="642" y="642"/>
                </a:cubicBezTo>
                <a:cubicBezTo>
                  <a:pt x="625" y="660"/>
                  <a:pt x="606" y="675"/>
                  <a:pt x="585" y="689"/>
                </a:cubicBezTo>
                <a:cubicBezTo>
                  <a:pt x="565" y="703"/>
                  <a:pt x="543" y="714"/>
                  <a:pt x="520" y="724"/>
                </a:cubicBezTo>
                <a:cubicBezTo>
                  <a:pt x="498" y="733"/>
                  <a:pt x="474" y="740"/>
                  <a:pt x="450" y="745"/>
                </a:cubicBezTo>
                <a:cubicBezTo>
                  <a:pt x="426" y="750"/>
                  <a:pt x="401" y="752"/>
                  <a:pt x="377" y="752"/>
                </a:cubicBezTo>
                <a:cubicBezTo>
                  <a:pt x="352" y="752"/>
                  <a:pt x="327" y="750"/>
                  <a:pt x="303" y="745"/>
                </a:cubicBezTo>
                <a:cubicBezTo>
                  <a:pt x="278" y="740"/>
                  <a:pt x="255" y="733"/>
                  <a:pt x="232" y="724"/>
                </a:cubicBezTo>
                <a:cubicBezTo>
                  <a:pt x="209" y="714"/>
                  <a:pt x="187" y="703"/>
                  <a:pt x="167" y="689"/>
                </a:cubicBezTo>
                <a:cubicBezTo>
                  <a:pt x="146" y="675"/>
                  <a:pt x="127" y="660"/>
                  <a:pt x="110" y="642"/>
                </a:cubicBezTo>
                <a:cubicBezTo>
                  <a:pt x="92" y="625"/>
                  <a:pt x="77" y="606"/>
                  <a:pt x="63" y="585"/>
                </a:cubicBezTo>
                <a:cubicBezTo>
                  <a:pt x="49" y="565"/>
                  <a:pt x="38" y="543"/>
                  <a:pt x="28" y="520"/>
                </a:cubicBezTo>
                <a:cubicBezTo>
                  <a:pt x="19" y="497"/>
                  <a:pt x="12" y="474"/>
                  <a:pt x="7" y="450"/>
                </a:cubicBezTo>
                <a:cubicBezTo>
                  <a:pt x="2" y="426"/>
                  <a:pt x="0" y="401"/>
                  <a:pt x="0" y="376"/>
                </a:cubicBezTo>
                <a:cubicBezTo>
                  <a:pt x="0" y="352"/>
                  <a:pt x="2" y="326"/>
                  <a:pt x="7" y="302"/>
                </a:cubicBezTo>
                <a:cubicBezTo>
                  <a:pt x="12" y="278"/>
                  <a:pt x="19" y="254"/>
                  <a:pt x="28" y="232"/>
                </a:cubicBezTo>
                <a:cubicBezTo>
                  <a:pt x="38" y="209"/>
                  <a:pt x="49" y="187"/>
                  <a:pt x="63" y="167"/>
                </a:cubicBezTo>
                <a:cubicBezTo>
                  <a:pt x="77" y="146"/>
                  <a:pt x="92" y="127"/>
                  <a:pt x="110" y="110"/>
                </a:cubicBezTo>
                <a:cubicBezTo>
                  <a:pt x="127" y="92"/>
                  <a:pt x="146" y="77"/>
                  <a:pt x="167" y="63"/>
                </a:cubicBezTo>
                <a:cubicBezTo>
                  <a:pt x="187" y="49"/>
                  <a:pt x="209" y="38"/>
                  <a:pt x="232" y="28"/>
                </a:cubicBezTo>
                <a:cubicBezTo>
                  <a:pt x="255" y="19"/>
                  <a:pt x="278" y="12"/>
                  <a:pt x="303" y="7"/>
                </a:cubicBezTo>
                <a:cubicBezTo>
                  <a:pt x="327" y="2"/>
                  <a:pt x="352" y="0"/>
                  <a:pt x="377" y="0"/>
                </a:cubicBezTo>
                <a:cubicBezTo>
                  <a:pt x="401" y="0"/>
                  <a:pt x="426" y="2"/>
                  <a:pt x="450" y="7"/>
                </a:cubicBezTo>
                <a:cubicBezTo>
                  <a:pt x="474" y="12"/>
                  <a:pt x="498" y="19"/>
                  <a:pt x="520" y="28"/>
                </a:cubicBezTo>
                <a:cubicBezTo>
                  <a:pt x="543" y="38"/>
                  <a:pt x="565" y="49"/>
                  <a:pt x="585" y="63"/>
                </a:cubicBezTo>
                <a:cubicBezTo>
                  <a:pt x="606" y="77"/>
                  <a:pt x="625" y="92"/>
                  <a:pt x="642" y="110"/>
                </a:cubicBezTo>
                <a:cubicBezTo>
                  <a:pt x="660" y="127"/>
                  <a:pt x="675" y="146"/>
                  <a:pt x="689" y="167"/>
                </a:cubicBezTo>
                <a:cubicBezTo>
                  <a:pt x="703" y="187"/>
                  <a:pt x="714" y="209"/>
                  <a:pt x="724" y="232"/>
                </a:cubicBezTo>
                <a:cubicBezTo>
                  <a:pt x="733" y="254"/>
                  <a:pt x="740" y="278"/>
                  <a:pt x="745" y="302"/>
                </a:cubicBezTo>
                <a:cubicBezTo>
                  <a:pt x="750" y="326"/>
                  <a:pt x="752" y="352"/>
                  <a:pt x="752" y="376"/>
                </a:cubicBezTo>
                <a:close/>
              </a:path>
            </a:pathLst>
          </a:custGeom>
          <a:solidFill>
            <a:srgbClr val="fff2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1" name=""/>
          <p:cNvSpPr/>
          <p:nvPr/>
        </p:nvSpPr>
        <p:spPr>
          <a:xfrm>
            <a:off x="7331040" y="1635120"/>
            <a:ext cx="270720" cy="270720"/>
          </a:xfrm>
          <a:custGeom>
            <a:avLst/>
            <a:gdLst/>
            <a:ahLst/>
            <a:rect l="0" t="0" r="r" b="b"/>
            <a:pathLst>
              <a:path w="752" h="752">
                <a:moveTo>
                  <a:pt x="752" y="376"/>
                </a:moveTo>
                <a:cubicBezTo>
                  <a:pt x="752" y="401"/>
                  <a:pt x="750" y="426"/>
                  <a:pt x="745" y="450"/>
                </a:cubicBezTo>
                <a:cubicBezTo>
                  <a:pt x="740" y="474"/>
                  <a:pt x="733" y="497"/>
                  <a:pt x="724" y="520"/>
                </a:cubicBezTo>
                <a:cubicBezTo>
                  <a:pt x="714" y="543"/>
                  <a:pt x="703" y="565"/>
                  <a:pt x="689" y="585"/>
                </a:cubicBezTo>
                <a:cubicBezTo>
                  <a:pt x="675" y="606"/>
                  <a:pt x="660" y="625"/>
                  <a:pt x="642" y="642"/>
                </a:cubicBezTo>
                <a:cubicBezTo>
                  <a:pt x="625" y="660"/>
                  <a:pt x="606" y="675"/>
                  <a:pt x="585" y="689"/>
                </a:cubicBezTo>
                <a:cubicBezTo>
                  <a:pt x="565" y="703"/>
                  <a:pt x="543" y="714"/>
                  <a:pt x="520" y="724"/>
                </a:cubicBezTo>
                <a:cubicBezTo>
                  <a:pt x="498" y="733"/>
                  <a:pt x="474" y="740"/>
                  <a:pt x="450" y="745"/>
                </a:cubicBezTo>
                <a:cubicBezTo>
                  <a:pt x="426" y="750"/>
                  <a:pt x="401" y="752"/>
                  <a:pt x="377" y="752"/>
                </a:cubicBezTo>
                <a:cubicBezTo>
                  <a:pt x="352" y="752"/>
                  <a:pt x="327" y="750"/>
                  <a:pt x="303" y="745"/>
                </a:cubicBezTo>
                <a:cubicBezTo>
                  <a:pt x="278" y="740"/>
                  <a:pt x="255" y="733"/>
                  <a:pt x="232" y="724"/>
                </a:cubicBezTo>
                <a:cubicBezTo>
                  <a:pt x="209" y="714"/>
                  <a:pt x="187" y="703"/>
                  <a:pt x="167" y="689"/>
                </a:cubicBezTo>
                <a:cubicBezTo>
                  <a:pt x="146" y="675"/>
                  <a:pt x="127" y="660"/>
                  <a:pt x="110" y="642"/>
                </a:cubicBezTo>
                <a:cubicBezTo>
                  <a:pt x="92" y="625"/>
                  <a:pt x="77" y="606"/>
                  <a:pt x="63" y="585"/>
                </a:cubicBezTo>
                <a:cubicBezTo>
                  <a:pt x="49" y="565"/>
                  <a:pt x="38" y="543"/>
                  <a:pt x="28" y="520"/>
                </a:cubicBezTo>
                <a:cubicBezTo>
                  <a:pt x="19" y="497"/>
                  <a:pt x="12" y="474"/>
                  <a:pt x="7" y="450"/>
                </a:cubicBezTo>
                <a:cubicBezTo>
                  <a:pt x="2" y="426"/>
                  <a:pt x="0" y="401"/>
                  <a:pt x="0" y="376"/>
                </a:cubicBezTo>
                <a:cubicBezTo>
                  <a:pt x="0" y="352"/>
                  <a:pt x="2" y="326"/>
                  <a:pt x="7" y="302"/>
                </a:cubicBezTo>
                <a:cubicBezTo>
                  <a:pt x="12" y="278"/>
                  <a:pt x="19" y="254"/>
                  <a:pt x="28" y="232"/>
                </a:cubicBezTo>
                <a:cubicBezTo>
                  <a:pt x="38" y="209"/>
                  <a:pt x="49" y="187"/>
                  <a:pt x="63" y="167"/>
                </a:cubicBezTo>
                <a:cubicBezTo>
                  <a:pt x="77" y="146"/>
                  <a:pt x="92" y="127"/>
                  <a:pt x="110" y="110"/>
                </a:cubicBezTo>
                <a:cubicBezTo>
                  <a:pt x="127" y="92"/>
                  <a:pt x="146" y="77"/>
                  <a:pt x="167" y="63"/>
                </a:cubicBezTo>
                <a:cubicBezTo>
                  <a:pt x="187" y="49"/>
                  <a:pt x="209" y="38"/>
                  <a:pt x="232" y="28"/>
                </a:cubicBezTo>
                <a:cubicBezTo>
                  <a:pt x="255" y="19"/>
                  <a:pt x="278" y="12"/>
                  <a:pt x="303" y="7"/>
                </a:cubicBezTo>
                <a:cubicBezTo>
                  <a:pt x="327" y="2"/>
                  <a:pt x="352" y="0"/>
                  <a:pt x="377" y="0"/>
                </a:cubicBezTo>
                <a:cubicBezTo>
                  <a:pt x="401" y="0"/>
                  <a:pt x="426" y="2"/>
                  <a:pt x="450" y="7"/>
                </a:cubicBezTo>
                <a:cubicBezTo>
                  <a:pt x="474" y="12"/>
                  <a:pt x="498" y="19"/>
                  <a:pt x="520" y="28"/>
                </a:cubicBezTo>
                <a:cubicBezTo>
                  <a:pt x="543" y="38"/>
                  <a:pt x="565" y="49"/>
                  <a:pt x="585" y="63"/>
                </a:cubicBezTo>
                <a:cubicBezTo>
                  <a:pt x="606" y="77"/>
                  <a:pt x="625" y="92"/>
                  <a:pt x="642" y="110"/>
                </a:cubicBezTo>
                <a:cubicBezTo>
                  <a:pt x="660" y="127"/>
                  <a:pt x="675" y="146"/>
                  <a:pt x="689" y="167"/>
                </a:cubicBezTo>
                <a:cubicBezTo>
                  <a:pt x="703" y="187"/>
                  <a:pt x="714" y="209"/>
                  <a:pt x="724" y="232"/>
                </a:cubicBezTo>
                <a:cubicBezTo>
                  <a:pt x="733" y="254"/>
                  <a:pt x="740" y="278"/>
                  <a:pt x="745" y="302"/>
                </a:cubicBezTo>
                <a:cubicBezTo>
                  <a:pt x="750" y="326"/>
                  <a:pt x="752" y="352"/>
                  <a:pt x="752" y="376"/>
                </a:cubicBezTo>
                <a:close/>
              </a:path>
            </a:pathLst>
          </a:custGeom>
          <a:noFill/>
          <a:ln w="2880">
            <a:solidFill>
              <a:srgbClr val="d4a017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2" name=""/>
          <p:cNvSpPr txBox="1"/>
          <p:nvPr/>
        </p:nvSpPr>
        <p:spPr>
          <a:xfrm>
            <a:off x="6185880" y="1777320"/>
            <a:ext cx="4716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stuurinformatie, BI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3" name=""/>
          <p:cNvSpPr/>
          <p:nvPr/>
        </p:nvSpPr>
        <p:spPr>
          <a:xfrm>
            <a:off x="6097320" y="2122560"/>
            <a:ext cx="652680" cy="348840"/>
          </a:xfrm>
          <a:custGeom>
            <a:avLst/>
            <a:gdLst/>
            <a:ahLst/>
            <a:rect l="0" t="0" r="r" b="b"/>
            <a:pathLst>
              <a:path w="1813" h="969">
                <a:moveTo>
                  <a:pt x="0" y="137"/>
                </a:moveTo>
                <a:cubicBezTo>
                  <a:pt x="0" y="142"/>
                  <a:pt x="2" y="146"/>
                  <a:pt x="5" y="151"/>
                </a:cubicBezTo>
                <a:cubicBezTo>
                  <a:pt x="8" y="155"/>
                  <a:pt x="12" y="160"/>
                  <a:pt x="18" y="164"/>
                </a:cubicBezTo>
                <a:cubicBezTo>
                  <a:pt x="24" y="168"/>
                  <a:pt x="31" y="173"/>
                  <a:pt x="39" y="177"/>
                </a:cubicBezTo>
                <a:cubicBezTo>
                  <a:pt x="48" y="181"/>
                  <a:pt x="58" y="186"/>
                  <a:pt x="69" y="190"/>
                </a:cubicBezTo>
                <a:cubicBezTo>
                  <a:pt x="81" y="194"/>
                  <a:pt x="93" y="198"/>
                  <a:pt x="107" y="202"/>
                </a:cubicBezTo>
                <a:cubicBezTo>
                  <a:pt x="121" y="206"/>
                  <a:pt x="137" y="210"/>
                  <a:pt x="153" y="214"/>
                </a:cubicBezTo>
                <a:cubicBezTo>
                  <a:pt x="169" y="217"/>
                  <a:pt x="187" y="221"/>
                  <a:pt x="206" y="224"/>
                </a:cubicBezTo>
                <a:cubicBezTo>
                  <a:pt x="225" y="228"/>
                  <a:pt x="245" y="231"/>
                  <a:pt x="266" y="234"/>
                </a:cubicBezTo>
                <a:cubicBezTo>
                  <a:pt x="288" y="237"/>
                  <a:pt x="310" y="240"/>
                  <a:pt x="332" y="243"/>
                </a:cubicBezTo>
                <a:cubicBezTo>
                  <a:pt x="355" y="246"/>
                  <a:pt x="379" y="249"/>
                  <a:pt x="404" y="251"/>
                </a:cubicBezTo>
                <a:cubicBezTo>
                  <a:pt x="429" y="254"/>
                  <a:pt x="454" y="256"/>
                  <a:pt x="480" y="258"/>
                </a:cubicBezTo>
                <a:cubicBezTo>
                  <a:pt x="506" y="260"/>
                  <a:pt x="533" y="262"/>
                  <a:pt x="560" y="264"/>
                </a:cubicBezTo>
                <a:cubicBezTo>
                  <a:pt x="588" y="266"/>
                  <a:pt x="616" y="267"/>
                  <a:pt x="644" y="269"/>
                </a:cubicBezTo>
                <a:cubicBezTo>
                  <a:pt x="673" y="270"/>
                  <a:pt x="701" y="271"/>
                  <a:pt x="730" y="272"/>
                </a:cubicBezTo>
                <a:cubicBezTo>
                  <a:pt x="759" y="273"/>
                  <a:pt x="789" y="273"/>
                  <a:pt x="818" y="274"/>
                </a:cubicBezTo>
                <a:cubicBezTo>
                  <a:pt x="848" y="274"/>
                  <a:pt x="877" y="274"/>
                  <a:pt x="907" y="274"/>
                </a:cubicBezTo>
                <a:cubicBezTo>
                  <a:pt x="937" y="274"/>
                  <a:pt x="966" y="274"/>
                  <a:pt x="996" y="274"/>
                </a:cubicBezTo>
                <a:cubicBezTo>
                  <a:pt x="1025" y="273"/>
                  <a:pt x="1055" y="273"/>
                  <a:pt x="1084" y="272"/>
                </a:cubicBezTo>
                <a:cubicBezTo>
                  <a:pt x="1113" y="271"/>
                  <a:pt x="1142" y="270"/>
                  <a:pt x="1170" y="269"/>
                </a:cubicBezTo>
                <a:cubicBezTo>
                  <a:pt x="1198" y="267"/>
                  <a:pt x="1226" y="266"/>
                  <a:pt x="1254" y="264"/>
                </a:cubicBezTo>
                <a:cubicBezTo>
                  <a:pt x="1281" y="262"/>
                  <a:pt x="1308" y="260"/>
                  <a:pt x="1334" y="258"/>
                </a:cubicBezTo>
                <a:cubicBezTo>
                  <a:pt x="1360" y="256"/>
                  <a:pt x="1386" y="254"/>
                  <a:pt x="1410" y="251"/>
                </a:cubicBezTo>
                <a:cubicBezTo>
                  <a:pt x="1435" y="249"/>
                  <a:pt x="1459" y="246"/>
                  <a:pt x="1482" y="243"/>
                </a:cubicBezTo>
                <a:cubicBezTo>
                  <a:pt x="1505" y="240"/>
                  <a:pt x="1526" y="237"/>
                  <a:pt x="1547" y="234"/>
                </a:cubicBezTo>
                <a:cubicBezTo>
                  <a:pt x="1568" y="231"/>
                  <a:pt x="1588" y="228"/>
                  <a:pt x="1607" y="224"/>
                </a:cubicBezTo>
                <a:cubicBezTo>
                  <a:pt x="1626" y="221"/>
                  <a:pt x="1644" y="217"/>
                  <a:pt x="1660" y="214"/>
                </a:cubicBezTo>
                <a:cubicBezTo>
                  <a:pt x="1677" y="210"/>
                  <a:pt x="1692" y="206"/>
                  <a:pt x="1706" y="202"/>
                </a:cubicBezTo>
                <a:cubicBezTo>
                  <a:pt x="1720" y="198"/>
                  <a:pt x="1732" y="194"/>
                  <a:pt x="1744" y="190"/>
                </a:cubicBezTo>
                <a:cubicBezTo>
                  <a:pt x="1755" y="186"/>
                  <a:pt x="1765" y="181"/>
                  <a:pt x="1774" y="177"/>
                </a:cubicBezTo>
                <a:cubicBezTo>
                  <a:pt x="1782" y="173"/>
                  <a:pt x="1790" y="168"/>
                  <a:pt x="1795" y="164"/>
                </a:cubicBezTo>
                <a:cubicBezTo>
                  <a:pt x="1801" y="160"/>
                  <a:pt x="1805" y="155"/>
                  <a:pt x="1808" y="151"/>
                </a:cubicBezTo>
                <a:cubicBezTo>
                  <a:pt x="1811" y="146"/>
                  <a:pt x="1813" y="142"/>
                  <a:pt x="1813" y="137"/>
                </a:cubicBezTo>
                <a:cubicBezTo>
                  <a:pt x="1813" y="133"/>
                  <a:pt x="1811" y="128"/>
                  <a:pt x="1808" y="124"/>
                </a:cubicBezTo>
                <a:cubicBezTo>
                  <a:pt x="1805" y="119"/>
                  <a:pt x="1801" y="115"/>
                  <a:pt x="1795" y="111"/>
                </a:cubicBezTo>
                <a:cubicBezTo>
                  <a:pt x="1790" y="106"/>
                  <a:pt x="1782" y="102"/>
                  <a:pt x="1774" y="98"/>
                </a:cubicBezTo>
                <a:cubicBezTo>
                  <a:pt x="1765" y="93"/>
                  <a:pt x="1755" y="89"/>
                  <a:pt x="1744" y="85"/>
                </a:cubicBezTo>
                <a:cubicBezTo>
                  <a:pt x="1732" y="81"/>
                  <a:pt x="1720" y="77"/>
                  <a:pt x="1706" y="73"/>
                </a:cubicBezTo>
                <a:cubicBezTo>
                  <a:pt x="1692" y="69"/>
                  <a:pt x="1677" y="65"/>
                  <a:pt x="1660" y="61"/>
                </a:cubicBezTo>
                <a:cubicBezTo>
                  <a:pt x="1644" y="57"/>
                  <a:pt x="1626" y="54"/>
                  <a:pt x="1607" y="50"/>
                </a:cubicBezTo>
                <a:cubicBezTo>
                  <a:pt x="1588" y="47"/>
                  <a:pt x="1568" y="44"/>
                  <a:pt x="1547" y="40"/>
                </a:cubicBezTo>
                <a:cubicBezTo>
                  <a:pt x="1526" y="37"/>
                  <a:pt x="1505" y="34"/>
                  <a:pt x="1482" y="31"/>
                </a:cubicBezTo>
                <a:cubicBezTo>
                  <a:pt x="1459" y="28"/>
                  <a:pt x="1435" y="26"/>
                  <a:pt x="1410" y="23"/>
                </a:cubicBezTo>
                <a:cubicBezTo>
                  <a:pt x="1386" y="21"/>
                  <a:pt x="1360" y="18"/>
                  <a:pt x="1334" y="16"/>
                </a:cubicBezTo>
                <a:cubicBezTo>
                  <a:pt x="1308" y="14"/>
                  <a:pt x="1281" y="12"/>
                  <a:pt x="1254" y="11"/>
                </a:cubicBezTo>
                <a:cubicBezTo>
                  <a:pt x="1226" y="9"/>
                  <a:pt x="1198" y="7"/>
                  <a:pt x="1170" y="6"/>
                </a:cubicBezTo>
                <a:cubicBezTo>
                  <a:pt x="1142" y="5"/>
                  <a:pt x="1113" y="4"/>
                  <a:pt x="1084" y="3"/>
                </a:cubicBezTo>
                <a:cubicBezTo>
                  <a:pt x="1055" y="2"/>
                  <a:pt x="1025" y="1"/>
                  <a:pt x="996" y="1"/>
                </a:cubicBezTo>
                <a:cubicBezTo>
                  <a:pt x="966" y="0"/>
                  <a:pt x="937" y="0"/>
                  <a:pt x="907" y="0"/>
                </a:cubicBezTo>
                <a:cubicBezTo>
                  <a:pt x="877" y="0"/>
                  <a:pt x="848" y="0"/>
                  <a:pt x="818" y="1"/>
                </a:cubicBezTo>
                <a:cubicBezTo>
                  <a:pt x="789" y="1"/>
                  <a:pt x="759" y="2"/>
                  <a:pt x="730" y="3"/>
                </a:cubicBezTo>
                <a:cubicBezTo>
                  <a:pt x="701" y="4"/>
                  <a:pt x="673" y="5"/>
                  <a:pt x="644" y="6"/>
                </a:cubicBezTo>
                <a:cubicBezTo>
                  <a:pt x="616" y="7"/>
                  <a:pt x="588" y="9"/>
                  <a:pt x="560" y="11"/>
                </a:cubicBezTo>
                <a:cubicBezTo>
                  <a:pt x="533" y="12"/>
                  <a:pt x="506" y="14"/>
                  <a:pt x="480" y="16"/>
                </a:cubicBezTo>
                <a:cubicBezTo>
                  <a:pt x="454" y="18"/>
                  <a:pt x="429" y="21"/>
                  <a:pt x="404" y="23"/>
                </a:cubicBezTo>
                <a:cubicBezTo>
                  <a:pt x="379" y="26"/>
                  <a:pt x="355" y="28"/>
                  <a:pt x="332" y="31"/>
                </a:cubicBezTo>
                <a:cubicBezTo>
                  <a:pt x="310" y="34"/>
                  <a:pt x="288" y="37"/>
                  <a:pt x="266" y="40"/>
                </a:cubicBezTo>
                <a:cubicBezTo>
                  <a:pt x="245" y="44"/>
                  <a:pt x="225" y="47"/>
                  <a:pt x="206" y="50"/>
                </a:cubicBezTo>
                <a:cubicBezTo>
                  <a:pt x="187" y="54"/>
                  <a:pt x="169" y="57"/>
                  <a:pt x="153" y="61"/>
                </a:cubicBezTo>
                <a:cubicBezTo>
                  <a:pt x="137" y="65"/>
                  <a:pt x="121" y="69"/>
                  <a:pt x="107" y="73"/>
                </a:cubicBezTo>
                <a:cubicBezTo>
                  <a:pt x="93" y="77"/>
                  <a:pt x="81" y="81"/>
                  <a:pt x="69" y="85"/>
                </a:cubicBezTo>
                <a:cubicBezTo>
                  <a:pt x="58" y="89"/>
                  <a:pt x="48" y="93"/>
                  <a:pt x="39" y="98"/>
                </a:cubicBezTo>
                <a:cubicBezTo>
                  <a:pt x="31" y="102"/>
                  <a:pt x="24" y="106"/>
                  <a:pt x="18" y="111"/>
                </a:cubicBezTo>
                <a:cubicBezTo>
                  <a:pt x="12" y="115"/>
                  <a:pt x="8" y="119"/>
                  <a:pt x="5" y="124"/>
                </a:cubicBezTo>
                <a:cubicBezTo>
                  <a:pt x="2" y="128"/>
                  <a:pt x="0" y="133"/>
                  <a:pt x="0" y="137"/>
                </a:cubicBezTo>
                <a:lnTo>
                  <a:pt x="0" y="832"/>
                </a:lnTo>
                <a:cubicBezTo>
                  <a:pt x="0" y="836"/>
                  <a:pt x="2" y="841"/>
                  <a:pt x="5" y="845"/>
                </a:cubicBezTo>
                <a:cubicBezTo>
                  <a:pt x="8" y="850"/>
                  <a:pt x="12" y="854"/>
                  <a:pt x="18" y="858"/>
                </a:cubicBezTo>
                <a:cubicBezTo>
                  <a:pt x="24" y="863"/>
                  <a:pt x="31" y="867"/>
                  <a:pt x="39" y="871"/>
                </a:cubicBezTo>
                <a:cubicBezTo>
                  <a:pt x="48" y="876"/>
                  <a:pt x="58" y="880"/>
                  <a:pt x="69" y="884"/>
                </a:cubicBezTo>
                <a:cubicBezTo>
                  <a:pt x="81" y="888"/>
                  <a:pt x="93" y="892"/>
                  <a:pt x="107" y="896"/>
                </a:cubicBezTo>
                <a:cubicBezTo>
                  <a:pt x="121" y="900"/>
                  <a:pt x="137" y="904"/>
                  <a:pt x="153" y="908"/>
                </a:cubicBezTo>
                <a:cubicBezTo>
                  <a:pt x="169" y="912"/>
                  <a:pt x="187" y="915"/>
                  <a:pt x="206" y="919"/>
                </a:cubicBezTo>
                <a:cubicBezTo>
                  <a:pt x="225" y="922"/>
                  <a:pt x="245" y="925"/>
                  <a:pt x="266" y="929"/>
                </a:cubicBezTo>
                <a:cubicBezTo>
                  <a:pt x="288" y="932"/>
                  <a:pt x="310" y="935"/>
                  <a:pt x="332" y="938"/>
                </a:cubicBezTo>
                <a:cubicBezTo>
                  <a:pt x="355" y="941"/>
                  <a:pt x="379" y="943"/>
                  <a:pt x="404" y="946"/>
                </a:cubicBezTo>
                <a:cubicBezTo>
                  <a:pt x="429" y="948"/>
                  <a:pt x="454" y="951"/>
                  <a:pt x="480" y="953"/>
                </a:cubicBezTo>
                <a:cubicBezTo>
                  <a:pt x="506" y="955"/>
                  <a:pt x="533" y="957"/>
                  <a:pt x="560" y="958"/>
                </a:cubicBezTo>
                <a:cubicBezTo>
                  <a:pt x="588" y="960"/>
                  <a:pt x="616" y="962"/>
                  <a:pt x="644" y="963"/>
                </a:cubicBezTo>
                <a:cubicBezTo>
                  <a:pt x="673" y="964"/>
                  <a:pt x="701" y="965"/>
                  <a:pt x="730" y="966"/>
                </a:cubicBezTo>
                <a:cubicBezTo>
                  <a:pt x="759" y="967"/>
                  <a:pt x="789" y="968"/>
                  <a:pt x="818" y="968"/>
                </a:cubicBezTo>
                <a:cubicBezTo>
                  <a:pt x="848" y="969"/>
                  <a:pt x="877" y="969"/>
                  <a:pt x="907" y="969"/>
                </a:cubicBezTo>
                <a:cubicBezTo>
                  <a:pt x="937" y="969"/>
                  <a:pt x="966" y="969"/>
                  <a:pt x="996" y="968"/>
                </a:cubicBezTo>
                <a:cubicBezTo>
                  <a:pt x="1025" y="968"/>
                  <a:pt x="1055" y="967"/>
                  <a:pt x="1084" y="966"/>
                </a:cubicBezTo>
                <a:cubicBezTo>
                  <a:pt x="1113" y="965"/>
                  <a:pt x="1142" y="964"/>
                  <a:pt x="1170" y="963"/>
                </a:cubicBezTo>
                <a:cubicBezTo>
                  <a:pt x="1198" y="962"/>
                  <a:pt x="1226" y="960"/>
                  <a:pt x="1254" y="958"/>
                </a:cubicBezTo>
                <a:cubicBezTo>
                  <a:pt x="1281" y="957"/>
                  <a:pt x="1308" y="955"/>
                  <a:pt x="1334" y="953"/>
                </a:cubicBezTo>
                <a:cubicBezTo>
                  <a:pt x="1360" y="951"/>
                  <a:pt x="1386" y="948"/>
                  <a:pt x="1410" y="946"/>
                </a:cubicBezTo>
                <a:cubicBezTo>
                  <a:pt x="1435" y="943"/>
                  <a:pt x="1459" y="941"/>
                  <a:pt x="1482" y="938"/>
                </a:cubicBezTo>
                <a:cubicBezTo>
                  <a:pt x="1505" y="935"/>
                  <a:pt x="1526" y="932"/>
                  <a:pt x="1547" y="929"/>
                </a:cubicBezTo>
                <a:cubicBezTo>
                  <a:pt x="1568" y="925"/>
                  <a:pt x="1588" y="922"/>
                  <a:pt x="1607" y="919"/>
                </a:cubicBezTo>
                <a:cubicBezTo>
                  <a:pt x="1626" y="915"/>
                  <a:pt x="1644" y="912"/>
                  <a:pt x="1660" y="908"/>
                </a:cubicBezTo>
                <a:cubicBezTo>
                  <a:pt x="1677" y="904"/>
                  <a:pt x="1692" y="900"/>
                  <a:pt x="1706" y="896"/>
                </a:cubicBezTo>
                <a:cubicBezTo>
                  <a:pt x="1720" y="892"/>
                  <a:pt x="1732" y="888"/>
                  <a:pt x="1744" y="884"/>
                </a:cubicBezTo>
                <a:cubicBezTo>
                  <a:pt x="1755" y="880"/>
                  <a:pt x="1765" y="876"/>
                  <a:pt x="1774" y="871"/>
                </a:cubicBezTo>
                <a:cubicBezTo>
                  <a:pt x="1782" y="867"/>
                  <a:pt x="1790" y="863"/>
                  <a:pt x="1795" y="858"/>
                </a:cubicBezTo>
                <a:cubicBezTo>
                  <a:pt x="1801" y="854"/>
                  <a:pt x="1805" y="850"/>
                  <a:pt x="1808" y="845"/>
                </a:cubicBezTo>
                <a:cubicBezTo>
                  <a:pt x="1811" y="841"/>
                  <a:pt x="1813" y="836"/>
                  <a:pt x="1813" y="832"/>
                </a:cubicBezTo>
                <a:lnTo>
                  <a:pt x="1813" y="137"/>
                </a:lnTo>
                <a:lnTo>
                  <a:pt x="0" y="137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4" name=""/>
          <p:cNvSpPr/>
          <p:nvPr/>
        </p:nvSpPr>
        <p:spPr>
          <a:xfrm>
            <a:off x="6097320" y="2122560"/>
            <a:ext cx="652680" cy="348840"/>
          </a:xfrm>
          <a:custGeom>
            <a:avLst/>
            <a:gdLst/>
            <a:ahLst/>
            <a:rect l="0" t="0" r="r" b="b"/>
            <a:pathLst>
              <a:path fill="none" w="1813" h="969">
                <a:moveTo>
                  <a:pt x="0" y="137"/>
                </a:moveTo>
                <a:cubicBezTo>
                  <a:pt x="0" y="142"/>
                  <a:pt x="2" y="146"/>
                  <a:pt x="5" y="151"/>
                </a:cubicBezTo>
                <a:cubicBezTo>
                  <a:pt x="8" y="155"/>
                  <a:pt x="12" y="160"/>
                  <a:pt x="18" y="164"/>
                </a:cubicBezTo>
                <a:cubicBezTo>
                  <a:pt x="24" y="168"/>
                  <a:pt x="31" y="173"/>
                  <a:pt x="39" y="177"/>
                </a:cubicBezTo>
                <a:cubicBezTo>
                  <a:pt x="48" y="181"/>
                  <a:pt x="58" y="186"/>
                  <a:pt x="69" y="190"/>
                </a:cubicBezTo>
                <a:cubicBezTo>
                  <a:pt x="81" y="194"/>
                  <a:pt x="93" y="198"/>
                  <a:pt x="107" y="202"/>
                </a:cubicBezTo>
                <a:cubicBezTo>
                  <a:pt x="121" y="206"/>
                  <a:pt x="137" y="210"/>
                  <a:pt x="153" y="214"/>
                </a:cubicBezTo>
                <a:cubicBezTo>
                  <a:pt x="169" y="217"/>
                  <a:pt x="187" y="221"/>
                  <a:pt x="206" y="224"/>
                </a:cubicBezTo>
                <a:cubicBezTo>
                  <a:pt x="225" y="228"/>
                  <a:pt x="245" y="231"/>
                  <a:pt x="266" y="234"/>
                </a:cubicBezTo>
                <a:cubicBezTo>
                  <a:pt x="288" y="237"/>
                  <a:pt x="310" y="240"/>
                  <a:pt x="332" y="243"/>
                </a:cubicBezTo>
                <a:cubicBezTo>
                  <a:pt x="355" y="246"/>
                  <a:pt x="379" y="249"/>
                  <a:pt x="404" y="251"/>
                </a:cubicBezTo>
                <a:cubicBezTo>
                  <a:pt x="429" y="254"/>
                  <a:pt x="454" y="256"/>
                  <a:pt x="480" y="258"/>
                </a:cubicBezTo>
                <a:cubicBezTo>
                  <a:pt x="506" y="260"/>
                  <a:pt x="533" y="262"/>
                  <a:pt x="560" y="264"/>
                </a:cubicBezTo>
                <a:cubicBezTo>
                  <a:pt x="588" y="266"/>
                  <a:pt x="616" y="267"/>
                  <a:pt x="644" y="269"/>
                </a:cubicBezTo>
                <a:cubicBezTo>
                  <a:pt x="673" y="270"/>
                  <a:pt x="701" y="271"/>
                  <a:pt x="730" y="272"/>
                </a:cubicBezTo>
                <a:cubicBezTo>
                  <a:pt x="759" y="273"/>
                  <a:pt x="789" y="273"/>
                  <a:pt x="818" y="274"/>
                </a:cubicBezTo>
                <a:cubicBezTo>
                  <a:pt x="848" y="274"/>
                  <a:pt x="877" y="274"/>
                  <a:pt x="907" y="274"/>
                </a:cubicBezTo>
                <a:cubicBezTo>
                  <a:pt x="937" y="274"/>
                  <a:pt x="966" y="274"/>
                  <a:pt x="996" y="274"/>
                </a:cubicBezTo>
                <a:cubicBezTo>
                  <a:pt x="1025" y="273"/>
                  <a:pt x="1055" y="273"/>
                  <a:pt x="1084" y="272"/>
                </a:cubicBezTo>
                <a:cubicBezTo>
                  <a:pt x="1113" y="271"/>
                  <a:pt x="1142" y="270"/>
                  <a:pt x="1170" y="269"/>
                </a:cubicBezTo>
                <a:cubicBezTo>
                  <a:pt x="1198" y="267"/>
                  <a:pt x="1226" y="266"/>
                  <a:pt x="1254" y="264"/>
                </a:cubicBezTo>
                <a:cubicBezTo>
                  <a:pt x="1281" y="262"/>
                  <a:pt x="1308" y="260"/>
                  <a:pt x="1334" y="258"/>
                </a:cubicBezTo>
                <a:cubicBezTo>
                  <a:pt x="1360" y="256"/>
                  <a:pt x="1386" y="254"/>
                  <a:pt x="1410" y="251"/>
                </a:cubicBezTo>
                <a:cubicBezTo>
                  <a:pt x="1435" y="249"/>
                  <a:pt x="1459" y="246"/>
                  <a:pt x="1482" y="243"/>
                </a:cubicBezTo>
                <a:cubicBezTo>
                  <a:pt x="1505" y="240"/>
                  <a:pt x="1526" y="237"/>
                  <a:pt x="1547" y="234"/>
                </a:cubicBezTo>
                <a:cubicBezTo>
                  <a:pt x="1568" y="231"/>
                  <a:pt x="1588" y="228"/>
                  <a:pt x="1607" y="224"/>
                </a:cubicBezTo>
                <a:cubicBezTo>
                  <a:pt x="1626" y="221"/>
                  <a:pt x="1644" y="217"/>
                  <a:pt x="1660" y="214"/>
                </a:cubicBezTo>
                <a:cubicBezTo>
                  <a:pt x="1677" y="210"/>
                  <a:pt x="1692" y="206"/>
                  <a:pt x="1706" y="202"/>
                </a:cubicBezTo>
                <a:cubicBezTo>
                  <a:pt x="1720" y="198"/>
                  <a:pt x="1732" y="194"/>
                  <a:pt x="1744" y="190"/>
                </a:cubicBezTo>
                <a:cubicBezTo>
                  <a:pt x="1755" y="186"/>
                  <a:pt x="1765" y="181"/>
                  <a:pt x="1774" y="177"/>
                </a:cubicBezTo>
                <a:cubicBezTo>
                  <a:pt x="1782" y="173"/>
                  <a:pt x="1790" y="168"/>
                  <a:pt x="1795" y="164"/>
                </a:cubicBezTo>
                <a:cubicBezTo>
                  <a:pt x="1801" y="160"/>
                  <a:pt x="1805" y="155"/>
                  <a:pt x="1808" y="151"/>
                </a:cubicBezTo>
                <a:cubicBezTo>
                  <a:pt x="1811" y="146"/>
                  <a:pt x="1813" y="142"/>
                  <a:pt x="1813" y="137"/>
                </a:cubicBezTo>
                <a:cubicBezTo>
                  <a:pt x="1813" y="133"/>
                  <a:pt x="1811" y="128"/>
                  <a:pt x="1808" y="124"/>
                </a:cubicBezTo>
                <a:cubicBezTo>
                  <a:pt x="1805" y="119"/>
                  <a:pt x="1801" y="115"/>
                  <a:pt x="1795" y="111"/>
                </a:cubicBezTo>
                <a:cubicBezTo>
                  <a:pt x="1790" y="106"/>
                  <a:pt x="1782" y="102"/>
                  <a:pt x="1774" y="98"/>
                </a:cubicBezTo>
                <a:cubicBezTo>
                  <a:pt x="1765" y="93"/>
                  <a:pt x="1755" y="89"/>
                  <a:pt x="1744" y="85"/>
                </a:cubicBezTo>
                <a:cubicBezTo>
                  <a:pt x="1732" y="81"/>
                  <a:pt x="1720" y="77"/>
                  <a:pt x="1706" y="73"/>
                </a:cubicBezTo>
                <a:cubicBezTo>
                  <a:pt x="1692" y="69"/>
                  <a:pt x="1677" y="65"/>
                  <a:pt x="1660" y="61"/>
                </a:cubicBezTo>
                <a:cubicBezTo>
                  <a:pt x="1644" y="57"/>
                  <a:pt x="1626" y="54"/>
                  <a:pt x="1607" y="50"/>
                </a:cubicBezTo>
                <a:cubicBezTo>
                  <a:pt x="1588" y="47"/>
                  <a:pt x="1568" y="44"/>
                  <a:pt x="1547" y="40"/>
                </a:cubicBezTo>
                <a:cubicBezTo>
                  <a:pt x="1526" y="37"/>
                  <a:pt x="1505" y="34"/>
                  <a:pt x="1482" y="31"/>
                </a:cubicBezTo>
                <a:cubicBezTo>
                  <a:pt x="1459" y="28"/>
                  <a:pt x="1435" y="26"/>
                  <a:pt x="1410" y="23"/>
                </a:cubicBezTo>
                <a:cubicBezTo>
                  <a:pt x="1386" y="21"/>
                  <a:pt x="1360" y="18"/>
                  <a:pt x="1334" y="16"/>
                </a:cubicBezTo>
                <a:cubicBezTo>
                  <a:pt x="1308" y="14"/>
                  <a:pt x="1281" y="12"/>
                  <a:pt x="1254" y="11"/>
                </a:cubicBezTo>
                <a:cubicBezTo>
                  <a:pt x="1226" y="9"/>
                  <a:pt x="1198" y="7"/>
                  <a:pt x="1170" y="6"/>
                </a:cubicBezTo>
                <a:cubicBezTo>
                  <a:pt x="1142" y="5"/>
                  <a:pt x="1113" y="4"/>
                  <a:pt x="1084" y="3"/>
                </a:cubicBezTo>
                <a:cubicBezTo>
                  <a:pt x="1055" y="2"/>
                  <a:pt x="1025" y="1"/>
                  <a:pt x="996" y="1"/>
                </a:cubicBezTo>
                <a:cubicBezTo>
                  <a:pt x="966" y="0"/>
                  <a:pt x="937" y="0"/>
                  <a:pt x="907" y="0"/>
                </a:cubicBezTo>
                <a:cubicBezTo>
                  <a:pt x="877" y="0"/>
                  <a:pt x="848" y="0"/>
                  <a:pt x="818" y="1"/>
                </a:cubicBezTo>
                <a:cubicBezTo>
                  <a:pt x="789" y="1"/>
                  <a:pt x="759" y="2"/>
                  <a:pt x="730" y="3"/>
                </a:cubicBezTo>
                <a:cubicBezTo>
                  <a:pt x="701" y="4"/>
                  <a:pt x="673" y="5"/>
                  <a:pt x="644" y="6"/>
                </a:cubicBezTo>
                <a:cubicBezTo>
                  <a:pt x="616" y="7"/>
                  <a:pt x="588" y="9"/>
                  <a:pt x="560" y="11"/>
                </a:cubicBezTo>
                <a:cubicBezTo>
                  <a:pt x="533" y="12"/>
                  <a:pt x="506" y="14"/>
                  <a:pt x="480" y="16"/>
                </a:cubicBezTo>
                <a:cubicBezTo>
                  <a:pt x="454" y="18"/>
                  <a:pt x="429" y="21"/>
                  <a:pt x="404" y="23"/>
                </a:cubicBezTo>
                <a:cubicBezTo>
                  <a:pt x="379" y="26"/>
                  <a:pt x="355" y="28"/>
                  <a:pt x="332" y="31"/>
                </a:cubicBezTo>
                <a:cubicBezTo>
                  <a:pt x="310" y="34"/>
                  <a:pt x="288" y="37"/>
                  <a:pt x="266" y="40"/>
                </a:cubicBezTo>
                <a:cubicBezTo>
                  <a:pt x="245" y="44"/>
                  <a:pt x="225" y="47"/>
                  <a:pt x="206" y="50"/>
                </a:cubicBezTo>
                <a:cubicBezTo>
                  <a:pt x="187" y="54"/>
                  <a:pt x="169" y="57"/>
                  <a:pt x="153" y="61"/>
                </a:cubicBezTo>
                <a:cubicBezTo>
                  <a:pt x="137" y="65"/>
                  <a:pt x="121" y="69"/>
                  <a:pt x="107" y="73"/>
                </a:cubicBezTo>
                <a:cubicBezTo>
                  <a:pt x="93" y="77"/>
                  <a:pt x="81" y="81"/>
                  <a:pt x="69" y="85"/>
                </a:cubicBezTo>
                <a:cubicBezTo>
                  <a:pt x="58" y="89"/>
                  <a:pt x="48" y="93"/>
                  <a:pt x="39" y="98"/>
                </a:cubicBezTo>
                <a:cubicBezTo>
                  <a:pt x="31" y="102"/>
                  <a:pt x="24" y="106"/>
                  <a:pt x="18" y="111"/>
                </a:cubicBezTo>
                <a:cubicBezTo>
                  <a:pt x="12" y="115"/>
                  <a:pt x="8" y="119"/>
                  <a:pt x="5" y="124"/>
                </a:cubicBezTo>
                <a:cubicBezTo>
                  <a:pt x="2" y="128"/>
                  <a:pt x="0" y="133"/>
                  <a:pt x="0" y="137"/>
                </a:cubicBezTo>
                <a:lnTo>
                  <a:pt x="0" y="832"/>
                </a:lnTo>
                <a:cubicBezTo>
                  <a:pt x="0" y="836"/>
                  <a:pt x="2" y="841"/>
                  <a:pt x="5" y="845"/>
                </a:cubicBezTo>
                <a:cubicBezTo>
                  <a:pt x="8" y="850"/>
                  <a:pt x="12" y="854"/>
                  <a:pt x="18" y="858"/>
                </a:cubicBezTo>
                <a:cubicBezTo>
                  <a:pt x="24" y="863"/>
                  <a:pt x="31" y="867"/>
                  <a:pt x="39" y="871"/>
                </a:cubicBezTo>
                <a:cubicBezTo>
                  <a:pt x="48" y="876"/>
                  <a:pt x="58" y="880"/>
                  <a:pt x="69" y="884"/>
                </a:cubicBezTo>
                <a:cubicBezTo>
                  <a:pt x="81" y="888"/>
                  <a:pt x="93" y="892"/>
                  <a:pt x="107" y="896"/>
                </a:cubicBezTo>
                <a:cubicBezTo>
                  <a:pt x="121" y="900"/>
                  <a:pt x="137" y="904"/>
                  <a:pt x="153" y="908"/>
                </a:cubicBezTo>
                <a:cubicBezTo>
                  <a:pt x="169" y="912"/>
                  <a:pt x="187" y="915"/>
                  <a:pt x="206" y="919"/>
                </a:cubicBezTo>
                <a:cubicBezTo>
                  <a:pt x="225" y="922"/>
                  <a:pt x="245" y="925"/>
                  <a:pt x="266" y="929"/>
                </a:cubicBezTo>
                <a:cubicBezTo>
                  <a:pt x="288" y="932"/>
                  <a:pt x="310" y="935"/>
                  <a:pt x="332" y="938"/>
                </a:cubicBezTo>
                <a:cubicBezTo>
                  <a:pt x="355" y="941"/>
                  <a:pt x="379" y="943"/>
                  <a:pt x="404" y="946"/>
                </a:cubicBezTo>
                <a:cubicBezTo>
                  <a:pt x="429" y="948"/>
                  <a:pt x="454" y="951"/>
                  <a:pt x="480" y="953"/>
                </a:cubicBezTo>
                <a:cubicBezTo>
                  <a:pt x="506" y="955"/>
                  <a:pt x="533" y="957"/>
                  <a:pt x="560" y="958"/>
                </a:cubicBezTo>
                <a:cubicBezTo>
                  <a:pt x="588" y="960"/>
                  <a:pt x="616" y="962"/>
                  <a:pt x="644" y="963"/>
                </a:cubicBezTo>
                <a:cubicBezTo>
                  <a:pt x="673" y="964"/>
                  <a:pt x="701" y="965"/>
                  <a:pt x="730" y="966"/>
                </a:cubicBezTo>
                <a:cubicBezTo>
                  <a:pt x="759" y="967"/>
                  <a:pt x="789" y="968"/>
                  <a:pt x="818" y="968"/>
                </a:cubicBezTo>
                <a:cubicBezTo>
                  <a:pt x="848" y="969"/>
                  <a:pt x="877" y="969"/>
                  <a:pt x="907" y="969"/>
                </a:cubicBezTo>
                <a:cubicBezTo>
                  <a:pt x="937" y="969"/>
                  <a:pt x="966" y="969"/>
                  <a:pt x="996" y="968"/>
                </a:cubicBezTo>
                <a:cubicBezTo>
                  <a:pt x="1025" y="968"/>
                  <a:pt x="1055" y="967"/>
                  <a:pt x="1084" y="966"/>
                </a:cubicBezTo>
                <a:cubicBezTo>
                  <a:pt x="1113" y="965"/>
                  <a:pt x="1142" y="964"/>
                  <a:pt x="1170" y="963"/>
                </a:cubicBezTo>
                <a:cubicBezTo>
                  <a:pt x="1198" y="962"/>
                  <a:pt x="1226" y="960"/>
                  <a:pt x="1254" y="958"/>
                </a:cubicBezTo>
                <a:cubicBezTo>
                  <a:pt x="1281" y="957"/>
                  <a:pt x="1308" y="955"/>
                  <a:pt x="1334" y="953"/>
                </a:cubicBezTo>
                <a:cubicBezTo>
                  <a:pt x="1360" y="951"/>
                  <a:pt x="1386" y="948"/>
                  <a:pt x="1410" y="946"/>
                </a:cubicBezTo>
                <a:cubicBezTo>
                  <a:pt x="1435" y="943"/>
                  <a:pt x="1459" y="941"/>
                  <a:pt x="1482" y="938"/>
                </a:cubicBezTo>
                <a:cubicBezTo>
                  <a:pt x="1505" y="935"/>
                  <a:pt x="1526" y="932"/>
                  <a:pt x="1547" y="929"/>
                </a:cubicBezTo>
                <a:cubicBezTo>
                  <a:pt x="1568" y="925"/>
                  <a:pt x="1588" y="922"/>
                  <a:pt x="1607" y="919"/>
                </a:cubicBezTo>
                <a:cubicBezTo>
                  <a:pt x="1626" y="915"/>
                  <a:pt x="1644" y="912"/>
                  <a:pt x="1660" y="908"/>
                </a:cubicBezTo>
                <a:cubicBezTo>
                  <a:pt x="1677" y="904"/>
                  <a:pt x="1692" y="900"/>
                  <a:pt x="1706" y="896"/>
                </a:cubicBezTo>
                <a:cubicBezTo>
                  <a:pt x="1720" y="892"/>
                  <a:pt x="1732" y="888"/>
                  <a:pt x="1744" y="884"/>
                </a:cubicBezTo>
                <a:cubicBezTo>
                  <a:pt x="1755" y="880"/>
                  <a:pt x="1765" y="876"/>
                  <a:pt x="1774" y="871"/>
                </a:cubicBezTo>
                <a:cubicBezTo>
                  <a:pt x="1782" y="867"/>
                  <a:pt x="1790" y="863"/>
                  <a:pt x="1795" y="858"/>
                </a:cubicBezTo>
                <a:cubicBezTo>
                  <a:pt x="1801" y="854"/>
                  <a:pt x="1805" y="850"/>
                  <a:pt x="1808" y="845"/>
                </a:cubicBezTo>
                <a:cubicBezTo>
                  <a:pt x="1811" y="841"/>
                  <a:pt x="1813" y="836"/>
                  <a:pt x="1813" y="832"/>
                </a:cubicBezTo>
                <a:lnTo>
                  <a:pt x="1813" y="137"/>
                </a:lnTo>
              </a:path>
            </a:pathLst>
          </a:custGeom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5" name=""/>
          <p:cNvSpPr txBox="1"/>
          <p:nvPr/>
        </p:nvSpPr>
        <p:spPr>
          <a:xfrm>
            <a:off x="7354800" y="1739160"/>
            <a:ext cx="2203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3b2a02"/>
                </a:solidFill>
                <a:latin typeface="DejaVuSans"/>
                <a:ea typeface="DejaVuSans"/>
              </a:rPr>
              <a:t>Manager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6" name=""/>
          <p:cNvSpPr txBox="1"/>
          <p:nvPr/>
        </p:nvSpPr>
        <p:spPr>
          <a:xfrm>
            <a:off x="6226200" y="2259360"/>
            <a:ext cx="38952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Data lakehouse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7" name=""/>
          <p:cNvSpPr/>
          <p:nvPr/>
        </p:nvSpPr>
        <p:spPr>
          <a:xfrm>
            <a:off x="7149960" y="2455560"/>
            <a:ext cx="633240" cy="248040"/>
          </a:xfrm>
          <a:custGeom>
            <a:avLst/>
            <a:gdLst/>
            <a:ahLst/>
            <a:rect l="0" t="0" r="r" b="b"/>
            <a:pathLst>
              <a:path w="1759" h="689">
                <a:moveTo>
                  <a:pt x="0" y="0"/>
                </a:moveTo>
                <a:lnTo>
                  <a:pt x="1759" y="0"/>
                </a:lnTo>
                <a:lnTo>
                  <a:pt x="175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8" name=""/>
          <p:cNvSpPr/>
          <p:nvPr/>
        </p:nvSpPr>
        <p:spPr>
          <a:xfrm>
            <a:off x="7149960" y="2455560"/>
            <a:ext cx="633240" cy="248040"/>
          </a:xfrm>
          <a:custGeom>
            <a:avLst/>
            <a:gdLst/>
            <a:ahLst/>
            <a:rect l="0" t="0" r="r" b="b"/>
            <a:pathLst>
              <a:path w="1759" h="689">
                <a:moveTo>
                  <a:pt x="0" y="0"/>
                </a:moveTo>
                <a:lnTo>
                  <a:pt x="1759" y="0"/>
                </a:lnTo>
                <a:lnTo>
                  <a:pt x="175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9" name=""/>
          <p:cNvSpPr txBox="1"/>
          <p:nvPr/>
        </p:nvSpPr>
        <p:spPr>
          <a:xfrm>
            <a:off x="6121440" y="2335680"/>
            <a:ext cx="59796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opslag met rekenkracht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0" name=""/>
          <p:cNvSpPr txBox="1"/>
          <p:nvPr/>
        </p:nvSpPr>
        <p:spPr>
          <a:xfrm>
            <a:off x="7351200" y="2509920"/>
            <a:ext cx="2264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Modellen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1" name=""/>
          <p:cNvSpPr/>
          <p:nvPr/>
        </p:nvSpPr>
        <p:spPr>
          <a:xfrm>
            <a:off x="4920120" y="2242800"/>
            <a:ext cx="718200" cy="248400"/>
          </a:xfrm>
          <a:custGeom>
            <a:avLst/>
            <a:gdLst/>
            <a:ahLst/>
            <a:rect l="0" t="0" r="r" b="b"/>
            <a:pathLst>
              <a:path w="1995" h="690">
                <a:moveTo>
                  <a:pt x="0" y="0"/>
                </a:moveTo>
                <a:lnTo>
                  <a:pt x="1995" y="0"/>
                </a:lnTo>
                <a:lnTo>
                  <a:pt x="1995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2" name=""/>
          <p:cNvSpPr/>
          <p:nvPr/>
        </p:nvSpPr>
        <p:spPr>
          <a:xfrm>
            <a:off x="4920120" y="2242800"/>
            <a:ext cx="718200" cy="248400"/>
          </a:xfrm>
          <a:custGeom>
            <a:avLst/>
            <a:gdLst/>
            <a:ahLst/>
            <a:rect l="0" t="0" r="r" b="b"/>
            <a:pathLst>
              <a:path w="1995" h="690">
                <a:moveTo>
                  <a:pt x="0" y="0"/>
                </a:moveTo>
                <a:lnTo>
                  <a:pt x="1995" y="0"/>
                </a:lnTo>
                <a:lnTo>
                  <a:pt x="1995" y="690"/>
                </a:lnTo>
                <a:lnTo>
                  <a:pt x="0" y="690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94a3b0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3" name=""/>
          <p:cNvSpPr txBox="1"/>
          <p:nvPr/>
        </p:nvSpPr>
        <p:spPr>
          <a:xfrm>
            <a:off x="7245360" y="2586240"/>
            <a:ext cx="43668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machine learning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4" name=""/>
          <p:cNvSpPr txBox="1"/>
          <p:nvPr/>
        </p:nvSpPr>
        <p:spPr>
          <a:xfrm>
            <a:off x="5067360" y="2297520"/>
            <a:ext cx="4230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Externe bronnen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5" name=""/>
          <p:cNvSpPr/>
          <p:nvPr/>
        </p:nvSpPr>
        <p:spPr>
          <a:xfrm>
            <a:off x="8100000" y="2487240"/>
            <a:ext cx="752040" cy="248040"/>
          </a:xfrm>
          <a:custGeom>
            <a:avLst/>
            <a:gdLst/>
            <a:ahLst/>
            <a:rect l="0" t="0" r="r" b="b"/>
            <a:pathLst>
              <a:path w="2089" h="689">
                <a:moveTo>
                  <a:pt x="0" y="0"/>
                </a:moveTo>
                <a:lnTo>
                  <a:pt x="2089" y="0"/>
                </a:lnTo>
                <a:lnTo>
                  <a:pt x="208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6" name=""/>
          <p:cNvSpPr/>
          <p:nvPr/>
        </p:nvSpPr>
        <p:spPr>
          <a:xfrm>
            <a:off x="8100000" y="2487240"/>
            <a:ext cx="752040" cy="248040"/>
          </a:xfrm>
          <a:custGeom>
            <a:avLst/>
            <a:gdLst/>
            <a:ahLst/>
            <a:rect l="0" t="0" r="r" b="b"/>
            <a:pathLst>
              <a:path w="2089" h="689">
                <a:moveTo>
                  <a:pt x="0" y="0"/>
                </a:moveTo>
                <a:lnTo>
                  <a:pt x="2089" y="0"/>
                </a:lnTo>
                <a:lnTo>
                  <a:pt x="2089" y="689"/>
                </a:lnTo>
                <a:lnTo>
                  <a:pt x="0" y="689"/>
                </a:lnTo>
                <a:lnTo>
                  <a:pt x="0" y="0"/>
                </a:lnTo>
                <a:close/>
              </a:path>
            </a:pathLst>
          </a:custGeom>
          <a:noFill/>
          <a:ln w="2880">
            <a:solidFill>
              <a:srgbClr val="0e9e7e"/>
            </a:solidFill>
            <a:miter/>
          </a:ln>
        </p:spPr>
        <p:txBody>
          <a:bodyPr lIns="1440" rIns="1440" tIns="1440" bIns="14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7" name=""/>
          <p:cNvSpPr txBox="1"/>
          <p:nvPr/>
        </p:nvSpPr>
        <p:spPr>
          <a:xfrm>
            <a:off x="5015880" y="2373840"/>
            <a:ext cx="5220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1f2937"/>
                </a:solidFill>
                <a:latin typeface="DejaVuSans"/>
                <a:ea typeface="DejaVuSans"/>
              </a:rPr>
              <a:t>platformen, partners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8" name=""/>
          <p:cNvSpPr txBox="1"/>
          <p:nvPr/>
        </p:nvSpPr>
        <p:spPr>
          <a:xfrm>
            <a:off x="8387640" y="2541960"/>
            <a:ext cx="17604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0f3b2e"/>
                </a:solidFill>
                <a:latin typeface="DejaVuSans"/>
                <a:ea typeface="DejaVuSans"/>
              </a:rPr>
              <a:t>AI-laag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79" name=""/>
          <p:cNvSpPr/>
          <p:nvPr/>
        </p:nvSpPr>
        <p:spPr>
          <a:xfrm>
            <a:off x="456840" y="3085920"/>
            <a:ext cx="7915680" cy="743400"/>
          </a:xfrm>
          <a:custGeom>
            <a:avLst/>
            <a:gdLst/>
            <a:ahLst/>
            <a:rect l="0" t="0" r="r" b="b"/>
            <a:pathLst>
              <a:path w="21988" h="2065">
                <a:moveTo>
                  <a:pt x="0" y="0"/>
                </a:moveTo>
                <a:lnTo>
                  <a:pt x="21988" y="0"/>
                </a:lnTo>
                <a:lnTo>
                  <a:pt x="21988" y="2065"/>
                </a:lnTo>
                <a:lnTo>
                  <a:pt x="0" y="206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0" name=""/>
          <p:cNvSpPr/>
          <p:nvPr/>
        </p:nvSpPr>
        <p:spPr>
          <a:xfrm>
            <a:off x="456840" y="308592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1" name=""/>
          <p:cNvSpPr/>
          <p:nvPr/>
        </p:nvSpPr>
        <p:spPr>
          <a:xfrm>
            <a:off x="456840" y="3819240"/>
            <a:ext cx="7915680" cy="10080"/>
          </a:xfrm>
          <a:custGeom>
            <a:avLst/>
            <a:gdLst/>
            <a:ahLst/>
            <a:rect l="0" t="0" r="r" b="b"/>
            <a:pathLst>
              <a:path w="21988" h="28">
                <a:moveTo>
                  <a:pt x="0" y="0"/>
                </a:moveTo>
                <a:lnTo>
                  <a:pt x="21988" y="0"/>
                </a:lnTo>
                <a:lnTo>
                  <a:pt x="219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2" name=""/>
          <p:cNvSpPr/>
          <p:nvPr/>
        </p:nvSpPr>
        <p:spPr>
          <a:xfrm>
            <a:off x="8362800" y="3085920"/>
            <a:ext cx="9720" cy="743400"/>
          </a:xfrm>
          <a:custGeom>
            <a:avLst/>
            <a:gdLst/>
            <a:ahLst/>
            <a:rect l="0" t="0" r="r" b="b"/>
            <a:pathLst>
              <a:path w="27" h="2065">
                <a:moveTo>
                  <a:pt x="0" y="106"/>
                </a:moveTo>
                <a:lnTo>
                  <a:pt x="0" y="2065"/>
                </a:lnTo>
                <a:lnTo>
                  <a:pt x="27" y="2065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3" name=""/>
          <p:cNvSpPr/>
          <p:nvPr/>
        </p:nvSpPr>
        <p:spPr>
          <a:xfrm>
            <a:off x="456840" y="3085920"/>
            <a:ext cx="10080" cy="743400"/>
          </a:xfrm>
          <a:custGeom>
            <a:avLst/>
            <a:gdLst/>
            <a:ahLst/>
            <a:rect l="0" t="0" r="r" b="b"/>
            <a:pathLst>
              <a:path w="28" h="2065">
                <a:moveTo>
                  <a:pt x="0" y="0"/>
                </a:moveTo>
                <a:lnTo>
                  <a:pt x="0" y="2065"/>
                </a:lnTo>
                <a:lnTo>
                  <a:pt x="28" y="2065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4" name=""/>
          <p:cNvSpPr txBox="1"/>
          <p:nvPr/>
        </p:nvSpPr>
        <p:spPr>
          <a:xfrm>
            <a:off x="8195400" y="2618280"/>
            <a:ext cx="550800" cy="59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400" spc="-1" strike="noStrike">
                <a:solidFill>
                  <a:srgbClr val="0f3b2e"/>
                </a:solidFill>
                <a:latin typeface="DejaVuSans"/>
                <a:ea typeface="DejaVuSans"/>
              </a:rPr>
              <a:t>assistenten en agents</a:t>
            </a:r>
            <a:endParaRPr b="0" lang="en-US" sz="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5" name=""/>
          <p:cNvSpPr txBox="1"/>
          <p:nvPr/>
        </p:nvSpPr>
        <p:spPr>
          <a:xfrm>
            <a:off x="634320" y="3301560"/>
            <a:ext cx="8656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Elke laag van dertig jaar staat er nog. Wat ze verbindt zijn de pijlen: </a:t>
            </a:r>
            <a:r>
              <a:rPr b="1" lang="en-US" sz="1080" spc="-1" strike="noStrike">
                <a:solidFill>
                  <a:srgbClr val="3d68ec"/>
                </a:solidFill>
                <a:latin typeface="Arial"/>
                <a:ea typeface="Arial"/>
              </a:rPr>
              <a:t>informatiestromen, vastgelegd in afspraken</a:t>
            </a:r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. De AI-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6" name=""/>
          <p:cNvSpPr/>
          <p:nvPr/>
        </p:nvSpPr>
        <p:spPr>
          <a:xfrm>
            <a:off x="456840" y="3924000"/>
            <a:ext cx="800640" cy="257760"/>
          </a:xfrm>
          <a:custGeom>
            <a:avLst/>
            <a:gdLst/>
            <a:ahLst/>
            <a:rect l="0" t="0" r="r" b="b"/>
            <a:pathLst>
              <a:path w="2224" h="716">
                <a:moveTo>
                  <a:pt x="0" y="359"/>
                </a:moveTo>
                <a:cubicBezTo>
                  <a:pt x="0" y="335"/>
                  <a:pt x="3" y="312"/>
                  <a:pt x="7" y="289"/>
                </a:cubicBezTo>
                <a:cubicBezTo>
                  <a:pt x="12" y="266"/>
                  <a:pt x="19" y="243"/>
                  <a:pt x="28" y="222"/>
                </a:cubicBezTo>
                <a:cubicBezTo>
                  <a:pt x="37" y="200"/>
                  <a:pt x="48" y="180"/>
                  <a:pt x="61" y="159"/>
                </a:cubicBezTo>
                <a:cubicBezTo>
                  <a:pt x="74" y="140"/>
                  <a:pt x="89" y="122"/>
                  <a:pt x="105" y="105"/>
                </a:cubicBezTo>
                <a:cubicBezTo>
                  <a:pt x="122" y="88"/>
                  <a:pt x="140" y="74"/>
                  <a:pt x="159" y="61"/>
                </a:cubicBezTo>
                <a:cubicBezTo>
                  <a:pt x="179" y="47"/>
                  <a:pt x="199" y="36"/>
                  <a:pt x="221" y="28"/>
                </a:cubicBezTo>
                <a:cubicBezTo>
                  <a:pt x="243" y="19"/>
                  <a:pt x="265" y="12"/>
                  <a:pt x="288" y="7"/>
                </a:cubicBezTo>
                <a:cubicBezTo>
                  <a:pt x="311" y="3"/>
                  <a:pt x="334" y="0"/>
                  <a:pt x="358" y="0"/>
                </a:cubicBezTo>
                <a:lnTo>
                  <a:pt x="1866" y="0"/>
                </a:lnTo>
                <a:cubicBezTo>
                  <a:pt x="1889" y="0"/>
                  <a:pt x="1912" y="3"/>
                  <a:pt x="1935" y="7"/>
                </a:cubicBezTo>
                <a:cubicBezTo>
                  <a:pt x="1958" y="12"/>
                  <a:pt x="1981" y="19"/>
                  <a:pt x="2003" y="28"/>
                </a:cubicBezTo>
                <a:cubicBezTo>
                  <a:pt x="2024" y="36"/>
                  <a:pt x="2045" y="47"/>
                  <a:pt x="2065" y="61"/>
                </a:cubicBezTo>
                <a:cubicBezTo>
                  <a:pt x="2085" y="74"/>
                  <a:pt x="2103" y="88"/>
                  <a:pt x="2119" y="105"/>
                </a:cubicBezTo>
                <a:cubicBezTo>
                  <a:pt x="2136" y="122"/>
                  <a:pt x="2151" y="140"/>
                  <a:pt x="2164" y="159"/>
                </a:cubicBezTo>
                <a:cubicBezTo>
                  <a:pt x="2177" y="180"/>
                  <a:pt x="2188" y="200"/>
                  <a:pt x="2197" y="222"/>
                </a:cubicBezTo>
                <a:cubicBezTo>
                  <a:pt x="2206" y="243"/>
                  <a:pt x="2213" y="266"/>
                  <a:pt x="2217" y="289"/>
                </a:cubicBezTo>
                <a:cubicBezTo>
                  <a:pt x="2222" y="312"/>
                  <a:pt x="2224" y="335"/>
                  <a:pt x="2224" y="359"/>
                </a:cubicBezTo>
                <a:cubicBezTo>
                  <a:pt x="2224" y="382"/>
                  <a:pt x="2222" y="405"/>
                  <a:pt x="2217" y="428"/>
                </a:cubicBezTo>
                <a:cubicBezTo>
                  <a:pt x="2213" y="451"/>
                  <a:pt x="2206" y="474"/>
                  <a:pt x="2197" y="495"/>
                </a:cubicBezTo>
                <a:cubicBezTo>
                  <a:pt x="2188" y="517"/>
                  <a:pt x="2177" y="537"/>
                  <a:pt x="2164" y="557"/>
                </a:cubicBezTo>
                <a:cubicBezTo>
                  <a:pt x="2151" y="576"/>
                  <a:pt x="2136" y="595"/>
                  <a:pt x="2119" y="611"/>
                </a:cubicBezTo>
                <a:cubicBezTo>
                  <a:pt x="2103" y="628"/>
                  <a:pt x="2085" y="642"/>
                  <a:pt x="2065" y="656"/>
                </a:cubicBezTo>
                <a:cubicBezTo>
                  <a:pt x="2045" y="669"/>
                  <a:pt x="2024" y="680"/>
                  <a:pt x="2003" y="689"/>
                </a:cubicBezTo>
                <a:cubicBezTo>
                  <a:pt x="1981" y="697"/>
                  <a:pt x="1958" y="704"/>
                  <a:pt x="1935" y="709"/>
                </a:cubicBezTo>
                <a:cubicBezTo>
                  <a:pt x="1912" y="713"/>
                  <a:pt x="1889" y="716"/>
                  <a:pt x="1866" y="716"/>
                </a:cubicBezTo>
                <a:lnTo>
                  <a:pt x="358" y="716"/>
                </a:lnTo>
                <a:cubicBezTo>
                  <a:pt x="334" y="716"/>
                  <a:pt x="311" y="713"/>
                  <a:pt x="288" y="709"/>
                </a:cubicBezTo>
                <a:cubicBezTo>
                  <a:pt x="265" y="704"/>
                  <a:pt x="243" y="697"/>
                  <a:pt x="221" y="689"/>
                </a:cubicBezTo>
                <a:cubicBezTo>
                  <a:pt x="199" y="680"/>
                  <a:pt x="179" y="669"/>
                  <a:pt x="159" y="656"/>
                </a:cubicBezTo>
                <a:cubicBezTo>
                  <a:pt x="140" y="642"/>
                  <a:pt x="122" y="628"/>
                  <a:pt x="105" y="611"/>
                </a:cubicBezTo>
                <a:cubicBezTo>
                  <a:pt x="89" y="595"/>
                  <a:pt x="74" y="576"/>
                  <a:pt x="61" y="557"/>
                </a:cubicBezTo>
                <a:cubicBezTo>
                  <a:pt x="48" y="537"/>
                  <a:pt x="37" y="517"/>
                  <a:pt x="28" y="495"/>
                </a:cubicBezTo>
                <a:cubicBezTo>
                  <a:pt x="19" y="474"/>
                  <a:pt x="12" y="451"/>
                  <a:pt x="7" y="428"/>
                </a:cubicBezTo>
                <a:cubicBezTo>
                  <a:pt x="3" y="405"/>
                  <a:pt x="0" y="382"/>
                  <a:pt x="0" y="359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7" name=""/>
          <p:cNvSpPr txBox="1"/>
          <p:nvPr/>
        </p:nvSpPr>
        <p:spPr>
          <a:xfrm>
            <a:off x="634320" y="3501720"/>
            <a:ext cx="6201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laag heeft zelf geen opslag en bestaat volledig bij de gratie van wat die pijlen aanleveren.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8" name=""/>
          <p:cNvSpPr txBox="1"/>
          <p:nvPr/>
        </p:nvSpPr>
        <p:spPr>
          <a:xfrm>
            <a:off x="563760" y="3982680"/>
            <a:ext cx="701640" cy="142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60" spc="-1" strike="noStrike">
                <a:solidFill>
                  <a:srgbClr val="8a5a12"/>
                </a:solidFill>
                <a:latin typeface="Arial"/>
                <a:ea typeface="Arial"/>
              </a:rPr>
              <a:t>Voorbeeld</a:t>
            </a:r>
            <a:endParaRPr b="0" lang="en-US" sz="9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8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0" name=""/>
          <p:cNvSpPr txBox="1"/>
          <p:nvPr/>
        </p:nvSpPr>
        <p:spPr>
          <a:xfrm>
            <a:off x="1367280" y="3965760"/>
            <a:ext cx="40165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assistent die je hele reis boekt terwijl jij een zin typt.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9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9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597" name=""/>
          <p:cNvSpPr txBox="1"/>
          <p:nvPr/>
        </p:nvSpPr>
        <p:spPr>
          <a:xfrm>
            <a:off x="439920" y="986760"/>
            <a:ext cx="6931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Steeds meer lagen om te verbinden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8" name=""/>
          <p:cNvSpPr txBox="1"/>
          <p:nvPr/>
        </p:nvSpPr>
        <p:spPr>
          <a:xfrm>
            <a:off x="457200" y="1780200"/>
            <a:ext cx="8853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Geteld in de vier platen hiervoor: het aantal blokken groeide, maar het aantal informatiestromen ertussen groeide harder.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9" name=""/>
          <p:cNvSpPr txBox="1"/>
          <p:nvPr/>
        </p:nvSpPr>
        <p:spPr>
          <a:xfrm>
            <a:off x="457200" y="2298600"/>
            <a:ext cx="102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80 en 90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0" name=""/>
          <p:cNvSpPr/>
          <p:nvPr/>
        </p:nvSpPr>
        <p:spPr>
          <a:xfrm>
            <a:off x="3428640" y="2295360"/>
            <a:ext cx="1238760" cy="162360"/>
          </a:xfrm>
          <a:custGeom>
            <a:avLst/>
            <a:gdLst/>
            <a:ahLst/>
            <a:rect l="0" t="0" r="r" b="b"/>
            <a:pathLst>
              <a:path w="3441" h="451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362" y="0"/>
                </a:lnTo>
                <a:cubicBezTo>
                  <a:pt x="3372" y="0"/>
                  <a:pt x="3382" y="2"/>
                  <a:pt x="3392" y="6"/>
                </a:cubicBezTo>
                <a:cubicBezTo>
                  <a:pt x="3402" y="10"/>
                  <a:pt x="3410" y="16"/>
                  <a:pt x="3418" y="23"/>
                </a:cubicBezTo>
                <a:cubicBezTo>
                  <a:pt x="3425" y="31"/>
                  <a:pt x="3431" y="39"/>
                  <a:pt x="3435" y="49"/>
                </a:cubicBezTo>
                <a:cubicBezTo>
                  <a:pt x="3439" y="59"/>
                  <a:pt x="3441" y="69"/>
                  <a:pt x="3441" y="79"/>
                </a:cubicBezTo>
                <a:lnTo>
                  <a:pt x="3441" y="371"/>
                </a:lnTo>
                <a:cubicBezTo>
                  <a:pt x="3441" y="382"/>
                  <a:pt x="3439" y="392"/>
                  <a:pt x="3435" y="402"/>
                </a:cubicBezTo>
                <a:cubicBezTo>
                  <a:pt x="3431" y="411"/>
                  <a:pt x="3425" y="420"/>
                  <a:pt x="3418" y="428"/>
                </a:cubicBezTo>
                <a:cubicBezTo>
                  <a:pt x="3410" y="435"/>
                  <a:pt x="3402" y="441"/>
                  <a:pt x="3392" y="445"/>
                </a:cubicBezTo>
                <a:cubicBezTo>
                  <a:pt x="3382" y="449"/>
                  <a:pt x="3372" y="451"/>
                  <a:pt x="3362" y="451"/>
                </a:cubicBezTo>
                <a:lnTo>
                  <a:pt x="80" y="451"/>
                </a:lnTo>
                <a:cubicBezTo>
                  <a:pt x="69" y="451"/>
                  <a:pt x="59" y="449"/>
                  <a:pt x="49" y="445"/>
                </a:cubicBezTo>
                <a:cubicBezTo>
                  <a:pt x="40" y="441"/>
                  <a:pt x="31" y="435"/>
                  <a:pt x="24" y="428"/>
                </a:cubicBezTo>
                <a:cubicBezTo>
                  <a:pt x="16" y="420"/>
                  <a:pt x="11" y="411"/>
                  <a:pt x="7" y="402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1" name=""/>
          <p:cNvSpPr txBox="1"/>
          <p:nvPr/>
        </p:nvSpPr>
        <p:spPr>
          <a:xfrm>
            <a:off x="2438280" y="229896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4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2" name=""/>
          <p:cNvSpPr txBox="1"/>
          <p:nvPr/>
        </p:nvSpPr>
        <p:spPr>
          <a:xfrm>
            <a:off x="4762800" y="230148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94a3b0"/>
                </a:solidFill>
                <a:latin typeface="Arial"/>
                <a:ea typeface="Arial"/>
              </a:rPr>
              <a:t>6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3" name=""/>
          <p:cNvSpPr txBox="1"/>
          <p:nvPr/>
        </p:nvSpPr>
        <p:spPr>
          <a:xfrm>
            <a:off x="457200" y="258444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2000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4" name=""/>
          <p:cNvSpPr/>
          <p:nvPr/>
        </p:nvSpPr>
        <p:spPr>
          <a:xfrm>
            <a:off x="3428640" y="2581200"/>
            <a:ext cx="1867320" cy="162000"/>
          </a:xfrm>
          <a:custGeom>
            <a:avLst/>
            <a:gdLst/>
            <a:ahLst/>
            <a:rect l="0" t="0" r="r" b="b"/>
            <a:pathLst>
              <a:path w="5187" h="450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8"/>
                  <a:pt x="7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5108" y="0"/>
                </a:lnTo>
                <a:cubicBezTo>
                  <a:pt x="5118" y="0"/>
                  <a:pt x="5129" y="2"/>
                  <a:pt x="5138" y="6"/>
                </a:cubicBezTo>
                <a:cubicBezTo>
                  <a:pt x="5148" y="10"/>
                  <a:pt x="5157" y="16"/>
                  <a:pt x="5164" y="23"/>
                </a:cubicBezTo>
                <a:cubicBezTo>
                  <a:pt x="5172" y="30"/>
                  <a:pt x="5177" y="39"/>
                  <a:pt x="5181" y="49"/>
                </a:cubicBezTo>
                <a:cubicBezTo>
                  <a:pt x="5185" y="58"/>
                  <a:pt x="5187" y="69"/>
                  <a:pt x="5187" y="79"/>
                </a:cubicBezTo>
                <a:lnTo>
                  <a:pt x="5187" y="371"/>
                </a:lnTo>
                <a:cubicBezTo>
                  <a:pt x="5187" y="382"/>
                  <a:pt x="5185" y="392"/>
                  <a:pt x="5181" y="401"/>
                </a:cubicBezTo>
                <a:cubicBezTo>
                  <a:pt x="5177" y="411"/>
                  <a:pt x="5172" y="420"/>
                  <a:pt x="5164" y="427"/>
                </a:cubicBezTo>
                <a:cubicBezTo>
                  <a:pt x="5157" y="435"/>
                  <a:pt x="5148" y="440"/>
                  <a:pt x="5138" y="444"/>
                </a:cubicBezTo>
                <a:cubicBezTo>
                  <a:pt x="5129" y="448"/>
                  <a:pt x="5118" y="450"/>
                  <a:pt x="5108" y="450"/>
                </a:cubicBezTo>
                <a:lnTo>
                  <a:pt x="80" y="450"/>
                </a:lnTo>
                <a:cubicBezTo>
                  <a:pt x="69" y="450"/>
                  <a:pt x="59" y="448"/>
                  <a:pt x="49" y="444"/>
                </a:cubicBezTo>
                <a:cubicBezTo>
                  <a:pt x="40" y="440"/>
                  <a:pt x="31" y="435"/>
                  <a:pt x="24" y="427"/>
                </a:cubicBezTo>
                <a:cubicBezTo>
                  <a:pt x="16" y="420"/>
                  <a:pt x="11" y="411"/>
                  <a:pt x="7" y="401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5" name=""/>
          <p:cNvSpPr txBox="1"/>
          <p:nvPr/>
        </p:nvSpPr>
        <p:spPr>
          <a:xfrm>
            <a:off x="2438280" y="258480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7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6" name=""/>
          <p:cNvSpPr txBox="1"/>
          <p:nvPr/>
        </p:nvSpPr>
        <p:spPr>
          <a:xfrm>
            <a:off x="5384160" y="258732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2e86c1"/>
                </a:solidFill>
                <a:latin typeface="Arial"/>
                <a:ea typeface="Arial"/>
              </a:rPr>
              <a:t>9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7" name=""/>
          <p:cNvSpPr txBox="1"/>
          <p:nvPr/>
        </p:nvSpPr>
        <p:spPr>
          <a:xfrm>
            <a:off x="457200" y="287028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2010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8" name=""/>
          <p:cNvSpPr/>
          <p:nvPr/>
        </p:nvSpPr>
        <p:spPr>
          <a:xfrm>
            <a:off x="3428640" y="2866680"/>
            <a:ext cx="2667600" cy="172080"/>
          </a:xfrm>
          <a:custGeom>
            <a:avLst/>
            <a:gdLst/>
            <a:ahLst/>
            <a:rect l="0" t="0" r="r" b="b"/>
            <a:pathLst>
              <a:path w="7410" h="478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3" y="59"/>
                  <a:pt x="7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330" y="0"/>
                </a:lnTo>
                <a:cubicBezTo>
                  <a:pt x="7341" y="0"/>
                  <a:pt x="7351" y="2"/>
                  <a:pt x="7361" y="6"/>
                </a:cubicBezTo>
                <a:cubicBezTo>
                  <a:pt x="7371" y="11"/>
                  <a:pt x="7379" y="16"/>
                  <a:pt x="7387" y="24"/>
                </a:cubicBezTo>
                <a:cubicBezTo>
                  <a:pt x="7394" y="31"/>
                  <a:pt x="7400" y="40"/>
                  <a:pt x="7404" y="49"/>
                </a:cubicBezTo>
                <a:cubicBezTo>
                  <a:pt x="7408" y="59"/>
                  <a:pt x="7410" y="69"/>
                  <a:pt x="7410" y="80"/>
                </a:cubicBezTo>
                <a:lnTo>
                  <a:pt x="7410" y="398"/>
                </a:lnTo>
                <a:cubicBezTo>
                  <a:pt x="7410" y="409"/>
                  <a:pt x="7408" y="419"/>
                  <a:pt x="7404" y="429"/>
                </a:cubicBezTo>
                <a:cubicBezTo>
                  <a:pt x="7400" y="438"/>
                  <a:pt x="7394" y="447"/>
                  <a:pt x="7387" y="454"/>
                </a:cubicBezTo>
                <a:cubicBezTo>
                  <a:pt x="7379" y="462"/>
                  <a:pt x="7371" y="468"/>
                  <a:pt x="7361" y="472"/>
                </a:cubicBezTo>
                <a:cubicBezTo>
                  <a:pt x="7351" y="476"/>
                  <a:pt x="7341" y="478"/>
                  <a:pt x="7330" y="478"/>
                </a:cubicBezTo>
                <a:lnTo>
                  <a:pt x="80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40" y="468"/>
                  <a:pt x="31" y="462"/>
                  <a:pt x="24" y="454"/>
                </a:cubicBezTo>
                <a:cubicBezTo>
                  <a:pt x="16" y="447"/>
                  <a:pt x="11" y="438"/>
                  <a:pt x="7" y="429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9" name=""/>
          <p:cNvSpPr txBox="1"/>
          <p:nvPr/>
        </p:nvSpPr>
        <p:spPr>
          <a:xfrm>
            <a:off x="2438280" y="288000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10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0" name=""/>
          <p:cNvSpPr txBox="1"/>
          <p:nvPr/>
        </p:nvSpPr>
        <p:spPr>
          <a:xfrm>
            <a:off x="6183000" y="287316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e9e7e"/>
                </a:solidFill>
                <a:latin typeface="Arial"/>
                <a:ea typeface="Arial"/>
              </a:rPr>
              <a:t>13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1" name=""/>
          <p:cNvSpPr txBox="1"/>
          <p:nvPr/>
        </p:nvSpPr>
        <p:spPr>
          <a:xfrm>
            <a:off x="457200" y="3156120"/>
            <a:ext cx="74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Nu, met AI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2" name=""/>
          <p:cNvSpPr/>
          <p:nvPr/>
        </p:nvSpPr>
        <p:spPr>
          <a:xfrm>
            <a:off x="3428640" y="3152520"/>
            <a:ext cx="3191400" cy="171720"/>
          </a:xfrm>
          <a:custGeom>
            <a:avLst/>
            <a:gdLst/>
            <a:ahLst/>
            <a:rect l="0" t="0" r="r" b="b"/>
            <a:pathLst>
              <a:path w="8865" h="477">
                <a:moveTo>
                  <a:pt x="0" y="398"/>
                </a:moveTo>
                <a:lnTo>
                  <a:pt x="0" y="81"/>
                </a:lnTo>
                <a:cubicBezTo>
                  <a:pt x="0" y="70"/>
                  <a:pt x="3" y="60"/>
                  <a:pt x="7" y="50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8786" y="0"/>
                </a:lnTo>
                <a:cubicBezTo>
                  <a:pt x="8796" y="0"/>
                  <a:pt x="8806" y="2"/>
                  <a:pt x="8816" y="6"/>
                </a:cubicBezTo>
                <a:cubicBezTo>
                  <a:pt x="8826" y="10"/>
                  <a:pt x="8834" y="16"/>
                  <a:pt x="8842" y="23"/>
                </a:cubicBezTo>
                <a:cubicBezTo>
                  <a:pt x="8849" y="31"/>
                  <a:pt x="8855" y="39"/>
                  <a:pt x="8859" y="50"/>
                </a:cubicBezTo>
                <a:cubicBezTo>
                  <a:pt x="8863" y="60"/>
                  <a:pt x="8865" y="70"/>
                  <a:pt x="8865" y="81"/>
                </a:cubicBezTo>
                <a:lnTo>
                  <a:pt x="8865" y="398"/>
                </a:lnTo>
                <a:cubicBezTo>
                  <a:pt x="8865" y="409"/>
                  <a:pt x="8863" y="419"/>
                  <a:pt x="8859" y="428"/>
                </a:cubicBezTo>
                <a:cubicBezTo>
                  <a:pt x="8855" y="438"/>
                  <a:pt x="8849" y="447"/>
                  <a:pt x="8842" y="454"/>
                </a:cubicBezTo>
                <a:cubicBezTo>
                  <a:pt x="8834" y="462"/>
                  <a:pt x="8826" y="467"/>
                  <a:pt x="8816" y="471"/>
                </a:cubicBezTo>
                <a:cubicBezTo>
                  <a:pt x="8806" y="475"/>
                  <a:pt x="8796" y="477"/>
                  <a:pt x="878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2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3" name=""/>
          <p:cNvSpPr txBox="1"/>
          <p:nvPr/>
        </p:nvSpPr>
        <p:spPr>
          <a:xfrm>
            <a:off x="2438280" y="316584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11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4" name=""/>
          <p:cNvSpPr/>
          <p:nvPr/>
        </p:nvSpPr>
        <p:spPr>
          <a:xfrm>
            <a:off x="456840" y="3476520"/>
            <a:ext cx="7744320" cy="790920"/>
          </a:xfrm>
          <a:custGeom>
            <a:avLst/>
            <a:gdLst/>
            <a:ahLst/>
            <a:rect l="0" t="0" r="r" b="b"/>
            <a:pathLst>
              <a:path w="21512" h="2197">
                <a:moveTo>
                  <a:pt x="0" y="0"/>
                </a:moveTo>
                <a:lnTo>
                  <a:pt x="21512" y="0"/>
                </a:lnTo>
                <a:lnTo>
                  <a:pt x="2151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5" name=""/>
          <p:cNvSpPr/>
          <p:nvPr/>
        </p:nvSpPr>
        <p:spPr>
          <a:xfrm>
            <a:off x="456840" y="347652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6" name=""/>
          <p:cNvSpPr/>
          <p:nvPr/>
        </p:nvSpPr>
        <p:spPr>
          <a:xfrm>
            <a:off x="456840" y="4257360"/>
            <a:ext cx="7744320" cy="10080"/>
          </a:xfrm>
          <a:custGeom>
            <a:avLst/>
            <a:gdLst/>
            <a:ahLst/>
            <a:rect l="0" t="0" r="r" b="b"/>
            <a:pathLst>
              <a:path w="21512" h="28">
                <a:moveTo>
                  <a:pt x="0" y="0"/>
                </a:moveTo>
                <a:lnTo>
                  <a:pt x="21512" y="0"/>
                </a:lnTo>
                <a:lnTo>
                  <a:pt x="215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7" name=""/>
          <p:cNvSpPr/>
          <p:nvPr/>
        </p:nvSpPr>
        <p:spPr>
          <a:xfrm>
            <a:off x="8191440" y="3476520"/>
            <a:ext cx="9720" cy="790920"/>
          </a:xfrm>
          <a:custGeom>
            <a:avLst/>
            <a:gdLst/>
            <a:ahLst/>
            <a:rect l="0" t="0" r="r" b="b"/>
            <a:pathLst>
              <a:path w="27" h="2197">
                <a:moveTo>
                  <a:pt x="0" y="106"/>
                </a:moveTo>
                <a:lnTo>
                  <a:pt x="0" y="2197"/>
                </a:lnTo>
                <a:lnTo>
                  <a:pt x="27" y="219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8" name=""/>
          <p:cNvSpPr/>
          <p:nvPr/>
        </p:nvSpPr>
        <p:spPr>
          <a:xfrm>
            <a:off x="456840" y="347652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19" name=""/>
          <p:cNvSpPr txBox="1"/>
          <p:nvPr/>
        </p:nvSpPr>
        <p:spPr>
          <a:xfrm>
            <a:off x="6715440" y="315900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e8912b"/>
                </a:solidFill>
                <a:latin typeface="Arial"/>
                <a:ea typeface="Arial"/>
              </a:rPr>
              <a:t>17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0" name=""/>
          <p:cNvSpPr txBox="1"/>
          <p:nvPr/>
        </p:nvSpPr>
        <p:spPr>
          <a:xfrm>
            <a:off x="634320" y="3685320"/>
            <a:ext cx="798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En dat is nog binnen een organisatie. Zet er de koppelingen tussen organisaties naast en het loopt hard op. 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1" name=""/>
          <p:cNvSpPr txBox="1"/>
          <p:nvPr/>
        </p:nvSpPr>
        <p:spPr>
          <a:xfrm>
            <a:off x="634320" y="3904200"/>
            <a:ext cx="749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verwerkt informatie makkelijker dan ooit, en vergroot daarmee de vraag naar wat er te verwerken valt.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2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2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29" name=""/>
          <p:cNvSpPr txBox="1"/>
          <p:nvPr/>
        </p:nvSpPr>
        <p:spPr>
          <a:xfrm>
            <a:off x="439920" y="31032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0" name=""/>
          <p:cNvSpPr/>
          <p:nvPr/>
        </p:nvSpPr>
        <p:spPr>
          <a:xfrm>
            <a:off x="2168640" y="1390320"/>
            <a:ext cx="2844360" cy="718200"/>
          </a:xfrm>
          <a:custGeom>
            <a:avLst/>
            <a:gdLst/>
            <a:ahLst/>
            <a:rect l="0" t="0" r="r" b="b"/>
            <a:pathLst>
              <a:path fill="none" w="7901" h="1995">
                <a:moveTo>
                  <a:pt x="0" y="1995"/>
                </a:moveTo>
                <a:lnTo>
                  <a:pt x="732" y="1663"/>
                </a:lnTo>
                <a:cubicBezTo>
                  <a:pt x="1464" y="1330"/>
                  <a:pt x="2927" y="665"/>
                  <a:pt x="4244" y="333"/>
                </a:cubicBezTo>
                <a:cubicBezTo>
                  <a:pt x="5561" y="0"/>
                  <a:pt x="6732" y="0"/>
                  <a:pt x="7317" y="0"/>
                </a:cubicBezTo>
                <a:lnTo>
                  <a:pt x="7901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1" name=""/>
          <p:cNvSpPr/>
          <p:nvPr/>
        </p:nvSpPr>
        <p:spPr>
          <a:xfrm>
            <a:off x="2137320" y="205596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185"/>
                </a:moveTo>
                <a:lnTo>
                  <a:pt x="238" y="194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2" name=""/>
          <p:cNvSpPr/>
          <p:nvPr/>
        </p:nvSpPr>
        <p:spPr>
          <a:xfrm>
            <a:off x="2129760" y="204876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195"/>
                </a:moveTo>
                <a:lnTo>
                  <a:pt x="64" y="195"/>
                </a:lnTo>
                <a:lnTo>
                  <a:pt x="63" y="216"/>
                </a:lnTo>
                <a:lnTo>
                  <a:pt x="42" y="216"/>
                </a:lnTo>
                <a:lnTo>
                  <a:pt x="43" y="195"/>
                </a:lnTo>
                <a:moveTo>
                  <a:pt x="64" y="195"/>
                </a:moveTo>
                <a:lnTo>
                  <a:pt x="85" y="196"/>
                </a:lnTo>
                <a:lnTo>
                  <a:pt x="84" y="217"/>
                </a:lnTo>
                <a:lnTo>
                  <a:pt x="63" y="216"/>
                </a:lnTo>
                <a:lnTo>
                  <a:pt x="64" y="195"/>
                </a:lnTo>
                <a:moveTo>
                  <a:pt x="85" y="196"/>
                </a:moveTo>
                <a:lnTo>
                  <a:pt x="106" y="197"/>
                </a:lnTo>
                <a:lnTo>
                  <a:pt x="106" y="218"/>
                </a:lnTo>
                <a:lnTo>
                  <a:pt x="84" y="217"/>
                </a:lnTo>
                <a:lnTo>
                  <a:pt x="85" y="196"/>
                </a:lnTo>
                <a:moveTo>
                  <a:pt x="106" y="197"/>
                </a:moveTo>
                <a:lnTo>
                  <a:pt x="127" y="198"/>
                </a:lnTo>
                <a:lnTo>
                  <a:pt x="127" y="220"/>
                </a:lnTo>
                <a:lnTo>
                  <a:pt x="106" y="218"/>
                </a:lnTo>
                <a:lnTo>
                  <a:pt x="106" y="197"/>
                </a:lnTo>
                <a:moveTo>
                  <a:pt x="127" y="198"/>
                </a:moveTo>
                <a:lnTo>
                  <a:pt x="149" y="199"/>
                </a:lnTo>
                <a:lnTo>
                  <a:pt x="148" y="221"/>
                </a:lnTo>
                <a:lnTo>
                  <a:pt x="127" y="220"/>
                </a:lnTo>
                <a:lnTo>
                  <a:pt x="127" y="198"/>
                </a:lnTo>
                <a:moveTo>
                  <a:pt x="149" y="199"/>
                </a:moveTo>
                <a:lnTo>
                  <a:pt x="170" y="199"/>
                </a:lnTo>
                <a:lnTo>
                  <a:pt x="169" y="221"/>
                </a:lnTo>
                <a:lnTo>
                  <a:pt x="148" y="221"/>
                </a:lnTo>
                <a:lnTo>
                  <a:pt x="149" y="199"/>
                </a:lnTo>
                <a:moveTo>
                  <a:pt x="170" y="199"/>
                </a:moveTo>
                <a:lnTo>
                  <a:pt x="191" y="200"/>
                </a:lnTo>
                <a:lnTo>
                  <a:pt x="190" y="222"/>
                </a:lnTo>
                <a:lnTo>
                  <a:pt x="169" y="221"/>
                </a:lnTo>
                <a:lnTo>
                  <a:pt x="170" y="199"/>
                </a:lnTo>
                <a:moveTo>
                  <a:pt x="191" y="200"/>
                </a:moveTo>
                <a:lnTo>
                  <a:pt x="212" y="201"/>
                </a:lnTo>
                <a:lnTo>
                  <a:pt x="211" y="223"/>
                </a:lnTo>
                <a:lnTo>
                  <a:pt x="190" y="222"/>
                </a:lnTo>
                <a:lnTo>
                  <a:pt x="191" y="200"/>
                </a:lnTo>
                <a:moveTo>
                  <a:pt x="212" y="201"/>
                </a:moveTo>
                <a:lnTo>
                  <a:pt x="233" y="202"/>
                </a:lnTo>
                <a:lnTo>
                  <a:pt x="232" y="224"/>
                </a:lnTo>
                <a:lnTo>
                  <a:pt x="211" y="223"/>
                </a:lnTo>
                <a:lnTo>
                  <a:pt x="212" y="201"/>
                </a:lnTo>
                <a:moveTo>
                  <a:pt x="233" y="202"/>
                </a:moveTo>
                <a:lnTo>
                  <a:pt x="255" y="202"/>
                </a:lnTo>
                <a:lnTo>
                  <a:pt x="255" y="225"/>
                </a:lnTo>
                <a:lnTo>
                  <a:pt x="232" y="224"/>
                </a:lnTo>
                <a:lnTo>
                  <a:pt x="233" y="202"/>
                </a:lnTo>
                <a:moveTo>
                  <a:pt x="255" y="202"/>
                </a:moveTo>
                <a:lnTo>
                  <a:pt x="259" y="203"/>
                </a:lnTo>
                <a:lnTo>
                  <a:pt x="259" y="213"/>
                </a:lnTo>
                <a:lnTo>
                  <a:pt x="248" y="218"/>
                </a:lnTo>
                <a:lnTo>
                  <a:pt x="241" y="202"/>
                </a:lnTo>
                <a:lnTo>
                  <a:pt x="261" y="193"/>
                </a:lnTo>
                <a:lnTo>
                  <a:pt x="276" y="225"/>
                </a:lnTo>
                <a:lnTo>
                  <a:pt x="255" y="225"/>
                </a:lnTo>
                <a:lnTo>
                  <a:pt x="255" y="202"/>
                </a:lnTo>
                <a:moveTo>
                  <a:pt x="241" y="202"/>
                </a:moveTo>
                <a:lnTo>
                  <a:pt x="232" y="182"/>
                </a:lnTo>
                <a:lnTo>
                  <a:pt x="253" y="174"/>
                </a:lnTo>
                <a:lnTo>
                  <a:pt x="261" y="193"/>
                </a:lnTo>
                <a:lnTo>
                  <a:pt x="241" y="202"/>
                </a:lnTo>
                <a:moveTo>
                  <a:pt x="232" y="182"/>
                </a:moveTo>
                <a:lnTo>
                  <a:pt x="224" y="163"/>
                </a:lnTo>
                <a:lnTo>
                  <a:pt x="243" y="154"/>
                </a:lnTo>
                <a:lnTo>
                  <a:pt x="253" y="174"/>
                </a:lnTo>
                <a:lnTo>
                  <a:pt x="232" y="182"/>
                </a:lnTo>
                <a:moveTo>
                  <a:pt x="224" y="163"/>
                </a:moveTo>
                <a:lnTo>
                  <a:pt x="215" y="144"/>
                </a:lnTo>
                <a:lnTo>
                  <a:pt x="234" y="135"/>
                </a:lnTo>
                <a:lnTo>
                  <a:pt x="243" y="154"/>
                </a:lnTo>
                <a:lnTo>
                  <a:pt x="224" y="163"/>
                </a:lnTo>
                <a:moveTo>
                  <a:pt x="215" y="144"/>
                </a:moveTo>
                <a:lnTo>
                  <a:pt x="206" y="125"/>
                </a:lnTo>
                <a:lnTo>
                  <a:pt x="225" y="116"/>
                </a:lnTo>
                <a:lnTo>
                  <a:pt x="234" y="135"/>
                </a:lnTo>
                <a:lnTo>
                  <a:pt x="215" y="144"/>
                </a:lnTo>
                <a:moveTo>
                  <a:pt x="206" y="125"/>
                </a:moveTo>
                <a:lnTo>
                  <a:pt x="197" y="105"/>
                </a:lnTo>
                <a:lnTo>
                  <a:pt x="217" y="97"/>
                </a:lnTo>
                <a:lnTo>
                  <a:pt x="225" y="116"/>
                </a:lnTo>
                <a:lnTo>
                  <a:pt x="206" y="125"/>
                </a:lnTo>
                <a:moveTo>
                  <a:pt x="197" y="105"/>
                </a:moveTo>
                <a:lnTo>
                  <a:pt x="189" y="86"/>
                </a:lnTo>
                <a:lnTo>
                  <a:pt x="208" y="77"/>
                </a:lnTo>
                <a:lnTo>
                  <a:pt x="217" y="97"/>
                </a:lnTo>
                <a:lnTo>
                  <a:pt x="197" y="105"/>
                </a:lnTo>
                <a:moveTo>
                  <a:pt x="189" y="86"/>
                </a:moveTo>
                <a:lnTo>
                  <a:pt x="180" y="67"/>
                </a:lnTo>
                <a:lnTo>
                  <a:pt x="199" y="58"/>
                </a:lnTo>
                <a:lnTo>
                  <a:pt x="208" y="77"/>
                </a:lnTo>
                <a:lnTo>
                  <a:pt x="189" y="86"/>
                </a:lnTo>
                <a:moveTo>
                  <a:pt x="180" y="67"/>
                </a:moveTo>
                <a:lnTo>
                  <a:pt x="171" y="48"/>
                </a:lnTo>
                <a:lnTo>
                  <a:pt x="190" y="39"/>
                </a:lnTo>
                <a:lnTo>
                  <a:pt x="199" y="58"/>
                </a:lnTo>
                <a:lnTo>
                  <a:pt x="180" y="67"/>
                </a:lnTo>
                <a:moveTo>
                  <a:pt x="171" y="48"/>
                </a:moveTo>
                <a:lnTo>
                  <a:pt x="162" y="28"/>
                </a:lnTo>
                <a:lnTo>
                  <a:pt x="182" y="20"/>
                </a:lnTo>
                <a:lnTo>
                  <a:pt x="190" y="39"/>
                </a:lnTo>
                <a:lnTo>
                  <a:pt x="171" y="48"/>
                </a:lnTo>
                <a:moveTo>
                  <a:pt x="162" y="28"/>
                </a:moveTo>
                <a:lnTo>
                  <a:pt x="161" y="25"/>
                </a:lnTo>
                <a:lnTo>
                  <a:pt x="170" y="20"/>
                </a:lnTo>
                <a:lnTo>
                  <a:pt x="179" y="27"/>
                </a:lnTo>
                <a:lnTo>
                  <a:pt x="168" y="41"/>
                </a:lnTo>
                <a:lnTo>
                  <a:pt x="151" y="27"/>
                </a:lnTo>
                <a:lnTo>
                  <a:pt x="173" y="0"/>
                </a:lnTo>
                <a:lnTo>
                  <a:pt x="182" y="20"/>
                </a:lnTo>
                <a:lnTo>
                  <a:pt x="162" y="28"/>
                </a:lnTo>
                <a:moveTo>
                  <a:pt x="168" y="41"/>
                </a:moveTo>
                <a:lnTo>
                  <a:pt x="154" y="57"/>
                </a:lnTo>
                <a:lnTo>
                  <a:pt x="138" y="44"/>
                </a:lnTo>
                <a:lnTo>
                  <a:pt x="151" y="27"/>
                </a:lnTo>
                <a:lnTo>
                  <a:pt x="168" y="41"/>
                </a:lnTo>
                <a:moveTo>
                  <a:pt x="154" y="57"/>
                </a:moveTo>
                <a:lnTo>
                  <a:pt x="141" y="73"/>
                </a:lnTo>
                <a:lnTo>
                  <a:pt x="125" y="60"/>
                </a:lnTo>
                <a:lnTo>
                  <a:pt x="138" y="44"/>
                </a:lnTo>
                <a:lnTo>
                  <a:pt x="154" y="57"/>
                </a:lnTo>
                <a:moveTo>
                  <a:pt x="141" y="73"/>
                </a:moveTo>
                <a:lnTo>
                  <a:pt x="128" y="90"/>
                </a:lnTo>
                <a:lnTo>
                  <a:pt x="111" y="77"/>
                </a:lnTo>
                <a:lnTo>
                  <a:pt x="125" y="60"/>
                </a:lnTo>
                <a:lnTo>
                  <a:pt x="141" y="73"/>
                </a:lnTo>
                <a:moveTo>
                  <a:pt x="128" y="90"/>
                </a:moveTo>
                <a:lnTo>
                  <a:pt x="114" y="106"/>
                </a:lnTo>
                <a:lnTo>
                  <a:pt x="98" y="93"/>
                </a:lnTo>
                <a:lnTo>
                  <a:pt x="111" y="77"/>
                </a:lnTo>
                <a:lnTo>
                  <a:pt x="128" y="90"/>
                </a:lnTo>
                <a:moveTo>
                  <a:pt x="114" y="106"/>
                </a:moveTo>
                <a:lnTo>
                  <a:pt x="101" y="123"/>
                </a:lnTo>
                <a:lnTo>
                  <a:pt x="85" y="109"/>
                </a:lnTo>
                <a:lnTo>
                  <a:pt x="98" y="93"/>
                </a:lnTo>
                <a:lnTo>
                  <a:pt x="114" y="106"/>
                </a:lnTo>
                <a:moveTo>
                  <a:pt x="101" y="123"/>
                </a:moveTo>
                <a:lnTo>
                  <a:pt x="88" y="139"/>
                </a:lnTo>
                <a:lnTo>
                  <a:pt x="71" y="126"/>
                </a:lnTo>
                <a:lnTo>
                  <a:pt x="85" y="109"/>
                </a:lnTo>
                <a:lnTo>
                  <a:pt x="101" y="123"/>
                </a:lnTo>
                <a:moveTo>
                  <a:pt x="88" y="139"/>
                </a:moveTo>
                <a:lnTo>
                  <a:pt x="74" y="156"/>
                </a:lnTo>
                <a:lnTo>
                  <a:pt x="58" y="142"/>
                </a:lnTo>
                <a:lnTo>
                  <a:pt x="71" y="126"/>
                </a:lnTo>
                <a:lnTo>
                  <a:pt x="88" y="139"/>
                </a:lnTo>
                <a:moveTo>
                  <a:pt x="74" y="156"/>
                </a:moveTo>
                <a:lnTo>
                  <a:pt x="61" y="172"/>
                </a:lnTo>
                <a:lnTo>
                  <a:pt x="45" y="159"/>
                </a:lnTo>
                <a:lnTo>
                  <a:pt x="58" y="142"/>
                </a:lnTo>
                <a:lnTo>
                  <a:pt x="74" y="156"/>
                </a:lnTo>
                <a:moveTo>
                  <a:pt x="61" y="172"/>
                </a:moveTo>
                <a:lnTo>
                  <a:pt x="48" y="189"/>
                </a:lnTo>
                <a:lnTo>
                  <a:pt x="31" y="175"/>
                </a:lnTo>
                <a:lnTo>
                  <a:pt x="45" y="159"/>
                </a:lnTo>
                <a:lnTo>
                  <a:pt x="61" y="172"/>
                </a:lnTo>
                <a:moveTo>
                  <a:pt x="48" y="189"/>
                </a:moveTo>
                <a:lnTo>
                  <a:pt x="34" y="205"/>
                </a:lnTo>
                <a:lnTo>
                  <a:pt x="18" y="192"/>
                </a:lnTo>
                <a:lnTo>
                  <a:pt x="31" y="175"/>
                </a:lnTo>
                <a:lnTo>
                  <a:pt x="48" y="189"/>
                </a:lnTo>
                <a:moveTo>
                  <a:pt x="34" y="205"/>
                </a:moveTo>
                <a:lnTo>
                  <a:pt x="30" y="211"/>
                </a:lnTo>
                <a:lnTo>
                  <a:pt x="21" y="204"/>
                </a:lnTo>
                <a:lnTo>
                  <a:pt x="22" y="194"/>
                </a:lnTo>
                <a:lnTo>
                  <a:pt x="43" y="195"/>
                </a:lnTo>
                <a:lnTo>
                  <a:pt x="42" y="216"/>
                </a:lnTo>
                <a:lnTo>
                  <a:pt x="0" y="214"/>
                </a:lnTo>
                <a:lnTo>
                  <a:pt x="18" y="192"/>
                </a:lnTo>
                <a:lnTo>
                  <a:pt x="34" y="20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3" name=""/>
          <p:cNvSpPr/>
          <p:nvPr/>
        </p:nvSpPr>
        <p:spPr>
          <a:xfrm>
            <a:off x="4974840" y="13525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5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4" name=""/>
          <p:cNvSpPr/>
          <p:nvPr/>
        </p:nvSpPr>
        <p:spPr>
          <a:xfrm>
            <a:off x="4970880" y="134604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8"/>
                </a:moveTo>
                <a:lnTo>
                  <a:pt x="54" y="27"/>
                </a:lnTo>
                <a:lnTo>
                  <a:pt x="45" y="46"/>
                </a:lnTo>
                <a:lnTo>
                  <a:pt x="25" y="37"/>
                </a:lnTo>
                <a:lnTo>
                  <a:pt x="34" y="18"/>
                </a:lnTo>
                <a:moveTo>
                  <a:pt x="54" y="27"/>
                </a:moveTo>
                <a:lnTo>
                  <a:pt x="73" y="37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7"/>
                </a:moveTo>
                <a:lnTo>
                  <a:pt x="92" y="46"/>
                </a:lnTo>
                <a:lnTo>
                  <a:pt x="83" y="66"/>
                </a:lnTo>
                <a:lnTo>
                  <a:pt x="64" y="55"/>
                </a:lnTo>
                <a:lnTo>
                  <a:pt x="73" y="37"/>
                </a:lnTo>
                <a:moveTo>
                  <a:pt x="92" y="46"/>
                </a:moveTo>
                <a:lnTo>
                  <a:pt x="111" y="55"/>
                </a:lnTo>
                <a:lnTo>
                  <a:pt x="102" y="75"/>
                </a:lnTo>
                <a:lnTo>
                  <a:pt x="83" y="66"/>
                </a:lnTo>
                <a:lnTo>
                  <a:pt x="92" y="46"/>
                </a:lnTo>
                <a:moveTo>
                  <a:pt x="111" y="55"/>
                </a:moveTo>
                <a:lnTo>
                  <a:pt x="130" y="66"/>
                </a:lnTo>
                <a:lnTo>
                  <a:pt x="120" y="85"/>
                </a:lnTo>
                <a:lnTo>
                  <a:pt x="102" y="75"/>
                </a:lnTo>
                <a:lnTo>
                  <a:pt x="111" y="55"/>
                </a:lnTo>
                <a:moveTo>
                  <a:pt x="130" y="66"/>
                </a:moveTo>
                <a:lnTo>
                  <a:pt x="149" y="75"/>
                </a:lnTo>
                <a:lnTo>
                  <a:pt x="139" y="94"/>
                </a:lnTo>
                <a:lnTo>
                  <a:pt x="120" y="85"/>
                </a:lnTo>
                <a:lnTo>
                  <a:pt x="130" y="66"/>
                </a:lnTo>
                <a:moveTo>
                  <a:pt x="149" y="75"/>
                </a:moveTo>
                <a:lnTo>
                  <a:pt x="168" y="85"/>
                </a:lnTo>
                <a:lnTo>
                  <a:pt x="158" y="104"/>
                </a:lnTo>
                <a:lnTo>
                  <a:pt x="139" y="94"/>
                </a:lnTo>
                <a:lnTo>
                  <a:pt x="149" y="75"/>
                </a:lnTo>
                <a:moveTo>
                  <a:pt x="168" y="85"/>
                </a:moveTo>
                <a:lnTo>
                  <a:pt x="187" y="94"/>
                </a:lnTo>
                <a:lnTo>
                  <a:pt x="177" y="113"/>
                </a:lnTo>
                <a:lnTo>
                  <a:pt x="158" y="104"/>
                </a:lnTo>
                <a:lnTo>
                  <a:pt x="168" y="85"/>
                </a:lnTo>
                <a:moveTo>
                  <a:pt x="187" y="94"/>
                </a:moveTo>
                <a:lnTo>
                  <a:pt x="206" y="104"/>
                </a:lnTo>
                <a:lnTo>
                  <a:pt x="196" y="123"/>
                </a:lnTo>
                <a:lnTo>
                  <a:pt x="177" y="113"/>
                </a:lnTo>
                <a:lnTo>
                  <a:pt x="187" y="94"/>
                </a:lnTo>
                <a:moveTo>
                  <a:pt x="206" y="104"/>
                </a:moveTo>
                <a:lnTo>
                  <a:pt x="225" y="113"/>
                </a:lnTo>
                <a:lnTo>
                  <a:pt x="215" y="132"/>
                </a:lnTo>
                <a:lnTo>
                  <a:pt x="196" y="123"/>
                </a:lnTo>
                <a:lnTo>
                  <a:pt x="206" y="104"/>
                </a:lnTo>
                <a:moveTo>
                  <a:pt x="225" y="113"/>
                </a:moveTo>
                <a:lnTo>
                  <a:pt x="247" y="124"/>
                </a:lnTo>
                <a:lnTo>
                  <a:pt x="212" y="142"/>
                </a:lnTo>
                <a:lnTo>
                  <a:pt x="203" y="123"/>
                </a:lnTo>
                <a:lnTo>
                  <a:pt x="219" y="115"/>
                </a:lnTo>
                <a:lnTo>
                  <a:pt x="223" y="124"/>
                </a:lnTo>
                <a:lnTo>
                  <a:pt x="219" y="134"/>
                </a:lnTo>
                <a:lnTo>
                  <a:pt x="215" y="132"/>
                </a:lnTo>
                <a:lnTo>
                  <a:pt x="225" y="113"/>
                </a:lnTo>
                <a:moveTo>
                  <a:pt x="212" y="142"/>
                </a:moveTo>
                <a:lnTo>
                  <a:pt x="194" y="151"/>
                </a:lnTo>
                <a:lnTo>
                  <a:pt x="184" y="132"/>
                </a:lnTo>
                <a:lnTo>
                  <a:pt x="203" y="123"/>
                </a:lnTo>
                <a:lnTo>
                  <a:pt x="212" y="142"/>
                </a:lnTo>
                <a:moveTo>
                  <a:pt x="194" y="151"/>
                </a:moveTo>
                <a:lnTo>
                  <a:pt x="175" y="161"/>
                </a:lnTo>
                <a:lnTo>
                  <a:pt x="165" y="142"/>
                </a:lnTo>
                <a:lnTo>
                  <a:pt x="184" y="132"/>
                </a:lnTo>
                <a:lnTo>
                  <a:pt x="194" y="151"/>
                </a:lnTo>
                <a:moveTo>
                  <a:pt x="175" y="161"/>
                </a:moveTo>
                <a:lnTo>
                  <a:pt x="156" y="170"/>
                </a:lnTo>
                <a:lnTo>
                  <a:pt x="146" y="151"/>
                </a:lnTo>
                <a:lnTo>
                  <a:pt x="165" y="142"/>
                </a:lnTo>
                <a:lnTo>
                  <a:pt x="175" y="161"/>
                </a:lnTo>
                <a:moveTo>
                  <a:pt x="156" y="170"/>
                </a:moveTo>
                <a:lnTo>
                  <a:pt x="137" y="180"/>
                </a:lnTo>
                <a:lnTo>
                  <a:pt x="127" y="161"/>
                </a:lnTo>
                <a:lnTo>
                  <a:pt x="146" y="151"/>
                </a:lnTo>
                <a:lnTo>
                  <a:pt x="156" y="170"/>
                </a:lnTo>
                <a:moveTo>
                  <a:pt x="137" y="180"/>
                </a:moveTo>
                <a:lnTo>
                  <a:pt x="118" y="189"/>
                </a:lnTo>
                <a:lnTo>
                  <a:pt x="108" y="170"/>
                </a:lnTo>
                <a:lnTo>
                  <a:pt x="127" y="161"/>
                </a:lnTo>
                <a:lnTo>
                  <a:pt x="137" y="180"/>
                </a:lnTo>
                <a:moveTo>
                  <a:pt x="118" y="189"/>
                </a:moveTo>
                <a:lnTo>
                  <a:pt x="99" y="198"/>
                </a:lnTo>
                <a:lnTo>
                  <a:pt x="89" y="180"/>
                </a:lnTo>
                <a:lnTo>
                  <a:pt x="108" y="170"/>
                </a:lnTo>
                <a:lnTo>
                  <a:pt x="118" y="189"/>
                </a:lnTo>
                <a:moveTo>
                  <a:pt x="99" y="198"/>
                </a:moveTo>
                <a:lnTo>
                  <a:pt x="80" y="208"/>
                </a:lnTo>
                <a:lnTo>
                  <a:pt x="70" y="189"/>
                </a:lnTo>
                <a:lnTo>
                  <a:pt x="89" y="180"/>
                </a:lnTo>
                <a:lnTo>
                  <a:pt x="99" y="198"/>
                </a:lnTo>
                <a:moveTo>
                  <a:pt x="80" y="208"/>
                </a:moveTo>
                <a:lnTo>
                  <a:pt x="61" y="217"/>
                </a:lnTo>
                <a:lnTo>
                  <a:pt x="52" y="198"/>
                </a:lnTo>
                <a:lnTo>
                  <a:pt x="70" y="189"/>
                </a:lnTo>
                <a:lnTo>
                  <a:pt x="80" y="208"/>
                </a:lnTo>
                <a:moveTo>
                  <a:pt x="61" y="217"/>
                </a:moveTo>
                <a:lnTo>
                  <a:pt x="42" y="227"/>
                </a:lnTo>
                <a:lnTo>
                  <a:pt x="32" y="208"/>
                </a:lnTo>
                <a:lnTo>
                  <a:pt x="52" y="198"/>
                </a:lnTo>
                <a:lnTo>
                  <a:pt x="61" y="217"/>
                </a:lnTo>
                <a:moveTo>
                  <a:pt x="42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2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7"/>
                </a:lnTo>
                <a:lnTo>
                  <a:pt x="21" y="217"/>
                </a:lnTo>
                <a:lnTo>
                  <a:pt x="21" y="230"/>
                </a:lnTo>
                <a:lnTo>
                  <a:pt x="11" y="230"/>
                </a:lnTo>
                <a:lnTo>
                  <a:pt x="6" y="221"/>
                </a:lnTo>
                <a:lnTo>
                  <a:pt x="13" y="217"/>
                </a:lnTo>
                <a:lnTo>
                  <a:pt x="22" y="236"/>
                </a:lnTo>
                <a:moveTo>
                  <a:pt x="0" y="217"/>
                </a:moveTo>
                <a:lnTo>
                  <a:pt x="0" y="196"/>
                </a:lnTo>
                <a:lnTo>
                  <a:pt x="21" y="196"/>
                </a:lnTo>
                <a:lnTo>
                  <a:pt x="21" y="217"/>
                </a:lnTo>
                <a:lnTo>
                  <a:pt x="0" y="217"/>
                </a:lnTo>
                <a:moveTo>
                  <a:pt x="0" y="196"/>
                </a:moveTo>
                <a:lnTo>
                  <a:pt x="0" y="174"/>
                </a:lnTo>
                <a:lnTo>
                  <a:pt x="21" y="174"/>
                </a:lnTo>
                <a:lnTo>
                  <a:pt x="21" y="196"/>
                </a:lnTo>
                <a:lnTo>
                  <a:pt x="0" y="196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1" y="132"/>
                </a:lnTo>
                <a:lnTo>
                  <a:pt x="21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1"/>
                </a:lnTo>
                <a:lnTo>
                  <a:pt x="21" y="111"/>
                </a:lnTo>
                <a:lnTo>
                  <a:pt x="21" y="132"/>
                </a:lnTo>
                <a:lnTo>
                  <a:pt x="0" y="132"/>
                </a:lnTo>
                <a:moveTo>
                  <a:pt x="0" y="111"/>
                </a:moveTo>
                <a:lnTo>
                  <a:pt x="0" y="90"/>
                </a:lnTo>
                <a:lnTo>
                  <a:pt x="21" y="90"/>
                </a:lnTo>
                <a:lnTo>
                  <a:pt x="21" y="111"/>
                </a:lnTo>
                <a:lnTo>
                  <a:pt x="0" y="111"/>
                </a:lnTo>
                <a:moveTo>
                  <a:pt x="0" y="90"/>
                </a:moveTo>
                <a:lnTo>
                  <a:pt x="0" y="69"/>
                </a:lnTo>
                <a:lnTo>
                  <a:pt x="21" y="69"/>
                </a:lnTo>
                <a:lnTo>
                  <a:pt x="21" y="90"/>
                </a:lnTo>
                <a:lnTo>
                  <a:pt x="0" y="90"/>
                </a:lnTo>
                <a:moveTo>
                  <a:pt x="0" y="69"/>
                </a:moveTo>
                <a:lnTo>
                  <a:pt x="0" y="46"/>
                </a:lnTo>
                <a:lnTo>
                  <a:pt x="21" y="46"/>
                </a:lnTo>
                <a:lnTo>
                  <a:pt x="21" y="69"/>
                </a:lnTo>
                <a:lnTo>
                  <a:pt x="0" y="69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8"/>
                </a:lnTo>
                <a:lnTo>
                  <a:pt x="25" y="37"/>
                </a:lnTo>
                <a:lnTo>
                  <a:pt x="6" y="27"/>
                </a:lnTo>
                <a:lnTo>
                  <a:pt x="11" y="18"/>
                </a:lnTo>
                <a:lnTo>
                  <a:pt x="21" y="18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5" name=""/>
          <p:cNvSpPr/>
          <p:nvPr/>
        </p:nvSpPr>
        <p:spPr>
          <a:xfrm>
            <a:off x="2639880" y="2381040"/>
            <a:ext cx="2219040" cy="0"/>
          </a:xfrm>
          <a:custGeom>
            <a:avLst/>
            <a:gdLst/>
            <a:ahLst/>
            <a:rect l="0" t="0" r="r" b="b"/>
            <a:pathLst>
              <a:path fill="none" w="6164" h="0">
                <a:moveTo>
                  <a:pt x="0" y="0"/>
                </a:moveTo>
                <a:lnTo>
                  <a:pt x="514" y="0"/>
                </a:lnTo>
                <a:cubicBezTo>
                  <a:pt x="1027" y="0"/>
                  <a:pt x="2055" y="0"/>
                  <a:pt x="3082" y="0"/>
                </a:cubicBezTo>
                <a:cubicBezTo>
                  <a:pt x="4110" y="0"/>
                  <a:pt x="5137" y="0"/>
                  <a:pt x="5651" y="0"/>
                </a:cubicBezTo>
                <a:lnTo>
                  <a:pt x="6164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6" name=""/>
          <p:cNvSpPr/>
          <p:nvPr/>
        </p:nvSpPr>
        <p:spPr>
          <a:xfrm>
            <a:off x="2605680" y="234288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106"/>
                </a:moveTo>
                <a:lnTo>
                  <a:pt x="212" y="213"/>
                </a:lnTo>
                <a:lnTo>
                  <a:pt x="212" y="0"/>
                </a:lnTo>
                <a:lnTo>
                  <a:pt x="0" y="1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7" name=""/>
          <p:cNvSpPr/>
          <p:nvPr/>
        </p:nvSpPr>
        <p:spPr>
          <a:xfrm>
            <a:off x="2597040" y="23367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4"/>
                </a:moveTo>
                <a:lnTo>
                  <a:pt x="67" y="134"/>
                </a:lnTo>
                <a:lnTo>
                  <a:pt x="58" y="152"/>
                </a:lnTo>
                <a:lnTo>
                  <a:pt x="39" y="143"/>
                </a:lnTo>
                <a:lnTo>
                  <a:pt x="48" y="124"/>
                </a:lnTo>
                <a:moveTo>
                  <a:pt x="67" y="134"/>
                </a:moveTo>
                <a:lnTo>
                  <a:pt x="86" y="143"/>
                </a:lnTo>
                <a:lnTo>
                  <a:pt x="77" y="162"/>
                </a:lnTo>
                <a:lnTo>
                  <a:pt x="58" y="152"/>
                </a:lnTo>
                <a:lnTo>
                  <a:pt x="67" y="134"/>
                </a:lnTo>
                <a:moveTo>
                  <a:pt x="86" y="143"/>
                </a:moveTo>
                <a:lnTo>
                  <a:pt x="105" y="152"/>
                </a:lnTo>
                <a:lnTo>
                  <a:pt x="96" y="171"/>
                </a:lnTo>
                <a:lnTo>
                  <a:pt x="77" y="162"/>
                </a:lnTo>
                <a:lnTo>
                  <a:pt x="86" y="143"/>
                </a:lnTo>
                <a:moveTo>
                  <a:pt x="105" y="152"/>
                </a:moveTo>
                <a:lnTo>
                  <a:pt x="124" y="162"/>
                </a:lnTo>
                <a:lnTo>
                  <a:pt x="115" y="181"/>
                </a:lnTo>
                <a:lnTo>
                  <a:pt x="96" y="171"/>
                </a:lnTo>
                <a:lnTo>
                  <a:pt x="105" y="152"/>
                </a:lnTo>
                <a:moveTo>
                  <a:pt x="124" y="162"/>
                </a:moveTo>
                <a:lnTo>
                  <a:pt x="143" y="171"/>
                </a:lnTo>
                <a:lnTo>
                  <a:pt x="134" y="190"/>
                </a:lnTo>
                <a:lnTo>
                  <a:pt x="115" y="181"/>
                </a:lnTo>
                <a:lnTo>
                  <a:pt x="124" y="162"/>
                </a:lnTo>
                <a:moveTo>
                  <a:pt x="143" y="171"/>
                </a:moveTo>
                <a:lnTo>
                  <a:pt x="162" y="181"/>
                </a:lnTo>
                <a:lnTo>
                  <a:pt x="153" y="200"/>
                </a:lnTo>
                <a:lnTo>
                  <a:pt x="134" y="190"/>
                </a:lnTo>
                <a:lnTo>
                  <a:pt x="143" y="171"/>
                </a:lnTo>
                <a:moveTo>
                  <a:pt x="162" y="181"/>
                </a:moveTo>
                <a:lnTo>
                  <a:pt x="181" y="190"/>
                </a:lnTo>
                <a:lnTo>
                  <a:pt x="171" y="209"/>
                </a:lnTo>
                <a:lnTo>
                  <a:pt x="153" y="200"/>
                </a:lnTo>
                <a:lnTo>
                  <a:pt x="162" y="181"/>
                </a:lnTo>
                <a:moveTo>
                  <a:pt x="181" y="190"/>
                </a:moveTo>
                <a:lnTo>
                  <a:pt x="200" y="200"/>
                </a:lnTo>
                <a:lnTo>
                  <a:pt x="190" y="219"/>
                </a:lnTo>
                <a:lnTo>
                  <a:pt x="171" y="209"/>
                </a:lnTo>
                <a:lnTo>
                  <a:pt x="181" y="190"/>
                </a:lnTo>
                <a:moveTo>
                  <a:pt x="200" y="200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9"/>
                </a:lnTo>
                <a:lnTo>
                  <a:pt x="200" y="200"/>
                </a:lnTo>
                <a:moveTo>
                  <a:pt x="219" y="209"/>
                </a:moveTo>
                <a:lnTo>
                  <a:pt x="238" y="219"/>
                </a:lnTo>
                <a:lnTo>
                  <a:pt x="228" y="238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9"/>
                </a:moveTo>
                <a:lnTo>
                  <a:pt x="241" y="220"/>
                </a:lnTo>
                <a:lnTo>
                  <a:pt x="236" y="230"/>
                </a:lnTo>
                <a:lnTo>
                  <a:pt x="226" y="230"/>
                </a:lnTo>
                <a:lnTo>
                  <a:pt x="226" y="213"/>
                </a:lnTo>
                <a:lnTo>
                  <a:pt x="247" y="213"/>
                </a:lnTo>
                <a:lnTo>
                  <a:pt x="247" y="247"/>
                </a:lnTo>
                <a:lnTo>
                  <a:pt x="228" y="238"/>
                </a:lnTo>
                <a:lnTo>
                  <a:pt x="238" y="219"/>
                </a:lnTo>
                <a:moveTo>
                  <a:pt x="226" y="213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3"/>
                </a:lnTo>
                <a:lnTo>
                  <a:pt x="226" y="213"/>
                </a:lnTo>
                <a:moveTo>
                  <a:pt x="226" y="191"/>
                </a:moveTo>
                <a:lnTo>
                  <a:pt x="226" y="170"/>
                </a:lnTo>
                <a:lnTo>
                  <a:pt x="247" y="170"/>
                </a:lnTo>
                <a:lnTo>
                  <a:pt x="247" y="191"/>
                </a:lnTo>
                <a:lnTo>
                  <a:pt x="226" y="191"/>
                </a:lnTo>
                <a:moveTo>
                  <a:pt x="226" y="170"/>
                </a:moveTo>
                <a:lnTo>
                  <a:pt x="226" y="149"/>
                </a:lnTo>
                <a:lnTo>
                  <a:pt x="247" y="149"/>
                </a:lnTo>
                <a:lnTo>
                  <a:pt x="247" y="170"/>
                </a:lnTo>
                <a:lnTo>
                  <a:pt x="226" y="170"/>
                </a:lnTo>
                <a:moveTo>
                  <a:pt x="226" y="149"/>
                </a:moveTo>
                <a:lnTo>
                  <a:pt x="226" y="128"/>
                </a:lnTo>
                <a:lnTo>
                  <a:pt x="247" y="128"/>
                </a:lnTo>
                <a:lnTo>
                  <a:pt x="247" y="149"/>
                </a:lnTo>
                <a:lnTo>
                  <a:pt x="226" y="149"/>
                </a:lnTo>
                <a:moveTo>
                  <a:pt x="226" y="128"/>
                </a:moveTo>
                <a:lnTo>
                  <a:pt x="226" y="107"/>
                </a:lnTo>
                <a:lnTo>
                  <a:pt x="247" y="107"/>
                </a:lnTo>
                <a:lnTo>
                  <a:pt x="247" y="128"/>
                </a:lnTo>
                <a:lnTo>
                  <a:pt x="226" y="128"/>
                </a:lnTo>
                <a:moveTo>
                  <a:pt x="226" y="107"/>
                </a:moveTo>
                <a:lnTo>
                  <a:pt x="226" y="86"/>
                </a:lnTo>
                <a:lnTo>
                  <a:pt x="247" y="86"/>
                </a:lnTo>
                <a:lnTo>
                  <a:pt x="247" y="107"/>
                </a:lnTo>
                <a:lnTo>
                  <a:pt x="226" y="107"/>
                </a:lnTo>
                <a:moveTo>
                  <a:pt x="226" y="86"/>
                </a:moveTo>
                <a:lnTo>
                  <a:pt x="226" y="64"/>
                </a:lnTo>
                <a:lnTo>
                  <a:pt x="247" y="64"/>
                </a:lnTo>
                <a:lnTo>
                  <a:pt x="247" y="86"/>
                </a:lnTo>
                <a:lnTo>
                  <a:pt x="226" y="86"/>
                </a:lnTo>
                <a:moveTo>
                  <a:pt x="226" y="64"/>
                </a:moveTo>
                <a:lnTo>
                  <a:pt x="226" y="43"/>
                </a:lnTo>
                <a:lnTo>
                  <a:pt x="247" y="43"/>
                </a:lnTo>
                <a:lnTo>
                  <a:pt x="247" y="64"/>
                </a:lnTo>
                <a:lnTo>
                  <a:pt x="226" y="64"/>
                </a:lnTo>
                <a:moveTo>
                  <a:pt x="226" y="43"/>
                </a:moveTo>
                <a:lnTo>
                  <a:pt x="226" y="22"/>
                </a:lnTo>
                <a:lnTo>
                  <a:pt x="247" y="22"/>
                </a:lnTo>
                <a:lnTo>
                  <a:pt x="247" y="43"/>
                </a:lnTo>
                <a:lnTo>
                  <a:pt x="226" y="43"/>
                </a:lnTo>
                <a:moveTo>
                  <a:pt x="226" y="22"/>
                </a:moveTo>
                <a:lnTo>
                  <a:pt x="226" y="18"/>
                </a:lnTo>
                <a:lnTo>
                  <a:pt x="236" y="18"/>
                </a:lnTo>
                <a:lnTo>
                  <a:pt x="241" y="28"/>
                </a:lnTo>
                <a:lnTo>
                  <a:pt x="226" y="35"/>
                </a:lnTo>
                <a:lnTo>
                  <a:pt x="216" y="17"/>
                </a:lnTo>
                <a:lnTo>
                  <a:pt x="247" y="0"/>
                </a:lnTo>
                <a:lnTo>
                  <a:pt x="247" y="22"/>
                </a:lnTo>
                <a:lnTo>
                  <a:pt x="226" y="22"/>
                </a:lnTo>
                <a:moveTo>
                  <a:pt x="226" y="35"/>
                </a:moveTo>
                <a:lnTo>
                  <a:pt x="207" y="45"/>
                </a:lnTo>
                <a:lnTo>
                  <a:pt x="197" y="26"/>
                </a:lnTo>
                <a:lnTo>
                  <a:pt x="216" y="17"/>
                </a:lnTo>
                <a:lnTo>
                  <a:pt x="226" y="35"/>
                </a:lnTo>
                <a:moveTo>
                  <a:pt x="207" y="45"/>
                </a:moveTo>
                <a:lnTo>
                  <a:pt x="188" y="54"/>
                </a:lnTo>
                <a:lnTo>
                  <a:pt x="178" y="35"/>
                </a:lnTo>
                <a:lnTo>
                  <a:pt x="197" y="26"/>
                </a:lnTo>
                <a:lnTo>
                  <a:pt x="207" y="45"/>
                </a:lnTo>
                <a:moveTo>
                  <a:pt x="188" y="54"/>
                </a:moveTo>
                <a:lnTo>
                  <a:pt x="169" y="64"/>
                </a:lnTo>
                <a:lnTo>
                  <a:pt x="159" y="45"/>
                </a:lnTo>
                <a:lnTo>
                  <a:pt x="178" y="35"/>
                </a:lnTo>
                <a:lnTo>
                  <a:pt x="188" y="54"/>
                </a:lnTo>
                <a:moveTo>
                  <a:pt x="169" y="64"/>
                </a:moveTo>
                <a:lnTo>
                  <a:pt x="150" y="73"/>
                </a:lnTo>
                <a:lnTo>
                  <a:pt x="140" y="54"/>
                </a:lnTo>
                <a:lnTo>
                  <a:pt x="159" y="45"/>
                </a:lnTo>
                <a:lnTo>
                  <a:pt x="169" y="64"/>
                </a:lnTo>
                <a:moveTo>
                  <a:pt x="150" y="73"/>
                </a:moveTo>
                <a:lnTo>
                  <a:pt x="131" y="83"/>
                </a:lnTo>
                <a:lnTo>
                  <a:pt x="122" y="64"/>
                </a:lnTo>
                <a:lnTo>
                  <a:pt x="140" y="54"/>
                </a:lnTo>
                <a:lnTo>
                  <a:pt x="150" y="73"/>
                </a:lnTo>
                <a:moveTo>
                  <a:pt x="131" y="83"/>
                </a:moveTo>
                <a:lnTo>
                  <a:pt x="112" y="92"/>
                </a:lnTo>
                <a:lnTo>
                  <a:pt x="103" y="73"/>
                </a:lnTo>
                <a:lnTo>
                  <a:pt x="122" y="64"/>
                </a:lnTo>
                <a:lnTo>
                  <a:pt x="131" y="83"/>
                </a:lnTo>
                <a:moveTo>
                  <a:pt x="112" y="92"/>
                </a:moveTo>
                <a:lnTo>
                  <a:pt x="93" y="102"/>
                </a:lnTo>
                <a:lnTo>
                  <a:pt x="84" y="83"/>
                </a:lnTo>
                <a:lnTo>
                  <a:pt x="103" y="73"/>
                </a:lnTo>
                <a:lnTo>
                  <a:pt x="112" y="92"/>
                </a:lnTo>
                <a:moveTo>
                  <a:pt x="93" y="102"/>
                </a:moveTo>
                <a:lnTo>
                  <a:pt x="74" y="111"/>
                </a:lnTo>
                <a:lnTo>
                  <a:pt x="65" y="92"/>
                </a:lnTo>
                <a:lnTo>
                  <a:pt x="84" y="83"/>
                </a:lnTo>
                <a:lnTo>
                  <a:pt x="93" y="102"/>
                </a:lnTo>
                <a:moveTo>
                  <a:pt x="74" y="111"/>
                </a:moveTo>
                <a:lnTo>
                  <a:pt x="55" y="121"/>
                </a:lnTo>
                <a:lnTo>
                  <a:pt x="46" y="102"/>
                </a:lnTo>
                <a:lnTo>
                  <a:pt x="65" y="92"/>
                </a:lnTo>
                <a:lnTo>
                  <a:pt x="74" y="111"/>
                </a:lnTo>
                <a:moveTo>
                  <a:pt x="55" y="121"/>
                </a:moveTo>
                <a:lnTo>
                  <a:pt x="36" y="130"/>
                </a:lnTo>
                <a:lnTo>
                  <a:pt x="27" y="111"/>
                </a:lnTo>
                <a:lnTo>
                  <a:pt x="46" y="102"/>
                </a:lnTo>
                <a:lnTo>
                  <a:pt x="55" y="121"/>
                </a:lnTo>
                <a:moveTo>
                  <a:pt x="36" y="130"/>
                </a:moveTo>
                <a:lnTo>
                  <a:pt x="29" y="134"/>
                </a:lnTo>
                <a:lnTo>
                  <a:pt x="25" y="124"/>
                </a:lnTo>
                <a:lnTo>
                  <a:pt x="29" y="115"/>
                </a:lnTo>
                <a:lnTo>
                  <a:pt x="48" y="124"/>
                </a:lnTo>
                <a:lnTo>
                  <a:pt x="39" y="143"/>
                </a:lnTo>
                <a:lnTo>
                  <a:pt x="0" y="124"/>
                </a:lnTo>
                <a:lnTo>
                  <a:pt x="27" y="111"/>
                </a:lnTo>
                <a:lnTo>
                  <a:pt x="36" y="1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8" name=""/>
          <p:cNvSpPr/>
          <p:nvPr/>
        </p:nvSpPr>
        <p:spPr>
          <a:xfrm>
            <a:off x="4821120" y="234288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39" name=""/>
          <p:cNvSpPr/>
          <p:nvPr/>
        </p:nvSpPr>
        <p:spPr>
          <a:xfrm>
            <a:off x="4817160" y="23367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8"/>
                </a:moveTo>
                <a:lnTo>
                  <a:pt x="53" y="28"/>
                </a:lnTo>
                <a:lnTo>
                  <a:pt x="44" y="47"/>
                </a:lnTo>
                <a:lnTo>
                  <a:pt x="25" y="37"/>
                </a:lnTo>
                <a:lnTo>
                  <a:pt x="34" y="18"/>
                </a:lnTo>
                <a:moveTo>
                  <a:pt x="53" y="28"/>
                </a:moveTo>
                <a:lnTo>
                  <a:pt x="72" y="37"/>
                </a:lnTo>
                <a:lnTo>
                  <a:pt x="63" y="56"/>
                </a:lnTo>
                <a:lnTo>
                  <a:pt x="44" y="47"/>
                </a:lnTo>
                <a:lnTo>
                  <a:pt x="53" y="28"/>
                </a:lnTo>
                <a:moveTo>
                  <a:pt x="72" y="37"/>
                </a:moveTo>
                <a:lnTo>
                  <a:pt x="91" y="47"/>
                </a:lnTo>
                <a:lnTo>
                  <a:pt x="82" y="66"/>
                </a:lnTo>
                <a:lnTo>
                  <a:pt x="63" y="56"/>
                </a:lnTo>
                <a:lnTo>
                  <a:pt x="72" y="37"/>
                </a:lnTo>
                <a:moveTo>
                  <a:pt x="91" y="47"/>
                </a:moveTo>
                <a:lnTo>
                  <a:pt x="110" y="56"/>
                </a:lnTo>
                <a:lnTo>
                  <a:pt x="100" y="75"/>
                </a:lnTo>
                <a:lnTo>
                  <a:pt x="82" y="66"/>
                </a:lnTo>
                <a:lnTo>
                  <a:pt x="91" y="47"/>
                </a:lnTo>
                <a:moveTo>
                  <a:pt x="110" y="56"/>
                </a:moveTo>
                <a:lnTo>
                  <a:pt x="129" y="66"/>
                </a:lnTo>
                <a:lnTo>
                  <a:pt x="119" y="85"/>
                </a:lnTo>
                <a:lnTo>
                  <a:pt x="100" y="75"/>
                </a:lnTo>
                <a:lnTo>
                  <a:pt x="110" y="56"/>
                </a:lnTo>
                <a:moveTo>
                  <a:pt x="129" y="66"/>
                </a:moveTo>
                <a:lnTo>
                  <a:pt x="148" y="75"/>
                </a:lnTo>
                <a:lnTo>
                  <a:pt x="138" y="94"/>
                </a:lnTo>
                <a:lnTo>
                  <a:pt x="119" y="85"/>
                </a:lnTo>
                <a:lnTo>
                  <a:pt x="129" y="66"/>
                </a:lnTo>
                <a:moveTo>
                  <a:pt x="148" y="75"/>
                </a:moveTo>
                <a:lnTo>
                  <a:pt x="167" y="85"/>
                </a:lnTo>
                <a:lnTo>
                  <a:pt x="157" y="103"/>
                </a:lnTo>
                <a:lnTo>
                  <a:pt x="138" y="94"/>
                </a:lnTo>
                <a:lnTo>
                  <a:pt x="148" y="75"/>
                </a:lnTo>
                <a:moveTo>
                  <a:pt x="167" y="85"/>
                </a:moveTo>
                <a:lnTo>
                  <a:pt x="186" y="94"/>
                </a:lnTo>
                <a:lnTo>
                  <a:pt x="176" y="113"/>
                </a:lnTo>
                <a:lnTo>
                  <a:pt x="157" y="103"/>
                </a:lnTo>
                <a:lnTo>
                  <a:pt x="167" y="85"/>
                </a:lnTo>
                <a:moveTo>
                  <a:pt x="186" y="94"/>
                </a:moveTo>
                <a:lnTo>
                  <a:pt x="205" y="103"/>
                </a:lnTo>
                <a:lnTo>
                  <a:pt x="195" y="122"/>
                </a:lnTo>
                <a:lnTo>
                  <a:pt x="176" y="113"/>
                </a:lnTo>
                <a:lnTo>
                  <a:pt x="186" y="94"/>
                </a:lnTo>
                <a:moveTo>
                  <a:pt x="205" y="103"/>
                </a:moveTo>
                <a:lnTo>
                  <a:pt x="225" y="113"/>
                </a:lnTo>
                <a:lnTo>
                  <a:pt x="214" y="132"/>
                </a:lnTo>
                <a:lnTo>
                  <a:pt x="195" y="122"/>
                </a:lnTo>
                <a:lnTo>
                  <a:pt x="205" y="103"/>
                </a:lnTo>
                <a:moveTo>
                  <a:pt x="225" y="113"/>
                </a:moveTo>
                <a:lnTo>
                  <a:pt x="247" y="124"/>
                </a:lnTo>
                <a:lnTo>
                  <a:pt x="211" y="141"/>
                </a:lnTo>
                <a:lnTo>
                  <a:pt x="202" y="122"/>
                </a:lnTo>
                <a:lnTo>
                  <a:pt x="218" y="115"/>
                </a:lnTo>
                <a:lnTo>
                  <a:pt x="223" y="124"/>
                </a:lnTo>
                <a:lnTo>
                  <a:pt x="218" y="134"/>
                </a:lnTo>
                <a:lnTo>
                  <a:pt x="214" y="132"/>
                </a:lnTo>
                <a:lnTo>
                  <a:pt x="225" y="113"/>
                </a:lnTo>
                <a:moveTo>
                  <a:pt x="211" y="141"/>
                </a:moveTo>
                <a:lnTo>
                  <a:pt x="192" y="151"/>
                </a:lnTo>
                <a:lnTo>
                  <a:pt x="183" y="132"/>
                </a:lnTo>
                <a:lnTo>
                  <a:pt x="202" y="122"/>
                </a:lnTo>
                <a:lnTo>
                  <a:pt x="211" y="141"/>
                </a:lnTo>
                <a:moveTo>
                  <a:pt x="192" y="151"/>
                </a:moveTo>
                <a:lnTo>
                  <a:pt x="174" y="160"/>
                </a:lnTo>
                <a:lnTo>
                  <a:pt x="164" y="141"/>
                </a:lnTo>
                <a:lnTo>
                  <a:pt x="183" y="132"/>
                </a:lnTo>
                <a:lnTo>
                  <a:pt x="192" y="151"/>
                </a:lnTo>
                <a:moveTo>
                  <a:pt x="174" y="160"/>
                </a:moveTo>
                <a:lnTo>
                  <a:pt x="155" y="170"/>
                </a:lnTo>
                <a:lnTo>
                  <a:pt x="145" y="151"/>
                </a:lnTo>
                <a:lnTo>
                  <a:pt x="164" y="141"/>
                </a:lnTo>
                <a:lnTo>
                  <a:pt x="174" y="160"/>
                </a:lnTo>
                <a:moveTo>
                  <a:pt x="155" y="170"/>
                </a:moveTo>
                <a:lnTo>
                  <a:pt x="136" y="179"/>
                </a:lnTo>
                <a:lnTo>
                  <a:pt x="126" y="160"/>
                </a:lnTo>
                <a:lnTo>
                  <a:pt x="145" y="151"/>
                </a:lnTo>
                <a:lnTo>
                  <a:pt x="155" y="170"/>
                </a:lnTo>
                <a:moveTo>
                  <a:pt x="136" y="179"/>
                </a:moveTo>
                <a:lnTo>
                  <a:pt x="117" y="189"/>
                </a:lnTo>
                <a:lnTo>
                  <a:pt x="107" y="170"/>
                </a:lnTo>
                <a:lnTo>
                  <a:pt x="126" y="160"/>
                </a:lnTo>
                <a:lnTo>
                  <a:pt x="136" y="179"/>
                </a:lnTo>
                <a:moveTo>
                  <a:pt x="117" y="189"/>
                </a:moveTo>
                <a:lnTo>
                  <a:pt x="98" y="198"/>
                </a:lnTo>
                <a:lnTo>
                  <a:pt x="88" y="179"/>
                </a:lnTo>
                <a:lnTo>
                  <a:pt x="107" y="170"/>
                </a:lnTo>
                <a:lnTo>
                  <a:pt x="117" y="189"/>
                </a:lnTo>
                <a:moveTo>
                  <a:pt x="98" y="198"/>
                </a:moveTo>
                <a:lnTo>
                  <a:pt x="79" y="208"/>
                </a:lnTo>
                <a:lnTo>
                  <a:pt x="69" y="189"/>
                </a:lnTo>
                <a:lnTo>
                  <a:pt x="88" y="179"/>
                </a:lnTo>
                <a:lnTo>
                  <a:pt x="98" y="198"/>
                </a:lnTo>
                <a:moveTo>
                  <a:pt x="79" y="208"/>
                </a:moveTo>
                <a:lnTo>
                  <a:pt x="60" y="217"/>
                </a:lnTo>
                <a:lnTo>
                  <a:pt x="51" y="198"/>
                </a:lnTo>
                <a:lnTo>
                  <a:pt x="69" y="189"/>
                </a:lnTo>
                <a:lnTo>
                  <a:pt x="79" y="208"/>
                </a:lnTo>
                <a:moveTo>
                  <a:pt x="60" y="217"/>
                </a:moveTo>
                <a:lnTo>
                  <a:pt x="41" y="227"/>
                </a:lnTo>
                <a:lnTo>
                  <a:pt x="32" y="208"/>
                </a:lnTo>
                <a:lnTo>
                  <a:pt x="51" y="198"/>
                </a:lnTo>
                <a:lnTo>
                  <a:pt x="60" y="217"/>
                </a:lnTo>
                <a:moveTo>
                  <a:pt x="41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1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1" y="230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1" y="132"/>
                </a:lnTo>
                <a:lnTo>
                  <a:pt x="21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1"/>
                </a:lnTo>
                <a:lnTo>
                  <a:pt x="21" y="111"/>
                </a:lnTo>
                <a:lnTo>
                  <a:pt x="21" y="132"/>
                </a:lnTo>
                <a:lnTo>
                  <a:pt x="0" y="132"/>
                </a:lnTo>
                <a:moveTo>
                  <a:pt x="0" y="111"/>
                </a:moveTo>
                <a:lnTo>
                  <a:pt x="0" y="89"/>
                </a:lnTo>
                <a:lnTo>
                  <a:pt x="21" y="89"/>
                </a:lnTo>
                <a:lnTo>
                  <a:pt x="21" y="111"/>
                </a:lnTo>
                <a:lnTo>
                  <a:pt x="0" y="111"/>
                </a:lnTo>
                <a:moveTo>
                  <a:pt x="0" y="89"/>
                </a:moveTo>
                <a:lnTo>
                  <a:pt x="0" y="68"/>
                </a:lnTo>
                <a:lnTo>
                  <a:pt x="21" y="68"/>
                </a:lnTo>
                <a:lnTo>
                  <a:pt x="21" y="89"/>
                </a:lnTo>
                <a:lnTo>
                  <a:pt x="0" y="89"/>
                </a:lnTo>
                <a:moveTo>
                  <a:pt x="0" y="68"/>
                </a:moveTo>
                <a:lnTo>
                  <a:pt x="0" y="47"/>
                </a:lnTo>
                <a:lnTo>
                  <a:pt x="21" y="47"/>
                </a:lnTo>
                <a:lnTo>
                  <a:pt x="21" y="68"/>
                </a:lnTo>
                <a:lnTo>
                  <a:pt x="0" y="68"/>
                </a:lnTo>
                <a:moveTo>
                  <a:pt x="0" y="47"/>
                </a:moveTo>
                <a:lnTo>
                  <a:pt x="0" y="26"/>
                </a:lnTo>
                <a:lnTo>
                  <a:pt x="21" y="26"/>
                </a:lnTo>
                <a:lnTo>
                  <a:pt x="21" y="47"/>
                </a:lnTo>
                <a:lnTo>
                  <a:pt x="0" y="47"/>
                </a:lnTo>
                <a:moveTo>
                  <a:pt x="0" y="26"/>
                </a:moveTo>
                <a:lnTo>
                  <a:pt x="0" y="0"/>
                </a:lnTo>
                <a:lnTo>
                  <a:pt x="34" y="18"/>
                </a:lnTo>
                <a:lnTo>
                  <a:pt x="25" y="37"/>
                </a:lnTo>
                <a:lnTo>
                  <a:pt x="6" y="28"/>
                </a:lnTo>
                <a:lnTo>
                  <a:pt x="11" y="18"/>
                </a:lnTo>
                <a:lnTo>
                  <a:pt x="21" y="18"/>
                </a:lnTo>
                <a:lnTo>
                  <a:pt x="21" y="26"/>
                </a:lnTo>
                <a:lnTo>
                  <a:pt x="0" y="2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0" name=""/>
          <p:cNvSpPr/>
          <p:nvPr/>
        </p:nvSpPr>
        <p:spPr>
          <a:xfrm>
            <a:off x="2168640" y="2653920"/>
            <a:ext cx="3161160" cy="718200"/>
          </a:xfrm>
          <a:custGeom>
            <a:avLst/>
            <a:gdLst/>
            <a:ahLst/>
            <a:rect l="0" t="0" r="r" b="b"/>
            <a:pathLst>
              <a:path fill="none" w="8781" h="1995">
                <a:moveTo>
                  <a:pt x="0" y="0"/>
                </a:moveTo>
                <a:lnTo>
                  <a:pt x="732" y="332"/>
                </a:lnTo>
                <a:cubicBezTo>
                  <a:pt x="1464" y="665"/>
                  <a:pt x="2927" y="1329"/>
                  <a:pt x="4391" y="1662"/>
                </a:cubicBezTo>
                <a:cubicBezTo>
                  <a:pt x="5854" y="1995"/>
                  <a:pt x="7318" y="1995"/>
                  <a:pt x="8050" y="1995"/>
                </a:cubicBezTo>
                <a:lnTo>
                  <a:pt x="8781" y="1995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1" name=""/>
          <p:cNvSpPr/>
          <p:nvPr/>
        </p:nvSpPr>
        <p:spPr>
          <a:xfrm>
            <a:off x="2137320" y="263664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9"/>
                </a:moveTo>
                <a:lnTo>
                  <a:pt x="150" y="194"/>
                </a:lnTo>
                <a:lnTo>
                  <a:pt x="238" y="0"/>
                </a:lnTo>
                <a:lnTo>
                  <a:pt x="0" y="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2" name=""/>
          <p:cNvSpPr/>
          <p:nvPr/>
        </p:nvSpPr>
        <p:spPr>
          <a:xfrm>
            <a:off x="2129760" y="263268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30"/>
                </a:moveTo>
                <a:lnTo>
                  <a:pt x="56" y="46"/>
                </a:lnTo>
                <a:lnTo>
                  <a:pt x="40" y="59"/>
                </a:lnTo>
                <a:lnTo>
                  <a:pt x="26" y="43"/>
                </a:lnTo>
                <a:lnTo>
                  <a:pt x="43" y="30"/>
                </a:lnTo>
                <a:moveTo>
                  <a:pt x="56" y="46"/>
                </a:moveTo>
                <a:lnTo>
                  <a:pt x="70" y="63"/>
                </a:lnTo>
                <a:lnTo>
                  <a:pt x="53" y="76"/>
                </a:lnTo>
                <a:lnTo>
                  <a:pt x="40" y="59"/>
                </a:lnTo>
                <a:lnTo>
                  <a:pt x="56" y="46"/>
                </a:lnTo>
                <a:moveTo>
                  <a:pt x="70" y="63"/>
                </a:moveTo>
                <a:lnTo>
                  <a:pt x="83" y="79"/>
                </a:lnTo>
                <a:lnTo>
                  <a:pt x="66" y="92"/>
                </a:lnTo>
                <a:lnTo>
                  <a:pt x="53" y="76"/>
                </a:lnTo>
                <a:lnTo>
                  <a:pt x="70" y="63"/>
                </a:lnTo>
                <a:moveTo>
                  <a:pt x="83" y="79"/>
                </a:moveTo>
                <a:lnTo>
                  <a:pt x="96" y="95"/>
                </a:lnTo>
                <a:lnTo>
                  <a:pt x="80" y="109"/>
                </a:lnTo>
                <a:lnTo>
                  <a:pt x="66" y="92"/>
                </a:lnTo>
                <a:lnTo>
                  <a:pt x="83" y="79"/>
                </a:lnTo>
                <a:moveTo>
                  <a:pt x="96" y="95"/>
                </a:moveTo>
                <a:lnTo>
                  <a:pt x="110" y="112"/>
                </a:lnTo>
                <a:lnTo>
                  <a:pt x="93" y="125"/>
                </a:lnTo>
                <a:lnTo>
                  <a:pt x="80" y="109"/>
                </a:lnTo>
                <a:lnTo>
                  <a:pt x="96" y="95"/>
                </a:lnTo>
                <a:moveTo>
                  <a:pt x="110" y="112"/>
                </a:moveTo>
                <a:lnTo>
                  <a:pt x="123" y="128"/>
                </a:lnTo>
                <a:lnTo>
                  <a:pt x="106" y="142"/>
                </a:lnTo>
                <a:lnTo>
                  <a:pt x="93" y="125"/>
                </a:lnTo>
                <a:lnTo>
                  <a:pt x="110" y="112"/>
                </a:lnTo>
                <a:moveTo>
                  <a:pt x="123" y="128"/>
                </a:moveTo>
                <a:lnTo>
                  <a:pt x="136" y="145"/>
                </a:lnTo>
                <a:lnTo>
                  <a:pt x="120" y="159"/>
                </a:lnTo>
                <a:lnTo>
                  <a:pt x="106" y="142"/>
                </a:lnTo>
                <a:lnTo>
                  <a:pt x="123" y="128"/>
                </a:lnTo>
                <a:moveTo>
                  <a:pt x="136" y="145"/>
                </a:moveTo>
                <a:lnTo>
                  <a:pt x="149" y="162"/>
                </a:lnTo>
                <a:lnTo>
                  <a:pt x="133" y="176"/>
                </a:lnTo>
                <a:lnTo>
                  <a:pt x="120" y="159"/>
                </a:lnTo>
                <a:lnTo>
                  <a:pt x="136" y="145"/>
                </a:lnTo>
                <a:moveTo>
                  <a:pt x="149" y="162"/>
                </a:moveTo>
                <a:lnTo>
                  <a:pt x="163" y="179"/>
                </a:lnTo>
                <a:lnTo>
                  <a:pt x="146" y="192"/>
                </a:lnTo>
                <a:lnTo>
                  <a:pt x="133" y="176"/>
                </a:lnTo>
                <a:lnTo>
                  <a:pt x="149" y="162"/>
                </a:lnTo>
                <a:moveTo>
                  <a:pt x="163" y="179"/>
                </a:moveTo>
                <a:lnTo>
                  <a:pt x="176" y="195"/>
                </a:lnTo>
                <a:lnTo>
                  <a:pt x="160" y="208"/>
                </a:lnTo>
                <a:lnTo>
                  <a:pt x="146" y="192"/>
                </a:lnTo>
                <a:lnTo>
                  <a:pt x="163" y="179"/>
                </a:lnTo>
                <a:moveTo>
                  <a:pt x="176" y="195"/>
                </a:moveTo>
                <a:lnTo>
                  <a:pt x="179" y="198"/>
                </a:lnTo>
                <a:lnTo>
                  <a:pt x="170" y="205"/>
                </a:lnTo>
                <a:lnTo>
                  <a:pt x="161" y="200"/>
                </a:lnTo>
                <a:lnTo>
                  <a:pt x="168" y="185"/>
                </a:lnTo>
                <a:lnTo>
                  <a:pt x="187" y="193"/>
                </a:lnTo>
                <a:lnTo>
                  <a:pt x="173" y="225"/>
                </a:lnTo>
                <a:lnTo>
                  <a:pt x="160" y="208"/>
                </a:lnTo>
                <a:lnTo>
                  <a:pt x="176" y="195"/>
                </a:lnTo>
                <a:moveTo>
                  <a:pt x="168" y="185"/>
                </a:moveTo>
                <a:lnTo>
                  <a:pt x="177" y="165"/>
                </a:lnTo>
                <a:lnTo>
                  <a:pt x="196" y="174"/>
                </a:lnTo>
                <a:lnTo>
                  <a:pt x="187" y="193"/>
                </a:lnTo>
                <a:lnTo>
                  <a:pt x="168" y="185"/>
                </a:lnTo>
                <a:moveTo>
                  <a:pt x="177" y="165"/>
                </a:moveTo>
                <a:lnTo>
                  <a:pt x="185" y="145"/>
                </a:lnTo>
                <a:lnTo>
                  <a:pt x="205" y="154"/>
                </a:lnTo>
                <a:lnTo>
                  <a:pt x="196" y="174"/>
                </a:lnTo>
                <a:lnTo>
                  <a:pt x="177" y="165"/>
                </a:lnTo>
                <a:moveTo>
                  <a:pt x="185" y="145"/>
                </a:moveTo>
                <a:lnTo>
                  <a:pt x="194" y="126"/>
                </a:lnTo>
                <a:lnTo>
                  <a:pt x="213" y="134"/>
                </a:lnTo>
                <a:lnTo>
                  <a:pt x="205" y="154"/>
                </a:lnTo>
                <a:lnTo>
                  <a:pt x="185" y="145"/>
                </a:lnTo>
                <a:moveTo>
                  <a:pt x="194" y="126"/>
                </a:moveTo>
                <a:lnTo>
                  <a:pt x="203" y="106"/>
                </a:lnTo>
                <a:lnTo>
                  <a:pt x="222" y="115"/>
                </a:lnTo>
                <a:lnTo>
                  <a:pt x="213" y="134"/>
                </a:lnTo>
                <a:lnTo>
                  <a:pt x="194" y="126"/>
                </a:lnTo>
                <a:moveTo>
                  <a:pt x="203" y="106"/>
                </a:moveTo>
                <a:lnTo>
                  <a:pt x="212" y="87"/>
                </a:lnTo>
                <a:lnTo>
                  <a:pt x="231" y="96"/>
                </a:lnTo>
                <a:lnTo>
                  <a:pt x="222" y="115"/>
                </a:lnTo>
                <a:lnTo>
                  <a:pt x="203" y="106"/>
                </a:lnTo>
                <a:moveTo>
                  <a:pt x="212" y="87"/>
                </a:moveTo>
                <a:lnTo>
                  <a:pt x="220" y="68"/>
                </a:lnTo>
                <a:lnTo>
                  <a:pt x="240" y="77"/>
                </a:lnTo>
                <a:lnTo>
                  <a:pt x="231" y="96"/>
                </a:lnTo>
                <a:lnTo>
                  <a:pt x="212" y="87"/>
                </a:lnTo>
                <a:moveTo>
                  <a:pt x="220" y="68"/>
                </a:moveTo>
                <a:lnTo>
                  <a:pt x="229" y="49"/>
                </a:lnTo>
                <a:lnTo>
                  <a:pt x="248" y="57"/>
                </a:lnTo>
                <a:lnTo>
                  <a:pt x="240" y="77"/>
                </a:lnTo>
                <a:lnTo>
                  <a:pt x="220" y="68"/>
                </a:lnTo>
                <a:moveTo>
                  <a:pt x="229" y="49"/>
                </a:moveTo>
                <a:lnTo>
                  <a:pt x="238" y="29"/>
                </a:lnTo>
                <a:lnTo>
                  <a:pt x="258" y="38"/>
                </a:lnTo>
                <a:lnTo>
                  <a:pt x="248" y="57"/>
                </a:lnTo>
                <a:lnTo>
                  <a:pt x="229" y="49"/>
                </a:lnTo>
                <a:moveTo>
                  <a:pt x="238" y="29"/>
                </a:moveTo>
                <a:lnTo>
                  <a:pt x="247" y="10"/>
                </a:lnTo>
                <a:lnTo>
                  <a:pt x="267" y="19"/>
                </a:lnTo>
                <a:lnTo>
                  <a:pt x="258" y="38"/>
                </a:lnTo>
                <a:lnTo>
                  <a:pt x="238" y="29"/>
                </a:lnTo>
                <a:moveTo>
                  <a:pt x="247" y="10"/>
                </a:moveTo>
                <a:lnTo>
                  <a:pt x="248" y="7"/>
                </a:lnTo>
                <a:lnTo>
                  <a:pt x="259" y="11"/>
                </a:lnTo>
                <a:lnTo>
                  <a:pt x="259" y="22"/>
                </a:lnTo>
                <a:lnTo>
                  <a:pt x="241" y="22"/>
                </a:lnTo>
                <a:lnTo>
                  <a:pt x="240" y="1"/>
                </a:lnTo>
                <a:lnTo>
                  <a:pt x="276" y="0"/>
                </a:lnTo>
                <a:lnTo>
                  <a:pt x="267" y="19"/>
                </a:lnTo>
                <a:lnTo>
                  <a:pt x="247" y="10"/>
                </a:lnTo>
                <a:moveTo>
                  <a:pt x="241" y="22"/>
                </a:moveTo>
                <a:lnTo>
                  <a:pt x="220" y="23"/>
                </a:lnTo>
                <a:lnTo>
                  <a:pt x="219" y="2"/>
                </a:lnTo>
                <a:lnTo>
                  <a:pt x="240" y="1"/>
                </a:lnTo>
                <a:lnTo>
                  <a:pt x="241" y="22"/>
                </a:lnTo>
                <a:moveTo>
                  <a:pt x="220" y="23"/>
                </a:moveTo>
                <a:lnTo>
                  <a:pt x="199" y="24"/>
                </a:lnTo>
                <a:lnTo>
                  <a:pt x="198" y="3"/>
                </a:lnTo>
                <a:lnTo>
                  <a:pt x="219" y="2"/>
                </a:lnTo>
                <a:lnTo>
                  <a:pt x="220" y="23"/>
                </a:lnTo>
                <a:moveTo>
                  <a:pt x="199" y="24"/>
                </a:moveTo>
                <a:lnTo>
                  <a:pt x="177" y="25"/>
                </a:lnTo>
                <a:lnTo>
                  <a:pt x="177" y="3"/>
                </a:lnTo>
                <a:lnTo>
                  <a:pt x="198" y="3"/>
                </a:lnTo>
                <a:lnTo>
                  <a:pt x="199" y="24"/>
                </a:lnTo>
                <a:moveTo>
                  <a:pt x="177" y="25"/>
                </a:moveTo>
                <a:lnTo>
                  <a:pt x="156" y="25"/>
                </a:lnTo>
                <a:lnTo>
                  <a:pt x="155" y="4"/>
                </a:lnTo>
                <a:lnTo>
                  <a:pt x="177" y="3"/>
                </a:lnTo>
                <a:lnTo>
                  <a:pt x="177" y="25"/>
                </a:lnTo>
                <a:moveTo>
                  <a:pt x="156" y="25"/>
                </a:moveTo>
                <a:lnTo>
                  <a:pt x="135" y="26"/>
                </a:lnTo>
                <a:lnTo>
                  <a:pt x="134" y="5"/>
                </a:lnTo>
                <a:lnTo>
                  <a:pt x="155" y="4"/>
                </a:lnTo>
                <a:lnTo>
                  <a:pt x="156" y="25"/>
                </a:lnTo>
                <a:moveTo>
                  <a:pt x="135" y="26"/>
                </a:moveTo>
                <a:lnTo>
                  <a:pt x="114" y="27"/>
                </a:lnTo>
                <a:lnTo>
                  <a:pt x="113" y="6"/>
                </a:lnTo>
                <a:lnTo>
                  <a:pt x="134" y="5"/>
                </a:lnTo>
                <a:lnTo>
                  <a:pt x="135" y="26"/>
                </a:lnTo>
                <a:moveTo>
                  <a:pt x="114" y="27"/>
                </a:moveTo>
                <a:lnTo>
                  <a:pt x="93" y="28"/>
                </a:lnTo>
                <a:lnTo>
                  <a:pt x="92" y="7"/>
                </a:lnTo>
                <a:lnTo>
                  <a:pt x="113" y="6"/>
                </a:lnTo>
                <a:lnTo>
                  <a:pt x="114" y="27"/>
                </a:lnTo>
                <a:moveTo>
                  <a:pt x="93" y="28"/>
                </a:moveTo>
                <a:lnTo>
                  <a:pt x="72" y="29"/>
                </a:lnTo>
                <a:lnTo>
                  <a:pt x="71" y="7"/>
                </a:lnTo>
                <a:lnTo>
                  <a:pt x="92" y="7"/>
                </a:lnTo>
                <a:lnTo>
                  <a:pt x="93" y="28"/>
                </a:lnTo>
                <a:moveTo>
                  <a:pt x="72" y="29"/>
                </a:moveTo>
                <a:lnTo>
                  <a:pt x="51" y="29"/>
                </a:lnTo>
                <a:lnTo>
                  <a:pt x="50" y="8"/>
                </a:lnTo>
                <a:lnTo>
                  <a:pt x="71" y="7"/>
                </a:lnTo>
                <a:lnTo>
                  <a:pt x="72" y="29"/>
                </a:lnTo>
                <a:moveTo>
                  <a:pt x="51" y="29"/>
                </a:moveTo>
                <a:lnTo>
                  <a:pt x="29" y="30"/>
                </a:lnTo>
                <a:lnTo>
                  <a:pt x="29" y="9"/>
                </a:lnTo>
                <a:lnTo>
                  <a:pt x="50" y="8"/>
                </a:lnTo>
                <a:lnTo>
                  <a:pt x="51" y="29"/>
                </a:lnTo>
                <a:moveTo>
                  <a:pt x="29" y="30"/>
                </a:moveTo>
                <a:lnTo>
                  <a:pt x="22" y="30"/>
                </a:lnTo>
                <a:lnTo>
                  <a:pt x="21" y="20"/>
                </a:lnTo>
                <a:lnTo>
                  <a:pt x="30" y="13"/>
                </a:lnTo>
                <a:lnTo>
                  <a:pt x="43" y="30"/>
                </a:lnTo>
                <a:lnTo>
                  <a:pt x="26" y="43"/>
                </a:lnTo>
                <a:lnTo>
                  <a:pt x="0" y="10"/>
                </a:lnTo>
                <a:lnTo>
                  <a:pt x="29" y="9"/>
                </a:lnTo>
                <a:lnTo>
                  <a:pt x="29" y="3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3" name=""/>
          <p:cNvSpPr/>
          <p:nvPr/>
        </p:nvSpPr>
        <p:spPr>
          <a:xfrm>
            <a:off x="5291640" y="33336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4" name=""/>
          <p:cNvSpPr/>
          <p:nvPr/>
        </p:nvSpPr>
        <p:spPr>
          <a:xfrm>
            <a:off x="5287680" y="33274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6"/>
                </a:lnTo>
                <a:moveTo>
                  <a:pt x="72" y="36"/>
                </a:moveTo>
                <a:lnTo>
                  <a:pt x="91" y="45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5"/>
                </a:moveTo>
                <a:lnTo>
                  <a:pt x="110" y="55"/>
                </a:lnTo>
                <a:lnTo>
                  <a:pt x="100" y="74"/>
                </a:lnTo>
                <a:lnTo>
                  <a:pt x="82" y="64"/>
                </a:lnTo>
                <a:lnTo>
                  <a:pt x="91" y="45"/>
                </a:lnTo>
                <a:moveTo>
                  <a:pt x="110" y="55"/>
                </a:moveTo>
                <a:lnTo>
                  <a:pt x="129" y="64"/>
                </a:lnTo>
                <a:lnTo>
                  <a:pt x="119" y="83"/>
                </a:lnTo>
                <a:lnTo>
                  <a:pt x="100" y="74"/>
                </a:lnTo>
                <a:lnTo>
                  <a:pt x="110" y="55"/>
                </a:lnTo>
                <a:moveTo>
                  <a:pt x="129" y="64"/>
                </a:moveTo>
                <a:lnTo>
                  <a:pt x="149" y="74"/>
                </a:lnTo>
                <a:lnTo>
                  <a:pt x="139" y="93"/>
                </a:lnTo>
                <a:lnTo>
                  <a:pt x="119" y="83"/>
                </a:lnTo>
                <a:lnTo>
                  <a:pt x="129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2"/>
                </a:lnTo>
                <a:lnTo>
                  <a:pt x="139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8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2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2" y="140"/>
                </a:lnTo>
                <a:lnTo>
                  <a:pt x="203" y="121"/>
                </a:lnTo>
                <a:lnTo>
                  <a:pt x="218" y="113"/>
                </a:lnTo>
                <a:lnTo>
                  <a:pt x="223" y="123"/>
                </a:lnTo>
                <a:lnTo>
                  <a:pt x="218" y="132"/>
                </a:lnTo>
                <a:lnTo>
                  <a:pt x="215" y="131"/>
                </a:lnTo>
                <a:lnTo>
                  <a:pt x="225" y="112"/>
                </a:lnTo>
                <a:moveTo>
                  <a:pt x="212" y="140"/>
                </a:moveTo>
                <a:lnTo>
                  <a:pt x="194" y="149"/>
                </a:lnTo>
                <a:lnTo>
                  <a:pt x="184" y="131"/>
                </a:lnTo>
                <a:lnTo>
                  <a:pt x="203" y="121"/>
                </a:lnTo>
                <a:lnTo>
                  <a:pt x="212" y="140"/>
                </a:lnTo>
                <a:moveTo>
                  <a:pt x="194" y="149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49"/>
                </a:lnTo>
                <a:moveTo>
                  <a:pt x="175" y="159"/>
                </a:moveTo>
                <a:lnTo>
                  <a:pt x="156" y="168"/>
                </a:lnTo>
                <a:lnTo>
                  <a:pt x="146" y="149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8"/>
                </a:moveTo>
                <a:lnTo>
                  <a:pt x="137" y="178"/>
                </a:lnTo>
                <a:lnTo>
                  <a:pt x="126" y="159"/>
                </a:lnTo>
                <a:lnTo>
                  <a:pt x="146" y="149"/>
                </a:lnTo>
                <a:lnTo>
                  <a:pt x="156" y="168"/>
                </a:lnTo>
                <a:moveTo>
                  <a:pt x="137" y="178"/>
                </a:moveTo>
                <a:lnTo>
                  <a:pt x="117" y="187"/>
                </a:lnTo>
                <a:lnTo>
                  <a:pt x="107" y="168"/>
                </a:lnTo>
                <a:lnTo>
                  <a:pt x="126" y="159"/>
                </a:lnTo>
                <a:lnTo>
                  <a:pt x="137" y="178"/>
                </a:lnTo>
                <a:moveTo>
                  <a:pt x="117" y="187"/>
                </a:moveTo>
                <a:lnTo>
                  <a:pt x="98" y="198"/>
                </a:lnTo>
                <a:lnTo>
                  <a:pt x="88" y="178"/>
                </a:lnTo>
                <a:lnTo>
                  <a:pt x="107" y="168"/>
                </a:lnTo>
                <a:lnTo>
                  <a:pt x="117" y="187"/>
                </a:lnTo>
                <a:moveTo>
                  <a:pt x="98" y="198"/>
                </a:moveTo>
                <a:lnTo>
                  <a:pt x="79" y="207"/>
                </a:lnTo>
                <a:lnTo>
                  <a:pt x="69" y="187"/>
                </a:lnTo>
                <a:lnTo>
                  <a:pt x="88" y="178"/>
                </a:lnTo>
                <a:lnTo>
                  <a:pt x="98" y="198"/>
                </a:lnTo>
                <a:moveTo>
                  <a:pt x="79" y="207"/>
                </a:moveTo>
                <a:lnTo>
                  <a:pt x="60" y="217"/>
                </a:lnTo>
                <a:lnTo>
                  <a:pt x="51" y="198"/>
                </a:lnTo>
                <a:lnTo>
                  <a:pt x="69" y="187"/>
                </a:lnTo>
                <a:lnTo>
                  <a:pt x="79" y="207"/>
                </a:lnTo>
                <a:moveTo>
                  <a:pt x="60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30"/>
                </a:lnTo>
                <a:lnTo>
                  <a:pt x="11" y="230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3"/>
                </a:lnTo>
                <a:lnTo>
                  <a:pt x="21" y="173"/>
                </a:lnTo>
                <a:lnTo>
                  <a:pt x="21" y="195"/>
                </a:lnTo>
                <a:lnTo>
                  <a:pt x="0" y="195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0"/>
                </a:lnTo>
                <a:lnTo>
                  <a:pt x="21" y="130"/>
                </a:lnTo>
                <a:lnTo>
                  <a:pt x="21" y="152"/>
                </a:lnTo>
                <a:lnTo>
                  <a:pt x="0" y="152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5" name=""/>
          <p:cNvSpPr/>
          <p:nvPr/>
        </p:nvSpPr>
        <p:spPr>
          <a:xfrm>
            <a:off x="2968200" y="116172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6" name=""/>
          <p:cNvSpPr/>
          <p:nvPr/>
        </p:nvSpPr>
        <p:spPr>
          <a:xfrm>
            <a:off x="2968200" y="116172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7" name=""/>
          <p:cNvSpPr txBox="1"/>
          <p:nvPr/>
        </p:nvSpPr>
        <p:spPr>
          <a:xfrm>
            <a:off x="457200" y="875520"/>
            <a:ext cx="4593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Van al die stromen leggen we er nu drie vast, tussen vier systemen.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8" name=""/>
          <p:cNvSpPr txBox="1"/>
          <p:nvPr/>
        </p:nvSpPr>
        <p:spPr>
          <a:xfrm>
            <a:off x="2968200" y="118260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49" name=""/>
          <p:cNvSpPr/>
          <p:nvPr/>
        </p:nvSpPr>
        <p:spPr>
          <a:xfrm>
            <a:off x="2840040" y="215244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0" name=""/>
          <p:cNvSpPr/>
          <p:nvPr/>
        </p:nvSpPr>
        <p:spPr>
          <a:xfrm>
            <a:off x="2840040" y="215244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1" name=""/>
          <p:cNvSpPr txBox="1"/>
          <p:nvPr/>
        </p:nvSpPr>
        <p:spPr>
          <a:xfrm>
            <a:off x="3345120" y="1411200"/>
            <a:ext cx="806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aanbod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2" name=""/>
          <p:cNvSpPr txBox="1"/>
          <p:nvPr/>
        </p:nvSpPr>
        <p:spPr>
          <a:xfrm>
            <a:off x="2944080" y="2173320"/>
            <a:ext cx="1609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3" name=""/>
          <p:cNvSpPr/>
          <p:nvPr/>
        </p:nvSpPr>
        <p:spPr>
          <a:xfrm>
            <a:off x="2968200" y="31431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4" name=""/>
          <p:cNvSpPr/>
          <p:nvPr/>
        </p:nvSpPr>
        <p:spPr>
          <a:xfrm>
            <a:off x="2968200" y="31431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5" name=""/>
          <p:cNvSpPr txBox="1"/>
          <p:nvPr/>
        </p:nvSpPr>
        <p:spPr>
          <a:xfrm>
            <a:off x="2840040" y="2401920"/>
            <a:ext cx="1821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verbintenis en resultaat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6" name=""/>
          <p:cNvSpPr txBox="1"/>
          <p:nvPr/>
        </p:nvSpPr>
        <p:spPr>
          <a:xfrm>
            <a:off x="2968200" y="316368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7" name=""/>
          <p:cNvSpPr/>
          <p:nvPr/>
        </p:nvSpPr>
        <p:spPr>
          <a:xfrm>
            <a:off x="533160" y="2124000"/>
            <a:ext cx="2068920" cy="514440"/>
          </a:xfrm>
          <a:custGeom>
            <a:avLst/>
            <a:gdLst/>
            <a:ahLst/>
            <a:rect l="0" t="0" r="r" b="b"/>
            <a:pathLst>
              <a:path w="5747" h="1429">
                <a:moveTo>
                  <a:pt x="0" y="0"/>
                </a:moveTo>
                <a:lnTo>
                  <a:pt x="5747" y="0"/>
                </a:lnTo>
                <a:lnTo>
                  <a:pt x="57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8" name=""/>
          <p:cNvSpPr/>
          <p:nvPr/>
        </p:nvSpPr>
        <p:spPr>
          <a:xfrm>
            <a:off x="533160" y="2124000"/>
            <a:ext cx="2068920" cy="514440"/>
          </a:xfrm>
          <a:custGeom>
            <a:avLst/>
            <a:gdLst/>
            <a:ahLst/>
            <a:rect l="0" t="0" r="r" b="b"/>
            <a:pathLst>
              <a:path w="5747" h="1429">
                <a:moveTo>
                  <a:pt x="0" y="0"/>
                </a:moveTo>
                <a:lnTo>
                  <a:pt x="5747" y="0"/>
                </a:lnTo>
                <a:lnTo>
                  <a:pt x="5747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9" name=""/>
          <p:cNvSpPr txBox="1"/>
          <p:nvPr/>
        </p:nvSpPr>
        <p:spPr>
          <a:xfrm>
            <a:off x="3225240" y="3392280"/>
            <a:ext cx="10537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leermiddel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0" name=""/>
          <p:cNvSpPr/>
          <p:nvPr/>
        </p:nvSpPr>
        <p:spPr>
          <a:xfrm>
            <a:off x="5050800" y="113328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1" name=""/>
          <p:cNvSpPr/>
          <p:nvPr/>
        </p:nvSpPr>
        <p:spPr>
          <a:xfrm>
            <a:off x="5050800" y="1133280"/>
            <a:ext cx="2292840" cy="514800"/>
          </a:xfrm>
          <a:custGeom>
            <a:avLst/>
            <a:gdLst/>
            <a:ahLst/>
            <a:rect l="0" t="0" r="r" b="b"/>
            <a:pathLst>
              <a:path w="6369" h="1430">
                <a:moveTo>
                  <a:pt x="0" y="0"/>
                </a:moveTo>
                <a:lnTo>
                  <a:pt x="6369" y="0"/>
                </a:lnTo>
                <a:lnTo>
                  <a:pt x="636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2" name=""/>
          <p:cNvSpPr txBox="1"/>
          <p:nvPr/>
        </p:nvSpPr>
        <p:spPr>
          <a:xfrm>
            <a:off x="819000" y="228744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3" name=""/>
          <p:cNvSpPr/>
          <p:nvPr/>
        </p:nvSpPr>
        <p:spPr>
          <a:xfrm>
            <a:off x="4897080" y="2124000"/>
            <a:ext cx="2600280" cy="514440"/>
          </a:xfrm>
          <a:custGeom>
            <a:avLst/>
            <a:gdLst/>
            <a:ahLst/>
            <a:rect l="0" t="0" r="r" b="b"/>
            <a:pathLst>
              <a:path w="7223" h="1429">
                <a:moveTo>
                  <a:pt x="0" y="0"/>
                </a:moveTo>
                <a:lnTo>
                  <a:pt x="7223" y="0"/>
                </a:lnTo>
                <a:lnTo>
                  <a:pt x="7223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4" name=""/>
          <p:cNvSpPr/>
          <p:nvPr/>
        </p:nvSpPr>
        <p:spPr>
          <a:xfrm>
            <a:off x="4897080" y="2124000"/>
            <a:ext cx="2600280" cy="514440"/>
          </a:xfrm>
          <a:custGeom>
            <a:avLst/>
            <a:gdLst/>
            <a:ahLst/>
            <a:rect l="0" t="0" r="r" b="b"/>
            <a:pathLst>
              <a:path w="7223" h="1429">
                <a:moveTo>
                  <a:pt x="0" y="0"/>
                </a:moveTo>
                <a:lnTo>
                  <a:pt x="7223" y="0"/>
                </a:lnTo>
                <a:lnTo>
                  <a:pt x="7223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5" name=""/>
          <p:cNvSpPr txBox="1"/>
          <p:nvPr/>
        </p:nvSpPr>
        <p:spPr>
          <a:xfrm>
            <a:off x="5337000" y="129672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6" name=""/>
          <p:cNvSpPr/>
          <p:nvPr/>
        </p:nvSpPr>
        <p:spPr>
          <a:xfrm>
            <a:off x="5367600" y="311436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7" name=""/>
          <p:cNvSpPr/>
          <p:nvPr/>
        </p:nvSpPr>
        <p:spPr>
          <a:xfrm>
            <a:off x="5367600" y="311436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8" name=""/>
          <p:cNvSpPr txBox="1"/>
          <p:nvPr/>
        </p:nvSpPr>
        <p:spPr>
          <a:xfrm>
            <a:off x="5182920" y="228744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9" name=""/>
          <p:cNvSpPr/>
          <p:nvPr/>
        </p:nvSpPr>
        <p:spPr>
          <a:xfrm>
            <a:off x="485640" y="3819240"/>
            <a:ext cx="3953160" cy="1124280"/>
          </a:xfrm>
          <a:custGeom>
            <a:avLst/>
            <a:gdLst/>
            <a:ahLst/>
            <a:rect l="0" t="0" r="r" b="b"/>
            <a:pathLst>
              <a:path w="10981" h="3123">
                <a:moveTo>
                  <a:pt x="0" y="2912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10769" y="0"/>
                </a:lnTo>
                <a:cubicBezTo>
                  <a:pt x="10783" y="0"/>
                  <a:pt x="10797" y="2"/>
                  <a:pt x="10811" y="4"/>
                </a:cubicBezTo>
                <a:cubicBezTo>
                  <a:pt x="10824" y="7"/>
                  <a:pt x="10838" y="11"/>
                  <a:pt x="10850" y="16"/>
                </a:cubicBezTo>
                <a:cubicBezTo>
                  <a:pt x="10863" y="22"/>
                  <a:pt x="10875" y="28"/>
                  <a:pt x="10887" y="36"/>
                </a:cubicBezTo>
                <a:cubicBezTo>
                  <a:pt x="10899" y="44"/>
                  <a:pt x="10909" y="52"/>
                  <a:pt x="10919" y="62"/>
                </a:cubicBezTo>
                <a:cubicBezTo>
                  <a:pt x="10929" y="72"/>
                  <a:pt x="10938" y="83"/>
                  <a:pt x="10945" y="94"/>
                </a:cubicBezTo>
                <a:cubicBezTo>
                  <a:pt x="10953" y="106"/>
                  <a:pt x="10960" y="118"/>
                  <a:pt x="10965" y="131"/>
                </a:cubicBezTo>
                <a:cubicBezTo>
                  <a:pt x="10970" y="144"/>
                  <a:pt x="10974" y="157"/>
                  <a:pt x="10977" y="171"/>
                </a:cubicBezTo>
                <a:cubicBezTo>
                  <a:pt x="10980" y="184"/>
                  <a:pt x="10981" y="198"/>
                  <a:pt x="10981" y="212"/>
                </a:cubicBezTo>
                <a:lnTo>
                  <a:pt x="10981" y="2912"/>
                </a:lnTo>
                <a:cubicBezTo>
                  <a:pt x="10981" y="2926"/>
                  <a:pt x="10980" y="2939"/>
                  <a:pt x="10977" y="2953"/>
                </a:cubicBezTo>
                <a:cubicBezTo>
                  <a:pt x="10974" y="2967"/>
                  <a:pt x="10970" y="2980"/>
                  <a:pt x="10965" y="2993"/>
                </a:cubicBezTo>
                <a:cubicBezTo>
                  <a:pt x="10960" y="3006"/>
                  <a:pt x="10953" y="3018"/>
                  <a:pt x="10945" y="3029"/>
                </a:cubicBezTo>
                <a:cubicBezTo>
                  <a:pt x="10938" y="3041"/>
                  <a:pt x="10929" y="3052"/>
                  <a:pt x="10919" y="3061"/>
                </a:cubicBezTo>
                <a:cubicBezTo>
                  <a:pt x="10909" y="3071"/>
                  <a:pt x="10899" y="3080"/>
                  <a:pt x="10887" y="3088"/>
                </a:cubicBezTo>
                <a:cubicBezTo>
                  <a:pt x="10875" y="3095"/>
                  <a:pt x="10863" y="3102"/>
                  <a:pt x="10850" y="3107"/>
                </a:cubicBezTo>
                <a:cubicBezTo>
                  <a:pt x="10838" y="3113"/>
                  <a:pt x="10824" y="3117"/>
                  <a:pt x="10811" y="3119"/>
                </a:cubicBezTo>
                <a:cubicBezTo>
                  <a:pt x="10797" y="3122"/>
                  <a:pt x="10783" y="3123"/>
                  <a:pt x="10769" y="3123"/>
                </a:cubicBezTo>
                <a:lnTo>
                  <a:pt x="132" y="3123"/>
                </a:lnTo>
                <a:cubicBezTo>
                  <a:pt x="123" y="3123"/>
                  <a:pt x="115" y="3122"/>
                  <a:pt x="106" y="3119"/>
                </a:cubicBezTo>
                <a:cubicBezTo>
                  <a:pt x="98" y="3117"/>
                  <a:pt x="90" y="3113"/>
                  <a:pt x="82" y="3107"/>
                </a:cubicBezTo>
                <a:cubicBezTo>
                  <a:pt x="74" y="3102"/>
                  <a:pt x="66" y="3095"/>
                  <a:pt x="59" y="3088"/>
                </a:cubicBezTo>
                <a:cubicBezTo>
                  <a:pt x="51" y="3080"/>
                  <a:pt x="45" y="3071"/>
                  <a:pt x="39" y="3061"/>
                </a:cubicBezTo>
                <a:cubicBezTo>
                  <a:pt x="32" y="3052"/>
                  <a:pt x="27" y="3041"/>
                  <a:pt x="22" y="3029"/>
                </a:cubicBezTo>
                <a:cubicBezTo>
                  <a:pt x="17" y="3018"/>
                  <a:pt x="13" y="3006"/>
                  <a:pt x="10" y="2993"/>
                </a:cubicBezTo>
                <a:cubicBezTo>
                  <a:pt x="7" y="2980"/>
                  <a:pt x="4" y="2967"/>
                  <a:pt x="2" y="2953"/>
                </a:cubicBezTo>
                <a:cubicBezTo>
                  <a:pt x="1" y="2939"/>
                  <a:pt x="0" y="2926"/>
                  <a:pt x="0" y="291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0" name=""/>
          <p:cNvSpPr/>
          <p:nvPr/>
        </p:nvSpPr>
        <p:spPr>
          <a:xfrm>
            <a:off x="456840" y="3819240"/>
            <a:ext cx="3981960" cy="1124280"/>
          </a:xfrm>
          <a:custGeom>
            <a:avLst/>
            <a:gdLst/>
            <a:ahLst/>
            <a:rect l="0" t="0" r="r" b="b"/>
            <a:pathLst>
              <a:path w="11061" h="3123">
                <a:moveTo>
                  <a:pt x="0" y="0"/>
                </a:moveTo>
                <a:lnTo>
                  <a:pt x="11061" y="0"/>
                </a:lnTo>
                <a:lnTo>
                  <a:pt x="11061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1" name=""/>
          <p:cNvSpPr txBox="1"/>
          <p:nvPr/>
        </p:nvSpPr>
        <p:spPr>
          <a:xfrm>
            <a:off x="5653440" y="3278160"/>
            <a:ext cx="1093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Leeromgeving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2" name=""/>
          <p:cNvSpPr txBox="1"/>
          <p:nvPr/>
        </p:nvSpPr>
        <p:spPr>
          <a:xfrm>
            <a:off x="681840" y="3966840"/>
            <a:ext cx="15552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0e9e7e"/>
                </a:solidFill>
                <a:latin typeface="Arial"/>
                <a:ea typeface="Arial"/>
              </a:rPr>
              <a:t>Spoor, geen draad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3" name=""/>
          <p:cNvSpPr txBox="1"/>
          <p:nvPr/>
        </p:nvSpPr>
        <p:spPr>
          <a:xfrm>
            <a:off x="681840" y="4232160"/>
            <a:ext cx="39556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Per instelling en per leverancier opnieuw bedacht is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4" name=""/>
          <p:cNvSpPr txBox="1"/>
          <p:nvPr/>
        </p:nvSpPr>
        <p:spPr>
          <a:xfrm>
            <a:off x="681840" y="4432320"/>
            <a:ext cx="3560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draad. Met een afspraak eronder is het spoor waar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5" name=""/>
          <p:cNvSpPr/>
          <p:nvPr/>
        </p:nvSpPr>
        <p:spPr>
          <a:xfrm>
            <a:off x="4590720" y="3819240"/>
            <a:ext cx="3953520" cy="1124280"/>
          </a:xfrm>
          <a:custGeom>
            <a:avLst/>
            <a:gdLst/>
            <a:ahLst/>
            <a:rect l="0" t="0" r="r" b="b"/>
            <a:pathLst>
              <a:path w="10982" h="3123">
                <a:moveTo>
                  <a:pt x="0" y="2912"/>
                </a:moveTo>
                <a:lnTo>
                  <a:pt x="0" y="212"/>
                </a:lnTo>
                <a:cubicBezTo>
                  <a:pt x="0" y="198"/>
                  <a:pt x="1" y="184"/>
                  <a:pt x="3" y="171"/>
                </a:cubicBezTo>
                <a:cubicBezTo>
                  <a:pt x="5" y="157"/>
                  <a:pt x="7" y="144"/>
                  <a:pt x="10" y="131"/>
                </a:cubicBezTo>
                <a:cubicBezTo>
                  <a:pt x="14" y="118"/>
                  <a:pt x="18" y="106"/>
                  <a:pt x="23" y="94"/>
                </a:cubicBezTo>
                <a:cubicBezTo>
                  <a:pt x="28" y="83"/>
                  <a:pt x="33" y="72"/>
                  <a:pt x="39" y="62"/>
                </a:cubicBezTo>
                <a:cubicBezTo>
                  <a:pt x="45" y="52"/>
                  <a:pt x="52" y="44"/>
                  <a:pt x="59" y="36"/>
                </a:cubicBezTo>
                <a:cubicBezTo>
                  <a:pt x="66" y="28"/>
                  <a:pt x="74" y="22"/>
                  <a:pt x="82" y="16"/>
                </a:cubicBezTo>
                <a:cubicBezTo>
                  <a:pt x="90" y="11"/>
                  <a:pt x="98" y="7"/>
                  <a:pt x="107" y="4"/>
                </a:cubicBezTo>
                <a:cubicBezTo>
                  <a:pt x="115" y="2"/>
                  <a:pt x="124" y="0"/>
                  <a:pt x="133" y="0"/>
                </a:cubicBezTo>
                <a:lnTo>
                  <a:pt x="10770" y="0"/>
                </a:lnTo>
                <a:cubicBezTo>
                  <a:pt x="10784" y="0"/>
                  <a:pt x="10798" y="2"/>
                  <a:pt x="10811" y="4"/>
                </a:cubicBezTo>
                <a:cubicBezTo>
                  <a:pt x="10825" y="7"/>
                  <a:pt x="10838" y="11"/>
                  <a:pt x="10851" y="16"/>
                </a:cubicBezTo>
                <a:cubicBezTo>
                  <a:pt x="10864" y="22"/>
                  <a:pt x="10876" y="28"/>
                  <a:pt x="10888" y="36"/>
                </a:cubicBezTo>
                <a:cubicBezTo>
                  <a:pt x="10899" y="44"/>
                  <a:pt x="10910" y="52"/>
                  <a:pt x="10920" y="62"/>
                </a:cubicBezTo>
                <a:cubicBezTo>
                  <a:pt x="10929" y="72"/>
                  <a:pt x="10938" y="83"/>
                  <a:pt x="10946" y="94"/>
                </a:cubicBezTo>
                <a:cubicBezTo>
                  <a:pt x="10954" y="106"/>
                  <a:pt x="10960" y="118"/>
                  <a:pt x="10966" y="131"/>
                </a:cubicBezTo>
                <a:cubicBezTo>
                  <a:pt x="10971" y="144"/>
                  <a:pt x="10975" y="157"/>
                  <a:pt x="10978" y="171"/>
                </a:cubicBezTo>
                <a:cubicBezTo>
                  <a:pt x="10980" y="184"/>
                  <a:pt x="10982" y="198"/>
                  <a:pt x="10982" y="212"/>
                </a:cubicBezTo>
                <a:lnTo>
                  <a:pt x="10982" y="2912"/>
                </a:lnTo>
                <a:cubicBezTo>
                  <a:pt x="10982" y="2926"/>
                  <a:pt x="10980" y="2939"/>
                  <a:pt x="10978" y="2953"/>
                </a:cubicBezTo>
                <a:cubicBezTo>
                  <a:pt x="10975" y="2967"/>
                  <a:pt x="10971" y="2980"/>
                  <a:pt x="10966" y="2993"/>
                </a:cubicBezTo>
                <a:cubicBezTo>
                  <a:pt x="10960" y="3006"/>
                  <a:pt x="10954" y="3018"/>
                  <a:pt x="10946" y="3029"/>
                </a:cubicBezTo>
                <a:cubicBezTo>
                  <a:pt x="10938" y="3041"/>
                  <a:pt x="10929" y="3052"/>
                  <a:pt x="10920" y="3061"/>
                </a:cubicBezTo>
                <a:cubicBezTo>
                  <a:pt x="10910" y="3071"/>
                  <a:pt x="10899" y="3080"/>
                  <a:pt x="10888" y="3088"/>
                </a:cubicBezTo>
                <a:cubicBezTo>
                  <a:pt x="10876" y="3095"/>
                  <a:pt x="10864" y="3102"/>
                  <a:pt x="10851" y="3107"/>
                </a:cubicBezTo>
                <a:cubicBezTo>
                  <a:pt x="10838" y="3113"/>
                  <a:pt x="10825" y="3117"/>
                  <a:pt x="10811" y="3119"/>
                </a:cubicBezTo>
                <a:cubicBezTo>
                  <a:pt x="10798" y="3122"/>
                  <a:pt x="10784" y="3123"/>
                  <a:pt x="10770" y="3123"/>
                </a:cubicBezTo>
                <a:lnTo>
                  <a:pt x="133" y="3123"/>
                </a:lnTo>
                <a:cubicBezTo>
                  <a:pt x="124" y="3123"/>
                  <a:pt x="115" y="3122"/>
                  <a:pt x="107" y="3119"/>
                </a:cubicBezTo>
                <a:cubicBezTo>
                  <a:pt x="98" y="3117"/>
                  <a:pt x="90" y="3113"/>
                  <a:pt x="82" y="3107"/>
                </a:cubicBezTo>
                <a:cubicBezTo>
                  <a:pt x="74" y="3102"/>
                  <a:pt x="66" y="3095"/>
                  <a:pt x="59" y="3088"/>
                </a:cubicBezTo>
                <a:cubicBezTo>
                  <a:pt x="52" y="3080"/>
                  <a:pt x="45" y="3071"/>
                  <a:pt x="39" y="3061"/>
                </a:cubicBezTo>
                <a:cubicBezTo>
                  <a:pt x="33" y="3052"/>
                  <a:pt x="28" y="3041"/>
                  <a:pt x="23" y="3029"/>
                </a:cubicBezTo>
                <a:cubicBezTo>
                  <a:pt x="18" y="3018"/>
                  <a:pt x="14" y="3006"/>
                  <a:pt x="10" y="2993"/>
                </a:cubicBezTo>
                <a:cubicBezTo>
                  <a:pt x="7" y="2980"/>
                  <a:pt x="5" y="2967"/>
                  <a:pt x="3" y="2953"/>
                </a:cubicBezTo>
                <a:cubicBezTo>
                  <a:pt x="1" y="2939"/>
                  <a:pt x="0" y="2926"/>
                  <a:pt x="0" y="291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6" name=""/>
          <p:cNvSpPr/>
          <p:nvPr/>
        </p:nvSpPr>
        <p:spPr>
          <a:xfrm>
            <a:off x="4562280" y="3819240"/>
            <a:ext cx="3981960" cy="1124280"/>
          </a:xfrm>
          <a:custGeom>
            <a:avLst/>
            <a:gdLst/>
            <a:ahLst/>
            <a:rect l="0" t="0" r="r" b="b"/>
            <a:pathLst>
              <a:path w="11061" h="3123">
                <a:moveTo>
                  <a:pt x="0" y="0"/>
                </a:moveTo>
                <a:lnTo>
                  <a:pt x="11061" y="0"/>
                </a:lnTo>
                <a:lnTo>
                  <a:pt x="11061" y="3123"/>
                </a:lnTo>
                <a:lnTo>
                  <a:pt x="0" y="3123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7" name=""/>
          <p:cNvSpPr txBox="1"/>
          <p:nvPr/>
        </p:nvSpPr>
        <p:spPr>
          <a:xfrm>
            <a:off x="681840" y="4632480"/>
            <a:ext cx="4080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iedereen op aansluit, en mag veranderen wat erover rijdt.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8" name=""/>
          <p:cNvSpPr txBox="1"/>
          <p:nvPr/>
        </p:nvSpPr>
        <p:spPr>
          <a:xfrm>
            <a:off x="4784400" y="3966840"/>
            <a:ext cx="166356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e8912b"/>
                </a:solidFill>
                <a:latin typeface="Arial"/>
                <a:ea typeface="Arial"/>
              </a:rPr>
              <a:t>En daar leeft AI van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9" name=""/>
          <p:cNvSpPr txBox="1"/>
          <p:nvPr/>
        </p:nvSpPr>
        <p:spPr>
          <a:xfrm>
            <a:off x="4784400" y="4232160"/>
            <a:ext cx="35715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Een agent verzint geen betekenis, die leest wat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1" name=""/>
          <p:cNvSpPr txBox="1"/>
          <p:nvPr/>
        </p:nvSpPr>
        <p:spPr>
          <a:xfrm>
            <a:off x="4784400" y="4432320"/>
            <a:ext cx="3665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systemen aanleveren. Rommel erin is rommel eruit.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8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68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688" name=""/>
          <p:cNvSpPr/>
          <p:nvPr/>
        </p:nvSpPr>
        <p:spPr>
          <a:xfrm>
            <a:off x="4568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9" name=""/>
          <p:cNvSpPr txBox="1"/>
          <p:nvPr/>
        </p:nvSpPr>
        <p:spPr>
          <a:xfrm>
            <a:off x="439920" y="55800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0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1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2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3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4" name=""/>
          <p:cNvSpPr txBox="1"/>
          <p:nvPr/>
        </p:nvSpPr>
        <p:spPr>
          <a:xfrm>
            <a:off x="1119960" y="1389600"/>
            <a:ext cx="150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Onderwijsontwerp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5" name=""/>
          <p:cNvSpPr txBox="1"/>
          <p:nvPr/>
        </p:nvSpPr>
        <p:spPr>
          <a:xfrm>
            <a:off x="948600" y="1937520"/>
            <a:ext cx="1798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Ons aanbod in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6" name=""/>
          <p:cNvSpPr txBox="1"/>
          <p:nvPr/>
        </p:nvSpPr>
        <p:spPr>
          <a:xfrm>
            <a:off x="743760" y="2261520"/>
            <a:ext cx="2289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Gevraagde vaardigheden uit de markt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7" name=""/>
          <p:cNvSpPr/>
          <p:nvPr/>
        </p:nvSpPr>
        <p:spPr>
          <a:xfrm>
            <a:off x="1428480" y="2714400"/>
            <a:ext cx="648000" cy="305280"/>
          </a:xfrm>
          <a:custGeom>
            <a:avLst/>
            <a:gdLst/>
            <a:ahLst/>
            <a:rect l="0" t="0" r="r" b="b"/>
            <a:pathLst>
              <a:path w="1800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42" y="0"/>
                </a:lnTo>
                <a:cubicBezTo>
                  <a:pt x="1652" y="0"/>
                  <a:pt x="1662" y="1"/>
                  <a:pt x="1673" y="3"/>
                </a:cubicBezTo>
                <a:cubicBezTo>
                  <a:pt x="1683" y="5"/>
                  <a:pt x="1693" y="8"/>
                  <a:pt x="1702" y="12"/>
                </a:cubicBezTo>
                <a:cubicBezTo>
                  <a:pt x="1712" y="16"/>
                  <a:pt x="1721" y="21"/>
                  <a:pt x="1730" y="27"/>
                </a:cubicBezTo>
                <a:cubicBezTo>
                  <a:pt x="1739" y="33"/>
                  <a:pt x="1747" y="39"/>
                  <a:pt x="1754" y="47"/>
                </a:cubicBezTo>
                <a:cubicBezTo>
                  <a:pt x="1761" y="54"/>
                  <a:pt x="1768" y="62"/>
                  <a:pt x="1774" y="71"/>
                </a:cubicBezTo>
                <a:cubicBezTo>
                  <a:pt x="1779" y="79"/>
                  <a:pt x="1784" y="88"/>
                  <a:pt x="1788" y="98"/>
                </a:cubicBezTo>
                <a:cubicBezTo>
                  <a:pt x="1792" y="108"/>
                  <a:pt x="1795" y="118"/>
                  <a:pt x="1797" y="128"/>
                </a:cubicBezTo>
                <a:cubicBezTo>
                  <a:pt x="1799" y="138"/>
                  <a:pt x="1800" y="148"/>
                  <a:pt x="1800" y="159"/>
                </a:cubicBezTo>
                <a:lnTo>
                  <a:pt x="1800" y="689"/>
                </a:lnTo>
                <a:cubicBezTo>
                  <a:pt x="1800" y="699"/>
                  <a:pt x="1799" y="710"/>
                  <a:pt x="1797" y="720"/>
                </a:cubicBezTo>
                <a:cubicBezTo>
                  <a:pt x="1795" y="730"/>
                  <a:pt x="1792" y="740"/>
                  <a:pt x="1788" y="750"/>
                </a:cubicBezTo>
                <a:cubicBezTo>
                  <a:pt x="1784" y="759"/>
                  <a:pt x="1779" y="769"/>
                  <a:pt x="1774" y="777"/>
                </a:cubicBezTo>
                <a:cubicBezTo>
                  <a:pt x="1768" y="786"/>
                  <a:pt x="1761" y="794"/>
                  <a:pt x="1754" y="801"/>
                </a:cubicBezTo>
                <a:cubicBezTo>
                  <a:pt x="1747" y="809"/>
                  <a:pt x="1739" y="815"/>
                  <a:pt x="1730" y="821"/>
                </a:cubicBezTo>
                <a:cubicBezTo>
                  <a:pt x="1721" y="827"/>
                  <a:pt x="1712" y="832"/>
                  <a:pt x="1702" y="836"/>
                </a:cubicBezTo>
                <a:cubicBezTo>
                  <a:pt x="1693" y="840"/>
                  <a:pt x="1683" y="843"/>
                  <a:pt x="1673" y="845"/>
                </a:cubicBezTo>
                <a:cubicBezTo>
                  <a:pt x="1662" y="847"/>
                  <a:pt x="1652" y="848"/>
                  <a:pt x="1642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8" name=""/>
          <p:cNvSpPr txBox="1"/>
          <p:nvPr/>
        </p:nvSpPr>
        <p:spPr>
          <a:xfrm>
            <a:off x="168912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99" name=""/>
          <p:cNvSpPr txBox="1"/>
          <p:nvPr/>
        </p:nvSpPr>
        <p:spPr>
          <a:xfrm>
            <a:off x="1563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0" name=""/>
          <p:cNvSpPr txBox="1"/>
          <p:nvPr/>
        </p:nvSpPr>
        <p:spPr>
          <a:xfrm>
            <a:off x="168912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1" name=""/>
          <p:cNvSpPr txBox="1"/>
          <p:nvPr/>
        </p:nvSpPr>
        <p:spPr>
          <a:xfrm>
            <a:off x="681840" y="3270600"/>
            <a:ext cx="2426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Waar sluit ons aanbod niet aan op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2" name=""/>
          <p:cNvSpPr/>
          <p:nvPr/>
        </p:nvSpPr>
        <p:spPr>
          <a:xfrm>
            <a:off x="32000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3" name=""/>
          <p:cNvSpPr txBox="1"/>
          <p:nvPr/>
        </p:nvSpPr>
        <p:spPr>
          <a:xfrm>
            <a:off x="801000" y="3441960"/>
            <a:ext cx="2152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markt, en wat ontwikkelen we bij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4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5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6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7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8" name=""/>
          <p:cNvSpPr txBox="1"/>
          <p:nvPr/>
        </p:nvSpPr>
        <p:spPr>
          <a:xfrm>
            <a:off x="3717720" y="1389600"/>
            <a:ext cx="188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Oriëntatie en leerroute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09" name=""/>
          <p:cNvSpPr txBox="1"/>
          <p:nvPr/>
        </p:nvSpPr>
        <p:spPr>
          <a:xfrm>
            <a:off x="3470040" y="1937520"/>
            <a:ext cx="2298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Behaalde en gewenste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0" name=""/>
          <p:cNvSpPr txBox="1"/>
          <p:nvPr/>
        </p:nvSpPr>
        <p:spPr>
          <a:xfrm>
            <a:off x="3584520" y="2261520"/>
            <a:ext cx="2059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van meerdere instellingen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1" name=""/>
          <p:cNvSpPr/>
          <p:nvPr/>
        </p:nvSpPr>
        <p:spPr>
          <a:xfrm>
            <a:off x="41716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8" y="0"/>
                </a:lnTo>
                <a:cubicBezTo>
                  <a:pt x="1679" y="0"/>
                  <a:pt x="1689" y="1"/>
                  <a:pt x="1699" y="3"/>
                </a:cubicBezTo>
                <a:cubicBezTo>
                  <a:pt x="1709" y="5"/>
                  <a:pt x="1719" y="8"/>
                  <a:pt x="1729" y="12"/>
                </a:cubicBezTo>
                <a:cubicBezTo>
                  <a:pt x="1739" y="16"/>
                  <a:pt x="1748" y="21"/>
                  <a:pt x="1756" y="27"/>
                </a:cubicBezTo>
                <a:cubicBezTo>
                  <a:pt x="1765" y="33"/>
                  <a:pt x="1773" y="39"/>
                  <a:pt x="1780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80" y="801"/>
                </a:cubicBezTo>
                <a:cubicBezTo>
                  <a:pt x="1773" y="809"/>
                  <a:pt x="1765" y="815"/>
                  <a:pt x="1756" y="821"/>
                </a:cubicBezTo>
                <a:cubicBezTo>
                  <a:pt x="1748" y="827"/>
                  <a:pt x="1739" y="832"/>
                  <a:pt x="1729" y="836"/>
                </a:cubicBezTo>
                <a:cubicBezTo>
                  <a:pt x="1719" y="840"/>
                  <a:pt x="1709" y="843"/>
                  <a:pt x="1699" y="845"/>
                </a:cubicBezTo>
                <a:cubicBezTo>
                  <a:pt x="1689" y="847"/>
                  <a:pt x="1679" y="848"/>
                  <a:pt x="1668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2" name=""/>
          <p:cNvSpPr txBox="1"/>
          <p:nvPr/>
        </p:nvSpPr>
        <p:spPr>
          <a:xfrm>
            <a:off x="4434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3" name=""/>
          <p:cNvSpPr txBox="1"/>
          <p:nvPr/>
        </p:nvSpPr>
        <p:spPr>
          <a:xfrm>
            <a:off x="4308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4" name=""/>
          <p:cNvSpPr txBox="1"/>
          <p:nvPr/>
        </p:nvSpPr>
        <p:spPr>
          <a:xfrm>
            <a:off x="4434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5" name=""/>
          <p:cNvSpPr txBox="1"/>
          <p:nvPr/>
        </p:nvSpPr>
        <p:spPr>
          <a:xfrm>
            <a:off x="3508200" y="3270600"/>
            <a:ext cx="2219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Welke volgende stap past bij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6" name=""/>
          <p:cNvSpPr/>
          <p:nvPr/>
        </p:nvSpPr>
        <p:spPr>
          <a:xfrm>
            <a:off x="5943240" y="1228680"/>
            <a:ext cx="2601000" cy="2514960"/>
          </a:xfrm>
          <a:custGeom>
            <a:avLst/>
            <a:gdLst/>
            <a:ahLst/>
            <a:rect l="0" t="0" r="r" b="b"/>
            <a:pathLst>
              <a:path w="7225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3"/>
                  <a:pt x="7198" y="148"/>
                  <a:pt x="7204" y="164"/>
                </a:cubicBezTo>
                <a:cubicBezTo>
                  <a:pt x="7211" y="180"/>
                  <a:pt x="7216" y="197"/>
                  <a:pt x="7220" y="214"/>
                </a:cubicBezTo>
                <a:cubicBezTo>
                  <a:pt x="7223" y="231"/>
                  <a:pt x="7225" y="248"/>
                  <a:pt x="7225" y="265"/>
                </a:cubicBezTo>
                <a:lnTo>
                  <a:pt x="7225" y="6721"/>
                </a:lnTo>
                <a:cubicBezTo>
                  <a:pt x="7225" y="6738"/>
                  <a:pt x="7223" y="6756"/>
                  <a:pt x="7220" y="6773"/>
                </a:cubicBezTo>
                <a:cubicBezTo>
                  <a:pt x="7216" y="6790"/>
                  <a:pt x="7211" y="6806"/>
                  <a:pt x="7204" y="6822"/>
                </a:cubicBezTo>
                <a:cubicBezTo>
                  <a:pt x="7198" y="6838"/>
                  <a:pt x="7190" y="6854"/>
                  <a:pt x="7180" y="6868"/>
                </a:cubicBezTo>
                <a:cubicBezTo>
                  <a:pt x="7170" y="6882"/>
                  <a:pt x="7159" y="6896"/>
                  <a:pt x="7147" y="6908"/>
                </a:cubicBezTo>
                <a:cubicBezTo>
                  <a:pt x="7135" y="6920"/>
                  <a:pt x="7121" y="6931"/>
                  <a:pt x="7107" y="6941"/>
                </a:cubicBezTo>
                <a:cubicBezTo>
                  <a:pt x="7093" y="6951"/>
                  <a:pt x="7077" y="6959"/>
                  <a:pt x="7061" y="6965"/>
                </a:cubicBezTo>
                <a:cubicBezTo>
                  <a:pt x="7045" y="6972"/>
                  <a:pt x="7029" y="6977"/>
                  <a:pt x="7012" y="6981"/>
                </a:cubicBezTo>
                <a:cubicBezTo>
                  <a:pt x="6995" y="6984"/>
                  <a:pt x="6977" y="6986"/>
                  <a:pt x="6960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7" name=""/>
          <p:cNvSpPr txBox="1"/>
          <p:nvPr/>
        </p:nvSpPr>
        <p:spPr>
          <a:xfrm>
            <a:off x="3436560" y="3441960"/>
            <a:ext cx="2361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doelen, ook bij een andere instelling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8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9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0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1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2" name=""/>
          <p:cNvSpPr txBox="1"/>
          <p:nvPr/>
        </p:nvSpPr>
        <p:spPr>
          <a:xfrm>
            <a:off x="6924960" y="1389600"/>
            <a:ext cx="730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Lesopzet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3" name=""/>
          <p:cNvSpPr txBox="1"/>
          <p:nvPr/>
        </p:nvSpPr>
        <p:spPr>
          <a:xfrm>
            <a:off x="6662880" y="193752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4" name=""/>
          <p:cNvSpPr txBox="1"/>
          <p:nvPr/>
        </p:nvSpPr>
        <p:spPr>
          <a:xfrm>
            <a:off x="6572520" y="2261520"/>
            <a:ext cx="147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Leermiddelen in het 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5" name=""/>
          <p:cNvSpPr/>
          <p:nvPr/>
        </p:nvSpPr>
        <p:spPr>
          <a:xfrm>
            <a:off x="69148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7" y="0"/>
                </a:lnTo>
                <a:cubicBezTo>
                  <a:pt x="1678" y="0"/>
                  <a:pt x="1688" y="1"/>
                  <a:pt x="1698" y="3"/>
                </a:cubicBezTo>
                <a:cubicBezTo>
                  <a:pt x="1708" y="5"/>
                  <a:pt x="1718" y="8"/>
                  <a:pt x="1728" y="12"/>
                </a:cubicBezTo>
                <a:cubicBezTo>
                  <a:pt x="1738" y="16"/>
                  <a:pt x="1747" y="21"/>
                  <a:pt x="1755" y="27"/>
                </a:cubicBezTo>
                <a:cubicBezTo>
                  <a:pt x="1764" y="33"/>
                  <a:pt x="1772" y="39"/>
                  <a:pt x="1779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79" y="801"/>
                </a:cubicBezTo>
                <a:cubicBezTo>
                  <a:pt x="1772" y="809"/>
                  <a:pt x="1764" y="815"/>
                  <a:pt x="1755" y="821"/>
                </a:cubicBezTo>
                <a:cubicBezTo>
                  <a:pt x="1747" y="827"/>
                  <a:pt x="1738" y="832"/>
                  <a:pt x="1728" y="836"/>
                </a:cubicBezTo>
                <a:cubicBezTo>
                  <a:pt x="1718" y="840"/>
                  <a:pt x="1708" y="843"/>
                  <a:pt x="1698" y="845"/>
                </a:cubicBezTo>
                <a:cubicBezTo>
                  <a:pt x="1688" y="847"/>
                  <a:pt x="1678" y="848"/>
                  <a:pt x="1667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6" name=""/>
          <p:cNvSpPr txBox="1"/>
          <p:nvPr/>
        </p:nvSpPr>
        <p:spPr>
          <a:xfrm>
            <a:off x="7179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7" name=""/>
          <p:cNvSpPr txBox="1"/>
          <p:nvPr/>
        </p:nvSpPr>
        <p:spPr>
          <a:xfrm>
            <a:off x="705348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8" name=""/>
          <p:cNvSpPr txBox="1"/>
          <p:nvPr/>
        </p:nvSpPr>
        <p:spPr>
          <a:xfrm>
            <a:off x="7179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9" name=""/>
          <p:cNvSpPr txBox="1"/>
          <p:nvPr/>
        </p:nvSpPr>
        <p:spPr>
          <a:xfrm>
            <a:off x="6419880" y="3270600"/>
            <a:ext cx="179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Een concept-lesopzet bij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0" name=""/>
          <p:cNvSpPr/>
          <p:nvPr/>
        </p:nvSpPr>
        <p:spPr>
          <a:xfrm>
            <a:off x="456840" y="3885840"/>
            <a:ext cx="8087400" cy="810000"/>
          </a:xfrm>
          <a:custGeom>
            <a:avLst/>
            <a:gdLst/>
            <a:ahLst/>
            <a:rect l="0" t="0" r="r" b="b"/>
            <a:pathLst>
              <a:path w="22465" h="2250">
                <a:moveTo>
                  <a:pt x="0" y="0"/>
                </a:moveTo>
                <a:lnTo>
                  <a:pt x="22465" y="0"/>
                </a:lnTo>
                <a:lnTo>
                  <a:pt x="22465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1" name=""/>
          <p:cNvSpPr/>
          <p:nvPr/>
        </p:nvSpPr>
        <p:spPr>
          <a:xfrm>
            <a:off x="456840" y="388584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2" name=""/>
          <p:cNvSpPr/>
          <p:nvPr/>
        </p:nvSpPr>
        <p:spPr>
          <a:xfrm>
            <a:off x="456840" y="46861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3" name=""/>
          <p:cNvSpPr/>
          <p:nvPr/>
        </p:nvSpPr>
        <p:spPr>
          <a:xfrm>
            <a:off x="853416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4" name=""/>
          <p:cNvSpPr/>
          <p:nvPr/>
        </p:nvSpPr>
        <p:spPr>
          <a:xfrm>
            <a:off x="45684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5" name=""/>
          <p:cNvSpPr txBox="1"/>
          <p:nvPr/>
        </p:nvSpPr>
        <p:spPr>
          <a:xfrm>
            <a:off x="6905880" y="344196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6" name=""/>
          <p:cNvSpPr txBox="1"/>
          <p:nvPr/>
        </p:nvSpPr>
        <p:spPr>
          <a:xfrm>
            <a:off x="634320" y="4109400"/>
            <a:ext cx="90302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Drie schalen, hetzelfde raamwerk eronder.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De agent moet bij die informatie kunnen en weten wat ze betekent. Het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7" name=""/>
          <p:cNvSpPr txBox="1"/>
          <p:nvPr/>
        </p:nvSpPr>
        <p:spPr>
          <a:xfrm>
            <a:off x="634320" y="4338000"/>
            <a:ext cx="392508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eerste is een koppeling. Het tweede is een afspraak.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8" name=""/>
          <p:cNvSpPr txBox="1"/>
          <p:nvPr/>
        </p:nvSpPr>
        <p:spPr>
          <a:xfrm>
            <a:off x="1078560" y="1637280"/>
            <a:ext cx="1375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VRAAG NAAST 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39" name=""/>
          <p:cNvSpPr txBox="1"/>
          <p:nvPr/>
        </p:nvSpPr>
        <p:spPr>
          <a:xfrm>
            <a:off x="3426120" y="1637280"/>
            <a:ext cx="2181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2e86c1"/>
                </a:solidFill>
                <a:latin typeface="Arial"/>
                <a:ea typeface="Arial"/>
              </a:rPr>
              <a:t>TUSSEN INSTELLINGEN EN SECTOREN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0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1" name=""/>
          <p:cNvSpPr txBox="1"/>
          <p:nvPr/>
        </p:nvSpPr>
        <p:spPr>
          <a:xfrm>
            <a:off x="6591240" y="1637280"/>
            <a:ext cx="135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7a5dba"/>
                </a:solidFill>
                <a:latin typeface="Arial"/>
                <a:ea typeface="Arial"/>
              </a:rPr>
              <a:t>BINNEN DE INSTELLING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6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4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48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49" name=""/>
          <p:cNvSpPr txBox="1"/>
          <p:nvPr/>
        </p:nvSpPr>
        <p:spPr>
          <a:xfrm>
            <a:off x="439920" y="1005840"/>
            <a:ext cx="2309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Drie kansen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0" name=""/>
          <p:cNvSpPr/>
          <p:nvPr/>
        </p:nvSpPr>
        <p:spPr>
          <a:xfrm>
            <a:off x="456840" y="1914480"/>
            <a:ext cx="2591280" cy="1962360"/>
          </a:xfrm>
          <a:custGeom>
            <a:avLst/>
            <a:gdLst/>
            <a:ahLst/>
            <a:rect l="0" t="0" r="r" b="b"/>
            <a:pathLst>
              <a:path w="7198" h="5451">
                <a:moveTo>
                  <a:pt x="0" y="518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89"/>
                  <a:pt x="7144" y="103"/>
                  <a:pt x="7154" y="117"/>
                </a:cubicBezTo>
                <a:cubicBezTo>
                  <a:pt x="7163" y="132"/>
                  <a:pt x="7171" y="147"/>
                  <a:pt x="7178" y="163"/>
                </a:cubicBezTo>
                <a:cubicBezTo>
                  <a:pt x="7185" y="179"/>
                  <a:pt x="7190" y="196"/>
                  <a:pt x="7193" y="213"/>
                </a:cubicBezTo>
                <a:cubicBezTo>
                  <a:pt x="7196" y="230"/>
                  <a:pt x="7198" y="247"/>
                  <a:pt x="7198" y="264"/>
                </a:cubicBezTo>
                <a:lnTo>
                  <a:pt x="7198" y="5186"/>
                </a:lnTo>
                <a:cubicBezTo>
                  <a:pt x="7198" y="5204"/>
                  <a:pt x="7196" y="5221"/>
                  <a:pt x="7193" y="5238"/>
                </a:cubicBezTo>
                <a:cubicBezTo>
                  <a:pt x="7190" y="5255"/>
                  <a:pt x="7185" y="5272"/>
                  <a:pt x="7178" y="5288"/>
                </a:cubicBezTo>
                <a:cubicBezTo>
                  <a:pt x="7171" y="5304"/>
                  <a:pt x="7163" y="5319"/>
                  <a:pt x="7154" y="5333"/>
                </a:cubicBezTo>
                <a:cubicBezTo>
                  <a:pt x="7144" y="5348"/>
                  <a:pt x="7133" y="5361"/>
                  <a:pt x="7121" y="5374"/>
                </a:cubicBezTo>
                <a:cubicBezTo>
                  <a:pt x="7108" y="5386"/>
                  <a:pt x="7095" y="5397"/>
                  <a:pt x="7081" y="5406"/>
                </a:cubicBezTo>
                <a:cubicBezTo>
                  <a:pt x="7066" y="5416"/>
                  <a:pt x="7051" y="5424"/>
                  <a:pt x="7035" y="5431"/>
                </a:cubicBezTo>
                <a:cubicBezTo>
                  <a:pt x="7019" y="5438"/>
                  <a:pt x="7002" y="5443"/>
                  <a:pt x="6985" y="5446"/>
                </a:cubicBezTo>
                <a:cubicBezTo>
                  <a:pt x="6968" y="5449"/>
                  <a:pt x="6951" y="5451"/>
                  <a:pt x="6934" y="5451"/>
                </a:cubicBezTo>
                <a:lnTo>
                  <a:pt x="265" y="5451"/>
                </a:lnTo>
                <a:cubicBezTo>
                  <a:pt x="248" y="5451"/>
                  <a:pt x="231" y="5449"/>
                  <a:pt x="213" y="5446"/>
                </a:cubicBezTo>
                <a:cubicBezTo>
                  <a:pt x="196" y="5443"/>
                  <a:pt x="180" y="5438"/>
                  <a:pt x="164" y="5431"/>
                </a:cubicBezTo>
                <a:cubicBezTo>
                  <a:pt x="148" y="5424"/>
                  <a:pt x="133" y="5416"/>
                  <a:pt x="118" y="5406"/>
                </a:cubicBezTo>
                <a:cubicBezTo>
                  <a:pt x="104" y="5397"/>
                  <a:pt x="90" y="5386"/>
                  <a:pt x="78" y="5374"/>
                </a:cubicBezTo>
                <a:cubicBezTo>
                  <a:pt x="66" y="5361"/>
                  <a:pt x="55" y="5348"/>
                  <a:pt x="45" y="5333"/>
                </a:cubicBezTo>
                <a:cubicBezTo>
                  <a:pt x="35" y="5319"/>
                  <a:pt x="27" y="5304"/>
                  <a:pt x="21" y="5288"/>
                </a:cubicBezTo>
                <a:cubicBezTo>
                  <a:pt x="14" y="5272"/>
                  <a:pt x="9" y="5255"/>
                  <a:pt x="6" y="5238"/>
                </a:cubicBezTo>
                <a:cubicBezTo>
                  <a:pt x="2" y="5221"/>
                  <a:pt x="0" y="5204"/>
                  <a:pt x="0" y="5186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1" name=""/>
          <p:cNvSpPr txBox="1"/>
          <p:nvPr/>
        </p:nvSpPr>
        <p:spPr>
          <a:xfrm>
            <a:off x="457200" y="1571040"/>
            <a:ext cx="1805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Waarom dit het moment is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2" name=""/>
          <p:cNvSpPr txBox="1"/>
          <p:nvPr/>
        </p:nvSpPr>
        <p:spPr>
          <a:xfrm>
            <a:off x="632520" y="2094120"/>
            <a:ext cx="170604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20" spc="-1" strike="noStrike">
                <a:solidFill>
                  <a:srgbClr val="2e86c1"/>
                </a:solidFill>
                <a:latin typeface="Arial"/>
                <a:ea typeface="Arial"/>
              </a:rPr>
              <a:t>De opbrengst stijgt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3" name=""/>
          <p:cNvSpPr txBox="1"/>
          <p:nvPr/>
        </p:nvSpPr>
        <p:spPr>
          <a:xfrm>
            <a:off x="632520" y="2381760"/>
            <a:ext cx="234144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AI is de eerste laag die zelf niets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4" name=""/>
          <p:cNvSpPr txBox="1"/>
          <p:nvPr/>
        </p:nvSpPr>
        <p:spPr>
          <a:xfrm>
            <a:off x="632520" y="2591280"/>
            <a:ext cx="241308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opslaat. Die leunt volledig op wat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5" name=""/>
          <p:cNvSpPr txBox="1"/>
          <p:nvPr/>
        </p:nvSpPr>
        <p:spPr>
          <a:xfrm>
            <a:off x="632520" y="2800800"/>
            <a:ext cx="236448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de lagen eronder aanleveren, en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6" name=""/>
          <p:cNvSpPr/>
          <p:nvPr/>
        </p:nvSpPr>
        <p:spPr>
          <a:xfrm>
            <a:off x="628560" y="3295440"/>
            <a:ext cx="2248200" cy="10080"/>
          </a:xfrm>
          <a:custGeom>
            <a:avLst/>
            <a:gdLst/>
            <a:ahLst/>
            <a:rect l="0" t="0" r="r" b="b"/>
            <a:pathLst>
              <a:path w="6245" h="28">
                <a:moveTo>
                  <a:pt x="0" y="0"/>
                </a:moveTo>
                <a:lnTo>
                  <a:pt x="6245" y="0"/>
                </a:lnTo>
                <a:lnTo>
                  <a:pt x="62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2e86c1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7" name=""/>
          <p:cNvSpPr txBox="1"/>
          <p:nvPr/>
        </p:nvSpPr>
        <p:spPr>
          <a:xfrm>
            <a:off x="632520" y="3000960"/>
            <a:ext cx="14241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dus op de afspraak.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8" name=""/>
          <p:cNvSpPr txBox="1"/>
          <p:nvPr/>
        </p:nvSpPr>
        <p:spPr>
          <a:xfrm>
            <a:off x="632520" y="3389400"/>
            <a:ext cx="20764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e86c1"/>
                </a:solidFill>
                <a:latin typeface="Arial"/>
                <a:ea typeface="Arial"/>
              </a:rPr>
              <a:t>Elke golf maakte uitwisseling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9" name=""/>
          <p:cNvSpPr/>
          <p:nvPr/>
        </p:nvSpPr>
        <p:spPr>
          <a:xfrm>
            <a:off x="3200040" y="1914480"/>
            <a:ext cx="2591280" cy="1962360"/>
          </a:xfrm>
          <a:custGeom>
            <a:avLst/>
            <a:gdLst/>
            <a:ahLst/>
            <a:rect l="0" t="0" r="r" b="b"/>
            <a:pathLst>
              <a:path w="7198" h="5451">
                <a:moveTo>
                  <a:pt x="0" y="518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89"/>
                  <a:pt x="7144" y="103"/>
                  <a:pt x="7154" y="117"/>
                </a:cubicBezTo>
                <a:cubicBezTo>
                  <a:pt x="7163" y="132"/>
                  <a:pt x="7171" y="147"/>
                  <a:pt x="7178" y="163"/>
                </a:cubicBezTo>
                <a:cubicBezTo>
                  <a:pt x="7185" y="179"/>
                  <a:pt x="7190" y="196"/>
                  <a:pt x="7193" y="213"/>
                </a:cubicBezTo>
                <a:cubicBezTo>
                  <a:pt x="7196" y="230"/>
                  <a:pt x="7198" y="247"/>
                  <a:pt x="7198" y="264"/>
                </a:cubicBezTo>
                <a:lnTo>
                  <a:pt x="7198" y="5186"/>
                </a:lnTo>
                <a:cubicBezTo>
                  <a:pt x="7198" y="5204"/>
                  <a:pt x="7196" y="5221"/>
                  <a:pt x="7193" y="5238"/>
                </a:cubicBezTo>
                <a:cubicBezTo>
                  <a:pt x="7190" y="5255"/>
                  <a:pt x="7185" y="5272"/>
                  <a:pt x="7178" y="5288"/>
                </a:cubicBezTo>
                <a:cubicBezTo>
                  <a:pt x="7171" y="5304"/>
                  <a:pt x="7163" y="5319"/>
                  <a:pt x="7154" y="5333"/>
                </a:cubicBezTo>
                <a:cubicBezTo>
                  <a:pt x="7144" y="5348"/>
                  <a:pt x="7133" y="5361"/>
                  <a:pt x="7121" y="5374"/>
                </a:cubicBezTo>
                <a:cubicBezTo>
                  <a:pt x="7108" y="5386"/>
                  <a:pt x="7095" y="5397"/>
                  <a:pt x="7081" y="5406"/>
                </a:cubicBezTo>
                <a:cubicBezTo>
                  <a:pt x="7066" y="5416"/>
                  <a:pt x="7051" y="5424"/>
                  <a:pt x="7035" y="5431"/>
                </a:cubicBezTo>
                <a:cubicBezTo>
                  <a:pt x="7019" y="5438"/>
                  <a:pt x="7002" y="5443"/>
                  <a:pt x="6985" y="5446"/>
                </a:cubicBezTo>
                <a:cubicBezTo>
                  <a:pt x="6968" y="5449"/>
                  <a:pt x="6951" y="5451"/>
                  <a:pt x="6934" y="5451"/>
                </a:cubicBezTo>
                <a:lnTo>
                  <a:pt x="265" y="5451"/>
                </a:lnTo>
                <a:cubicBezTo>
                  <a:pt x="248" y="5451"/>
                  <a:pt x="231" y="5449"/>
                  <a:pt x="213" y="5446"/>
                </a:cubicBezTo>
                <a:cubicBezTo>
                  <a:pt x="196" y="5443"/>
                  <a:pt x="180" y="5438"/>
                  <a:pt x="164" y="5431"/>
                </a:cubicBezTo>
                <a:cubicBezTo>
                  <a:pt x="148" y="5424"/>
                  <a:pt x="133" y="5416"/>
                  <a:pt x="118" y="5406"/>
                </a:cubicBezTo>
                <a:cubicBezTo>
                  <a:pt x="104" y="5397"/>
                  <a:pt x="90" y="5386"/>
                  <a:pt x="78" y="5374"/>
                </a:cubicBezTo>
                <a:cubicBezTo>
                  <a:pt x="66" y="5361"/>
                  <a:pt x="55" y="5348"/>
                  <a:pt x="45" y="5333"/>
                </a:cubicBezTo>
                <a:cubicBezTo>
                  <a:pt x="35" y="5319"/>
                  <a:pt x="27" y="5304"/>
                  <a:pt x="21" y="5288"/>
                </a:cubicBezTo>
                <a:cubicBezTo>
                  <a:pt x="14" y="5272"/>
                  <a:pt x="9" y="5255"/>
                  <a:pt x="6" y="5238"/>
                </a:cubicBezTo>
                <a:cubicBezTo>
                  <a:pt x="2" y="5221"/>
                  <a:pt x="0" y="5204"/>
                  <a:pt x="0" y="5186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0" name=""/>
          <p:cNvSpPr txBox="1"/>
          <p:nvPr/>
        </p:nvSpPr>
        <p:spPr>
          <a:xfrm>
            <a:off x="632520" y="3560760"/>
            <a:ext cx="209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2e86c1"/>
                </a:solidFill>
                <a:latin typeface="Arial"/>
                <a:ea typeface="Arial"/>
              </a:rPr>
              <a:t>belangrijker. Deze het meest.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1" name=""/>
          <p:cNvSpPr txBox="1"/>
          <p:nvPr/>
        </p:nvSpPr>
        <p:spPr>
          <a:xfrm>
            <a:off x="3377520" y="2094120"/>
            <a:ext cx="118188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20" spc="-1" strike="noStrike">
                <a:solidFill>
                  <a:srgbClr val="0e9e7e"/>
                </a:solidFill>
                <a:latin typeface="Arial"/>
                <a:ea typeface="Arial"/>
              </a:rPr>
              <a:t>De prijs daalt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2" name=""/>
          <p:cNvSpPr txBox="1"/>
          <p:nvPr/>
        </p:nvSpPr>
        <p:spPr>
          <a:xfrm>
            <a:off x="3377520" y="2381760"/>
            <a:ext cx="25563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Een afspraak sneuvelde vroeger op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3" name=""/>
          <p:cNvSpPr txBox="1"/>
          <p:nvPr/>
        </p:nvSpPr>
        <p:spPr>
          <a:xfrm>
            <a:off x="3377520" y="2591280"/>
            <a:ext cx="211896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de kosten van opschrijven en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4" name=""/>
          <p:cNvSpPr txBox="1"/>
          <p:nvPr/>
        </p:nvSpPr>
        <p:spPr>
          <a:xfrm>
            <a:off x="3377520" y="2800800"/>
            <a:ext cx="242244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aansluiten. Precies dat werk is nu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5" name=""/>
          <p:cNvSpPr/>
          <p:nvPr/>
        </p:nvSpPr>
        <p:spPr>
          <a:xfrm>
            <a:off x="3381120" y="3295440"/>
            <a:ext cx="2238840" cy="10080"/>
          </a:xfrm>
          <a:custGeom>
            <a:avLst/>
            <a:gdLst/>
            <a:ahLst/>
            <a:rect l="0" t="0" r="r" b="b"/>
            <a:pathLst>
              <a:path w="6219" h="28">
                <a:moveTo>
                  <a:pt x="0" y="0"/>
                </a:moveTo>
                <a:lnTo>
                  <a:pt x="6219" y="0"/>
                </a:lnTo>
                <a:lnTo>
                  <a:pt x="621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9e7e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6" name=""/>
          <p:cNvSpPr txBox="1"/>
          <p:nvPr/>
        </p:nvSpPr>
        <p:spPr>
          <a:xfrm>
            <a:off x="3377520" y="3000960"/>
            <a:ext cx="157824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goedkoper geworden.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7" name=""/>
          <p:cNvSpPr txBox="1"/>
          <p:nvPr/>
        </p:nvSpPr>
        <p:spPr>
          <a:xfrm>
            <a:off x="3377520" y="3389400"/>
            <a:ext cx="2125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0e9e7e"/>
                </a:solidFill>
                <a:latin typeface="Arial"/>
                <a:ea typeface="Arial"/>
              </a:rPr>
              <a:t>Twee releases in twee weken,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8" name=""/>
          <p:cNvSpPr/>
          <p:nvPr/>
        </p:nvSpPr>
        <p:spPr>
          <a:xfrm>
            <a:off x="5943240" y="1914480"/>
            <a:ext cx="2601000" cy="1962360"/>
          </a:xfrm>
          <a:custGeom>
            <a:avLst/>
            <a:gdLst/>
            <a:ahLst/>
            <a:rect l="0" t="0" r="r" b="b"/>
            <a:pathLst>
              <a:path w="7225" h="5451">
                <a:moveTo>
                  <a:pt x="0" y="5186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89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5186"/>
                </a:lnTo>
                <a:cubicBezTo>
                  <a:pt x="7225" y="5204"/>
                  <a:pt x="7223" y="5221"/>
                  <a:pt x="7220" y="5238"/>
                </a:cubicBezTo>
                <a:cubicBezTo>
                  <a:pt x="7216" y="5255"/>
                  <a:pt x="7211" y="5272"/>
                  <a:pt x="7204" y="5288"/>
                </a:cubicBezTo>
                <a:cubicBezTo>
                  <a:pt x="7198" y="5304"/>
                  <a:pt x="7190" y="5319"/>
                  <a:pt x="7180" y="5333"/>
                </a:cubicBezTo>
                <a:cubicBezTo>
                  <a:pt x="7170" y="5348"/>
                  <a:pt x="7159" y="5361"/>
                  <a:pt x="7147" y="5374"/>
                </a:cubicBezTo>
                <a:cubicBezTo>
                  <a:pt x="7135" y="5386"/>
                  <a:pt x="7121" y="5397"/>
                  <a:pt x="7107" y="5406"/>
                </a:cubicBezTo>
                <a:cubicBezTo>
                  <a:pt x="7093" y="5416"/>
                  <a:pt x="7077" y="5424"/>
                  <a:pt x="7061" y="5431"/>
                </a:cubicBezTo>
                <a:cubicBezTo>
                  <a:pt x="7045" y="5438"/>
                  <a:pt x="7029" y="5443"/>
                  <a:pt x="7012" y="5446"/>
                </a:cubicBezTo>
                <a:cubicBezTo>
                  <a:pt x="6995" y="5449"/>
                  <a:pt x="6977" y="5451"/>
                  <a:pt x="6960" y="5451"/>
                </a:cubicBezTo>
                <a:lnTo>
                  <a:pt x="265" y="5451"/>
                </a:lnTo>
                <a:cubicBezTo>
                  <a:pt x="248" y="5451"/>
                  <a:pt x="231" y="5449"/>
                  <a:pt x="213" y="5446"/>
                </a:cubicBezTo>
                <a:cubicBezTo>
                  <a:pt x="196" y="5443"/>
                  <a:pt x="180" y="5438"/>
                  <a:pt x="164" y="5431"/>
                </a:cubicBezTo>
                <a:cubicBezTo>
                  <a:pt x="148" y="5424"/>
                  <a:pt x="133" y="5416"/>
                  <a:pt x="118" y="5406"/>
                </a:cubicBezTo>
                <a:cubicBezTo>
                  <a:pt x="104" y="5397"/>
                  <a:pt x="90" y="5386"/>
                  <a:pt x="78" y="5374"/>
                </a:cubicBezTo>
                <a:cubicBezTo>
                  <a:pt x="66" y="5361"/>
                  <a:pt x="55" y="5348"/>
                  <a:pt x="45" y="5333"/>
                </a:cubicBezTo>
                <a:cubicBezTo>
                  <a:pt x="35" y="5319"/>
                  <a:pt x="27" y="5304"/>
                  <a:pt x="21" y="5288"/>
                </a:cubicBezTo>
                <a:cubicBezTo>
                  <a:pt x="14" y="5272"/>
                  <a:pt x="9" y="5255"/>
                  <a:pt x="6" y="5238"/>
                </a:cubicBezTo>
                <a:cubicBezTo>
                  <a:pt x="2" y="5221"/>
                  <a:pt x="0" y="5204"/>
                  <a:pt x="0" y="518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9" name=""/>
          <p:cNvSpPr txBox="1"/>
          <p:nvPr/>
        </p:nvSpPr>
        <p:spPr>
          <a:xfrm>
            <a:off x="3377520" y="3560760"/>
            <a:ext cx="2305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0e9e7e"/>
                </a:solidFill>
                <a:latin typeface="Arial"/>
                <a:ea typeface="Arial"/>
              </a:rPr>
              <a:t>mediaan negen dagen per issue.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0" name=""/>
          <p:cNvSpPr txBox="1"/>
          <p:nvPr/>
        </p:nvSpPr>
        <p:spPr>
          <a:xfrm>
            <a:off x="6122880" y="2094120"/>
            <a:ext cx="2288160" cy="181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20" spc="-1" strike="noStrike">
                <a:solidFill>
                  <a:srgbClr val="e8912b"/>
                </a:solidFill>
                <a:latin typeface="Arial"/>
                <a:ea typeface="Arial"/>
              </a:rPr>
              <a:t>Een afspraak, veel vragen</a:t>
            </a:r>
            <a:endParaRPr b="0" lang="en-US" sz="12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1" name=""/>
          <p:cNvSpPr txBox="1"/>
          <p:nvPr/>
        </p:nvSpPr>
        <p:spPr>
          <a:xfrm>
            <a:off x="6122880" y="2381760"/>
            <a:ext cx="246960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De leeruitkomst bedient nu al drie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2" name=""/>
          <p:cNvSpPr txBox="1"/>
          <p:nvPr/>
        </p:nvSpPr>
        <p:spPr>
          <a:xfrm>
            <a:off x="6122880" y="2591280"/>
            <a:ext cx="243288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heel verschillende vragen. Wat er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3" name=""/>
          <p:cNvSpPr txBox="1"/>
          <p:nvPr/>
        </p:nvSpPr>
        <p:spPr>
          <a:xfrm>
            <a:off x="6122880" y="2800800"/>
            <a:ext cx="251064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nog aan vragen bij komt, rijdt over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4" name=""/>
          <p:cNvSpPr/>
          <p:nvPr/>
        </p:nvSpPr>
        <p:spPr>
          <a:xfrm>
            <a:off x="6124320" y="3295440"/>
            <a:ext cx="2238840" cy="10080"/>
          </a:xfrm>
          <a:custGeom>
            <a:avLst/>
            <a:gdLst/>
            <a:ahLst/>
            <a:rect l="0" t="0" r="r" b="b"/>
            <a:pathLst>
              <a:path w="6219" h="28">
                <a:moveTo>
                  <a:pt x="0" y="0"/>
                </a:moveTo>
                <a:lnTo>
                  <a:pt x="6219" y="0"/>
                </a:lnTo>
                <a:lnTo>
                  <a:pt x="621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8912b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5" name=""/>
          <p:cNvSpPr txBox="1"/>
          <p:nvPr/>
        </p:nvSpPr>
        <p:spPr>
          <a:xfrm>
            <a:off x="6122880" y="3000960"/>
            <a:ext cx="1163520" cy="166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30" spc="-1" strike="noStrike">
                <a:solidFill>
                  <a:srgbClr val="1a1a2e"/>
                </a:solidFill>
                <a:latin typeface="Arial"/>
                <a:ea typeface="Arial"/>
              </a:rPr>
              <a:t>hetzelfde spoor.</a:t>
            </a:r>
            <a:endParaRPr b="0" lang="en-US" sz="113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6" name=""/>
          <p:cNvSpPr txBox="1"/>
          <p:nvPr/>
        </p:nvSpPr>
        <p:spPr>
          <a:xfrm>
            <a:off x="6122880" y="3389400"/>
            <a:ext cx="2295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e8912b"/>
                </a:solidFill>
                <a:latin typeface="Arial"/>
                <a:ea typeface="Arial"/>
              </a:rPr>
              <a:t>Onderwijsontwerp, oriëntatie 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7" name=""/>
          <p:cNvSpPr txBox="1"/>
          <p:nvPr/>
        </p:nvSpPr>
        <p:spPr>
          <a:xfrm>
            <a:off x="6122880" y="3560760"/>
            <a:ext cx="1389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e8912b"/>
                </a:solidFill>
                <a:latin typeface="Arial"/>
                <a:ea typeface="Arial"/>
              </a:rPr>
              <a:t>leerroute, lesopzet.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9" name=""/>
          <p:cNvSpPr txBox="1"/>
          <p:nvPr/>
        </p:nvSpPr>
        <p:spPr>
          <a:xfrm>
            <a:off x="457200" y="4047120"/>
            <a:ext cx="7881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374151"/>
                </a:solidFill>
                <a:latin typeface="Arial"/>
                <a:ea typeface="Arial"/>
              </a:rPr>
              <a:t>We zijn laat. Maar de rekening valt gunstiger uit dan ooit: wat een afspraak oplevert stijgt, wat hij kost daalt.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8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78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787" name=""/>
          <p:cNvSpPr/>
          <p:nvPr/>
        </p:nvSpPr>
        <p:spPr>
          <a:xfrm>
            <a:off x="485640" y="1438200"/>
            <a:ext cx="4705560" cy="1314720"/>
          </a:xfrm>
          <a:custGeom>
            <a:avLst/>
            <a:gdLst/>
            <a:ahLst/>
            <a:rect l="0" t="0" r="r" b="b"/>
            <a:pathLst>
              <a:path w="13071" h="3652">
                <a:moveTo>
                  <a:pt x="0" y="3440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1"/>
                  <a:pt x="12901" y="4"/>
                </a:cubicBezTo>
                <a:cubicBezTo>
                  <a:pt x="12915" y="6"/>
                  <a:pt x="12928" y="11"/>
                  <a:pt x="12941" y="16"/>
                </a:cubicBezTo>
                <a:cubicBezTo>
                  <a:pt x="12953" y="21"/>
                  <a:pt x="12966" y="28"/>
                  <a:pt x="12977" y="35"/>
                </a:cubicBezTo>
                <a:cubicBezTo>
                  <a:pt x="12989" y="43"/>
                  <a:pt x="12999" y="52"/>
                  <a:pt x="13009" y="62"/>
                </a:cubicBezTo>
                <a:cubicBezTo>
                  <a:pt x="13019" y="72"/>
                  <a:pt x="13028" y="82"/>
                  <a:pt x="13036" y="94"/>
                </a:cubicBezTo>
                <a:cubicBezTo>
                  <a:pt x="13043" y="105"/>
                  <a:pt x="13050" y="118"/>
                  <a:pt x="13055" y="130"/>
                </a:cubicBezTo>
                <a:cubicBezTo>
                  <a:pt x="13060" y="143"/>
                  <a:pt x="13065" y="156"/>
                  <a:pt x="13067" y="170"/>
                </a:cubicBezTo>
                <a:cubicBezTo>
                  <a:pt x="13070" y="184"/>
                  <a:pt x="13071" y="197"/>
                  <a:pt x="13071" y="211"/>
                </a:cubicBezTo>
                <a:lnTo>
                  <a:pt x="13071" y="3440"/>
                </a:lnTo>
                <a:cubicBezTo>
                  <a:pt x="13071" y="3454"/>
                  <a:pt x="13070" y="3468"/>
                  <a:pt x="13067" y="3482"/>
                </a:cubicBezTo>
                <a:cubicBezTo>
                  <a:pt x="13065" y="3495"/>
                  <a:pt x="13060" y="3508"/>
                  <a:pt x="13055" y="3521"/>
                </a:cubicBezTo>
                <a:cubicBezTo>
                  <a:pt x="13050" y="3534"/>
                  <a:pt x="13043" y="3546"/>
                  <a:pt x="13036" y="3558"/>
                </a:cubicBezTo>
                <a:cubicBezTo>
                  <a:pt x="13028" y="3569"/>
                  <a:pt x="13019" y="3580"/>
                  <a:pt x="13009" y="3590"/>
                </a:cubicBezTo>
                <a:cubicBezTo>
                  <a:pt x="12999" y="3600"/>
                  <a:pt x="12989" y="3609"/>
                  <a:pt x="12977" y="3616"/>
                </a:cubicBezTo>
                <a:cubicBezTo>
                  <a:pt x="12966" y="3624"/>
                  <a:pt x="12953" y="3631"/>
                  <a:pt x="12941" y="3636"/>
                </a:cubicBezTo>
                <a:cubicBezTo>
                  <a:pt x="12928" y="3641"/>
                  <a:pt x="12915" y="3645"/>
                  <a:pt x="12901" y="3648"/>
                </a:cubicBezTo>
                <a:cubicBezTo>
                  <a:pt x="12887" y="3651"/>
                  <a:pt x="12874" y="3652"/>
                  <a:pt x="12860" y="3652"/>
                </a:cubicBezTo>
                <a:lnTo>
                  <a:pt x="132" y="3652"/>
                </a:lnTo>
                <a:cubicBezTo>
                  <a:pt x="123" y="3652"/>
                  <a:pt x="115" y="3651"/>
                  <a:pt x="106" y="3648"/>
                </a:cubicBezTo>
                <a:cubicBezTo>
                  <a:pt x="98" y="3645"/>
                  <a:pt x="90" y="3641"/>
                  <a:pt x="82" y="3636"/>
                </a:cubicBezTo>
                <a:cubicBezTo>
                  <a:pt x="74" y="3631"/>
                  <a:pt x="66" y="3624"/>
                  <a:pt x="59" y="3616"/>
                </a:cubicBezTo>
                <a:cubicBezTo>
                  <a:pt x="51" y="3609"/>
                  <a:pt x="45" y="3600"/>
                  <a:pt x="39" y="3590"/>
                </a:cubicBezTo>
                <a:cubicBezTo>
                  <a:pt x="32" y="3580"/>
                  <a:pt x="27" y="3569"/>
                  <a:pt x="22" y="3558"/>
                </a:cubicBezTo>
                <a:cubicBezTo>
                  <a:pt x="17" y="3546"/>
                  <a:pt x="13" y="3534"/>
                  <a:pt x="10" y="3521"/>
                </a:cubicBezTo>
                <a:cubicBezTo>
                  <a:pt x="7" y="3508"/>
                  <a:pt x="4" y="3495"/>
                  <a:pt x="2" y="3482"/>
                </a:cubicBezTo>
                <a:cubicBezTo>
                  <a:pt x="1" y="3468"/>
                  <a:pt x="0" y="3454"/>
                  <a:pt x="0" y="3440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8" name=""/>
          <p:cNvSpPr/>
          <p:nvPr/>
        </p:nvSpPr>
        <p:spPr>
          <a:xfrm>
            <a:off x="456840" y="1438200"/>
            <a:ext cx="4734360" cy="1314720"/>
          </a:xfrm>
          <a:custGeom>
            <a:avLst/>
            <a:gdLst/>
            <a:ahLst/>
            <a:rect l="0" t="0" r="r" b="b"/>
            <a:pathLst>
              <a:path w="13151" h="3652">
                <a:moveTo>
                  <a:pt x="0" y="0"/>
                </a:moveTo>
                <a:lnTo>
                  <a:pt x="13151" y="0"/>
                </a:lnTo>
                <a:lnTo>
                  <a:pt x="13151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9" name=""/>
          <p:cNvSpPr txBox="1"/>
          <p:nvPr/>
        </p:nvSpPr>
        <p:spPr>
          <a:xfrm>
            <a:off x="439920" y="758160"/>
            <a:ext cx="2516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0" name=""/>
          <p:cNvSpPr txBox="1"/>
          <p:nvPr/>
        </p:nvSpPr>
        <p:spPr>
          <a:xfrm>
            <a:off x="681840" y="1592280"/>
            <a:ext cx="21405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a12"/>
                </a:solidFill>
                <a:latin typeface="Arial"/>
                <a:ea typeface="Arial"/>
              </a:rPr>
              <a:t>De afspraak komt te laat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1" name=""/>
          <p:cNvSpPr txBox="1"/>
          <p:nvPr/>
        </p:nvSpPr>
        <p:spPr>
          <a:xfrm>
            <a:off x="681840" y="1851120"/>
            <a:ext cx="4769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praktijk koppelt al. Elke maand zonder gedragen afspraak is een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2" name=""/>
          <p:cNvSpPr/>
          <p:nvPr/>
        </p:nvSpPr>
        <p:spPr>
          <a:xfrm>
            <a:off x="5343480" y="1438200"/>
            <a:ext cx="3200760" cy="1314720"/>
          </a:xfrm>
          <a:custGeom>
            <a:avLst/>
            <a:gdLst/>
            <a:ahLst/>
            <a:rect l="0" t="0" r="r" b="b"/>
            <a:pathLst>
              <a:path w="8891" h="3652">
                <a:moveTo>
                  <a:pt x="0" y="3440"/>
                </a:moveTo>
                <a:lnTo>
                  <a:pt x="0" y="211"/>
                </a:lnTo>
                <a:cubicBezTo>
                  <a:pt x="0" y="197"/>
                  <a:pt x="0" y="184"/>
                  <a:pt x="2" y="170"/>
                </a:cubicBezTo>
                <a:cubicBezTo>
                  <a:pt x="4" y="156"/>
                  <a:pt x="6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8" y="62"/>
                </a:cubicBezTo>
                <a:cubicBezTo>
                  <a:pt x="45" y="52"/>
                  <a:pt x="51" y="43"/>
                  <a:pt x="58" y="35"/>
                </a:cubicBezTo>
                <a:cubicBezTo>
                  <a:pt x="66" y="28"/>
                  <a:pt x="73" y="21"/>
                  <a:pt x="81" y="16"/>
                </a:cubicBezTo>
                <a:cubicBezTo>
                  <a:pt x="89" y="11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1"/>
                  <a:pt x="8720" y="4"/>
                </a:cubicBezTo>
                <a:cubicBezTo>
                  <a:pt x="8734" y="6"/>
                  <a:pt x="8747" y="11"/>
                  <a:pt x="8760" y="16"/>
                </a:cubicBezTo>
                <a:cubicBezTo>
                  <a:pt x="8773" y="21"/>
                  <a:pt x="8785" y="28"/>
                  <a:pt x="8797" y="35"/>
                </a:cubicBezTo>
                <a:cubicBezTo>
                  <a:pt x="8808" y="43"/>
                  <a:pt x="8819" y="52"/>
                  <a:pt x="8829" y="62"/>
                </a:cubicBezTo>
                <a:cubicBezTo>
                  <a:pt x="8838" y="72"/>
                  <a:pt x="8847" y="82"/>
                  <a:pt x="8855" y="94"/>
                </a:cubicBezTo>
                <a:cubicBezTo>
                  <a:pt x="8863" y="105"/>
                  <a:pt x="8869" y="118"/>
                  <a:pt x="8875" y="130"/>
                </a:cubicBezTo>
                <a:cubicBezTo>
                  <a:pt x="8880" y="143"/>
                  <a:pt x="8884" y="156"/>
                  <a:pt x="8887" y="170"/>
                </a:cubicBezTo>
                <a:cubicBezTo>
                  <a:pt x="8889" y="184"/>
                  <a:pt x="8891" y="197"/>
                  <a:pt x="8891" y="211"/>
                </a:cubicBezTo>
                <a:lnTo>
                  <a:pt x="8891" y="3440"/>
                </a:lnTo>
                <a:cubicBezTo>
                  <a:pt x="8891" y="3454"/>
                  <a:pt x="8889" y="3468"/>
                  <a:pt x="8887" y="3482"/>
                </a:cubicBezTo>
                <a:cubicBezTo>
                  <a:pt x="8884" y="3495"/>
                  <a:pt x="8880" y="3508"/>
                  <a:pt x="8875" y="3521"/>
                </a:cubicBezTo>
                <a:cubicBezTo>
                  <a:pt x="8869" y="3534"/>
                  <a:pt x="8863" y="3546"/>
                  <a:pt x="8855" y="3558"/>
                </a:cubicBezTo>
                <a:cubicBezTo>
                  <a:pt x="8847" y="3569"/>
                  <a:pt x="8838" y="3580"/>
                  <a:pt x="8829" y="3590"/>
                </a:cubicBezTo>
                <a:cubicBezTo>
                  <a:pt x="8819" y="3600"/>
                  <a:pt x="8808" y="3609"/>
                  <a:pt x="8797" y="3616"/>
                </a:cubicBezTo>
                <a:cubicBezTo>
                  <a:pt x="8785" y="3624"/>
                  <a:pt x="8773" y="3631"/>
                  <a:pt x="8760" y="3636"/>
                </a:cubicBezTo>
                <a:cubicBezTo>
                  <a:pt x="8747" y="3641"/>
                  <a:pt x="8734" y="3645"/>
                  <a:pt x="8720" y="3648"/>
                </a:cubicBezTo>
                <a:cubicBezTo>
                  <a:pt x="8707" y="3651"/>
                  <a:pt x="8693" y="3652"/>
                  <a:pt x="8679" y="3652"/>
                </a:cubicBezTo>
                <a:lnTo>
                  <a:pt x="132" y="3652"/>
                </a:lnTo>
                <a:cubicBezTo>
                  <a:pt x="123" y="3652"/>
                  <a:pt x="115" y="3651"/>
                  <a:pt x="106" y="3648"/>
                </a:cubicBezTo>
                <a:cubicBezTo>
                  <a:pt x="98" y="3645"/>
                  <a:pt x="89" y="3641"/>
                  <a:pt x="81" y="3636"/>
                </a:cubicBezTo>
                <a:cubicBezTo>
                  <a:pt x="73" y="3631"/>
                  <a:pt x="66" y="3624"/>
                  <a:pt x="58" y="3616"/>
                </a:cubicBezTo>
                <a:cubicBezTo>
                  <a:pt x="51" y="3609"/>
                  <a:pt x="45" y="3600"/>
                  <a:pt x="38" y="3590"/>
                </a:cubicBezTo>
                <a:cubicBezTo>
                  <a:pt x="32" y="3580"/>
                  <a:pt x="27" y="3569"/>
                  <a:pt x="22" y="3558"/>
                </a:cubicBezTo>
                <a:cubicBezTo>
                  <a:pt x="17" y="3546"/>
                  <a:pt x="13" y="3534"/>
                  <a:pt x="10" y="3521"/>
                </a:cubicBezTo>
                <a:cubicBezTo>
                  <a:pt x="6" y="3508"/>
                  <a:pt x="4" y="3495"/>
                  <a:pt x="2" y="3482"/>
                </a:cubicBezTo>
                <a:cubicBezTo>
                  <a:pt x="0" y="3468"/>
                  <a:pt x="0" y="3454"/>
                  <a:pt x="0" y="3440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3" name=""/>
          <p:cNvSpPr/>
          <p:nvPr/>
        </p:nvSpPr>
        <p:spPr>
          <a:xfrm>
            <a:off x="5314680" y="1438200"/>
            <a:ext cx="3229560" cy="1314720"/>
          </a:xfrm>
          <a:custGeom>
            <a:avLst/>
            <a:gdLst/>
            <a:ahLst/>
            <a:rect l="0" t="0" r="r" b="b"/>
            <a:pathLst>
              <a:path w="8971" h="3652">
                <a:moveTo>
                  <a:pt x="0" y="0"/>
                </a:moveTo>
                <a:lnTo>
                  <a:pt x="8971" y="0"/>
                </a:lnTo>
                <a:lnTo>
                  <a:pt x="8971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4" name=""/>
          <p:cNvSpPr txBox="1"/>
          <p:nvPr/>
        </p:nvSpPr>
        <p:spPr>
          <a:xfrm>
            <a:off x="681840" y="2051280"/>
            <a:ext cx="4962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maand waarin systemen op eigen houtje aan elkaar geknoopt worden.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5" name=""/>
          <p:cNvSpPr txBox="1"/>
          <p:nvPr/>
        </p:nvSpPr>
        <p:spPr>
          <a:xfrm>
            <a:off x="5535360" y="157968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6" name=""/>
          <p:cNvSpPr txBox="1"/>
          <p:nvPr/>
        </p:nvSpPr>
        <p:spPr>
          <a:xfrm>
            <a:off x="5535360" y="1809000"/>
            <a:ext cx="2600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Platform staat, er wordt op gebouwd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7" name=""/>
          <p:cNvSpPr txBox="1"/>
          <p:nvPr/>
        </p:nvSpPr>
        <p:spPr>
          <a:xfrm>
            <a:off x="5535360" y="2028240"/>
            <a:ext cx="2591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89 issues, acht deelnemers, ook een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8" name=""/>
          <p:cNvSpPr txBox="1"/>
          <p:nvPr/>
        </p:nvSpPr>
        <p:spPr>
          <a:xfrm>
            <a:off x="5670720" y="2209320"/>
            <a:ext cx="750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leverancier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99" name=""/>
          <p:cNvSpPr/>
          <p:nvPr/>
        </p:nvSpPr>
        <p:spPr>
          <a:xfrm>
            <a:off x="485640" y="2866680"/>
            <a:ext cx="4705560" cy="1629360"/>
          </a:xfrm>
          <a:custGeom>
            <a:avLst/>
            <a:gdLst/>
            <a:ahLst/>
            <a:rect l="0" t="0" r="r" b="b"/>
            <a:pathLst>
              <a:path w="13071" h="4526">
                <a:moveTo>
                  <a:pt x="0" y="4314"/>
                </a:moveTo>
                <a:lnTo>
                  <a:pt x="0" y="212"/>
                </a:lnTo>
                <a:cubicBezTo>
                  <a:pt x="0" y="198"/>
                  <a:pt x="1" y="184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5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7"/>
                </a:cubicBezTo>
                <a:cubicBezTo>
                  <a:pt x="90" y="11"/>
                  <a:pt x="98" y="7"/>
                  <a:pt x="106" y="5"/>
                </a:cubicBezTo>
                <a:cubicBezTo>
                  <a:pt x="115" y="2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2"/>
                  <a:pt x="12901" y="5"/>
                </a:cubicBezTo>
                <a:cubicBezTo>
                  <a:pt x="12915" y="7"/>
                  <a:pt x="12928" y="11"/>
                  <a:pt x="12941" y="17"/>
                </a:cubicBezTo>
                <a:cubicBezTo>
                  <a:pt x="12953" y="22"/>
                  <a:pt x="12966" y="28"/>
                  <a:pt x="12977" y="36"/>
                </a:cubicBezTo>
                <a:cubicBezTo>
                  <a:pt x="12989" y="44"/>
                  <a:pt x="12999" y="53"/>
                  <a:pt x="13009" y="62"/>
                </a:cubicBezTo>
                <a:cubicBezTo>
                  <a:pt x="13019" y="72"/>
                  <a:pt x="13028" y="83"/>
                  <a:pt x="13036" y="95"/>
                </a:cubicBezTo>
                <a:cubicBezTo>
                  <a:pt x="13043" y="106"/>
                  <a:pt x="13050" y="118"/>
                  <a:pt x="13055" y="131"/>
                </a:cubicBezTo>
                <a:cubicBezTo>
                  <a:pt x="13060" y="144"/>
                  <a:pt x="13065" y="157"/>
                  <a:pt x="13067" y="171"/>
                </a:cubicBezTo>
                <a:cubicBezTo>
                  <a:pt x="13070" y="184"/>
                  <a:pt x="13071" y="198"/>
                  <a:pt x="13071" y="212"/>
                </a:cubicBezTo>
                <a:lnTo>
                  <a:pt x="13071" y="4314"/>
                </a:lnTo>
                <a:cubicBezTo>
                  <a:pt x="13071" y="4328"/>
                  <a:pt x="13070" y="4342"/>
                  <a:pt x="13067" y="4355"/>
                </a:cubicBezTo>
                <a:cubicBezTo>
                  <a:pt x="13065" y="4369"/>
                  <a:pt x="13060" y="4382"/>
                  <a:pt x="13055" y="4395"/>
                </a:cubicBezTo>
                <a:cubicBezTo>
                  <a:pt x="13050" y="4408"/>
                  <a:pt x="13043" y="4420"/>
                  <a:pt x="13036" y="4432"/>
                </a:cubicBezTo>
                <a:cubicBezTo>
                  <a:pt x="13028" y="4443"/>
                  <a:pt x="13019" y="4454"/>
                  <a:pt x="13009" y="4464"/>
                </a:cubicBezTo>
                <a:cubicBezTo>
                  <a:pt x="12999" y="4474"/>
                  <a:pt x="12989" y="4482"/>
                  <a:pt x="12977" y="4490"/>
                </a:cubicBezTo>
                <a:cubicBezTo>
                  <a:pt x="12966" y="4498"/>
                  <a:pt x="12953" y="4504"/>
                  <a:pt x="12941" y="4510"/>
                </a:cubicBezTo>
                <a:cubicBezTo>
                  <a:pt x="12928" y="4515"/>
                  <a:pt x="12915" y="4519"/>
                  <a:pt x="12901" y="4522"/>
                </a:cubicBezTo>
                <a:cubicBezTo>
                  <a:pt x="12887" y="4524"/>
                  <a:pt x="12874" y="4526"/>
                  <a:pt x="12860" y="4526"/>
                </a:cubicBezTo>
                <a:lnTo>
                  <a:pt x="132" y="4526"/>
                </a:lnTo>
                <a:cubicBezTo>
                  <a:pt x="123" y="4526"/>
                  <a:pt x="115" y="4524"/>
                  <a:pt x="106" y="4522"/>
                </a:cubicBezTo>
                <a:cubicBezTo>
                  <a:pt x="98" y="4519"/>
                  <a:pt x="90" y="4515"/>
                  <a:pt x="82" y="4510"/>
                </a:cubicBezTo>
                <a:cubicBezTo>
                  <a:pt x="74" y="4504"/>
                  <a:pt x="66" y="4498"/>
                  <a:pt x="59" y="4490"/>
                </a:cubicBezTo>
                <a:cubicBezTo>
                  <a:pt x="51" y="4482"/>
                  <a:pt x="45" y="4474"/>
                  <a:pt x="39" y="4464"/>
                </a:cubicBezTo>
                <a:cubicBezTo>
                  <a:pt x="32" y="4454"/>
                  <a:pt x="27" y="4443"/>
                  <a:pt x="22" y="4432"/>
                </a:cubicBezTo>
                <a:cubicBezTo>
                  <a:pt x="17" y="4420"/>
                  <a:pt x="13" y="4408"/>
                  <a:pt x="10" y="4395"/>
                </a:cubicBezTo>
                <a:cubicBezTo>
                  <a:pt x="7" y="4382"/>
                  <a:pt x="4" y="4369"/>
                  <a:pt x="2" y="4355"/>
                </a:cubicBezTo>
                <a:cubicBezTo>
                  <a:pt x="1" y="4342"/>
                  <a:pt x="0" y="4328"/>
                  <a:pt x="0" y="4314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0" name=""/>
          <p:cNvSpPr/>
          <p:nvPr/>
        </p:nvSpPr>
        <p:spPr>
          <a:xfrm>
            <a:off x="456840" y="2866680"/>
            <a:ext cx="4734360" cy="1629360"/>
          </a:xfrm>
          <a:custGeom>
            <a:avLst/>
            <a:gdLst/>
            <a:ahLst/>
            <a:rect l="0" t="0" r="r" b="b"/>
            <a:pathLst>
              <a:path w="13151" h="4526">
                <a:moveTo>
                  <a:pt x="0" y="0"/>
                </a:moveTo>
                <a:lnTo>
                  <a:pt x="13151" y="0"/>
                </a:lnTo>
                <a:lnTo>
                  <a:pt x="13151" y="4526"/>
                </a:lnTo>
                <a:lnTo>
                  <a:pt x="0" y="4526"/>
                </a:lnTo>
                <a:lnTo>
                  <a:pt x="0" y="0"/>
                </a:lnTo>
                <a:close/>
              </a:path>
            </a:pathLst>
          </a:custGeom>
          <a:solidFill>
            <a:srgbClr val="c039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1" name=""/>
          <p:cNvSpPr txBox="1"/>
          <p:nvPr/>
        </p:nvSpPr>
        <p:spPr>
          <a:xfrm>
            <a:off x="5535360" y="2428200"/>
            <a:ext cx="2648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Draagvlak traag, beweging meetbaar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2" name=""/>
          <p:cNvSpPr txBox="1"/>
          <p:nvPr/>
        </p:nvSpPr>
        <p:spPr>
          <a:xfrm>
            <a:off x="681840" y="3020760"/>
            <a:ext cx="44524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c0392b"/>
                </a:solidFill>
                <a:latin typeface="Arial"/>
                <a:ea typeface="Arial"/>
              </a:rPr>
              <a:t>Speciﬁceren in een standaard in plaats van in eisen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3" name=""/>
          <p:cNvSpPr txBox="1"/>
          <p:nvPr/>
        </p:nvSpPr>
        <p:spPr>
          <a:xfrm>
            <a:off x="681840" y="3279960"/>
            <a:ext cx="4707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Leggen we alleen vast hoe het in OEAPI moet, dan verdwijnt de eis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4" name=""/>
          <p:cNvSpPr txBox="1"/>
          <p:nvPr/>
        </p:nvSpPr>
        <p:spPr>
          <a:xfrm>
            <a:off x="681840" y="3479760"/>
            <a:ext cx="489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erachter uit beeld. Bij een nieuwe versie of een ander protocol begint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5" name=""/>
          <p:cNvSpPr txBox="1"/>
          <p:nvPr/>
        </p:nvSpPr>
        <p:spPr>
          <a:xfrm>
            <a:off x="681840" y="3689280"/>
            <a:ext cx="18068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het speciﬁceren opnieuw.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6" name=""/>
          <p:cNvSpPr txBox="1"/>
          <p:nvPr/>
        </p:nvSpPr>
        <p:spPr>
          <a:xfrm>
            <a:off x="681840" y="3965760"/>
            <a:ext cx="4760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Hier bouw je de stoomtrein, in plaats van het spoor waar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7" name=""/>
          <p:cNvSpPr/>
          <p:nvPr/>
        </p:nvSpPr>
        <p:spPr>
          <a:xfrm>
            <a:off x="5343480" y="2866680"/>
            <a:ext cx="3200760" cy="1629360"/>
          </a:xfrm>
          <a:custGeom>
            <a:avLst/>
            <a:gdLst/>
            <a:ahLst/>
            <a:rect l="0" t="0" r="r" b="b"/>
            <a:pathLst>
              <a:path w="8891" h="4526">
                <a:moveTo>
                  <a:pt x="0" y="4314"/>
                </a:moveTo>
                <a:lnTo>
                  <a:pt x="0" y="212"/>
                </a:lnTo>
                <a:cubicBezTo>
                  <a:pt x="0" y="198"/>
                  <a:pt x="0" y="184"/>
                  <a:pt x="2" y="171"/>
                </a:cubicBezTo>
                <a:cubicBezTo>
                  <a:pt x="4" y="157"/>
                  <a:pt x="6" y="144"/>
                  <a:pt x="10" y="131"/>
                </a:cubicBezTo>
                <a:cubicBezTo>
                  <a:pt x="13" y="118"/>
                  <a:pt x="17" y="106"/>
                  <a:pt x="22" y="95"/>
                </a:cubicBezTo>
                <a:cubicBezTo>
                  <a:pt x="27" y="83"/>
                  <a:pt x="32" y="72"/>
                  <a:pt x="38" y="62"/>
                </a:cubicBezTo>
                <a:cubicBezTo>
                  <a:pt x="45" y="53"/>
                  <a:pt x="51" y="44"/>
                  <a:pt x="58" y="36"/>
                </a:cubicBezTo>
                <a:cubicBezTo>
                  <a:pt x="66" y="28"/>
                  <a:pt x="73" y="22"/>
                  <a:pt x="81" y="17"/>
                </a:cubicBezTo>
                <a:cubicBezTo>
                  <a:pt x="89" y="11"/>
                  <a:pt x="98" y="7"/>
                  <a:pt x="106" y="5"/>
                </a:cubicBezTo>
                <a:cubicBezTo>
                  <a:pt x="115" y="2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2"/>
                  <a:pt x="8720" y="5"/>
                </a:cubicBezTo>
                <a:cubicBezTo>
                  <a:pt x="8734" y="7"/>
                  <a:pt x="8747" y="11"/>
                  <a:pt x="8760" y="17"/>
                </a:cubicBezTo>
                <a:cubicBezTo>
                  <a:pt x="8773" y="22"/>
                  <a:pt x="8785" y="28"/>
                  <a:pt x="8797" y="36"/>
                </a:cubicBezTo>
                <a:cubicBezTo>
                  <a:pt x="8808" y="44"/>
                  <a:pt x="8819" y="53"/>
                  <a:pt x="8829" y="62"/>
                </a:cubicBezTo>
                <a:cubicBezTo>
                  <a:pt x="8838" y="72"/>
                  <a:pt x="8847" y="83"/>
                  <a:pt x="8855" y="95"/>
                </a:cubicBezTo>
                <a:cubicBezTo>
                  <a:pt x="8863" y="106"/>
                  <a:pt x="8869" y="118"/>
                  <a:pt x="8875" y="131"/>
                </a:cubicBezTo>
                <a:cubicBezTo>
                  <a:pt x="8880" y="144"/>
                  <a:pt x="8884" y="157"/>
                  <a:pt x="8887" y="171"/>
                </a:cubicBezTo>
                <a:cubicBezTo>
                  <a:pt x="8889" y="184"/>
                  <a:pt x="8891" y="198"/>
                  <a:pt x="8891" y="212"/>
                </a:cubicBezTo>
                <a:lnTo>
                  <a:pt x="8891" y="4314"/>
                </a:lnTo>
                <a:cubicBezTo>
                  <a:pt x="8891" y="4328"/>
                  <a:pt x="8889" y="4342"/>
                  <a:pt x="8887" y="4355"/>
                </a:cubicBezTo>
                <a:cubicBezTo>
                  <a:pt x="8884" y="4369"/>
                  <a:pt x="8880" y="4382"/>
                  <a:pt x="8875" y="4395"/>
                </a:cubicBezTo>
                <a:cubicBezTo>
                  <a:pt x="8869" y="4408"/>
                  <a:pt x="8863" y="4420"/>
                  <a:pt x="8855" y="4432"/>
                </a:cubicBezTo>
                <a:cubicBezTo>
                  <a:pt x="8847" y="4443"/>
                  <a:pt x="8838" y="4454"/>
                  <a:pt x="8829" y="4464"/>
                </a:cubicBezTo>
                <a:cubicBezTo>
                  <a:pt x="8819" y="4474"/>
                  <a:pt x="8808" y="4482"/>
                  <a:pt x="8797" y="4490"/>
                </a:cubicBezTo>
                <a:cubicBezTo>
                  <a:pt x="8785" y="4498"/>
                  <a:pt x="8773" y="4504"/>
                  <a:pt x="8760" y="4510"/>
                </a:cubicBezTo>
                <a:cubicBezTo>
                  <a:pt x="8747" y="4515"/>
                  <a:pt x="8734" y="4519"/>
                  <a:pt x="8720" y="4522"/>
                </a:cubicBezTo>
                <a:cubicBezTo>
                  <a:pt x="8707" y="4524"/>
                  <a:pt x="8693" y="4526"/>
                  <a:pt x="8679" y="4526"/>
                </a:cubicBezTo>
                <a:lnTo>
                  <a:pt x="132" y="4526"/>
                </a:lnTo>
                <a:cubicBezTo>
                  <a:pt x="123" y="4526"/>
                  <a:pt x="115" y="4524"/>
                  <a:pt x="106" y="4522"/>
                </a:cubicBezTo>
                <a:cubicBezTo>
                  <a:pt x="98" y="4519"/>
                  <a:pt x="89" y="4515"/>
                  <a:pt x="81" y="4510"/>
                </a:cubicBezTo>
                <a:cubicBezTo>
                  <a:pt x="73" y="4504"/>
                  <a:pt x="66" y="4498"/>
                  <a:pt x="58" y="4490"/>
                </a:cubicBezTo>
                <a:cubicBezTo>
                  <a:pt x="51" y="4482"/>
                  <a:pt x="45" y="4474"/>
                  <a:pt x="38" y="4464"/>
                </a:cubicBezTo>
                <a:cubicBezTo>
                  <a:pt x="32" y="4454"/>
                  <a:pt x="27" y="4443"/>
                  <a:pt x="22" y="4432"/>
                </a:cubicBezTo>
                <a:cubicBezTo>
                  <a:pt x="17" y="4420"/>
                  <a:pt x="13" y="4408"/>
                  <a:pt x="10" y="4395"/>
                </a:cubicBezTo>
                <a:cubicBezTo>
                  <a:pt x="6" y="4382"/>
                  <a:pt x="4" y="4369"/>
                  <a:pt x="2" y="4355"/>
                </a:cubicBezTo>
                <a:cubicBezTo>
                  <a:pt x="0" y="4342"/>
                  <a:pt x="0" y="4328"/>
                  <a:pt x="0" y="4314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8" name=""/>
          <p:cNvSpPr/>
          <p:nvPr/>
        </p:nvSpPr>
        <p:spPr>
          <a:xfrm>
            <a:off x="5314680" y="2866680"/>
            <a:ext cx="3229560" cy="1629360"/>
          </a:xfrm>
          <a:custGeom>
            <a:avLst/>
            <a:gdLst/>
            <a:ahLst/>
            <a:rect l="0" t="0" r="r" b="b"/>
            <a:pathLst>
              <a:path w="8971" h="4526">
                <a:moveTo>
                  <a:pt x="0" y="0"/>
                </a:moveTo>
                <a:lnTo>
                  <a:pt x="8971" y="0"/>
                </a:lnTo>
                <a:lnTo>
                  <a:pt x="8971" y="4526"/>
                </a:lnTo>
                <a:lnTo>
                  <a:pt x="0" y="452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09" name=""/>
          <p:cNvSpPr txBox="1"/>
          <p:nvPr/>
        </p:nvSpPr>
        <p:spPr>
          <a:xfrm>
            <a:off x="681840" y="4175280"/>
            <a:ext cx="22060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vliegende auto ook op past.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0" name=""/>
          <p:cNvSpPr txBox="1"/>
          <p:nvPr/>
        </p:nvSpPr>
        <p:spPr>
          <a:xfrm>
            <a:off x="5535360" y="300852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1" name=""/>
          <p:cNvSpPr txBox="1"/>
          <p:nvPr/>
        </p:nvSpPr>
        <p:spPr>
          <a:xfrm>
            <a:off x="5535360" y="3237840"/>
            <a:ext cx="207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Uitlijnen met MORA en HORA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2" name=""/>
          <p:cNvSpPr txBox="1"/>
          <p:nvPr/>
        </p:nvSpPr>
        <p:spPr>
          <a:xfrm>
            <a:off x="5535360" y="3457080"/>
            <a:ext cx="2271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OKx-kader in het businesskader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3" name=""/>
          <p:cNvSpPr txBox="1"/>
          <p:nvPr/>
        </p:nvSpPr>
        <p:spPr>
          <a:xfrm>
            <a:off x="5535360" y="3675960"/>
            <a:ext cx="276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bouwen we, voor wie, onder welke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5" name=""/>
          <p:cNvSpPr txBox="1"/>
          <p:nvPr/>
        </p:nvSpPr>
        <p:spPr>
          <a:xfrm>
            <a:off x="5670720" y="3857040"/>
            <a:ext cx="1132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omstandigheden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2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2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23" name=""/>
          <p:cNvSpPr/>
          <p:nvPr/>
        </p:nvSpPr>
        <p:spPr>
          <a:xfrm>
            <a:off x="456840" y="1814400"/>
            <a:ext cx="1762560" cy="900360"/>
          </a:xfrm>
          <a:custGeom>
            <a:avLst/>
            <a:gdLst/>
            <a:ahLst/>
            <a:rect l="0" t="0" r="r" b="b"/>
            <a:pathLst>
              <a:path w="4896" h="2501">
                <a:moveTo>
                  <a:pt x="0" y="2289"/>
                </a:moveTo>
                <a:lnTo>
                  <a:pt x="0" y="145"/>
                </a:lnTo>
                <a:cubicBezTo>
                  <a:pt x="0" y="136"/>
                  <a:pt x="2" y="126"/>
                  <a:pt x="5" y="117"/>
                </a:cubicBezTo>
                <a:cubicBezTo>
                  <a:pt x="7" y="108"/>
                  <a:pt x="11" y="98"/>
                  <a:pt x="17" y="90"/>
                </a:cubicBezTo>
                <a:cubicBezTo>
                  <a:pt x="22" y="81"/>
                  <a:pt x="28" y="72"/>
                  <a:pt x="36" y="64"/>
                </a:cubicBezTo>
                <a:cubicBezTo>
                  <a:pt x="44" y="57"/>
                  <a:pt x="53" y="49"/>
                  <a:pt x="62" y="42"/>
                </a:cubicBezTo>
                <a:cubicBezTo>
                  <a:pt x="72" y="36"/>
                  <a:pt x="83" y="30"/>
                  <a:pt x="95" y="24"/>
                </a:cubicBezTo>
                <a:cubicBezTo>
                  <a:pt x="106" y="19"/>
                  <a:pt x="118" y="15"/>
                  <a:pt x="131" y="11"/>
                </a:cubicBezTo>
                <a:cubicBezTo>
                  <a:pt x="144" y="7"/>
                  <a:pt x="157" y="4"/>
                  <a:pt x="171" y="3"/>
                </a:cubicBezTo>
                <a:cubicBezTo>
                  <a:pt x="185" y="1"/>
                  <a:pt x="198" y="0"/>
                  <a:pt x="212" y="0"/>
                </a:cubicBezTo>
                <a:lnTo>
                  <a:pt x="4685" y="0"/>
                </a:lnTo>
                <a:cubicBezTo>
                  <a:pt x="4699" y="0"/>
                  <a:pt x="4712" y="1"/>
                  <a:pt x="4726" y="3"/>
                </a:cubicBezTo>
                <a:cubicBezTo>
                  <a:pt x="4740" y="4"/>
                  <a:pt x="4753" y="7"/>
                  <a:pt x="4766" y="11"/>
                </a:cubicBezTo>
                <a:cubicBezTo>
                  <a:pt x="4778" y="15"/>
                  <a:pt x="4791" y="19"/>
                  <a:pt x="4802" y="24"/>
                </a:cubicBezTo>
                <a:cubicBezTo>
                  <a:pt x="4814" y="30"/>
                  <a:pt x="4824" y="36"/>
                  <a:pt x="4834" y="42"/>
                </a:cubicBezTo>
                <a:cubicBezTo>
                  <a:pt x="4844" y="49"/>
                  <a:pt x="4853" y="57"/>
                  <a:pt x="4861" y="64"/>
                </a:cubicBezTo>
                <a:cubicBezTo>
                  <a:pt x="4868" y="72"/>
                  <a:pt x="4875" y="81"/>
                  <a:pt x="4880" y="90"/>
                </a:cubicBezTo>
                <a:cubicBezTo>
                  <a:pt x="4885" y="98"/>
                  <a:pt x="4890" y="108"/>
                  <a:pt x="4892" y="117"/>
                </a:cubicBezTo>
                <a:cubicBezTo>
                  <a:pt x="4895" y="126"/>
                  <a:pt x="4896" y="136"/>
                  <a:pt x="4896" y="145"/>
                </a:cubicBezTo>
                <a:lnTo>
                  <a:pt x="4896" y="2289"/>
                </a:lnTo>
                <a:cubicBezTo>
                  <a:pt x="4896" y="2303"/>
                  <a:pt x="4895" y="2317"/>
                  <a:pt x="4892" y="2331"/>
                </a:cubicBezTo>
                <a:cubicBezTo>
                  <a:pt x="4890" y="2344"/>
                  <a:pt x="4885" y="2358"/>
                  <a:pt x="4880" y="2370"/>
                </a:cubicBezTo>
                <a:cubicBezTo>
                  <a:pt x="4875" y="2383"/>
                  <a:pt x="4868" y="2395"/>
                  <a:pt x="4861" y="2407"/>
                </a:cubicBezTo>
                <a:cubicBezTo>
                  <a:pt x="4853" y="2419"/>
                  <a:pt x="4844" y="2429"/>
                  <a:pt x="4834" y="2439"/>
                </a:cubicBezTo>
                <a:cubicBezTo>
                  <a:pt x="4824" y="2449"/>
                  <a:pt x="4814" y="2458"/>
                  <a:pt x="4802" y="2465"/>
                </a:cubicBezTo>
                <a:cubicBezTo>
                  <a:pt x="4791" y="2473"/>
                  <a:pt x="4778" y="2480"/>
                  <a:pt x="4766" y="2485"/>
                </a:cubicBezTo>
                <a:cubicBezTo>
                  <a:pt x="4753" y="2490"/>
                  <a:pt x="4740" y="2494"/>
                  <a:pt x="4726" y="2497"/>
                </a:cubicBezTo>
                <a:cubicBezTo>
                  <a:pt x="4712" y="2500"/>
                  <a:pt x="4699" y="2501"/>
                  <a:pt x="4685" y="2501"/>
                </a:cubicBezTo>
                <a:lnTo>
                  <a:pt x="212" y="2501"/>
                </a:lnTo>
                <a:cubicBezTo>
                  <a:pt x="198" y="2501"/>
                  <a:pt x="185" y="2500"/>
                  <a:pt x="171" y="2497"/>
                </a:cubicBezTo>
                <a:cubicBezTo>
                  <a:pt x="157" y="2494"/>
                  <a:pt x="144" y="2490"/>
                  <a:pt x="131" y="2485"/>
                </a:cubicBezTo>
                <a:cubicBezTo>
                  <a:pt x="118" y="2480"/>
                  <a:pt x="106" y="2473"/>
                  <a:pt x="95" y="2465"/>
                </a:cubicBezTo>
                <a:cubicBezTo>
                  <a:pt x="83" y="2458"/>
                  <a:pt x="72" y="2449"/>
                  <a:pt x="62" y="2439"/>
                </a:cubicBezTo>
                <a:cubicBezTo>
                  <a:pt x="53" y="2429"/>
                  <a:pt x="44" y="2419"/>
                  <a:pt x="36" y="2407"/>
                </a:cubicBezTo>
                <a:cubicBezTo>
                  <a:pt x="28" y="2395"/>
                  <a:pt x="22" y="2383"/>
                  <a:pt x="17" y="2370"/>
                </a:cubicBezTo>
                <a:cubicBezTo>
                  <a:pt x="11" y="2358"/>
                  <a:pt x="7" y="2344"/>
                  <a:pt x="5" y="2331"/>
                </a:cubicBezTo>
                <a:cubicBezTo>
                  <a:pt x="2" y="2317"/>
                  <a:pt x="0" y="2303"/>
                  <a:pt x="0" y="2289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4" name=""/>
          <p:cNvSpPr/>
          <p:nvPr/>
        </p:nvSpPr>
        <p:spPr>
          <a:xfrm>
            <a:off x="456840" y="1790640"/>
            <a:ext cx="1762560" cy="924120"/>
          </a:xfrm>
          <a:custGeom>
            <a:avLst/>
            <a:gdLst/>
            <a:ahLst/>
            <a:rect l="0" t="0" r="r" b="b"/>
            <a:pathLst>
              <a:path w="4896" h="2567">
                <a:moveTo>
                  <a:pt x="0" y="0"/>
                </a:moveTo>
                <a:lnTo>
                  <a:pt x="4896" y="0"/>
                </a:lnTo>
                <a:lnTo>
                  <a:pt x="4896" y="2567"/>
                </a:lnTo>
                <a:lnTo>
                  <a:pt x="0" y="2567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5" name=""/>
          <p:cNvSpPr txBox="1"/>
          <p:nvPr/>
        </p:nvSpPr>
        <p:spPr>
          <a:xfrm>
            <a:off x="439920" y="1081800"/>
            <a:ext cx="628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afspraak op gang brengt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6" name=""/>
          <p:cNvSpPr txBox="1"/>
          <p:nvPr/>
        </p:nvSpPr>
        <p:spPr>
          <a:xfrm>
            <a:off x="1315080" y="19936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7" name=""/>
          <p:cNvSpPr txBox="1"/>
          <p:nvPr/>
        </p:nvSpPr>
        <p:spPr>
          <a:xfrm>
            <a:off x="770760" y="2199240"/>
            <a:ext cx="12808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De afspraak staat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8" name=""/>
          <p:cNvSpPr/>
          <p:nvPr/>
        </p:nvSpPr>
        <p:spPr>
          <a:xfrm>
            <a:off x="2562120" y="1814400"/>
            <a:ext cx="1762560" cy="900360"/>
          </a:xfrm>
          <a:custGeom>
            <a:avLst/>
            <a:gdLst/>
            <a:ahLst/>
            <a:rect l="0" t="0" r="r" b="b"/>
            <a:pathLst>
              <a:path w="4896" h="2501">
                <a:moveTo>
                  <a:pt x="0" y="2289"/>
                </a:moveTo>
                <a:lnTo>
                  <a:pt x="0" y="145"/>
                </a:lnTo>
                <a:cubicBezTo>
                  <a:pt x="0" y="136"/>
                  <a:pt x="1" y="126"/>
                  <a:pt x="4" y="117"/>
                </a:cubicBezTo>
                <a:cubicBezTo>
                  <a:pt x="7" y="108"/>
                  <a:pt x="11" y="98"/>
                  <a:pt x="16" y="90"/>
                </a:cubicBezTo>
                <a:cubicBezTo>
                  <a:pt x="21" y="81"/>
                  <a:pt x="28" y="72"/>
                  <a:pt x="35" y="64"/>
                </a:cubicBezTo>
                <a:cubicBezTo>
                  <a:pt x="43" y="57"/>
                  <a:pt x="52" y="49"/>
                  <a:pt x="62" y="42"/>
                </a:cubicBezTo>
                <a:cubicBezTo>
                  <a:pt x="72" y="36"/>
                  <a:pt x="82" y="30"/>
                  <a:pt x="94" y="24"/>
                </a:cubicBezTo>
                <a:cubicBezTo>
                  <a:pt x="105" y="19"/>
                  <a:pt x="118" y="15"/>
                  <a:pt x="130" y="11"/>
                </a:cubicBezTo>
                <a:cubicBezTo>
                  <a:pt x="143" y="7"/>
                  <a:pt x="157" y="4"/>
                  <a:pt x="170" y="3"/>
                </a:cubicBezTo>
                <a:cubicBezTo>
                  <a:pt x="184" y="1"/>
                  <a:pt x="198" y="0"/>
                  <a:pt x="211" y="0"/>
                </a:cubicBezTo>
                <a:lnTo>
                  <a:pt x="4684" y="0"/>
                </a:lnTo>
                <a:cubicBezTo>
                  <a:pt x="4698" y="0"/>
                  <a:pt x="4712" y="1"/>
                  <a:pt x="4725" y="3"/>
                </a:cubicBezTo>
                <a:cubicBezTo>
                  <a:pt x="4739" y="4"/>
                  <a:pt x="4752" y="7"/>
                  <a:pt x="4765" y="11"/>
                </a:cubicBezTo>
                <a:cubicBezTo>
                  <a:pt x="4778" y="15"/>
                  <a:pt x="4790" y="19"/>
                  <a:pt x="4802" y="24"/>
                </a:cubicBezTo>
                <a:cubicBezTo>
                  <a:pt x="4813" y="30"/>
                  <a:pt x="4824" y="36"/>
                  <a:pt x="4834" y="42"/>
                </a:cubicBezTo>
                <a:cubicBezTo>
                  <a:pt x="4843" y="49"/>
                  <a:pt x="4852" y="57"/>
                  <a:pt x="4860" y="64"/>
                </a:cubicBezTo>
                <a:cubicBezTo>
                  <a:pt x="4868" y="72"/>
                  <a:pt x="4874" y="81"/>
                  <a:pt x="4879" y="90"/>
                </a:cubicBezTo>
                <a:cubicBezTo>
                  <a:pt x="4885" y="98"/>
                  <a:pt x="4889" y="108"/>
                  <a:pt x="4892" y="117"/>
                </a:cubicBezTo>
                <a:cubicBezTo>
                  <a:pt x="4894" y="126"/>
                  <a:pt x="4896" y="136"/>
                  <a:pt x="4896" y="145"/>
                </a:cubicBezTo>
                <a:lnTo>
                  <a:pt x="4896" y="2289"/>
                </a:lnTo>
                <a:cubicBezTo>
                  <a:pt x="4896" y="2303"/>
                  <a:pt x="4894" y="2317"/>
                  <a:pt x="4892" y="2331"/>
                </a:cubicBezTo>
                <a:cubicBezTo>
                  <a:pt x="4889" y="2344"/>
                  <a:pt x="4885" y="2358"/>
                  <a:pt x="4879" y="2370"/>
                </a:cubicBezTo>
                <a:cubicBezTo>
                  <a:pt x="4874" y="2383"/>
                  <a:pt x="4868" y="2395"/>
                  <a:pt x="4860" y="2407"/>
                </a:cubicBezTo>
                <a:cubicBezTo>
                  <a:pt x="4852" y="2419"/>
                  <a:pt x="4843" y="2429"/>
                  <a:pt x="4834" y="2439"/>
                </a:cubicBezTo>
                <a:cubicBezTo>
                  <a:pt x="4824" y="2449"/>
                  <a:pt x="4813" y="2458"/>
                  <a:pt x="4802" y="2465"/>
                </a:cubicBezTo>
                <a:cubicBezTo>
                  <a:pt x="4790" y="2473"/>
                  <a:pt x="4778" y="2480"/>
                  <a:pt x="4765" y="2485"/>
                </a:cubicBezTo>
                <a:cubicBezTo>
                  <a:pt x="4752" y="2490"/>
                  <a:pt x="4739" y="2494"/>
                  <a:pt x="4725" y="2497"/>
                </a:cubicBezTo>
                <a:cubicBezTo>
                  <a:pt x="4712" y="2500"/>
                  <a:pt x="4698" y="2501"/>
                  <a:pt x="4684" y="2501"/>
                </a:cubicBezTo>
                <a:lnTo>
                  <a:pt x="211" y="2501"/>
                </a:lnTo>
                <a:cubicBezTo>
                  <a:pt x="198" y="2501"/>
                  <a:pt x="184" y="2500"/>
                  <a:pt x="170" y="2497"/>
                </a:cubicBezTo>
                <a:cubicBezTo>
                  <a:pt x="157" y="2494"/>
                  <a:pt x="143" y="2490"/>
                  <a:pt x="130" y="2485"/>
                </a:cubicBezTo>
                <a:cubicBezTo>
                  <a:pt x="118" y="2480"/>
                  <a:pt x="105" y="2473"/>
                  <a:pt x="94" y="2465"/>
                </a:cubicBezTo>
                <a:cubicBezTo>
                  <a:pt x="82" y="2458"/>
                  <a:pt x="72" y="2449"/>
                  <a:pt x="62" y="2439"/>
                </a:cubicBezTo>
                <a:cubicBezTo>
                  <a:pt x="52" y="2429"/>
                  <a:pt x="43" y="2419"/>
                  <a:pt x="35" y="2407"/>
                </a:cubicBezTo>
                <a:cubicBezTo>
                  <a:pt x="28" y="2395"/>
                  <a:pt x="21" y="2383"/>
                  <a:pt x="16" y="2370"/>
                </a:cubicBezTo>
                <a:cubicBezTo>
                  <a:pt x="11" y="2358"/>
                  <a:pt x="7" y="2344"/>
                  <a:pt x="4" y="2331"/>
                </a:cubicBezTo>
                <a:cubicBezTo>
                  <a:pt x="1" y="2317"/>
                  <a:pt x="0" y="2303"/>
                  <a:pt x="0" y="2289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9" name=""/>
          <p:cNvSpPr/>
          <p:nvPr/>
        </p:nvSpPr>
        <p:spPr>
          <a:xfrm>
            <a:off x="2562120" y="1790640"/>
            <a:ext cx="1762560" cy="924120"/>
          </a:xfrm>
          <a:custGeom>
            <a:avLst/>
            <a:gdLst/>
            <a:ahLst/>
            <a:rect l="0" t="0" r="r" b="b"/>
            <a:pathLst>
              <a:path w="4896" h="2567">
                <a:moveTo>
                  <a:pt x="0" y="0"/>
                </a:moveTo>
                <a:lnTo>
                  <a:pt x="4896" y="0"/>
                </a:lnTo>
                <a:lnTo>
                  <a:pt x="4896" y="2567"/>
                </a:lnTo>
                <a:lnTo>
                  <a:pt x="0" y="2567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0" name=""/>
          <p:cNvSpPr txBox="1"/>
          <p:nvPr/>
        </p:nvSpPr>
        <p:spPr>
          <a:xfrm>
            <a:off x="2309040" y="2135520"/>
            <a:ext cx="21312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79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1" name=""/>
          <p:cNvSpPr txBox="1"/>
          <p:nvPr/>
        </p:nvSpPr>
        <p:spPr>
          <a:xfrm>
            <a:off x="3412800" y="19936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2" name=""/>
          <p:cNvSpPr txBox="1"/>
          <p:nvPr/>
        </p:nvSpPr>
        <p:spPr>
          <a:xfrm>
            <a:off x="2797200" y="2199240"/>
            <a:ext cx="14270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Systemen koppelen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3" name=""/>
          <p:cNvSpPr txBox="1"/>
          <p:nvPr/>
        </p:nvSpPr>
        <p:spPr>
          <a:xfrm>
            <a:off x="3297240" y="2399400"/>
            <a:ext cx="32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erop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4" name=""/>
          <p:cNvSpPr/>
          <p:nvPr/>
        </p:nvSpPr>
        <p:spPr>
          <a:xfrm>
            <a:off x="4676760" y="1814400"/>
            <a:ext cx="1752840" cy="900360"/>
          </a:xfrm>
          <a:custGeom>
            <a:avLst/>
            <a:gdLst/>
            <a:ahLst/>
            <a:rect l="0" t="0" r="r" b="b"/>
            <a:pathLst>
              <a:path w="4869" h="2501">
                <a:moveTo>
                  <a:pt x="0" y="2289"/>
                </a:moveTo>
                <a:lnTo>
                  <a:pt x="0" y="145"/>
                </a:lnTo>
                <a:cubicBezTo>
                  <a:pt x="0" y="136"/>
                  <a:pt x="1" y="126"/>
                  <a:pt x="4" y="117"/>
                </a:cubicBezTo>
                <a:cubicBezTo>
                  <a:pt x="6" y="108"/>
                  <a:pt x="10" y="98"/>
                  <a:pt x="16" y="90"/>
                </a:cubicBezTo>
                <a:cubicBezTo>
                  <a:pt x="21" y="81"/>
                  <a:pt x="27" y="72"/>
                  <a:pt x="35" y="64"/>
                </a:cubicBezTo>
                <a:cubicBezTo>
                  <a:pt x="43" y="57"/>
                  <a:pt x="52" y="49"/>
                  <a:pt x="62" y="42"/>
                </a:cubicBezTo>
                <a:cubicBezTo>
                  <a:pt x="71" y="36"/>
                  <a:pt x="82" y="30"/>
                  <a:pt x="94" y="24"/>
                </a:cubicBezTo>
                <a:cubicBezTo>
                  <a:pt x="105" y="19"/>
                  <a:pt x="117" y="15"/>
                  <a:pt x="130" y="11"/>
                </a:cubicBezTo>
                <a:cubicBezTo>
                  <a:pt x="143" y="7"/>
                  <a:pt x="156" y="4"/>
                  <a:pt x="170" y="3"/>
                </a:cubicBezTo>
                <a:cubicBezTo>
                  <a:pt x="184" y="1"/>
                  <a:pt x="197" y="0"/>
                  <a:pt x="211" y="0"/>
                </a:cubicBezTo>
                <a:lnTo>
                  <a:pt x="4657" y="0"/>
                </a:lnTo>
                <a:cubicBezTo>
                  <a:pt x="4671" y="0"/>
                  <a:pt x="4685" y="1"/>
                  <a:pt x="4699" y="3"/>
                </a:cubicBezTo>
                <a:cubicBezTo>
                  <a:pt x="4712" y="4"/>
                  <a:pt x="4725" y="7"/>
                  <a:pt x="4738" y="11"/>
                </a:cubicBezTo>
                <a:cubicBezTo>
                  <a:pt x="4751" y="15"/>
                  <a:pt x="4763" y="19"/>
                  <a:pt x="4775" y="24"/>
                </a:cubicBezTo>
                <a:cubicBezTo>
                  <a:pt x="4786" y="30"/>
                  <a:pt x="4797" y="36"/>
                  <a:pt x="4807" y="42"/>
                </a:cubicBezTo>
                <a:cubicBezTo>
                  <a:pt x="4817" y="49"/>
                  <a:pt x="4825" y="57"/>
                  <a:pt x="4833" y="64"/>
                </a:cubicBezTo>
                <a:cubicBezTo>
                  <a:pt x="4841" y="72"/>
                  <a:pt x="4847" y="81"/>
                  <a:pt x="4853" y="90"/>
                </a:cubicBezTo>
                <a:cubicBezTo>
                  <a:pt x="4858" y="98"/>
                  <a:pt x="4862" y="108"/>
                  <a:pt x="4865" y="117"/>
                </a:cubicBezTo>
                <a:cubicBezTo>
                  <a:pt x="4868" y="126"/>
                  <a:pt x="4869" y="136"/>
                  <a:pt x="4869" y="145"/>
                </a:cubicBezTo>
                <a:lnTo>
                  <a:pt x="4869" y="2289"/>
                </a:lnTo>
                <a:cubicBezTo>
                  <a:pt x="4869" y="2303"/>
                  <a:pt x="4868" y="2317"/>
                  <a:pt x="4865" y="2331"/>
                </a:cubicBezTo>
                <a:cubicBezTo>
                  <a:pt x="4862" y="2344"/>
                  <a:pt x="4858" y="2358"/>
                  <a:pt x="4853" y="2370"/>
                </a:cubicBezTo>
                <a:cubicBezTo>
                  <a:pt x="4847" y="2383"/>
                  <a:pt x="4841" y="2395"/>
                  <a:pt x="4833" y="2407"/>
                </a:cubicBezTo>
                <a:cubicBezTo>
                  <a:pt x="4825" y="2419"/>
                  <a:pt x="4817" y="2429"/>
                  <a:pt x="4807" y="2439"/>
                </a:cubicBezTo>
                <a:cubicBezTo>
                  <a:pt x="4797" y="2449"/>
                  <a:pt x="4786" y="2458"/>
                  <a:pt x="4775" y="2465"/>
                </a:cubicBezTo>
                <a:cubicBezTo>
                  <a:pt x="4763" y="2473"/>
                  <a:pt x="4751" y="2480"/>
                  <a:pt x="4738" y="2485"/>
                </a:cubicBezTo>
                <a:cubicBezTo>
                  <a:pt x="4725" y="2490"/>
                  <a:pt x="4712" y="2494"/>
                  <a:pt x="4699" y="2497"/>
                </a:cubicBezTo>
                <a:cubicBezTo>
                  <a:pt x="4685" y="2500"/>
                  <a:pt x="4671" y="2501"/>
                  <a:pt x="4657" y="2501"/>
                </a:cubicBezTo>
                <a:lnTo>
                  <a:pt x="211" y="2501"/>
                </a:lnTo>
                <a:cubicBezTo>
                  <a:pt x="197" y="2501"/>
                  <a:pt x="184" y="2500"/>
                  <a:pt x="170" y="2497"/>
                </a:cubicBezTo>
                <a:cubicBezTo>
                  <a:pt x="156" y="2494"/>
                  <a:pt x="143" y="2490"/>
                  <a:pt x="130" y="2485"/>
                </a:cubicBezTo>
                <a:cubicBezTo>
                  <a:pt x="117" y="2480"/>
                  <a:pt x="105" y="2473"/>
                  <a:pt x="94" y="2465"/>
                </a:cubicBezTo>
                <a:cubicBezTo>
                  <a:pt x="82" y="2458"/>
                  <a:pt x="71" y="2449"/>
                  <a:pt x="62" y="2439"/>
                </a:cubicBezTo>
                <a:cubicBezTo>
                  <a:pt x="52" y="2429"/>
                  <a:pt x="43" y="2419"/>
                  <a:pt x="35" y="2407"/>
                </a:cubicBezTo>
                <a:cubicBezTo>
                  <a:pt x="27" y="2395"/>
                  <a:pt x="21" y="2383"/>
                  <a:pt x="16" y="2370"/>
                </a:cubicBezTo>
                <a:cubicBezTo>
                  <a:pt x="10" y="2358"/>
                  <a:pt x="6" y="2344"/>
                  <a:pt x="4" y="2331"/>
                </a:cubicBezTo>
                <a:cubicBezTo>
                  <a:pt x="1" y="2317"/>
                  <a:pt x="0" y="2303"/>
                  <a:pt x="0" y="2289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5" name=""/>
          <p:cNvSpPr/>
          <p:nvPr/>
        </p:nvSpPr>
        <p:spPr>
          <a:xfrm>
            <a:off x="4676760" y="1790640"/>
            <a:ext cx="1752840" cy="924120"/>
          </a:xfrm>
          <a:custGeom>
            <a:avLst/>
            <a:gdLst/>
            <a:ahLst/>
            <a:rect l="0" t="0" r="r" b="b"/>
            <a:pathLst>
              <a:path w="4869" h="2567">
                <a:moveTo>
                  <a:pt x="0" y="0"/>
                </a:moveTo>
                <a:lnTo>
                  <a:pt x="4869" y="0"/>
                </a:lnTo>
                <a:lnTo>
                  <a:pt x="4869" y="2567"/>
                </a:lnTo>
                <a:lnTo>
                  <a:pt x="0" y="2567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6" name=""/>
          <p:cNvSpPr txBox="1"/>
          <p:nvPr/>
        </p:nvSpPr>
        <p:spPr>
          <a:xfrm>
            <a:off x="4416480" y="2135520"/>
            <a:ext cx="21312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79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7" name=""/>
          <p:cNvSpPr txBox="1"/>
          <p:nvPr/>
        </p:nvSpPr>
        <p:spPr>
          <a:xfrm>
            <a:off x="5515560" y="19936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8" name=""/>
          <p:cNvSpPr txBox="1"/>
          <p:nvPr/>
        </p:nvSpPr>
        <p:spPr>
          <a:xfrm>
            <a:off x="4976280" y="2199240"/>
            <a:ext cx="12992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Meer uitwisseling,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39" name=""/>
          <p:cNvSpPr txBox="1"/>
          <p:nvPr/>
        </p:nvSpPr>
        <p:spPr>
          <a:xfrm>
            <a:off x="5223960" y="2399400"/>
            <a:ext cx="749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meer data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0" name=""/>
          <p:cNvSpPr/>
          <p:nvPr/>
        </p:nvSpPr>
        <p:spPr>
          <a:xfrm>
            <a:off x="6781680" y="1814400"/>
            <a:ext cx="1762560" cy="900360"/>
          </a:xfrm>
          <a:custGeom>
            <a:avLst/>
            <a:gdLst/>
            <a:ahLst/>
            <a:rect l="0" t="0" r="r" b="b"/>
            <a:pathLst>
              <a:path w="4896" h="2501">
                <a:moveTo>
                  <a:pt x="0" y="2289"/>
                </a:moveTo>
                <a:lnTo>
                  <a:pt x="0" y="145"/>
                </a:lnTo>
                <a:cubicBezTo>
                  <a:pt x="0" y="136"/>
                  <a:pt x="1" y="126"/>
                  <a:pt x="4" y="117"/>
                </a:cubicBezTo>
                <a:cubicBezTo>
                  <a:pt x="7" y="108"/>
                  <a:pt x="11" y="98"/>
                  <a:pt x="16" y="90"/>
                </a:cubicBezTo>
                <a:cubicBezTo>
                  <a:pt x="21" y="81"/>
                  <a:pt x="28" y="72"/>
                  <a:pt x="36" y="64"/>
                </a:cubicBezTo>
                <a:cubicBezTo>
                  <a:pt x="43" y="57"/>
                  <a:pt x="52" y="49"/>
                  <a:pt x="62" y="42"/>
                </a:cubicBezTo>
                <a:cubicBezTo>
                  <a:pt x="72" y="36"/>
                  <a:pt x="82" y="30"/>
                  <a:pt x="94" y="24"/>
                </a:cubicBezTo>
                <a:cubicBezTo>
                  <a:pt x="105" y="19"/>
                  <a:pt x="118" y="15"/>
                  <a:pt x="130" y="11"/>
                </a:cubicBezTo>
                <a:cubicBezTo>
                  <a:pt x="143" y="7"/>
                  <a:pt x="157" y="4"/>
                  <a:pt x="170" y="3"/>
                </a:cubicBezTo>
                <a:cubicBezTo>
                  <a:pt x="184" y="1"/>
                  <a:pt x="198" y="0"/>
                  <a:pt x="211" y="0"/>
                </a:cubicBezTo>
                <a:lnTo>
                  <a:pt x="4684" y="0"/>
                </a:lnTo>
                <a:cubicBezTo>
                  <a:pt x="4698" y="0"/>
                  <a:pt x="4712" y="1"/>
                  <a:pt x="4725" y="3"/>
                </a:cubicBezTo>
                <a:cubicBezTo>
                  <a:pt x="4739" y="4"/>
                  <a:pt x="4752" y="7"/>
                  <a:pt x="4765" y="11"/>
                </a:cubicBezTo>
                <a:cubicBezTo>
                  <a:pt x="4778" y="15"/>
                  <a:pt x="4790" y="19"/>
                  <a:pt x="4802" y="24"/>
                </a:cubicBezTo>
                <a:cubicBezTo>
                  <a:pt x="4813" y="30"/>
                  <a:pt x="4824" y="36"/>
                  <a:pt x="4834" y="42"/>
                </a:cubicBezTo>
                <a:cubicBezTo>
                  <a:pt x="4843" y="49"/>
                  <a:pt x="4852" y="57"/>
                  <a:pt x="4860" y="64"/>
                </a:cubicBezTo>
                <a:cubicBezTo>
                  <a:pt x="4868" y="72"/>
                  <a:pt x="4874" y="81"/>
                  <a:pt x="4880" y="90"/>
                </a:cubicBezTo>
                <a:cubicBezTo>
                  <a:pt x="4885" y="98"/>
                  <a:pt x="4889" y="108"/>
                  <a:pt x="4892" y="117"/>
                </a:cubicBezTo>
                <a:cubicBezTo>
                  <a:pt x="4894" y="126"/>
                  <a:pt x="4896" y="136"/>
                  <a:pt x="4896" y="145"/>
                </a:cubicBezTo>
                <a:lnTo>
                  <a:pt x="4896" y="2289"/>
                </a:lnTo>
                <a:cubicBezTo>
                  <a:pt x="4896" y="2303"/>
                  <a:pt x="4894" y="2317"/>
                  <a:pt x="4892" y="2331"/>
                </a:cubicBezTo>
                <a:cubicBezTo>
                  <a:pt x="4889" y="2344"/>
                  <a:pt x="4885" y="2358"/>
                  <a:pt x="4880" y="2370"/>
                </a:cubicBezTo>
                <a:cubicBezTo>
                  <a:pt x="4874" y="2383"/>
                  <a:pt x="4868" y="2395"/>
                  <a:pt x="4860" y="2407"/>
                </a:cubicBezTo>
                <a:cubicBezTo>
                  <a:pt x="4852" y="2419"/>
                  <a:pt x="4843" y="2429"/>
                  <a:pt x="4834" y="2439"/>
                </a:cubicBezTo>
                <a:cubicBezTo>
                  <a:pt x="4824" y="2449"/>
                  <a:pt x="4813" y="2458"/>
                  <a:pt x="4802" y="2465"/>
                </a:cubicBezTo>
                <a:cubicBezTo>
                  <a:pt x="4790" y="2473"/>
                  <a:pt x="4778" y="2480"/>
                  <a:pt x="4765" y="2485"/>
                </a:cubicBezTo>
                <a:cubicBezTo>
                  <a:pt x="4752" y="2490"/>
                  <a:pt x="4739" y="2494"/>
                  <a:pt x="4725" y="2497"/>
                </a:cubicBezTo>
                <a:cubicBezTo>
                  <a:pt x="4712" y="2500"/>
                  <a:pt x="4698" y="2501"/>
                  <a:pt x="4684" y="2501"/>
                </a:cubicBezTo>
                <a:lnTo>
                  <a:pt x="211" y="2501"/>
                </a:lnTo>
                <a:cubicBezTo>
                  <a:pt x="198" y="2501"/>
                  <a:pt x="184" y="2500"/>
                  <a:pt x="170" y="2497"/>
                </a:cubicBezTo>
                <a:cubicBezTo>
                  <a:pt x="157" y="2494"/>
                  <a:pt x="143" y="2490"/>
                  <a:pt x="130" y="2485"/>
                </a:cubicBezTo>
                <a:cubicBezTo>
                  <a:pt x="118" y="2480"/>
                  <a:pt x="105" y="2473"/>
                  <a:pt x="94" y="2465"/>
                </a:cubicBezTo>
                <a:cubicBezTo>
                  <a:pt x="82" y="2458"/>
                  <a:pt x="72" y="2449"/>
                  <a:pt x="62" y="2439"/>
                </a:cubicBezTo>
                <a:cubicBezTo>
                  <a:pt x="52" y="2429"/>
                  <a:pt x="43" y="2419"/>
                  <a:pt x="36" y="2407"/>
                </a:cubicBezTo>
                <a:cubicBezTo>
                  <a:pt x="28" y="2395"/>
                  <a:pt x="21" y="2383"/>
                  <a:pt x="16" y="2370"/>
                </a:cubicBezTo>
                <a:cubicBezTo>
                  <a:pt x="11" y="2358"/>
                  <a:pt x="7" y="2344"/>
                  <a:pt x="4" y="2331"/>
                </a:cubicBezTo>
                <a:cubicBezTo>
                  <a:pt x="1" y="2317"/>
                  <a:pt x="0" y="2303"/>
                  <a:pt x="0" y="2289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1" name=""/>
          <p:cNvSpPr/>
          <p:nvPr/>
        </p:nvSpPr>
        <p:spPr>
          <a:xfrm>
            <a:off x="6781680" y="1790640"/>
            <a:ext cx="1762560" cy="924120"/>
          </a:xfrm>
          <a:custGeom>
            <a:avLst/>
            <a:gdLst/>
            <a:ahLst/>
            <a:rect l="0" t="0" r="r" b="b"/>
            <a:pathLst>
              <a:path w="4896" h="2567">
                <a:moveTo>
                  <a:pt x="0" y="0"/>
                </a:moveTo>
                <a:lnTo>
                  <a:pt x="4896" y="0"/>
                </a:lnTo>
                <a:lnTo>
                  <a:pt x="4896" y="2567"/>
                </a:lnTo>
                <a:lnTo>
                  <a:pt x="0" y="2567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2" name=""/>
          <p:cNvSpPr txBox="1"/>
          <p:nvPr/>
        </p:nvSpPr>
        <p:spPr>
          <a:xfrm>
            <a:off x="6524280" y="2135520"/>
            <a:ext cx="21312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679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3" name=""/>
          <p:cNvSpPr txBox="1"/>
          <p:nvPr/>
        </p:nvSpPr>
        <p:spPr>
          <a:xfrm>
            <a:off x="7623360" y="199368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4" name=""/>
          <p:cNvSpPr txBox="1"/>
          <p:nvPr/>
        </p:nvSpPr>
        <p:spPr>
          <a:xfrm>
            <a:off x="6964560" y="2199240"/>
            <a:ext cx="15339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Voedingsbodem voor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5" name=""/>
          <p:cNvSpPr txBox="1"/>
          <p:nvPr/>
        </p:nvSpPr>
        <p:spPr>
          <a:xfrm>
            <a:off x="7588440" y="2399400"/>
            <a:ext cx="1443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6" name=""/>
          <p:cNvSpPr/>
          <p:nvPr/>
        </p:nvSpPr>
        <p:spPr>
          <a:xfrm>
            <a:off x="456840" y="3124080"/>
            <a:ext cx="8087400" cy="1047960"/>
          </a:xfrm>
          <a:custGeom>
            <a:avLst/>
            <a:gdLst/>
            <a:ahLst/>
            <a:rect l="0" t="0" r="r" b="b"/>
            <a:pathLst>
              <a:path w="22465" h="2911">
                <a:moveTo>
                  <a:pt x="0" y="0"/>
                </a:moveTo>
                <a:lnTo>
                  <a:pt x="22465" y="0"/>
                </a:lnTo>
                <a:lnTo>
                  <a:pt x="22465" y="2911"/>
                </a:lnTo>
                <a:lnTo>
                  <a:pt x="0" y="29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7" name=""/>
          <p:cNvSpPr/>
          <p:nvPr/>
        </p:nvSpPr>
        <p:spPr>
          <a:xfrm>
            <a:off x="456840" y="312408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8" name=""/>
          <p:cNvSpPr/>
          <p:nvPr/>
        </p:nvSpPr>
        <p:spPr>
          <a:xfrm>
            <a:off x="456840" y="41623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49" name=""/>
          <p:cNvSpPr/>
          <p:nvPr/>
        </p:nvSpPr>
        <p:spPr>
          <a:xfrm>
            <a:off x="8534160" y="3124080"/>
            <a:ext cx="10080" cy="1047960"/>
          </a:xfrm>
          <a:custGeom>
            <a:avLst/>
            <a:gdLst/>
            <a:ahLst/>
            <a:rect l="0" t="0" r="r" b="b"/>
            <a:pathLst>
              <a:path w="28" h="2911">
                <a:moveTo>
                  <a:pt x="0" y="106"/>
                </a:moveTo>
                <a:lnTo>
                  <a:pt x="0" y="2911"/>
                </a:lnTo>
                <a:lnTo>
                  <a:pt x="28" y="2911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0" name=""/>
          <p:cNvSpPr/>
          <p:nvPr/>
        </p:nvSpPr>
        <p:spPr>
          <a:xfrm>
            <a:off x="456840" y="3124080"/>
            <a:ext cx="10080" cy="1047960"/>
          </a:xfrm>
          <a:custGeom>
            <a:avLst/>
            <a:gdLst/>
            <a:ahLst/>
            <a:rect l="0" t="0" r="r" b="b"/>
            <a:pathLst>
              <a:path w="28" h="2911">
                <a:moveTo>
                  <a:pt x="0" y="0"/>
                </a:moveTo>
                <a:lnTo>
                  <a:pt x="0" y="2911"/>
                </a:lnTo>
                <a:lnTo>
                  <a:pt x="28" y="2911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1" name=""/>
          <p:cNvSpPr txBox="1"/>
          <p:nvPr/>
        </p:nvSpPr>
        <p:spPr>
          <a:xfrm>
            <a:off x="457200" y="2813400"/>
            <a:ext cx="3004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Elke fase levert de eisen op voor de volgende.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2" name=""/>
          <p:cNvSpPr txBox="1"/>
          <p:nvPr/>
        </p:nvSpPr>
        <p:spPr>
          <a:xfrm>
            <a:off x="634320" y="3347640"/>
            <a:ext cx="87012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0e9e7e"/>
                </a:solidFill>
                <a:latin typeface="Arial"/>
                <a:ea typeface="Arial"/>
              </a:rPr>
              <a:t>Daarmee versnelt de doorontwikkeling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naar de volgende fase van integratie in het onderwijsecosysteem: meer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3" name=""/>
          <p:cNvSpPr txBox="1"/>
          <p:nvPr/>
        </p:nvSpPr>
        <p:spPr>
          <a:xfrm>
            <a:off x="634320" y="3576240"/>
            <a:ext cx="85734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aanbod dat te vergelijken is, meer resultaten die meetellen, meer ondersteuning die op echte gegevens staat. Dat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4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5" name=""/>
          <p:cNvSpPr txBox="1"/>
          <p:nvPr/>
        </p:nvSpPr>
        <p:spPr>
          <a:xfrm>
            <a:off x="634320" y="3804840"/>
            <a:ext cx="422064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helpt de student, de instelling en de leverancier tegelijk.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5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0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862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863" name=""/>
          <p:cNvSpPr txBox="1"/>
          <p:nvPr/>
        </p:nvSpPr>
        <p:spPr>
          <a:xfrm>
            <a:off x="439920" y="596160"/>
            <a:ext cx="43182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zetten we op in?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4" name=""/>
          <p:cNvSpPr/>
          <p:nvPr/>
        </p:nvSpPr>
        <p:spPr>
          <a:xfrm>
            <a:off x="456840" y="1857240"/>
            <a:ext cx="2067480" cy="305280"/>
          </a:xfrm>
          <a:custGeom>
            <a:avLst/>
            <a:gdLst/>
            <a:ahLst/>
            <a:rect l="0" t="0" r="r" b="b"/>
            <a:pathLst>
              <a:path w="5743" h="848">
                <a:moveTo>
                  <a:pt x="0" y="0"/>
                </a:moveTo>
                <a:lnTo>
                  <a:pt x="5743" y="0"/>
                </a:lnTo>
                <a:lnTo>
                  <a:pt x="5743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5" name=""/>
          <p:cNvSpPr/>
          <p:nvPr/>
        </p:nvSpPr>
        <p:spPr>
          <a:xfrm>
            <a:off x="2523960" y="1857240"/>
            <a:ext cx="3210120" cy="305280"/>
          </a:xfrm>
          <a:custGeom>
            <a:avLst/>
            <a:gdLst/>
            <a:ahLst/>
            <a:rect l="0" t="0" r="r" b="b"/>
            <a:pathLst>
              <a:path w="8917" h="848">
                <a:moveTo>
                  <a:pt x="0" y="0"/>
                </a:moveTo>
                <a:lnTo>
                  <a:pt x="8917" y="0"/>
                </a:lnTo>
                <a:lnTo>
                  <a:pt x="8917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6" name=""/>
          <p:cNvSpPr/>
          <p:nvPr/>
        </p:nvSpPr>
        <p:spPr>
          <a:xfrm>
            <a:off x="5733720" y="1857240"/>
            <a:ext cx="2810520" cy="305280"/>
          </a:xfrm>
          <a:custGeom>
            <a:avLst/>
            <a:gdLst/>
            <a:ahLst/>
            <a:rect l="0" t="0" r="r" b="b"/>
            <a:pathLst>
              <a:path w="7807" h="848">
                <a:moveTo>
                  <a:pt x="0" y="0"/>
                </a:moveTo>
                <a:lnTo>
                  <a:pt x="7807" y="0"/>
                </a:lnTo>
                <a:lnTo>
                  <a:pt x="7807" y="848"/>
                </a:lnTo>
                <a:lnTo>
                  <a:pt x="0" y="84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7" name=""/>
          <p:cNvSpPr/>
          <p:nvPr/>
        </p:nvSpPr>
        <p:spPr>
          <a:xfrm>
            <a:off x="456840" y="2152440"/>
            <a:ext cx="2067480" cy="19440"/>
          </a:xfrm>
          <a:custGeom>
            <a:avLst/>
            <a:gdLst/>
            <a:ahLst/>
            <a:rect l="0" t="0" r="r" b="b"/>
            <a:pathLst>
              <a:path w="5743" h="54">
                <a:moveTo>
                  <a:pt x="0" y="0"/>
                </a:moveTo>
                <a:lnTo>
                  <a:pt x="5743" y="0"/>
                </a:lnTo>
                <a:lnTo>
                  <a:pt x="5743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8" name=""/>
          <p:cNvSpPr/>
          <p:nvPr/>
        </p:nvSpPr>
        <p:spPr>
          <a:xfrm>
            <a:off x="2523960" y="2152440"/>
            <a:ext cx="3210120" cy="19440"/>
          </a:xfrm>
          <a:custGeom>
            <a:avLst/>
            <a:gdLst/>
            <a:ahLst/>
            <a:rect l="0" t="0" r="r" b="b"/>
            <a:pathLst>
              <a:path w="8917" h="54">
                <a:moveTo>
                  <a:pt x="0" y="0"/>
                </a:moveTo>
                <a:lnTo>
                  <a:pt x="8917" y="0"/>
                </a:lnTo>
                <a:lnTo>
                  <a:pt x="891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69" name=""/>
          <p:cNvSpPr/>
          <p:nvPr/>
        </p:nvSpPr>
        <p:spPr>
          <a:xfrm>
            <a:off x="5733720" y="2152440"/>
            <a:ext cx="2810520" cy="19440"/>
          </a:xfrm>
          <a:custGeom>
            <a:avLst/>
            <a:gdLst/>
            <a:ahLst/>
            <a:rect l="0" t="0" r="r" b="b"/>
            <a:pathLst>
              <a:path w="7807" h="54">
                <a:moveTo>
                  <a:pt x="0" y="0"/>
                </a:moveTo>
                <a:lnTo>
                  <a:pt x="7807" y="0"/>
                </a:lnTo>
                <a:lnTo>
                  <a:pt x="7807" y="54"/>
                </a:lnTo>
                <a:lnTo>
                  <a:pt x="0" y="54"/>
                </a:lnTo>
                <a:lnTo>
                  <a:pt x="0" y="0"/>
                </a:lnTo>
                <a:close/>
              </a:path>
            </a:pathLst>
          </a:custGeom>
          <a:solidFill>
            <a:srgbClr val="3d68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0" name=""/>
          <p:cNvSpPr/>
          <p:nvPr/>
        </p:nvSpPr>
        <p:spPr>
          <a:xfrm>
            <a:off x="456840" y="2695320"/>
            <a:ext cx="2067480" cy="10080"/>
          </a:xfrm>
          <a:custGeom>
            <a:avLst/>
            <a:gdLst/>
            <a:ahLst/>
            <a:rect l="0" t="0" r="r" b="b"/>
            <a:pathLst>
              <a:path w="5743" h="28">
                <a:moveTo>
                  <a:pt x="0" y="0"/>
                </a:moveTo>
                <a:lnTo>
                  <a:pt x="5743" y="0"/>
                </a:lnTo>
                <a:lnTo>
                  <a:pt x="57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1" name=""/>
          <p:cNvSpPr/>
          <p:nvPr/>
        </p:nvSpPr>
        <p:spPr>
          <a:xfrm>
            <a:off x="2523960" y="2695320"/>
            <a:ext cx="3210120" cy="10080"/>
          </a:xfrm>
          <a:custGeom>
            <a:avLst/>
            <a:gdLst/>
            <a:ahLst/>
            <a:rect l="0" t="0" r="r" b="b"/>
            <a:pathLst>
              <a:path w="8917" h="28">
                <a:moveTo>
                  <a:pt x="0" y="0"/>
                </a:moveTo>
                <a:lnTo>
                  <a:pt x="8917" y="0"/>
                </a:lnTo>
                <a:lnTo>
                  <a:pt x="89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2" name=""/>
          <p:cNvSpPr/>
          <p:nvPr/>
        </p:nvSpPr>
        <p:spPr>
          <a:xfrm>
            <a:off x="5733720" y="2695320"/>
            <a:ext cx="2810520" cy="10080"/>
          </a:xfrm>
          <a:custGeom>
            <a:avLst/>
            <a:gdLst/>
            <a:ahLst/>
            <a:rect l="0" t="0" r="r" b="b"/>
            <a:pathLst>
              <a:path w="7807" h="28">
                <a:moveTo>
                  <a:pt x="0" y="0"/>
                </a:moveTo>
                <a:lnTo>
                  <a:pt x="7807" y="0"/>
                </a:lnTo>
                <a:lnTo>
                  <a:pt x="780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3" name=""/>
          <p:cNvSpPr/>
          <p:nvPr/>
        </p:nvSpPr>
        <p:spPr>
          <a:xfrm>
            <a:off x="456840" y="3409920"/>
            <a:ext cx="2067480" cy="9720"/>
          </a:xfrm>
          <a:custGeom>
            <a:avLst/>
            <a:gdLst/>
            <a:ahLst/>
            <a:rect l="0" t="0" r="r" b="b"/>
            <a:pathLst>
              <a:path w="5743" h="27">
                <a:moveTo>
                  <a:pt x="0" y="0"/>
                </a:moveTo>
                <a:lnTo>
                  <a:pt x="5743" y="0"/>
                </a:lnTo>
                <a:lnTo>
                  <a:pt x="574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4" name=""/>
          <p:cNvSpPr/>
          <p:nvPr/>
        </p:nvSpPr>
        <p:spPr>
          <a:xfrm>
            <a:off x="2523960" y="3409920"/>
            <a:ext cx="3210120" cy="9720"/>
          </a:xfrm>
          <a:custGeom>
            <a:avLst/>
            <a:gdLst/>
            <a:ahLst/>
            <a:rect l="0" t="0" r="r" b="b"/>
            <a:pathLst>
              <a:path w="8917" h="27">
                <a:moveTo>
                  <a:pt x="0" y="0"/>
                </a:moveTo>
                <a:lnTo>
                  <a:pt x="8917" y="0"/>
                </a:lnTo>
                <a:lnTo>
                  <a:pt x="891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5" name=""/>
          <p:cNvSpPr/>
          <p:nvPr/>
        </p:nvSpPr>
        <p:spPr>
          <a:xfrm>
            <a:off x="5733720" y="3409920"/>
            <a:ext cx="2810520" cy="9720"/>
          </a:xfrm>
          <a:custGeom>
            <a:avLst/>
            <a:gdLst/>
            <a:ahLst/>
            <a:rect l="0" t="0" r="r" b="b"/>
            <a:pathLst>
              <a:path w="7807" h="27">
                <a:moveTo>
                  <a:pt x="0" y="0"/>
                </a:moveTo>
                <a:lnTo>
                  <a:pt x="7807" y="0"/>
                </a:lnTo>
                <a:lnTo>
                  <a:pt x="780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7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6" name=""/>
          <p:cNvSpPr/>
          <p:nvPr/>
        </p:nvSpPr>
        <p:spPr>
          <a:xfrm>
            <a:off x="456840" y="3943080"/>
            <a:ext cx="2067480" cy="10080"/>
          </a:xfrm>
          <a:custGeom>
            <a:avLst/>
            <a:gdLst/>
            <a:ahLst/>
            <a:rect l="0" t="0" r="r" b="b"/>
            <a:pathLst>
              <a:path w="5743" h="28">
                <a:moveTo>
                  <a:pt x="0" y="0"/>
                </a:moveTo>
                <a:lnTo>
                  <a:pt x="5743" y="0"/>
                </a:lnTo>
                <a:lnTo>
                  <a:pt x="574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7" name=""/>
          <p:cNvSpPr/>
          <p:nvPr/>
        </p:nvSpPr>
        <p:spPr>
          <a:xfrm>
            <a:off x="2523960" y="3943080"/>
            <a:ext cx="3210120" cy="10080"/>
          </a:xfrm>
          <a:custGeom>
            <a:avLst/>
            <a:gdLst/>
            <a:ahLst/>
            <a:rect l="0" t="0" r="r" b="b"/>
            <a:pathLst>
              <a:path w="8917" h="28">
                <a:moveTo>
                  <a:pt x="0" y="0"/>
                </a:moveTo>
                <a:lnTo>
                  <a:pt x="8917" y="0"/>
                </a:lnTo>
                <a:lnTo>
                  <a:pt x="891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8" name=""/>
          <p:cNvSpPr/>
          <p:nvPr/>
        </p:nvSpPr>
        <p:spPr>
          <a:xfrm>
            <a:off x="5733720" y="3943080"/>
            <a:ext cx="2810520" cy="10080"/>
          </a:xfrm>
          <a:custGeom>
            <a:avLst/>
            <a:gdLst/>
            <a:ahLst/>
            <a:rect l="0" t="0" r="r" b="b"/>
            <a:pathLst>
              <a:path w="7807" h="28">
                <a:moveTo>
                  <a:pt x="0" y="0"/>
                </a:moveTo>
                <a:lnTo>
                  <a:pt x="7807" y="0"/>
                </a:lnTo>
                <a:lnTo>
                  <a:pt x="780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9ca3af">
              <a:alpha val="2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79" name=""/>
          <p:cNvSpPr txBox="1"/>
          <p:nvPr/>
        </p:nvSpPr>
        <p:spPr>
          <a:xfrm>
            <a:off x="457200" y="1389600"/>
            <a:ext cx="7953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Drie richtingen waar de kansen en de risico’s samenkomen. Ze kunnen niet alle drie tegelijk voorrang krijgen.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0" name=""/>
          <p:cNvSpPr txBox="1"/>
          <p:nvPr/>
        </p:nvSpPr>
        <p:spPr>
          <a:xfrm>
            <a:off x="563760" y="1946160"/>
            <a:ext cx="3618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INZET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1" name=""/>
          <p:cNvSpPr txBox="1"/>
          <p:nvPr/>
        </p:nvSpPr>
        <p:spPr>
          <a:xfrm>
            <a:off x="2630520" y="1946160"/>
            <a:ext cx="12351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OPLEVERT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2" name=""/>
          <p:cNvSpPr txBox="1"/>
          <p:nvPr/>
        </p:nvSpPr>
        <p:spPr>
          <a:xfrm>
            <a:off x="5838120" y="1946160"/>
            <a:ext cx="1102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6b7280"/>
                </a:solidFill>
                <a:latin typeface="Arial"/>
                <a:ea typeface="Arial"/>
              </a:rPr>
              <a:t>WAT HET VRAAGT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3" name=""/>
          <p:cNvSpPr txBox="1"/>
          <p:nvPr/>
        </p:nvSpPr>
        <p:spPr>
          <a:xfrm>
            <a:off x="563760" y="2256840"/>
            <a:ext cx="5112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Tempo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4" name=""/>
          <p:cNvSpPr txBox="1"/>
          <p:nvPr/>
        </p:nvSpPr>
        <p:spPr>
          <a:xfrm>
            <a:off x="2630520" y="2256840"/>
            <a:ext cx="2745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Vragen uit de sector snel beantwoorden: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5" name=""/>
          <p:cNvSpPr txBox="1"/>
          <p:nvPr/>
        </p:nvSpPr>
        <p:spPr>
          <a:xfrm>
            <a:off x="2630520" y="2456640"/>
            <a:ext cx="2934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herleiden, versioneren en uitwerken kan nu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6" name=""/>
          <p:cNvSpPr txBox="1"/>
          <p:nvPr/>
        </p:nvSpPr>
        <p:spPr>
          <a:xfrm>
            <a:off x="5838120" y="2256840"/>
            <a:ext cx="28202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Een norm op doorlooptijd en sturing erop,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7" name=""/>
          <p:cNvSpPr txBox="1"/>
          <p:nvPr/>
        </p:nvSpPr>
        <p:spPr>
          <a:xfrm>
            <a:off x="5838120" y="2456640"/>
            <a:ext cx="13280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bij de projectleiding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8" name=""/>
          <p:cNvSpPr txBox="1"/>
          <p:nvPr/>
        </p:nvSpPr>
        <p:spPr>
          <a:xfrm>
            <a:off x="563760" y="2780640"/>
            <a:ext cx="180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Standaardonafhankelijk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89" name=""/>
          <p:cNvSpPr txBox="1"/>
          <p:nvPr/>
        </p:nvSpPr>
        <p:spPr>
          <a:xfrm>
            <a:off x="563760" y="2980800"/>
            <a:ext cx="8373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vastleggen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0" name=""/>
          <p:cNvSpPr txBox="1"/>
          <p:nvPr/>
        </p:nvSpPr>
        <p:spPr>
          <a:xfrm>
            <a:off x="2630520" y="2780640"/>
            <a:ext cx="2734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eis blijft staan als de techniek wisselt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1" name=""/>
          <p:cNvSpPr txBox="1"/>
          <p:nvPr/>
        </p:nvSpPr>
        <p:spPr>
          <a:xfrm>
            <a:off x="5838120" y="2780640"/>
            <a:ext cx="21297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De eisen in een referentiekader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2" name=""/>
          <p:cNvSpPr txBox="1"/>
          <p:nvPr/>
        </p:nvSpPr>
        <p:spPr>
          <a:xfrm>
            <a:off x="5838120" y="2980800"/>
            <a:ext cx="28278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vastleggen, de vertaling naar OEAPI apart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3" name=""/>
          <p:cNvSpPr txBox="1"/>
          <p:nvPr/>
        </p:nvSpPr>
        <p:spPr>
          <a:xfrm>
            <a:off x="5838120" y="3171240"/>
            <a:ext cx="5065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houden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4" name=""/>
          <p:cNvSpPr txBox="1"/>
          <p:nvPr/>
        </p:nvSpPr>
        <p:spPr>
          <a:xfrm>
            <a:off x="563760" y="3504600"/>
            <a:ext cx="18403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3d68ec"/>
                </a:solidFill>
                <a:latin typeface="Arial"/>
                <a:ea typeface="Arial"/>
              </a:rPr>
              <a:t>Meer dan een document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5" name=""/>
          <p:cNvSpPr txBox="1"/>
          <p:nvPr/>
        </p:nvSpPr>
        <p:spPr>
          <a:xfrm>
            <a:off x="2630520" y="3504600"/>
            <a:ext cx="31111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Klaar voor de vliegende auto’s: de speciﬁcatie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6" name=""/>
          <p:cNvSpPr txBox="1"/>
          <p:nvPr/>
        </p:nvSpPr>
        <p:spPr>
          <a:xfrm>
            <a:off x="2630520" y="3695040"/>
            <a:ext cx="333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werkt nu al met AI en draagt de doorontwikkeling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7" name=""/>
          <p:cNvSpPr/>
          <p:nvPr/>
        </p:nvSpPr>
        <p:spPr>
          <a:xfrm>
            <a:off x="456840" y="4086000"/>
            <a:ext cx="7915680" cy="572040"/>
          </a:xfrm>
          <a:custGeom>
            <a:avLst/>
            <a:gdLst/>
            <a:ahLst/>
            <a:rect l="0" t="0" r="r" b="b"/>
            <a:pathLst>
              <a:path w="21988" h="1589">
                <a:moveTo>
                  <a:pt x="0" y="0"/>
                </a:moveTo>
                <a:lnTo>
                  <a:pt x="21988" y="0"/>
                </a:lnTo>
                <a:lnTo>
                  <a:pt x="21988" y="1589"/>
                </a:lnTo>
                <a:lnTo>
                  <a:pt x="0" y="158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98" name=""/>
          <p:cNvSpPr/>
          <p:nvPr/>
        </p:nvSpPr>
        <p:spPr>
          <a:xfrm>
            <a:off x="456840" y="4086000"/>
            <a:ext cx="7915680" cy="38520"/>
          </a:xfrm>
          <a:custGeom>
            <a:avLst/>
            <a:gdLst/>
            <a:ahLst/>
            <a:rect l="0" t="0" r="r" b="b"/>
            <a:pathLst>
              <a:path w="21988" h="107">
                <a:moveTo>
                  <a:pt x="0" y="0"/>
                </a:moveTo>
                <a:lnTo>
                  <a:pt x="21988" y="0"/>
                </a:lnTo>
                <a:lnTo>
                  <a:pt x="21988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b4f6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9" name=""/>
          <p:cNvSpPr/>
          <p:nvPr/>
        </p:nvSpPr>
        <p:spPr>
          <a:xfrm>
            <a:off x="456840" y="4647960"/>
            <a:ext cx="7915680" cy="10080"/>
          </a:xfrm>
          <a:custGeom>
            <a:avLst/>
            <a:gdLst/>
            <a:ahLst/>
            <a:rect l="0" t="0" r="r" b="b"/>
            <a:pathLst>
              <a:path w="21988" h="28">
                <a:moveTo>
                  <a:pt x="0" y="0"/>
                </a:moveTo>
                <a:lnTo>
                  <a:pt x="21988" y="0"/>
                </a:lnTo>
                <a:lnTo>
                  <a:pt x="219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0" name=""/>
          <p:cNvSpPr/>
          <p:nvPr/>
        </p:nvSpPr>
        <p:spPr>
          <a:xfrm>
            <a:off x="8362800" y="4086000"/>
            <a:ext cx="9720" cy="572040"/>
          </a:xfrm>
          <a:custGeom>
            <a:avLst/>
            <a:gdLst/>
            <a:ahLst/>
            <a:rect l="0" t="0" r="r" b="b"/>
            <a:pathLst>
              <a:path w="27" h="1589">
                <a:moveTo>
                  <a:pt x="0" y="106"/>
                </a:moveTo>
                <a:lnTo>
                  <a:pt x="0" y="1589"/>
                </a:lnTo>
                <a:lnTo>
                  <a:pt x="27" y="1589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1" name=""/>
          <p:cNvSpPr/>
          <p:nvPr/>
        </p:nvSpPr>
        <p:spPr>
          <a:xfrm>
            <a:off x="456840" y="4086000"/>
            <a:ext cx="10080" cy="572040"/>
          </a:xfrm>
          <a:custGeom>
            <a:avLst/>
            <a:gdLst/>
            <a:ahLst/>
            <a:rect l="0" t="0" r="r" b="b"/>
            <a:pathLst>
              <a:path w="28" h="1589">
                <a:moveTo>
                  <a:pt x="0" y="0"/>
                </a:moveTo>
                <a:lnTo>
                  <a:pt x="0" y="1589"/>
                </a:lnTo>
                <a:lnTo>
                  <a:pt x="28" y="1589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2" name=""/>
          <p:cNvSpPr txBox="1"/>
          <p:nvPr/>
        </p:nvSpPr>
        <p:spPr>
          <a:xfrm>
            <a:off x="5838120" y="3504600"/>
            <a:ext cx="23187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Adoptie en onderhoud in het team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4" name=""/>
          <p:cNvSpPr txBox="1"/>
          <p:nvPr/>
        </p:nvSpPr>
        <p:spPr>
          <a:xfrm>
            <a:off x="634320" y="4304160"/>
            <a:ext cx="45756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3d68ec"/>
                </a:solidFill>
                <a:latin typeface="Arial"/>
                <a:ea typeface="Arial"/>
              </a:rPr>
              <a:t>Gevraagd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: welke van deze drie voorrang krijgt richting v0.1.0.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91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