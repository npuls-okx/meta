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slide16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9336088" cy="52578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66560" y="195120"/>
            <a:ext cx="8401680" cy="37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30732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14808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56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30732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14808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marL="427680" indent="-320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55360" indent="-320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83040" indent="-285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10720" indent="-213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3840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6608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299376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2031480" y="1937880"/>
            <a:ext cx="607068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1a1a2e"/>
                </a:solidFill>
                <a:latin typeface="Arial"/>
                <a:ea typeface="Arial"/>
              </a:rPr>
              <a:t>Koppelvlakspeciﬁcaties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586320" y="2908440"/>
            <a:ext cx="2475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Kerngroep techniek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· Amersfoort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129120" y="3160800"/>
            <a:ext cx="34830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OKx · Onderwijskoppelingen · Npuls · 19 augustus 2026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071880" y="2504520"/>
            <a:ext cx="36172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374151"/>
                </a:solidFill>
                <a:latin typeface="Arial"/>
                <a:ea typeface="Arial"/>
              </a:rPr>
              <a:t>De eerste structuur voor het eindproduct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 txBox="1"/>
          <p:nvPr/>
        </p:nvSpPr>
        <p:spPr>
          <a:xfrm>
            <a:off x="1195560" y="1465200"/>
            <a:ext cx="7958880" cy="3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520" spc="-1" strike="noStrike">
                <a:solidFill>
                  <a:srgbClr val="3d68ec"/>
                </a:solidFill>
                <a:latin typeface="Arial"/>
                <a:ea typeface="Arial"/>
              </a:rPr>
              <a:t>De eerste structuur van de koppelvlakspecificatie</a:t>
            </a:r>
            <a:endParaRPr b="0" lang="en-US" sz="2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295880" y="1913040"/>
            <a:ext cx="912240" cy="3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520" spc="-1" strike="noStrike">
                <a:solidFill>
                  <a:srgbClr val="3d68ec"/>
                </a:solidFill>
                <a:latin typeface="Arial"/>
                <a:ea typeface="Arial"/>
              </a:rPr>
              <a:t>staat.</a:t>
            </a:r>
            <a:endParaRPr b="0" lang="en-US" sz="2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733840" y="2537640"/>
            <a:ext cx="439452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374151"/>
                </a:solidFill>
                <a:latin typeface="Arial"/>
                <a:ea typeface="Arial"/>
              </a:rPr>
              <a:t>Gereleased als alpha-document v0.0.1, in docx en pdf.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433520" y="3109320"/>
            <a:ext cx="730692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00" spc="-1" strike="noStrike">
                <a:solidFill>
                  <a:srgbClr val="1a1a2e"/>
                </a:solidFill>
                <a:latin typeface="Arial"/>
                <a:ea typeface="Arial"/>
              </a:rPr>
              <a:t>Vandaag onderzoeken we samen of de structuur werkt voor onze doelen, en</a:t>
            </a:r>
            <a:endParaRPr b="0" lang="en-US" sz="1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681360" y="3414240"/>
            <a:ext cx="224388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00" spc="-1" strike="noStrike">
                <a:solidFill>
                  <a:srgbClr val="1a1a2e"/>
                </a:solidFill>
                <a:latin typeface="Arial"/>
                <a:ea typeface="Arial"/>
              </a:rPr>
              <a:t>hoe we verder bouwen.</a:t>
            </a:r>
            <a:endParaRPr b="0" lang="en-US" sz="15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9" name=""/>
          <p:cNvSpPr txBox="1"/>
          <p:nvPr/>
        </p:nvSpPr>
        <p:spPr>
          <a:xfrm>
            <a:off x="3993480" y="817560"/>
            <a:ext cx="26571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Arial"/>
                <a:ea typeface="Arial"/>
              </a:rPr>
              <a:t>WAT   G A A N   W E   BE S P R E K E 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" name=""/>
          <p:cNvSpPr/>
          <p:nvPr/>
        </p:nvSpPr>
        <p:spPr>
          <a:xfrm>
            <a:off x="3990960" y="1790640"/>
            <a:ext cx="324000" cy="324000"/>
          </a:xfrm>
          <a:custGeom>
            <a:avLst/>
            <a:gdLst/>
            <a:ahLst/>
            <a:rect l="0" t="0" r="r" b="b"/>
            <a:pathLst>
              <a:path w="900" h="900">
                <a:moveTo>
                  <a:pt x="900" y="449"/>
                </a:moveTo>
                <a:cubicBezTo>
                  <a:pt x="900" y="479"/>
                  <a:pt x="897" y="508"/>
                  <a:pt x="891" y="537"/>
                </a:cubicBezTo>
                <a:cubicBezTo>
                  <a:pt x="886" y="566"/>
                  <a:pt x="877" y="594"/>
                  <a:pt x="866" y="622"/>
                </a:cubicBezTo>
                <a:cubicBezTo>
                  <a:pt x="855" y="649"/>
                  <a:pt x="841" y="675"/>
                  <a:pt x="824" y="699"/>
                </a:cubicBezTo>
                <a:cubicBezTo>
                  <a:pt x="808" y="724"/>
                  <a:pt x="789" y="747"/>
                  <a:pt x="768" y="768"/>
                </a:cubicBezTo>
                <a:cubicBezTo>
                  <a:pt x="747" y="788"/>
                  <a:pt x="725" y="807"/>
                  <a:pt x="700" y="823"/>
                </a:cubicBezTo>
                <a:cubicBezTo>
                  <a:pt x="676" y="840"/>
                  <a:pt x="650" y="854"/>
                  <a:pt x="622" y="865"/>
                </a:cubicBezTo>
                <a:cubicBezTo>
                  <a:pt x="595" y="877"/>
                  <a:pt x="567" y="886"/>
                  <a:pt x="538" y="892"/>
                </a:cubicBezTo>
                <a:cubicBezTo>
                  <a:pt x="509" y="897"/>
                  <a:pt x="480" y="900"/>
                  <a:pt x="450" y="900"/>
                </a:cubicBezTo>
                <a:cubicBezTo>
                  <a:pt x="421" y="900"/>
                  <a:pt x="392" y="897"/>
                  <a:pt x="363" y="892"/>
                </a:cubicBezTo>
                <a:cubicBezTo>
                  <a:pt x="334" y="886"/>
                  <a:pt x="305" y="877"/>
                  <a:pt x="278" y="865"/>
                </a:cubicBezTo>
                <a:cubicBezTo>
                  <a:pt x="251" y="854"/>
                  <a:pt x="225" y="840"/>
                  <a:pt x="200" y="823"/>
                </a:cubicBezTo>
                <a:cubicBezTo>
                  <a:pt x="176" y="807"/>
                  <a:pt x="153" y="788"/>
                  <a:pt x="131" y="768"/>
                </a:cubicBezTo>
                <a:cubicBezTo>
                  <a:pt x="110" y="747"/>
                  <a:pt x="92" y="724"/>
                  <a:pt x="75" y="699"/>
                </a:cubicBezTo>
                <a:cubicBezTo>
                  <a:pt x="59" y="675"/>
                  <a:pt x="45" y="649"/>
                  <a:pt x="34" y="622"/>
                </a:cubicBezTo>
                <a:cubicBezTo>
                  <a:pt x="22" y="594"/>
                  <a:pt x="14" y="566"/>
                  <a:pt x="8" y="537"/>
                </a:cubicBezTo>
                <a:cubicBezTo>
                  <a:pt x="2" y="508"/>
                  <a:pt x="0" y="479"/>
                  <a:pt x="0" y="449"/>
                </a:cubicBezTo>
                <a:cubicBezTo>
                  <a:pt x="0" y="420"/>
                  <a:pt x="2" y="391"/>
                  <a:pt x="8" y="362"/>
                </a:cubicBezTo>
                <a:cubicBezTo>
                  <a:pt x="14" y="333"/>
                  <a:pt x="22" y="305"/>
                  <a:pt x="34" y="277"/>
                </a:cubicBezTo>
                <a:cubicBezTo>
                  <a:pt x="45" y="250"/>
                  <a:pt x="59" y="224"/>
                  <a:pt x="75" y="200"/>
                </a:cubicBezTo>
                <a:cubicBezTo>
                  <a:pt x="92" y="175"/>
                  <a:pt x="110" y="152"/>
                  <a:pt x="131" y="131"/>
                </a:cubicBezTo>
                <a:cubicBezTo>
                  <a:pt x="153" y="111"/>
                  <a:pt x="176" y="92"/>
                  <a:pt x="200" y="75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5" y="23"/>
                  <a:pt x="334" y="14"/>
                  <a:pt x="363" y="8"/>
                </a:cubicBezTo>
                <a:cubicBezTo>
                  <a:pt x="392" y="3"/>
                  <a:pt x="421" y="0"/>
                  <a:pt x="450" y="0"/>
                </a:cubicBezTo>
                <a:cubicBezTo>
                  <a:pt x="480" y="0"/>
                  <a:pt x="509" y="3"/>
                  <a:pt x="538" y="8"/>
                </a:cubicBezTo>
                <a:cubicBezTo>
                  <a:pt x="567" y="14"/>
                  <a:pt x="595" y="23"/>
                  <a:pt x="622" y="34"/>
                </a:cubicBezTo>
                <a:cubicBezTo>
                  <a:pt x="650" y="45"/>
                  <a:pt x="676" y="59"/>
                  <a:pt x="700" y="75"/>
                </a:cubicBezTo>
                <a:cubicBezTo>
                  <a:pt x="725" y="92"/>
                  <a:pt x="747" y="111"/>
                  <a:pt x="768" y="131"/>
                </a:cubicBezTo>
                <a:cubicBezTo>
                  <a:pt x="789" y="152"/>
                  <a:pt x="808" y="175"/>
                  <a:pt x="824" y="200"/>
                </a:cubicBezTo>
                <a:cubicBezTo>
                  <a:pt x="841" y="224"/>
                  <a:pt x="855" y="250"/>
                  <a:pt x="866" y="277"/>
                </a:cubicBezTo>
                <a:cubicBezTo>
                  <a:pt x="877" y="305"/>
                  <a:pt x="886" y="333"/>
                  <a:pt x="891" y="362"/>
                </a:cubicBezTo>
                <a:cubicBezTo>
                  <a:pt x="897" y="391"/>
                  <a:pt x="900" y="420"/>
                  <a:pt x="900" y="449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3977640" y="1170000"/>
            <a:ext cx="2100960" cy="37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520" spc="-1" strike="noStrike">
                <a:solidFill>
                  <a:srgbClr val="dd784b"/>
                </a:solidFill>
                <a:latin typeface="Arial"/>
                <a:ea typeface="Arial"/>
              </a:rPr>
              <a:t>Programma</a:t>
            </a:r>
            <a:endParaRPr b="0" lang="en-US" sz="2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126680" y="186372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4439160" y="1730520"/>
            <a:ext cx="21906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Versimpelde werkwijze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" name=""/>
          <p:cNvSpPr/>
          <p:nvPr/>
        </p:nvSpPr>
        <p:spPr>
          <a:xfrm>
            <a:off x="3990960" y="2400120"/>
            <a:ext cx="324000" cy="324360"/>
          </a:xfrm>
          <a:custGeom>
            <a:avLst/>
            <a:gdLst/>
            <a:ahLst/>
            <a:rect l="0" t="0" r="r" b="b"/>
            <a:pathLst>
              <a:path w="900" h="901">
                <a:moveTo>
                  <a:pt x="900" y="451"/>
                </a:moveTo>
                <a:cubicBezTo>
                  <a:pt x="900" y="480"/>
                  <a:pt x="897" y="510"/>
                  <a:pt x="891" y="539"/>
                </a:cubicBezTo>
                <a:cubicBezTo>
                  <a:pt x="886" y="568"/>
                  <a:pt x="877" y="596"/>
                  <a:pt x="866" y="623"/>
                </a:cubicBezTo>
                <a:cubicBezTo>
                  <a:pt x="855" y="650"/>
                  <a:pt x="841" y="676"/>
                  <a:pt x="824" y="701"/>
                </a:cubicBezTo>
                <a:cubicBezTo>
                  <a:pt x="808" y="725"/>
                  <a:pt x="789" y="748"/>
                  <a:pt x="768" y="769"/>
                </a:cubicBezTo>
                <a:cubicBezTo>
                  <a:pt x="747" y="790"/>
                  <a:pt x="725" y="808"/>
                  <a:pt x="700" y="825"/>
                </a:cubicBezTo>
                <a:cubicBezTo>
                  <a:pt x="676" y="841"/>
                  <a:pt x="650" y="855"/>
                  <a:pt x="622" y="866"/>
                </a:cubicBezTo>
                <a:cubicBezTo>
                  <a:pt x="595" y="878"/>
                  <a:pt x="567" y="886"/>
                  <a:pt x="538" y="892"/>
                </a:cubicBezTo>
                <a:cubicBezTo>
                  <a:pt x="509" y="898"/>
                  <a:pt x="480" y="901"/>
                  <a:pt x="450" y="901"/>
                </a:cubicBezTo>
                <a:cubicBezTo>
                  <a:pt x="421" y="901"/>
                  <a:pt x="392" y="898"/>
                  <a:pt x="363" y="892"/>
                </a:cubicBezTo>
                <a:cubicBezTo>
                  <a:pt x="334" y="886"/>
                  <a:pt x="305" y="878"/>
                  <a:pt x="278" y="866"/>
                </a:cubicBezTo>
                <a:cubicBezTo>
                  <a:pt x="251" y="855"/>
                  <a:pt x="225" y="841"/>
                  <a:pt x="200" y="825"/>
                </a:cubicBezTo>
                <a:cubicBezTo>
                  <a:pt x="176" y="808"/>
                  <a:pt x="153" y="790"/>
                  <a:pt x="131" y="769"/>
                </a:cubicBezTo>
                <a:cubicBezTo>
                  <a:pt x="110" y="748"/>
                  <a:pt x="92" y="725"/>
                  <a:pt x="75" y="701"/>
                </a:cubicBezTo>
                <a:cubicBezTo>
                  <a:pt x="59" y="676"/>
                  <a:pt x="45" y="650"/>
                  <a:pt x="34" y="623"/>
                </a:cubicBezTo>
                <a:cubicBezTo>
                  <a:pt x="22" y="596"/>
                  <a:pt x="14" y="568"/>
                  <a:pt x="8" y="539"/>
                </a:cubicBezTo>
                <a:cubicBezTo>
                  <a:pt x="2" y="510"/>
                  <a:pt x="0" y="480"/>
                  <a:pt x="0" y="451"/>
                </a:cubicBezTo>
                <a:cubicBezTo>
                  <a:pt x="0" y="421"/>
                  <a:pt x="2" y="392"/>
                  <a:pt x="8" y="363"/>
                </a:cubicBezTo>
                <a:cubicBezTo>
                  <a:pt x="14" y="334"/>
                  <a:pt x="22" y="306"/>
                  <a:pt x="34" y="279"/>
                </a:cubicBezTo>
                <a:cubicBezTo>
                  <a:pt x="45" y="251"/>
                  <a:pt x="59" y="225"/>
                  <a:pt x="75" y="201"/>
                </a:cubicBezTo>
                <a:cubicBezTo>
                  <a:pt x="92" y="176"/>
                  <a:pt x="110" y="154"/>
                  <a:pt x="131" y="133"/>
                </a:cubicBezTo>
                <a:cubicBezTo>
                  <a:pt x="153" y="112"/>
                  <a:pt x="176" y="93"/>
                  <a:pt x="200" y="77"/>
                </a:cubicBezTo>
                <a:cubicBezTo>
                  <a:pt x="225" y="59"/>
                  <a:pt x="251" y="46"/>
                  <a:pt x="278" y="34"/>
                </a:cubicBezTo>
                <a:cubicBezTo>
                  <a:pt x="305" y="23"/>
                  <a:pt x="334" y="14"/>
                  <a:pt x="363" y="9"/>
                </a:cubicBezTo>
                <a:cubicBezTo>
                  <a:pt x="392" y="3"/>
                  <a:pt x="421" y="0"/>
                  <a:pt x="450" y="0"/>
                </a:cubicBezTo>
                <a:cubicBezTo>
                  <a:pt x="480" y="0"/>
                  <a:pt x="509" y="3"/>
                  <a:pt x="538" y="9"/>
                </a:cubicBezTo>
                <a:cubicBezTo>
                  <a:pt x="567" y="14"/>
                  <a:pt x="595" y="23"/>
                  <a:pt x="622" y="34"/>
                </a:cubicBezTo>
                <a:cubicBezTo>
                  <a:pt x="650" y="46"/>
                  <a:pt x="676" y="59"/>
                  <a:pt x="700" y="77"/>
                </a:cubicBezTo>
                <a:cubicBezTo>
                  <a:pt x="725" y="93"/>
                  <a:pt x="747" y="112"/>
                  <a:pt x="768" y="133"/>
                </a:cubicBezTo>
                <a:cubicBezTo>
                  <a:pt x="789" y="154"/>
                  <a:pt x="808" y="176"/>
                  <a:pt x="824" y="201"/>
                </a:cubicBezTo>
                <a:cubicBezTo>
                  <a:pt x="841" y="225"/>
                  <a:pt x="855" y="251"/>
                  <a:pt x="866" y="279"/>
                </a:cubicBezTo>
                <a:cubicBezTo>
                  <a:pt x="877" y="306"/>
                  <a:pt x="886" y="334"/>
                  <a:pt x="891" y="363"/>
                </a:cubicBezTo>
                <a:cubicBezTo>
                  <a:pt x="897" y="392"/>
                  <a:pt x="900" y="421"/>
                  <a:pt x="900" y="451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4439160" y="2030040"/>
            <a:ext cx="23353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Twee bronnen, elk hun eigen prioriteit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4107960" y="247320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4439160" y="2340000"/>
            <a:ext cx="21632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De publieke repository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" name=""/>
          <p:cNvSpPr/>
          <p:nvPr/>
        </p:nvSpPr>
        <p:spPr>
          <a:xfrm>
            <a:off x="3990960" y="3009600"/>
            <a:ext cx="324000" cy="324360"/>
          </a:xfrm>
          <a:custGeom>
            <a:avLst/>
            <a:gdLst/>
            <a:ahLst/>
            <a:rect l="0" t="0" r="r" b="b"/>
            <a:pathLst>
              <a:path w="900" h="901">
                <a:moveTo>
                  <a:pt x="900" y="451"/>
                </a:moveTo>
                <a:cubicBezTo>
                  <a:pt x="900" y="481"/>
                  <a:pt x="897" y="510"/>
                  <a:pt x="891" y="539"/>
                </a:cubicBezTo>
                <a:cubicBezTo>
                  <a:pt x="886" y="568"/>
                  <a:pt x="877" y="596"/>
                  <a:pt x="866" y="623"/>
                </a:cubicBezTo>
                <a:cubicBezTo>
                  <a:pt x="855" y="651"/>
                  <a:pt x="841" y="676"/>
                  <a:pt x="824" y="701"/>
                </a:cubicBezTo>
                <a:cubicBezTo>
                  <a:pt x="808" y="726"/>
                  <a:pt x="789" y="748"/>
                  <a:pt x="768" y="769"/>
                </a:cubicBezTo>
                <a:cubicBezTo>
                  <a:pt x="747" y="790"/>
                  <a:pt x="725" y="809"/>
                  <a:pt x="700" y="825"/>
                </a:cubicBezTo>
                <a:cubicBezTo>
                  <a:pt x="676" y="842"/>
                  <a:pt x="650" y="855"/>
                  <a:pt x="622" y="867"/>
                </a:cubicBezTo>
                <a:cubicBezTo>
                  <a:pt x="595" y="878"/>
                  <a:pt x="567" y="887"/>
                  <a:pt x="538" y="892"/>
                </a:cubicBezTo>
                <a:cubicBezTo>
                  <a:pt x="509" y="898"/>
                  <a:pt x="480" y="901"/>
                  <a:pt x="450" y="901"/>
                </a:cubicBezTo>
                <a:cubicBezTo>
                  <a:pt x="421" y="901"/>
                  <a:pt x="392" y="898"/>
                  <a:pt x="363" y="892"/>
                </a:cubicBezTo>
                <a:cubicBezTo>
                  <a:pt x="334" y="887"/>
                  <a:pt x="305" y="878"/>
                  <a:pt x="278" y="867"/>
                </a:cubicBezTo>
                <a:cubicBezTo>
                  <a:pt x="251" y="855"/>
                  <a:pt x="225" y="842"/>
                  <a:pt x="200" y="825"/>
                </a:cubicBezTo>
                <a:cubicBezTo>
                  <a:pt x="176" y="809"/>
                  <a:pt x="153" y="790"/>
                  <a:pt x="131" y="769"/>
                </a:cubicBezTo>
                <a:cubicBezTo>
                  <a:pt x="110" y="748"/>
                  <a:pt x="92" y="726"/>
                  <a:pt x="75" y="701"/>
                </a:cubicBezTo>
                <a:cubicBezTo>
                  <a:pt x="59" y="676"/>
                  <a:pt x="45" y="651"/>
                  <a:pt x="34" y="623"/>
                </a:cubicBezTo>
                <a:cubicBezTo>
                  <a:pt x="22" y="596"/>
                  <a:pt x="14" y="568"/>
                  <a:pt x="8" y="539"/>
                </a:cubicBezTo>
                <a:cubicBezTo>
                  <a:pt x="2" y="510"/>
                  <a:pt x="0" y="481"/>
                  <a:pt x="0" y="451"/>
                </a:cubicBezTo>
                <a:cubicBezTo>
                  <a:pt x="0" y="422"/>
                  <a:pt x="2" y="392"/>
                  <a:pt x="8" y="363"/>
                </a:cubicBezTo>
                <a:cubicBezTo>
                  <a:pt x="14" y="334"/>
                  <a:pt x="22" y="306"/>
                  <a:pt x="34" y="279"/>
                </a:cubicBezTo>
                <a:cubicBezTo>
                  <a:pt x="45" y="252"/>
                  <a:pt x="59" y="226"/>
                  <a:pt x="75" y="201"/>
                </a:cubicBezTo>
                <a:cubicBezTo>
                  <a:pt x="92" y="176"/>
                  <a:pt x="110" y="153"/>
                  <a:pt x="131" y="132"/>
                </a:cubicBezTo>
                <a:cubicBezTo>
                  <a:pt x="153" y="111"/>
                  <a:pt x="176" y="93"/>
                  <a:pt x="200" y="76"/>
                </a:cubicBezTo>
                <a:cubicBezTo>
                  <a:pt x="225" y="60"/>
                  <a:pt x="251" y="46"/>
                  <a:pt x="278" y="35"/>
                </a:cubicBezTo>
                <a:cubicBezTo>
                  <a:pt x="305" y="23"/>
                  <a:pt x="334" y="15"/>
                  <a:pt x="363" y="9"/>
                </a:cubicBezTo>
                <a:cubicBezTo>
                  <a:pt x="392" y="3"/>
                  <a:pt x="421" y="0"/>
                  <a:pt x="450" y="0"/>
                </a:cubicBezTo>
                <a:cubicBezTo>
                  <a:pt x="480" y="0"/>
                  <a:pt x="509" y="3"/>
                  <a:pt x="538" y="9"/>
                </a:cubicBezTo>
                <a:cubicBezTo>
                  <a:pt x="567" y="15"/>
                  <a:pt x="595" y="23"/>
                  <a:pt x="622" y="35"/>
                </a:cubicBezTo>
                <a:cubicBezTo>
                  <a:pt x="650" y="46"/>
                  <a:pt x="676" y="60"/>
                  <a:pt x="700" y="76"/>
                </a:cubicBezTo>
                <a:cubicBezTo>
                  <a:pt x="725" y="93"/>
                  <a:pt x="747" y="111"/>
                  <a:pt x="768" y="132"/>
                </a:cubicBezTo>
                <a:cubicBezTo>
                  <a:pt x="789" y="153"/>
                  <a:pt x="808" y="176"/>
                  <a:pt x="824" y="201"/>
                </a:cubicBezTo>
                <a:cubicBezTo>
                  <a:pt x="841" y="226"/>
                  <a:pt x="855" y="252"/>
                  <a:pt x="866" y="279"/>
                </a:cubicBezTo>
                <a:cubicBezTo>
                  <a:pt x="877" y="306"/>
                  <a:pt x="886" y="334"/>
                  <a:pt x="891" y="363"/>
                </a:cubicBezTo>
                <a:cubicBezTo>
                  <a:pt x="897" y="392"/>
                  <a:pt x="900" y="422"/>
                  <a:pt x="900" y="451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4439160" y="2639520"/>
            <a:ext cx="2603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De opbouw van een koppelvlakspeciﬁcatie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4107960" y="308304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4439160" y="2949480"/>
            <a:ext cx="20444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Release management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" name=""/>
          <p:cNvSpPr/>
          <p:nvPr/>
        </p:nvSpPr>
        <p:spPr>
          <a:xfrm>
            <a:off x="3990960" y="3619440"/>
            <a:ext cx="324000" cy="324000"/>
          </a:xfrm>
          <a:custGeom>
            <a:avLst/>
            <a:gdLst/>
            <a:ahLst/>
            <a:rect l="0" t="0" r="r" b="b"/>
            <a:pathLst>
              <a:path w="900" h="900">
                <a:moveTo>
                  <a:pt x="900" y="450"/>
                </a:moveTo>
                <a:cubicBezTo>
                  <a:pt x="900" y="480"/>
                  <a:pt x="897" y="509"/>
                  <a:pt x="891" y="538"/>
                </a:cubicBezTo>
                <a:cubicBezTo>
                  <a:pt x="886" y="567"/>
                  <a:pt x="877" y="595"/>
                  <a:pt x="866" y="623"/>
                </a:cubicBezTo>
                <a:cubicBezTo>
                  <a:pt x="855" y="650"/>
                  <a:pt x="841" y="676"/>
                  <a:pt x="824" y="700"/>
                </a:cubicBezTo>
                <a:cubicBezTo>
                  <a:pt x="808" y="725"/>
                  <a:pt x="789" y="748"/>
                  <a:pt x="768" y="769"/>
                </a:cubicBezTo>
                <a:cubicBezTo>
                  <a:pt x="747" y="789"/>
                  <a:pt x="725" y="808"/>
                  <a:pt x="700" y="824"/>
                </a:cubicBezTo>
                <a:cubicBezTo>
                  <a:pt x="676" y="841"/>
                  <a:pt x="650" y="855"/>
                  <a:pt x="622" y="866"/>
                </a:cubicBezTo>
                <a:cubicBezTo>
                  <a:pt x="595" y="877"/>
                  <a:pt x="567" y="886"/>
                  <a:pt x="538" y="892"/>
                </a:cubicBezTo>
                <a:cubicBezTo>
                  <a:pt x="509" y="897"/>
                  <a:pt x="480" y="900"/>
                  <a:pt x="450" y="900"/>
                </a:cubicBezTo>
                <a:cubicBezTo>
                  <a:pt x="421" y="900"/>
                  <a:pt x="392" y="897"/>
                  <a:pt x="363" y="892"/>
                </a:cubicBezTo>
                <a:cubicBezTo>
                  <a:pt x="334" y="886"/>
                  <a:pt x="305" y="877"/>
                  <a:pt x="278" y="866"/>
                </a:cubicBezTo>
                <a:cubicBezTo>
                  <a:pt x="251" y="855"/>
                  <a:pt x="225" y="841"/>
                  <a:pt x="200" y="824"/>
                </a:cubicBezTo>
                <a:cubicBezTo>
                  <a:pt x="176" y="808"/>
                  <a:pt x="153" y="789"/>
                  <a:pt x="131" y="769"/>
                </a:cubicBezTo>
                <a:cubicBezTo>
                  <a:pt x="110" y="748"/>
                  <a:pt x="92" y="725"/>
                  <a:pt x="75" y="700"/>
                </a:cubicBezTo>
                <a:cubicBezTo>
                  <a:pt x="59" y="676"/>
                  <a:pt x="45" y="650"/>
                  <a:pt x="34" y="623"/>
                </a:cubicBezTo>
                <a:cubicBezTo>
                  <a:pt x="22" y="595"/>
                  <a:pt x="14" y="567"/>
                  <a:pt x="8" y="538"/>
                </a:cubicBezTo>
                <a:cubicBezTo>
                  <a:pt x="2" y="509"/>
                  <a:pt x="0" y="480"/>
                  <a:pt x="0" y="450"/>
                </a:cubicBezTo>
                <a:cubicBezTo>
                  <a:pt x="0" y="421"/>
                  <a:pt x="2" y="392"/>
                  <a:pt x="8" y="363"/>
                </a:cubicBezTo>
                <a:cubicBezTo>
                  <a:pt x="14" y="334"/>
                  <a:pt x="22" y="306"/>
                  <a:pt x="34" y="277"/>
                </a:cubicBezTo>
                <a:cubicBezTo>
                  <a:pt x="45" y="250"/>
                  <a:pt x="59" y="224"/>
                  <a:pt x="75" y="200"/>
                </a:cubicBezTo>
                <a:cubicBezTo>
                  <a:pt x="92" y="175"/>
                  <a:pt x="110" y="152"/>
                  <a:pt x="131" y="131"/>
                </a:cubicBezTo>
                <a:cubicBezTo>
                  <a:pt x="153" y="111"/>
                  <a:pt x="176" y="92"/>
                  <a:pt x="200" y="75"/>
                </a:cubicBezTo>
                <a:cubicBezTo>
                  <a:pt x="225" y="59"/>
                  <a:pt x="251" y="45"/>
                  <a:pt x="278" y="34"/>
                </a:cubicBezTo>
                <a:cubicBezTo>
                  <a:pt x="305" y="23"/>
                  <a:pt x="334" y="14"/>
                  <a:pt x="363" y="8"/>
                </a:cubicBezTo>
                <a:cubicBezTo>
                  <a:pt x="392" y="3"/>
                  <a:pt x="421" y="0"/>
                  <a:pt x="450" y="0"/>
                </a:cubicBezTo>
                <a:cubicBezTo>
                  <a:pt x="480" y="0"/>
                  <a:pt x="509" y="3"/>
                  <a:pt x="538" y="8"/>
                </a:cubicBezTo>
                <a:cubicBezTo>
                  <a:pt x="567" y="14"/>
                  <a:pt x="595" y="23"/>
                  <a:pt x="622" y="34"/>
                </a:cubicBezTo>
                <a:cubicBezTo>
                  <a:pt x="650" y="45"/>
                  <a:pt x="676" y="59"/>
                  <a:pt x="700" y="75"/>
                </a:cubicBezTo>
                <a:cubicBezTo>
                  <a:pt x="725" y="92"/>
                  <a:pt x="747" y="111"/>
                  <a:pt x="768" y="131"/>
                </a:cubicBezTo>
                <a:cubicBezTo>
                  <a:pt x="789" y="152"/>
                  <a:pt x="808" y="175"/>
                  <a:pt x="824" y="200"/>
                </a:cubicBezTo>
                <a:cubicBezTo>
                  <a:pt x="841" y="224"/>
                  <a:pt x="855" y="250"/>
                  <a:pt x="866" y="277"/>
                </a:cubicBezTo>
                <a:cubicBezTo>
                  <a:pt x="877" y="306"/>
                  <a:pt x="886" y="334"/>
                  <a:pt x="891" y="363"/>
                </a:cubicBezTo>
                <a:cubicBezTo>
                  <a:pt x="897" y="392"/>
                  <a:pt x="900" y="421"/>
                  <a:pt x="900" y="450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4439160" y="3249360"/>
            <a:ext cx="1770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Van bron naar releasepakket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107960" y="369252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4439160" y="3559320"/>
            <a:ext cx="2201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Alpha-document v0.0.1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" name=""/>
          <p:cNvSpPr/>
          <p:nvPr/>
        </p:nvSpPr>
        <p:spPr>
          <a:xfrm>
            <a:off x="3990960" y="4228920"/>
            <a:ext cx="324000" cy="324360"/>
          </a:xfrm>
          <a:custGeom>
            <a:avLst/>
            <a:gdLst/>
            <a:ahLst/>
            <a:rect l="0" t="0" r="r" b="b"/>
            <a:pathLst>
              <a:path w="900" h="901">
                <a:moveTo>
                  <a:pt x="900" y="451"/>
                </a:moveTo>
                <a:cubicBezTo>
                  <a:pt x="900" y="480"/>
                  <a:pt x="897" y="510"/>
                  <a:pt x="891" y="539"/>
                </a:cubicBezTo>
                <a:cubicBezTo>
                  <a:pt x="886" y="568"/>
                  <a:pt x="877" y="596"/>
                  <a:pt x="866" y="623"/>
                </a:cubicBezTo>
                <a:cubicBezTo>
                  <a:pt x="855" y="650"/>
                  <a:pt x="841" y="676"/>
                  <a:pt x="824" y="701"/>
                </a:cubicBezTo>
                <a:cubicBezTo>
                  <a:pt x="808" y="725"/>
                  <a:pt x="789" y="748"/>
                  <a:pt x="768" y="769"/>
                </a:cubicBezTo>
                <a:cubicBezTo>
                  <a:pt x="747" y="790"/>
                  <a:pt x="725" y="808"/>
                  <a:pt x="700" y="825"/>
                </a:cubicBezTo>
                <a:cubicBezTo>
                  <a:pt x="676" y="841"/>
                  <a:pt x="650" y="855"/>
                  <a:pt x="622" y="866"/>
                </a:cubicBezTo>
                <a:cubicBezTo>
                  <a:pt x="595" y="878"/>
                  <a:pt x="567" y="886"/>
                  <a:pt x="538" y="892"/>
                </a:cubicBezTo>
                <a:cubicBezTo>
                  <a:pt x="509" y="898"/>
                  <a:pt x="480" y="901"/>
                  <a:pt x="450" y="901"/>
                </a:cubicBezTo>
                <a:cubicBezTo>
                  <a:pt x="421" y="901"/>
                  <a:pt x="392" y="898"/>
                  <a:pt x="363" y="892"/>
                </a:cubicBezTo>
                <a:cubicBezTo>
                  <a:pt x="334" y="886"/>
                  <a:pt x="305" y="878"/>
                  <a:pt x="278" y="866"/>
                </a:cubicBezTo>
                <a:cubicBezTo>
                  <a:pt x="251" y="855"/>
                  <a:pt x="225" y="841"/>
                  <a:pt x="200" y="825"/>
                </a:cubicBezTo>
                <a:cubicBezTo>
                  <a:pt x="176" y="808"/>
                  <a:pt x="153" y="790"/>
                  <a:pt x="131" y="769"/>
                </a:cubicBezTo>
                <a:cubicBezTo>
                  <a:pt x="110" y="748"/>
                  <a:pt x="92" y="725"/>
                  <a:pt x="75" y="701"/>
                </a:cubicBezTo>
                <a:cubicBezTo>
                  <a:pt x="59" y="676"/>
                  <a:pt x="45" y="650"/>
                  <a:pt x="34" y="623"/>
                </a:cubicBezTo>
                <a:cubicBezTo>
                  <a:pt x="22" y="596"/>
                  <a:pt x="14" y="568"/>
                  <a:pt x="8" y="539"/>
                </a:cubicBezTo>
                <a:cubicBezTo>
                  <a:pt x="2" y="510"/>
                  <a:pt x="0" y="480"/>
                  <a:pt x="0" y="451"/>
                </a:cubicBezTo>
                <a:cubicBezTo>
                  <a:pt x="0" y="421"/>
                  <a:pt x="2" y="392"/>
                  <a:pt x="8" y="362"/>
                </a:cubicBezTo>
                <a:cubicBezTo>
                  <a:pt x="14" y="333"/>
                  <a:pt x="22" y="305"/>
                  <a:pt x="34" y="278"/>
                </a:cubicBezTo>
                <a:cubicBezTo>
                  <a:pt x="45" y="250"/>
                  <a:pt x="59" y="224"/>
                  <a:pt x="75" y="200"/>
                </a:cubicBezTo>
                <a:cubicBezTo>
                  <a:pt x="92" y="175"/>
                  <a:pt x="110" y="153"/>
                  <a:pt x="131" y="132"/>
                </a:cubicBezTo>
                <a:cubicBezTo>
                  <a:pt x="153" y="111"/>
                  <a:pt x="176" y="92"/>
                  <a:pt x="200" y="76"/>
                </a:cubicBezTo>
                <a:cubicBezTo>
                  <a:pt x="225" y="59"/>
                  <a:pt x="251" y="46"/>
                  <a:pt x="278" y="34"/>
                </a:cubicBezTo>
                <a:cubicBezTo>
                  <a:pt x="305" y="23"/>
                  <a:pt x="334" y="14"/>
                  <a:pt x="363" y="9"/>
                </a:cubicBezTo>
                <a:cubicBezTo>
                  <a:pt x="392" y="3"/>
                  <a:pt x="421" y="0"/>
                  <a:pt x="450" y="0"/>
                </a:cubicBezTo>
                <a:cubicBezTo>
                  <a:pt x="480" y="0"/>
                  <a:pt x="509" y="3"/>
                  <a:pt x="538" y="9"/>
                </a:cubicBezTo>
                <a:cubicBezTo>
                  <a:pt x="567" y="14"/>
                  <a:pt x="595" y="23"/>
                  <a:pt x="622" y="34"/>
                </a:cubicBezTo>
                <a:cubicBezTo>
                  <a:pt x="650" y="46"/>
                  <a:pt x="676" y="59"/>
                  <a:pt x="700" y="76"/>
                </a:cubicBezTo>
                <a:cubicBezTo>
                  <a:pt x="725" y="92"/>
                  <a:pt x="747" y="111"/>
                  <a:pt x="768" y="132"/>
                </a:cubicBezTo>
                <a:cubicBezTo>
                  <a:pt x="789" y="153"/>
                  <a:pt x="808" y="175"/>
                  <a:pt x="824" y="200"/>
                </a:cubicBezTo>
                <a:cubicBezTo>
                  <a:pt x="841" y="224"/>
                  <a:pt x="855" y="250"/>
                  <a:pt x="866" y="278"/>
                </a:cubicBezTo>
                <a:cubicBezTo>
                  <a:pt x="877" y="305"/>
                  <a:pt x="886" y="333"/>
                  <a:pt x="891" y="362"/>
                </a:cubicBezTo>
                <a:cubicBezTo>
                  <a:pt x="897" y="392"/>
                  <a:pt x="900" y="421"/>
                  <a:pt x="900" y="451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4439160" y="3858840"/>
            <a:ext cx="18266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Wat erin zit en wat we vragen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4107960" y="430200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439160" y="4168800"/>
            <a:ext cx="8298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Planning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439160" y="4468320"/>
            <a:ext cx="3021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De belangrijkste issues voor de komende periode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 txBox="1"/>
          <p:nvPr/>
        </p:nvSpPr>
        <p:spPr>
          <a:xfrm>
            <a:off x="441936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1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2126880" y="2566440"/>
            <a:ext cx="595944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Versimpelde werkwijze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47480" y="22381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439920" y="1453320"/>
            <a:ext cx="26647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De aanleiding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39360" y="2184480"/>
            <a:ext cx="4324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Stakeholders konden de informatie niet vinden: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"wanneer is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" name=""/>
          <p:cNvSpPr/>
          <p:nvPr/>
        </p:nvSpPr>
        <p:spPr>
          <a:xfrm>
            <a:off x="447480" y="2790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639360" y="2441520"/>
            <a:ext cx="25488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iets af, en waar vinden we het?"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639360" y="2737080"/>
            <a:ext cx="4333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Het werken via GitHub werd breder geadopteerd en het team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" name=""/>
          <p:cNvSpPr/>
          <p:nvPr/>
        </p:nvSpPr>
        <p:spPr>
          <a:xfrm>
            <a:off x="447480" y="33429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639360" y="2994120"/>
            <a:ext cx="534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groeide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639360" y="3289320"/>
            <a:ext cx="38088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behoefte: een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professionele werkomgeving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" name=""/>
          <p:cNvSpPr/>
          <p:nvPr/>
        </p:nvSpPr>
        <p:spPr>
          <a:xfrm>
            <a:off x="4752720" y="2114280"/>
            <a:ext cx="4124880" cy="1410120"/>
          </a:xfrm>
          <a:custGeom>
            <a:avLst/>
            <a:gdLst/>
            <a:ahLst/>
            <a:rect l="0" t="0" r="r" b="b"/>
            <a:pathLst>
              <a:path w="11458" h="3917">
                <a:moveTo>
                  <a:pt x="0" y="0"/>
                </a:moveTo>
                <a:lnTo>
                  <a:pt x="11458" y="0"/>
                </a:lnTo>
                <a:lnTo>
                  <a:pt x="11458" y="3917"/>
                </a:lnTo>
                <a:lnTo>
                  <a:pt x="0" y="39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" name=""/>
          <p:cNvSpPr/>
          <p:nvPr/>
        </p:nvSpPr>
        <p:spPr>
          <a:xfrm>
            <a:off x="4752720" y="2114280"/>
            <a:ext cx="4124880" cy="38520"/>
          </a:xfrm>
          <a:custGeom>
            <a:avLst/>
            <a:gdLst/>
            <a:ahLst/>
            <a:rect l="0" t="0" r="r" b="b"/>
            <a:pathLst>
              <a:path w="11458" h="107">
                <a:moveTo>
                  <a:pt x="0" y="0"/>
                </a:moveTo>
                <a:lnTo>
                  <a:pt x="11458" y="0"/>
                </a:lnTo>
                <a:lnTo>
                  <a:pt x="114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" name=""/>
          <p:cNvSpPr/>
          <p:nvPr/>
        </p:nvSpPr>
        <p:spPr>
          <a:xfrm>
            <a:off x="4752720" y="3514680"/>
            <a:ext cx="4124880" cy="9720"/>
          </a:xfrm>
          <a:custGeom>
            <a:avLst/>
            <a:gdLst/>
            <a:ahLst/>
            <a:rect l="0" t="0" r="r" b="b"/>
            <a:pathLst>
              <a:path w="11458" h="27">
                <a:moveTo>
                  <a:pt x="0" y="0"/>
                </a:moveTo>
                <a:lnTo>
                  <a:pt x="11458" y="0"/>
                </a:lnTo>
                <a:lnTo>
                  <a:pt x="114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" name=""/>
          <p:cNvSpPr/>
          <p:nvPr/>
        </p:nvSpPr>
        <p:spPr>
          <a:xfrm>
            <a:off x="8867520" y="2114280"/>
            <a:ext cx="10080" cy="1410120"/>
          </a:xfrm>
          <a:custGeom>
            <a:avLst/>
            <a:gdLst/>
            <a:ahLst/>
            <a:rect l="0" t="0" r="r" b="b"/>
            <a:pathLst>
              <a:path w="28" h="3917">
                <a:moveTo>
                  <a:pt x="0" y="106"/>
                </a:moveTo>
                <a:lnTo>
                  <a:pt x="0" y="3917"/>
                </a:lnTo>
                <a:lnTo>
                  <a:pt x="28" y="391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" name=""/>
          <p:cNvSpPr/>
          <p:nvPr/>
        </p:nvSpPr>
        <p:spPr>
          <a:xfrm>
            <a:off x="4752720" y="2114280"/>
            <a:ext cx="10080" cy="1410120"/>
          </a:xfrm>
          <a:custGeom>
            <a:avLst/>
            <a:gdLst/>
            <a:ahLst/>
            <a:rect l="0" t="0" r="r" b="b"/>
            <a:pathLst>
              <a:path w="28" h="3917">
                <a:moveTo>
                  <a:pt x="0" y="0"/>
                </a:moveTo>
                <a:lnTo>
                  <a:pt x="0" y="3917"/>
                </a:lnTo>
                <a:lnTo>
                  <a:pt x="28" y="391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39360" y="3537000"/>
            <a:ext cx="2801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producten die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klaar zijn voor gebruik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928040" y="2331000"/>
            <a:ext cx="43365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Consolidatie, geen koerswijziging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928040" y="2703960"/>
            <a:ext cx="41108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74151"/>
                </a:solidFill>
                <a:latin typeface="Arial"/>
                <a:ea typeface="Arial"/>
              </a:rPr>
              <a:t>Wat af is, staat op één publieke plek en krijgt via release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928040" y="2932560"/>
            <a:ext cx="38152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74151"/>
                </a:solidFill>
                <a:latin typeface="Arial"/>
                <a:ea typeface="Arial"/>
              </a:rPr>
              <a:t>management een versienummer. Wat nog rijpt, blijft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4928040" y="3161160"/>
            <a:ext cx="10872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74151"/>
                </a:solidFill>
                <a:latin typeface="Arial"/>
                <a:ea typeface="Arial"/>
              </a:rPr>
              <a:t>werkmateriaal.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36" name=""/>
          <p:cNvSpPr txBox="1"/>
          <p:nvPr/>
        </p:nvSpPr>
        <p:spPr>
          <a:xfrm>
            <a:off x="439920" y="196200"/>
            <a:ext cx="6246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Van werkomgeving naar release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57200" y="1650960"/>
            <a:ext cx="1142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Private source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457200" y="1898640"/>
            <a:ext cx="27972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werkomgeving van het projectteam: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457200" y="2136960"/>
            <a:ext cx="2798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bronbestanden, ideeën en memo's. Alle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457200" y="2384640"/>
            <a:ext cx="2937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context om het eindproduct te realiseren.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457200" y="2737080"/>
            <a:ext cx="10584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source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457200" y="2984400"/>
            <a:ext cx="1887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Alle bronbestanden van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457200" y="3232080"/>
            <a:ext cx="16009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koppelvlakspeciﬁcatie.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57200" y="3575160"/>
            <a:ext cx="1111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release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457200" y="3822840"/>
            <a:ext cx="3038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Het geversioneerde koppelvlakspeciﬁcatie-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" name=""/>
          <p:cNvSpPr/>
          <p:nvPr/>
        </p:nvSpPr>
        <p:spPr>
          <a:xfrm>
            <a:off x="3657240" y="828360"/>
            <a:ext cx="5039280" cy="4229640"/>
          </a:xfrm>
          <a:custGeom>
            <a:avLst/>
            <a:gdLst/>
            <a:ahLst/>
            <a:rect l="0" t="0" r="r" b="b"/>
            <a:pathLst>
              <a:path w="13998" h="11749">
                <a:moveTo>
                  <a:pt x="0" y="11431"/>
                </a:moveTo>
                <a:lnTo>
                  <a:pt x="0" y="318"/>
                </a:lnTo>
                <a:cubicBezTo>
                  <a:pt x="0" y="297"/>
                  <a:pt x="3" y="276"/>
                  <a:pt x="7" y="256"/>
                </a:cubicBezTo>
                <a:cubicBezTo>
                  <a:pt x="11" y="235"/>
                  <a:pt x="17" y="216"/>
                  <a:pt x="25" y="196"/>
                </a:cubicBezTo>
                <a:cubicBezTo>
                  <a:pt x="33" y="177"/>
                  <a:pt x="42" y="159"/>
                  <a:pt x="54" y="141"/>
                </a:cubicBezTo>
                <a:cubicBezTo>
                  <a:pt x="66" y="124"/>
                  <a:pt x="79" y="108"/>
                  <a:pt x="93" y="93"/>
                </a:cubicBezTo>
                <a:cubicBezTo>
                  <a:pt x="108" y="79"/>
                  <a:pt x="124" y="65"/>
                  <a:pt x="142" y="54"/>
                </a:cubicBezTo>
                <a:cubicBezTo>
                  <a:pt x="159" y="42"/>
                  <a:pt x="177" y="33"/>
                  <a:pt x="196" y="25"/>
                </a:cubicBezTo>
                <a:cubicBezTo>
                  <a:pt x="216" y="17"/>
                  <a:pt x="236" y="11"/>
                  <a:pt x="256" y="6"/>
                </a:cubicBezTo>
                <a:cubicBezTo>
                  <a:pt x="277" y="2"/>
                  <a:pt x="297" y="0"/>
                  <a:pt x="318" y="0"/>
                </a:cubicBezTo>
                <a:lnTo>
                  <a:pt x="13680" y="0"/>
                </a:lnTo>
                <a:cubicBezTo>
                  <a:pt x="13701" y="0"/>
                  <a:pt x="13722" y="2"/>
                  <a:pt x="13742" y="6"/>
                </a:cubicBezTo>
                <a:cubicBezTo>
                  <a:pt x="13763" y="11"/>
                  <a:pt x="13783" y="17"/>
                  <a:pt x="13802" y="25"/>
                </a:cubicBezTo>
                <a:cubicBezTo>
                  <a:pt x="13821" y="33"/>
                  <a:pt x="13840" y="42"/>
                  <a:pt x="13857" y="54"/>
                </a:cubicBezTo>
                <a:cubicBezTo>
                  <a:pt x="13874" y="65"/>
                  <a:pt x="13890" y="79"/>
                  <a:pt x="13905" y="93"/>
                </a:cubicBezTo>
                <a:cubicBezTo>
                  <a:pt x="13920" y="108"/>
                  <a:pt x="13933" y="124"/>
                  <a:pt x="13944" y="141"/>
                </a:cubicBezTo>
                <a:cubicBezTo>
                  <a:pt x="13956" y="159"/>
                  <a:pt x="13966" y="177"/>
                  <a:pt x="13974" y="196"/>
                </a:cubicBezTo>
                <a:cubicBezTo>
                  <a:pt x="13982" y="216"/>
                  <a:pt x="13988" y="235"/>
                  <a:pt x="13992" y="256"/>
                </a:cubicBezTo>
                <a:cubicBezTo>
                  <a:pt x="13996" y="276"/>
                  <a:pt x="13998" y="297"/>
                  <a:pt x="13998" y="318"/>
                </a:cubicBezTo>
                <a:lnTo>
                  <a:pt x="13998" y="11431"/>
                </a:lnTo>
                <a:cubicBezTo>
                  <a:pt x="13998" y="11452"/>
                  <a:pt x="13996" y="11473"/>
                  <a:pt x="13992" y="11493"/>
                </a:cubicBezTo>
                <a:cubicBezTo>
                  <a:pt x="13988" y="11514"/>
                  <a:pt x="13982" y="11534"/>
                  <a:pt x="13974" y="11553"/>
                </a:cubicBezTo>
                <a:cubicBezTo>
                  <a:pt x="13966" y="11572"/>
                  <a:pt x="13956" y="11590"/>
                  <a:pt x="13944" y="11608"/>
                </a:cubicBezTo>
                <a:cubicBezTo>
                  <a:pt x="13933" y="11625"/>
                  <a:pt x="13920" y="11641"/>
                  <a:pt x="13905" y="11656"/>
                </a:cubicBezTo>
                <a:cubicBezTo>
                  <a:pt x="13890" y="11671"/>
                  <a:pt x="13874" y="11684"/>
                  <a:pt x="13857" y="11695"/>
                </a:cubicBezTo>
                <a:cubicBezTo>
                  <a:pt x="13840" y="11707"/>
                  <a:pt x="13821" y="11717"/>
                  <a:pt x="13802" y="11725"/>
                </a:cubicBezTo>
                <a:cubicBezTo>
                  <a:pt x="13783" y="11733"/>
                  <a:pt x="13763" y="11739"/>
                  <a:pt x="13742" y="11743"/>
                </a:cubicBezTo>
                <a:cubicBezTo>
                  <a:pt x="13722" y="11747"/>
                  <a:pt x="13701" y="11749"/>
                  <a:pt x="13680" y="11749"/>
                </a:cubicBezTo>
                <a:lnTo>
                  <a:pt x="318" y="11749"/>
                </a:lnTo>
                <a:cubicBezTo>
                  <a:pt x="297" y="11749"/>
                  <a:pt x="277" y="11747"/>
                  <a:pt x="256" y="11743"/>
                </a:cubicBezTo>
                <a:cubicBezTo>
                  <a:pt x="236" y="11739"/>
                  <a:pt x="216" y="11733"/>
                  <a:pt x="196" y="11725"/>
                </a:cubicBezTo>
                <a:cubicBezTo>
                  <a:pt x="177" y="11717"/>
                  <a:pt x="159" y="11707"/>
                  <a:pt x="142" y="11695"/>
                </a:cubicBezTo>
                <a:cubicBezTo>
                  <a:pt x="124" y="11684"/>
                  <a:pt x="108" y="11671"/>
                  <a:pt x="93" y="11656"/>
                </a:cubicBezTo>
                <a:cubicBezTo>
                  <a:pt x="79" y="11641"/>
                  <a:pt x="66" y="11625"/>
                  <a:pt x="54" y="11608"/>
                </a:cubicBezTo>
                <a:cubicBezTo>
                  <a:pt x="42" y="11590"/>
                  <a:pt x="33" y="11572"/>
                  <a:pt x="25" y="11553"/>
                </a:cubicBezTo>
                <a:cubicBezTo>
                  <a:pt x="17" y="11534"/>
                  <a:pt x="11" y="11514"/>
                  <a:pt x="7" y="11493"/>
                </a:cubicBezTo>
                <a:cubicBezTo>
                  <a:pt x="3" y="11473"/>
                  <a:pt x="0" y="11452"/>
                  <a:pt x="0" y="11431"/>
                </a:cubicBezTo>
                <a:close/>
              </a:path>
            </a:pathLst>
          </a:custGeom>
          <a:solidFill>
            <a:srgbClr val="1d27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pic>
        <p:nvPicPr>
          <p:cNvPr id="147" name="" descr=""/>
          <p:cNvPicPr/>
          <p:nvPr/>
        </p:nvPicPr>
        <p:blipFill>
          <a:blip r:embed="rId2"/>
          <a:stretch/>
        </p:blipFill>
        <p:spPr>
          <a:xfrm>
            <a:off x="3828960" y="961920"/>
            <a:ext cx="4695480" cy="3952440"/>
          </a:xfrm>
          <a:prstGeom prst="rect">
            <a:avLst/>
          </a:prstGeom>
          <a:ln w="0">
            <a:noFill/>
          </a:ln>
        </p:spPr>
      </p:pic>
      <p:sp>
        <p:nvSpPr>
          <p:cNvPr id="14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457200" y="4070520"/>
            <a:ext cx="752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document.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57" name=""/>
          <p:cNvSpPr/>
          <p:nvPr/>
        </p:nvSpPr>
        <p:spPr>
          <a:xfrm>
            <a:off x="447480" y="22381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439920" y="1453320"/>
            <a:ext cx="58467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De werkomgeving wordt privé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" name=""/>
          <p:cNvSpPr/>
          <p:nvPr/>
        </p:nvSpPr>
        <p:spPr>
          <a:xfrm>
            <a:off x="447480" y="254304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639360" y="2184480"/>
            <a:ext cx="4481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meta-repository wordt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privé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en daar blijft het team werken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39360" y="2489400"/>
            <a:ext cx="3932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Wat daar blijft: de bronbestanden die de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kaderstelling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639360" y="2737080"/>
            <a:ext cx="4092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dragen, en de verdiepende context bij de werkwijze, zoals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" name=""/>
          <p:cNvSpPr/>
          <p:nvPr/>
        </p:nvSpPr>
        <p:spPr>
          <a:xfrm>
            <a:off x="447480" y="33429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639360" y="2994120"/>
            <a:ext cx="2868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productiviteitstooling en interne memo’s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639360" y="3289320"/>
            <a:ext cx="4080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publieke repository is puur de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productrepository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: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" name=""/>
          <p:cNvSpPr/>
          <p:nvPr/>
        </p:nvSpPr>
        <p:spPr>
          <a:xfrm>
            <a:off x="4752720" y="2114280"/>
            <a:ext cx="4124880" cy="1638720"/>
          </a:xfrm>
          <a:custGeom>
            <a:avLst/>
            <a:gdLst/>
            <a:ahLst/>
            <a:rect l="0" t="0" r="r" b="b"/>
            <a:pathLst>
              <a:path w="11458" h="4552">
                <a:moveTo>
                  <a:pt x="0" y="0"/>
                </a:moveTo>
                <a:lnTo>
                  <a:pt x="11458" y="0"/>
                </a:lnTo>
                <a:lnTo>
                  <a:pt x="11458" y="4552"/>
                </a:lnTo>
                <a:lnTo>
                  <a:pt x="0" y="455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" name=""/>
          <p:cNvSpPr/>
          <p:nvPr/>
        </p:nvSpPr>
        <p:spPr>
          <a:xfrm>
            <a:off x="4752720" y="2114280"/>
            <a:ext cx="4124880" cy="38520"/>
          </a:xfrm>
          <a:custGeom>
            <a:avLst/>
            <a:gdLst/>
            <a:ahLst/>
            <a:rect l="0" t="0" r="r" b="b"/>
            <a:pathLst>
              <a:path w="11458" h="107">
                <a:moveTo>
                  <a:pt x="0" y="0"/>
                </a:moveTo>
                <a:lnTo>
                  <a:pt x="11458" y="0"/>
                </a:lnTo>
                <a:lnTo>
                  <a:pt x="114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" name=""/>
          <p:cNvSpPr/>
          <p:nvPr/>
        </p:nvSpPr>
        <p:spPr>
          <a:xfrm>
            <a:off x="4752720" y="3743280"/>
            <a:ext cx="4124880" cy="9720"/>
          </a:xfrm>
          <a:custGeom>
            <a:avLst/>
            <a:gdLst/>
            <a:ahLst/>
            <a:rect l="0" t="0" r="r" b="b"/>
            <a:pathLst>
              <a:path w="11458" h="27">
                <a:moveTo>
                  <a:pt x="0" y="0"/>
                </a:moveTo>
                <a:lnTo>
                  <a:pt x="11458" y="0"/>
                </a:lnTo>
                <a:lnTo>
                  <a:pt x="114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" name=""/>
          <p:cNvSpPr/>
          <p:nvPr/>
        </p:nvSpPr>
        <p:spPr>
          <a:xfrm>
            <a:off x="8867520" y="2114280"/>
            <a:ext cx="10080" cy="1638720"/>
          </a:xfrm>
          <a:custGeom>
            <a:avLst/>
            <a:gdLst/>
            <a:ahLst/>
            <a:rect l="0" t="0" r="r" b="b"/>
            <a:pathLst>
              <a:path w="28" h="4552">
                <a:moveTo>
                  <a:pt x="0" y="106"/>
                </a:moveTo>
                <a:lnTo>
                  <a:pt x="0" y="4552"/>
                </a:lnTo>
                <a:lnTo>
                  <a:pt x="28" y="4552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" name=""/>
          <p:cNvSpPr/>
          <p:nvPr/>
        </p:nvSpPr>
        <p:spPr>
          <a:xfrm>
            <a:off x="4752720" y="2114280"/>
            <a:ext cx="10080" cy="1638720"/>
          </a:xfrm>
          <a:custGeom>
            <a:avLst/>
            <a:gdLst/>
            <a:ahLst/>
            <a:rect l="0" t="0" r="r" b="b"/>
            <a:pathLst>
              <a:path w="28" h="4552">
                <a:moveTo>
                  <a:pt x="0" y="0"/>
                </a:moveTo>
                <a:lnTo>
                  <a:pt x="0" y="4552"/>
                </a:lnTo>
                <a:lnTo>
                  <a:pt x="28" y="4552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639360" y="3537000"/>
            <a:ext cx="20354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speciﬁcaties en hun releases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4928040" y="2331000"/>
            <a:ext cx="3553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Wat dit voor jullie betekent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4928040" y="2716920"/>
            <a:ext cx="39585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6b7280"/>
                </a:solidFill>
                <a:latin typeface="Arial"/>
                <a:ea typeface="Arial"/>
              </a:rPr>
              <a:t>Alles wat nodig is om een koppelvlak te bouwen, staat in de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4928040" y="2945520"/>
            <a:ext cx="3783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6b7280"/>
                </a:solidFill>
                <a:latin typeface="Arial"/>
                <a:ea typeface="Arial"/>
              </a:rPr>
              <a:t>publieke repository. Vraagt iets om externe verdieping of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4928040" y="3174120"/>
            <a:ext cx="4121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6b7280"/>
                </a:solidFill>
                <a:latin typeface="Arial"/>
                <a:ea typeface="Arial"/>
              </a:rPr>
              <a:t>verantwoording, dan wegen we overheveling naar de publieke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4928040" y="3402720"/>
            <a:ext cx="3438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6b7280"/>
                </a:solidFill>
                <a:latin typeface="Arial"/>
                <a:ea typeface="Arial"/>
              </a:rPr>
              <a:t>bron.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85" name=""/>
          <p:cNvSpPr txBox="1"/>
          <p:nvPr/>
        </p:nvSpPr>
        <p:spPr>
          <a:xfrm>
            <a:off x="440964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2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2184120" y="2566440"/>
            <a:ext cx="588780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De publieke repository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9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95" name=""/>
          <p:cNvSpPr/>
          <p:nvPr/>
        </p:nvSpPr>
        <p:spPr>
          <a:xfrm>
            <a:off x="461880" y="1147680"/>
            <a:ext cx="4115160" cy="1695600"/>
          </a:xfrm>
          <a:custGeom>
            <a:avLst/>
            <a:gdLst/>
            <a:ahLst/>
            <a:rect l="0" t="0" r="r" b="b"/>
            <a:pathLst>
              <a:path w="11431" h="4710">
                <a:moveTo>
                  <a:pt x="0" y="451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1232" y="0"/>
                </a:lnTo>
                <a:cubicBezTo>
                  <a:pt x="11245" y="0"/>
                  <a:pt x="11258" y="1"/>
                  <a:pt x="11271" y="4"/>
                </a:cubicBezTo>
                <a:cubicBezTo>
                  <a:pt x="11284" y="6"/>
                  <a:pt x="11296" y="10"/>
                  <a:pt x="11308" y="15"/>
                </a:cubicBezTo>
                <a:cubicBezTo>
                  <a:pt x="11320" y="20"/>
                  <a:pt x="11332" y="26"/>
                  <a:pt x="11343" y="33"/>
                </a:cubicBezTo>
                <a:cubicBezTo>
                  <a:pt x="11353" y="40"/>
                  <a:pt x="11363" y="49"/>
                  <a:pt x="11373" y="58"/>
                </a:cubicBezTo>
                <a:cubicBezTo>
                  <a:pt x="11382" y="67"/>
                  <a:pt x="11390" y="77"/>
                  <a:pt x="11397" y="88"/>
                </a:cubicBezTo>
                <a:cubicBezTo>
                  <a:pt x="11405" y="99"/>
                  <a:pt x="11411" y="110"/>
                  <a:pt x="11416" y="122"/>
                </a:cubicBezTo>
                <a:cubicBezTo>
                  <a:pt x="11421" y="134"/>
                  <a:pt x="11424" y="147"/>
                  <a:pt x="11427" y="159"/>
                </a:cubicBezTo>
                <a:cubicBezTo>
                  <a:pt x="11429" y="172"/>
                  <a:pt x="11431" y="185"/>
                  <a:pt x="11431" y="198"/>
                </a:cubicBezTo>
                <a:lnTo>
                  <a:pt x="11431" y="4512"/>
                </a:lnTo>
                <a:cubicBezTo>
                  <a:pt x="11431" y="4525"/>
                  <a:pt x="11429" y="4538"/>
                  <a:pt x="11427" y="4551"/>
                </a:cubicBezTo>
                <a:cubicBezTo>
                  <a:pt x="11424" y="4563"/>
                  <a:pt x="11421" y="4576"/>
                  <a:pt x="11416" y="4588"/>
                </a:cubicBezTo>
                <a:cubicBezTo>
                  <a:pt x="11411" y="4600"/>
                  <a:pt x="11405" y="4611"/>
                  <a:pt x="11397" y="4622"/>
                </a:cubicBezTo>
                <a:cubicBezTo>
                  <a:pt x="11390" y="4633"/>
                  <a:pt x="11382" y="4643"/>
                  <a:pt x="11373" y="4652"/>
                </a:cubicBezTo>
                <a:cubicBezTo>
                  <a:pt x="11363" y="4661"/>
                  <a:pt x="11353" y="4670"/>
                  <a:pt x="11343" y="4677"/>
                </a:cubicBezTo>
                <a:cubicBezTo>
                  <a:pt x="11332" y="4684"/>
                  <a:pt x="11320" y="4690"/>
                  <a:pt x="11308" y="4695"/>
                </a:cubicBezTo>
                <a:cubicBezTo>
                  <a:pt x="11296" y="4700"/>
                  <a:pt x="11284" y="4704"/>
                  <a:pt x="11271" y="4706"/>
                </a:cubicBezTo>
                <a:cubicBezTo>
                  <a:pt x="11258" y="4709"/>
                  <a:pt x="11245" y="4710"/>
                  <a:pt x="11232" y="4710"/>
                </a:cubicBezTo>
                <a:lnTo>
                  <a:pt x="198" y="4710"/>
                </a:lnTo>
                <a:cubicBezTo>
                  <a:pt x="185" y="4710"/>
                  <a:pt x="172" y="4709"/>
                  <a:pt x="159" y="4706"/>
                </a:cubicBezTo>
                <a:cubicBezTo>
                  <a:pt x="147" y="4704"/>
                  <a:pt x="134" y="4700"/>
                  <a:pt x="122" y="4695"/>
                </a:cubicBezTo>
                <a:cubicBezTo>
                  <a:pt x="110" y="4690"/>
                  <a:pt x="99" y="4684"/>
                  <a:pt x="88" y="4677"/>
                </a:cubicBezTo>
                <a:cubicBezTo>
                  <a:pt x="77" y="4670"/>
                  <a:pt x="67" y="4661"/>
                  <a:pt x="58" y="4652"/>
                </a:cubicBezTo>
                <a:cubicBezTo>
                  <a:pt x="49" y="4643"/>
                  <a:pt x="40" y="4633"/>
                  <a:pt x="33" y="4622"/>
                </a:cubicBezTo>
                <a:cubicBezTo>
                  <a:pt x="26" y="4611"/>
                  <a:pt x="20" y="4600"/>
                  <a:pt x="15" y="4588"/>
                </a:cubicBezTo>
                <a:cubicBezTo>
                  <a:pt x="10" y="4576"/>
                  <a:pt x="6" y="4563"/>
                  <a:pt x="4" y="4551"/>
                </a:cubicBezTo>
                <a:cubicBezTo>
                  <a:pt x="1" y="4538"/>
                  <a:pt x="0" y="4525"/>
                  <a:pt x="0" y="451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" name=""/>
          <p:cNvSpPr/>
          <p:nvPr/>
        </p:nvSpPr>
        <p:spPr>
          <a:xfrm>
            <a:off x="461880" y="1147680"/>
            <a:ext cx="4115160" cy="1695600"/>
          </a:xfrm>
          <a:custGeom>
            <a:avLst/>
            <a:gdLst/>
            <a:ahLst/>
            <a:rect l="0" t="0" r="r" b="b"/>
            <a:pathLst>
              <a:path w="11431" h="4710">
                <a:moveTo>
                  <a:pt x="0" y="451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4"/>
                </a:cubicBezTo>
                <a:cubicBezTo>
                  <a:pt x="172" y="1"/>
                  <a:pt x="185" y="0"/>
                  <a:pt x="198" y="0"/>
                </a:cubicBezTo>
                <a:lnTo>
                  <a:pt x="11232" y="0"/>
                </a:lnTo>
                <a:cubicBezTo>
                  <a:pt x="11245" y="0"/>
                  <a:pt x="11258" y="1"/>
                  <a:pt x="11271" y="4"/>
                </a:cubicBezTo>
                <a:cubicBezTo>
                  <a:pt x="11284" y="6"/>
                  <a:pt x="11296" y="10"/>
                  <a:pt x="11308" y="15"/>
                </a:cubicBezTo>
                <a:cubicBezTo>
                  <a:pt x="11320" y="20"/>
                  <a:pt x="11332" y="26"/>
                  <a:pt x="11343" y="33"/>
                </a:cubicBezTo>
                <a:cubicBezTo>
                  <a:pt x="11353" y="40"/>
                  <a:pt x="11363" y="49"/>
                  <a:pt x="11373" y="58"/>
                </a:cubicBezTo>
                <a:cubicBezTo>
                  <a:pt x="11382" y="67"/>
                  <a:pt x="11390" y="77"/>
                  <a:pt x="11397" y="88"/>
                </a:cubicBezTo>
                <a:cubicBezTo>
                  <a:pt x="11405" y="99"/>
                  <a:pt x="11411" y="110"/>
                  <a:pt x="11416" y="122"/>
                </a:cubicBezTo>
                <a:cubicBezTo>
                  <a:pt x="11421" y="134"/>
                  <a:pt x="11424" y="147"/>
                  <a:pt x="11427" y="159"/>
                </a:cubicBezTo>
                <a:cubicBezTo>
                  <a:pt x="11429" y="172"/>
                  <a:pt x="11431" y="185"/>
                  <a:pt x="11431" y="198"/>
                </a:cubicBezTo>
                <a:lnTo>
                  <a:pt x="11431" y="4512"/>
                </a:lnTo>
                <a:cubicBezTo>
                  <a:pt x="11431" y="4525"/>
                  <a:pt x="11429" y="4538"/>
                  <a:pt x="11427" y="4551"/>
                </a:cubicBezTo>
                <a:cubicBezTo>
                  <a:pt x="11424" y="4563"/>
                  <a:pt x="11421" y="4576"/>
                  <a:pt x="11416" y="4588"/>
                </a:cubicBezTo>
                <a:cubicBezTo>
                  <a:pt x="11411" y="4600"/>
                  <a:pt x="11405" y="4611"/>
                  <a:pt x="11397" y="4622"/>
                </a:cubicBezTo>
                <a:cubicBezTo>
                  <a:pt x="11390" y="4633"/>
                  <a:pt x="11382" y="4643"/>
                  <a:pt x="11373" y="4652"/>
                </a:cubicBezTo>
                <a:cubicBezTo>
                  <a:pt x="11363" y="4661"/>
                  <a:pt x="11353" y="4670"/>
                  <a:pt x="11343" y="4677"/>
                </a:cubicBezTo>
                <a:cubicBezTo>
                  <a:pt x="11332" y="4684"/>
                  <a:pt x="11320" y="4690"/>
                  <a:pt x="11308" y="4695"/>
                </a:cubicBezTo>
                <a:cubicBezTo>
                  <a:pt x="11296" y="4700"/>
                  <a:pt x="11284" y="4704"/>
                  <a:pt x="11271" y="4706"/>
                </a:cubicBezTo>
                <a:cubicBezTo>
                  <a:pt x="11258" y="4709"/>
                  <a:pt x="11245" y="4710"/>
                  <a:pt x="11232" y="4710"/>
                </a:cubicBezTo>
                <a:lnTo>
                  <a:pt x="198" y="4710"/>
                </a:lnTo>
                <a:cubicBezTo>
                  <a:pt x="185" y="4710"/>
                  <a:pt x="172" y="4709"/>
                  <a:pt x="159" y="4706"/>
                </a:cubicBezTo>
                <a:cubicBezTo>
                  <a:pt x="147" y="4704"/>
                  <a:pt x="134" y="4700"/>
                  <a:pt x="122" y="4695"/>
                </a:cubicBezTo>
                <a:cubicBezTo>
                  <a:pt x="110" y="4690"/>
                  <a:pt x="99" y="4684"/>
                  <a:pt x="88" y="4677"/>
                </a:cubicBezTo>
                <a:cubicBezTo>
                  <a:pt x="77" y="4670"/>
                  <a:pt x="67" y="4661"/>
                  <a:pt x="58" y="4652"/>
                </a:cubicBezTo>
                <a:cubicBezTo>
                  <a:pt x="49" y="4643"/>
                  <a:pt x="40" y="4633"/>
                  <a:pt x="33" y="4622"/>
                </a:cubicBezTo>
                <a:cubicBezTo>
                  <a:pt x="26" y="4611"/>
                  <a:pt x="20" y="4600"/>
                  <a:pt x="15" y="4588"/>
                </a:cubicBezTo>
                <a:cubicBezTo>
                  <a:pt x="10" y="4576"/>
                  <a:pt x="6" y="4563"/>
                  <a:pt x="4" y="4551"/>
                </a:cubicBezTo>
                <a:cubicBezTo>
                  <a:pt x="1" y="4538"/>
                  <a:pt x="0" y="4525"/>
                  <a:pt x="0" y="4512"/>
                </a:cubicBezTo>
                <a:close/>
              </a:path>
            </a:pathLst>
          </a:custGeom>
          <a:noFill/>
          <a:ln w="9360">
            <a:solidFill>
              <a:srgbClr val="e2e8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439920" y="510480"/>
            <a:ext cx="24908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Twee folders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03720" y="1269720"/>
            <a:ext cx="1573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Koppelvlakspecificaties/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603720" y="1431720"/>
            <a:ext cx="10490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├──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inleiding.md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603720" y="1593720"/>
            <a:ext cx="3080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├──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afbakening.md          ← eisen aan de keten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603720" y="1755720"/>
            <a:ext cx="3080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├──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Applicatiecomponenten/ ← rollen + endpoints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603720" y="1927080"/>
            <a:ext cx="3080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├──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Interactiepatronen/    ← per koppeling, met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603720" y="2089080"/>
            <a:ext cx="30153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│                           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functionele eisen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603720" y="2250720"/>
            <a:ext cx="27529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├──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Datamodelschema's/     ← JSON-schema's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603720" y="2422440"/>
            <a:ext cx="26874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├──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auth-standaard.md      ← eigen pijler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" name=""/>
          <p:cNvSpPr/>
          <p:nvPr/>
        </p:nvSpPr>
        <p:spPr>
          <a:xfrm>
            <a:off x="4757400" y="1147680"/>
            <a:ext cx="4115160" cy="1200240"/>
          </a:xfrm>
          <a:custGeom>
            <a:avLst/>
            <a:gdLst/>
            <a:ahLst/>
            <a:rect l="0" t="0" r="r" b="b"/>
            <a:pathLst>
              <a:path w="11431" h="3334">
                <a:moveTo>
                  <a:pt x="0" y="3136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1233" y="0"/>
                </a:lnTo>
                <a:cubicBezTo>
                  <a:pt x="11246" y="0"/>
                  <a:pt x="11259" y="1"/>
                  <a:pt x="11272" y="4"/>
                </a:cubicBezTo>
                <a:cubicBezTo>
                  <a:pt x="11284" y="6"/>
                  <a:pt x="11297" y="10"/>
                  <a:pt x="11309" y="15"/>
                </a:cubicBezTo>
                <a:cubicBezTo>
                  <a:pt x="11321" y="20"/>
                  <a:pt x="11332" y="26"/>
                  <a:pt x="11343" y="33"/>
                </a:cubicBezTo>
                <a:cubicBezTo>
                  <a:pt x="11354" y="40"/>
                  <a:pt x="11364" y="49"/>
                  <a:pt x="11373" y="58"/>
                </a:cubicBezTo>
                <a:cubicBezTo>
                  <a:pt x="11383" y="67"/>
                  <a:pt x="11391" y="77"/>
                  <a:pt x="11398" y="88"/>
                </a:cubicBezTo>
                <a:cubicBezTo>
                  <a:pt x="11405" y="99"/>
                  <a:pt x="11411" y="110"/>
                  <a:pt x="11416" y="122"/>
                </a:cubicBezTo>
                <a:cubicBezTo>
                  <a:pt x="11421" y="134"/>
                  <a:pt x="11425" y="147"/>
                  <a:pt x="11428" y="159"/>
                </a:cubicBezTo>
                <a:cubicBezTo>
                  <a:pt x="11430" y="172"/>
                  <a:pt x="11431" y="185"/>
                  <a:pt x="11431" y="198"/>
                </a:cubicBezTo>
                <a:lnTo>
                  <a:pt x="11431" y="3136"/>
                </a:lnTo>
                <a:cubicBezTo>
                  <a:pt x="11431" y="3149"/>
                  <a:pt x="11430" y="3162"/>
                  <a:pt x="11428" y="3175"/>
                </a:cubicBezTo>
                <a:cubicBezTo>
                  <a:pt x="11425" y="3188"/>
                  <a:pt x="11421" y="3200"/>
                  <a:pt x="11416" y="3212"/>
                </a:cubicBezTo>
                <a:cubicBezTo>
                  <a:pt x="11411" y="3224"/>
                  <a:pt x="11405" y="3235"/>
                  <a:pt x="11398" y="3246"/>
                </a:cubicBezTo>
                <a:cubicBezTo>
                  <a:pt x="11391" y="3257"/>
                  <a:pt x="11383" y="3267"/>
                  <a:pt x="11373" y="3276"/>
                </a:cubicBezTo>
                <a:cubicBezTo>
                  <a:pt x="11364" y="3286"/>
                  <a:pt x="11354" y="3294"/>
                  <a:pt x="11343" y="3301"/>
                </a:cubicBezTo>
                <a:cubicBezTo>
                  <a:pt x="11332" y="3308"/>
                  <a:pt x="11321" y="3314"/>
                  <a:pt x="11309" y="3319"/>
                </a:cubicBezTo>
                <a:cubicBezTo>
                  <a:pt x="11297" y="3324"/>
                  <a:pt x="11284" y="3328"/>
                  <a:pt x="11272" y="3331"/>
                </a:cubicBezTo>
                <a:cubicBezTo>
                  <a:pt x="11259" y="3333"/>
                  <a:pt x="11246" y="3334"/>
                  <a:pt x="11233" y="3334"/>
                </a:cubicBezTo>
                <a:lnTo>
                  <a:pt x="199" y="3334"/>
                </a:lnTo>
                <a:cubicBezTo>
                  <a:pt x="186" y="3334"/>
                  <a:pt x="173" y="3333"/>
                  <a:pt x="160" y="3331"/>
                </a:cubicBezTo>
                <a:cubicBezTo>
                  <a:pt x="147" y="3328"/>
                  <a:pt x="135" y="3324"/>
                  <a:pt x="123" y="3319"/>
                </a:cubicBezTo>
                <a:cubicBezTo>
                  <a:pt x="111" y="3314"/>
                  <a:pt x="99" y="3308"/>
                  <a:pt x="89" y="3301"/>
                </a:cubicBezTo>
                <a:cubicBezTo>
                  <a:pt x="78" y="3294"/>
                  <a:pt x="68" y="3286"/>
                  <a:pt x="59" y="3276"/>
                </a:cubicBezTo>
                <a:cubicBezTo>
                  <a:pt x="49" y="3267"/>
                  <a:pt x="41" y="3257"/>
                  <a:pt x="34" y="3246"/>
                </a:cubicBezTo>
                <a:cubicBezTo>
                  <a:pt x="27" y="3235"/>
                  <a:pt x="21" y="3224"/>
                  <a:pt x="16" y="3212"/>
                </a:cubicBezTo>
                <a:cubicBezTo>
                  <a:pt x="11" y="3200"/>
                  <a:pt x="7" y="3188"/>
                  <a:pt x="4" y="3175"/>
                </a:cubicBezTo>
                <a:cubicBezTo>
                  <a:pt x="2" y="3162"/>
                  <a:pt x="0" y="3149"/>
                  <a:pt x="0" y="313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" name=""/>
          <p:cNvSpPr/>
          <p:nvPr/>
        </p:nvSpPr>
        <p:spPr>
          <a:xfrm>
            <a:off x="4757400" y="1147680"/>
            <a:ext cx="4115160" cy="1200240"/>
          </a:xfrm>
          <a:custGeom>
            <a:avLst/>
            <a:gdLst/>
            <a:ahLst/>
            <a:rect l="0" t="0" r="r" b="b"/>
            <a:pathLst>
              <a:path w="11431" h="3334">
                <a:moveTo>
                  <a:pt x="0" y="3136"/>
                </a:moveTo>
                <a:lnTo>
                  <a:pt x="0" y="198"/>
                </a:lnTo>
                <a:cubicBezTo>
                  <a:pt x="0" y="185"/>
                  <a:pt x="2" y="172"/>
                  <a:pt x="4" y="159"/>
                </a:cubicBezTo>
                <a:cubicBezTo>
                  <a:pt x="7" y="147"/>
                  <a:pt x="11" y="134"/>
                  <a:pt x="16" y="122"/>
                </a:cubicBezTo>
                <a:cubicBezTo>
                  <a:pt x="21" y="110"/>
                  <a:pt x="27" y="99"/>
                  <a:pt x="34" y="88"/>
                </a:cubicBezTo>
                <a:cubicBezTo>
                  <a:pt x="41" y="77"/>
                  <a:pt x="49" y="67"/>
                  <a:pt x="59" y="58"/>
                </a:cubicBezTo>
                <a:cubicBezTo>
                  <a:pt x="68" y="49"/>
                  <a:pt x="78" y="40"/>
                  <a:pt x="89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4"/>
                </a:cubicBezTo>
                <a:cubicBezTo>
                  <a:pt x="173" y="1"/>
                  <a:pt x="186" y="0"/>
                  <a:pt x="199" y="0"/>
                </a:cubicBezTo>
                <a:lnTo>
                  <a:pt x="11233" y="0"/>
                </a:lnTo>
                <a:cubicBezTo>
                  <a:pt x="11246" y="0"/>
                  <a:pt x="11259" y="1"/>
                  <a:pt x="11272" y="4"/>
                </a:cubicBezTo>
                <a:cubicBezTo>
                  <a:pt x="11284" y="6"/>
                  <a:pt x="11297" y="10"/>
                  <a:pt x="11309" y="15"/>
                </a:cubicBezTo>
                <a:cubicBezTo>
                  <a:pt x="11321" y="20"/>
                  <a:pt x="11332" y="26"/>
                  <a:pt x="11343" y="33"/>
                </a:cubicBezTo>
                <a:cubicBezTo>
                  <a:pt x="11354" y="40"/>
                  <a:pt x="11364" y="49"/>
                  <a:pt x="11373" y="58"/>
                </a:cubicBezTo>
                <a:cubicBezTo>
                  <a:pt x="11383" y="67"/>
                  <a:pt x="11391" y="77"/>
                  <a:pt x="11398" y="88"/>
                </a:cubicBezTo>
                <a:cubicBezTo>
                  <a:pt x="11405" y="99"/>
                  <a:pt x="11411" y="110"/>
                  <a:pt x="11416" y="122"/>
                </a:cubicBezTo>
                <a:cubicBezTo>
                  <a:pt x="11421" y="134"/>
                  <a:pt x="11425" y="147"/>
                  <a:pt x="11428" y="159"/>
                </a:cubicBezTo>
                <a:cubicBezTo>
                  <a:pt x="11430" y="172"/>
                  <a:pt x="11431" y="185"/>
                  <a:pt x="11431" y="198"/>
                </a:cubicBezTo>
                <a:lnTo>
                  <a:pt x="11431" y="3136"/>
                </a:lnTo>
                <a:cubicBezTo>
                  <a:pt x="11431" y="3149"/>
                  <a:pt x="11430" y="3162"/>
                  <a:pt x="11428" y="3175"/>
                </a:cubicBezTo>
                <a:cubicBezTo>
                  <a:pt x="11425" y="3188"/>
                  <a:pt x="11421" y="3200"/>
                  <a:pt x="11416" y="3212"/>
                </a:cubicBezTo>
                <a:cubicBezTo>
                  <a:pt x="11411" y="3224"/>
                  <a:pt x="11405" y="3235"/>
                  <a:pt x="11398" y="3246"/>
                </a:cubicBezTo>
                <a:cubicBezTo>
                  <a:pt x="11391" y="3257"/>
                  <a:pt x="11383" y="3267"/>
                  <a:pt x="11373" y="3276"/>
                </a:cubicBezTo>
                <a:cubicBezTo>
                  <a:pt x="11364" y="3286"/>
                  <a:pt x="11354" y="3294"/>
                  <a:pt x="11343" y="3301"/>
                </a:cubicBezTo>
                <a:cubicBezTo>
                  <a:pt x="11332" y="3308"/>
                  <a:pt x="11321" y="3314"/>
                  <a:pt x="11309" y="3319"/>
                </a:cubicBezTo>
                <a:cubicBezTo>
                  <a:pt x="11297" y="3324"/>
                  <a:pt x="11284" y="3328"/>
                  <a:pt x="11272" y="3331"/>
                </a:cubicBezTo>
                <a:cubicBezTo>
                  <a:pt x="11259" y="3333"/>
                  <a:pt x="11246" y="3334"/>
                  <a:pt x="11233" y="3334"/>
                </a:cubicBezTo>
                <a:lnTo>
                  <a:pt x="199" y="3334"/>
                </a:lnTo>
                <a:cubicBezTo>
                  <a:pt x="186" y="3334"/>
                  <a:pt x="173" y="3333"/>
                  <a:pt x="160" y="3331"/>
                </a:cubicBezTo>
                <a:cubicBezTo>
                  <a:pt x="147" y="3328"/>
                  <a:pt x="135" y="3324"/>
                  <a:pt x="123" y="3319"/>
                </a:cubicBezTo>
                <a:cubicBezTo>
                  <a:pt x="111" y="3314"/>
                  <a:pt x="99" y="3308"/>
                  <a:pt x="89" y="3301"/>
                </a:cubicBezTo>
                <a:cubicBezTo>
                  <a:pt x="78" y="3294"/>
                  <a:pt x="68" y="3286"/>
                  <a:pt x="59" y="3276"/>
                </a:cubicBezTo>
                <a:cubicBezTo>
                  <a:pt x="49" y="3267"/>
                  <a:pt x="41" y="3257"/>
                  <a:pt x="34" y="3246"/>
                </a:cubicBezTo>
                <a:cubicBezTo>
                  <a:pt x="27" y="3235"/>
                  <a:pt x="21" y="3224"/>
                  <a:pt x="16" y="3212"/>
                </a:cubicBezTo>
                <a:cubicBezTo>
                  <a:pt x="11" y="3200"/>
                  <a:pt x="7" y="3188"/>
                  <a:pt x="4" y="3175"/>
                </a:cubicBezTo>
                <a:cubicBezTo>
                  <a:pt x="2" y="3162"/>
                  <a:pt x="0" y="3149"/>
                  <a:pt x="0" y="3136"/>
                </a:cubicBezTo>
                <a:close/>
              </a:path>
            </a:pathLst>
          </a:custGeom>
          <a:noFill/>
          <a:ln w="9360">
            <a:solidFill>
              <a:srgbClr val="e2e8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03720" y="2584080"/>
            <a:ext cx="1377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└──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uitgangspunten.md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897800" y="1269720"/>
            <a:ext cx="13114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Referentiemateriaal/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4897800" y="1431720"/>
            <a:ext cx="27529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├──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adr/                   ← besluiten met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4897800" y="1593720"/>
            <a:ext cx="26874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│                           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onderbouwing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4897800" y="1755720"/>
            <a:ext cx="918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├──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principes/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4897800" y="1927080"/>
            <a:ext cx="27529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├──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kaderscenario's/       ← de leerroutes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4897800" y="2089080"/>
            <a:ext cx="3015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└── </a:t>
            </a:r>
            <a:r>
              <a:rPr b="0" lang="en-US" sz="860" spc="-1" strike="noStrike">
                <a:solidFill>
                  <a:srgbClr val="1a1a2e"/>
                </a:solidFill>
                <a:latin typeface="DejaVuSansMono"/>
                <a:ea typeface="DejaVuSansMono"/>
              </a:rPr>
              <a:t>persona's/             ← wie de student is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4750920" y="2465280"/>
            <a:ext cx="44892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Bouwen gebeurt uit </a:t>
            </a:r>
            <a:r>
              <a:rPr b="1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Koppelvlakspeciﬁcaties/</a:t>
            </a:r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; de context die nodig is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4750920" y="2693880"/>
            <a:ext cx="31874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om de koppelvlakspeciﬁcaties te begrijpen staat in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" name=""/>
          <p:cNvSpPr/>
          <p:nvPr/>
        </p:nvSpPr>
        <p:spPr>
          <a:xfrm>
            <a:off x="456840" y="3342960"/>
            <a:ext cx="2238840" cy="1400760"/>
          </a:xfrm>
          <a:custGeom>
            <a:avLst/>
            <a:gdLst/>
            <a:ahLst/>
            <a:rect l="0" t="0" r="r" b="b"/>
            <a:pathLst>
              <a:path w="6219" h="3891">
                <a:moveTo>
                  <a:pt x="0" y="0"/>
                </a:moveTo>
                <a:lnTo>
                  <a:pt x="6219" y="0"/>
                </a:lnTo>
                <a:lnTo>
                  <a:pt x="6219" y="3891"/>
                </a:lnTo>
                <a:lnTo>
                  <a:pt x="0" y="38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" name=""/>
          <p:cNvSpPr/>
          <p:nvPr/>
        </p:nvSpPr>
        <p:spPr>
          <a:xfrm>
            <a:off x="456840" y="3342960"/>
            <a:ext cx="2238840" cy="38520"/>
          </a:xfrm>
          <a:custGeom>
            <a:avLst/>
            <a:gdLst/>
            <a:ahLst/>
            <a:rect l="0" t="0" r="r" b="b"/>
            <a:pathLst>
              <a:path w="6219" h="107">
                <a:moveTo>
                  <a:pt x="0" y="0"/>
                </a:moveTo>
                <a:lnTo>
                  <a:pt x="6219" y="0"/>
                </a:lnTo>
                <a:lnTo>
                  <a:pt x="621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" name=""/>
          <p:cNvSpPr/>
          <p:nvPr/>
        </p:nvSpPr>
        <p:spPr>
          <a:xfrm>
            <a:off x="456840" y="4733640"/>
            <a:ext cx="2238840" cy="10080"/>
          </a:xfrm>
          <a:custGeom>
            <a:avLst/>
            <a:gdLst/>
            <a:ahLst/>
            <a:rect l="0" t="0" r="r" b="b"/>
            <a:pathLst>
              <a:path w="6219" h="28">
                <a:moveTo>
                  <a:pt x="0" y="0"/>
                </a:moveTo>
                <a:lnTo>
                  <a:pt x="6219" y="0"/>
                </a:lnTo>
                <a:lnTo>
                  <a:pt x="62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" name=""/>
          <p:cNvSpPr/>
          <p:nvPr/>
        </p:nvSpPr>
        <p:spPr>
          <a:xfrm>
            <a:off x="2685960" y="3342960"/>
            <a:ext cx="9720" cy="1400760"/>
          </a:xfrm>
          <a:custGeom>
            <a:avLst/>
            <a:gdLst/>
            <a:ahLst/>
            <a:rect l="0" t="0" r="r" b="b"/>
            <a:pathLst>
              <a:path w="27" h="3891">
                <a:moveTo>
                  <a:pt x="0" y="106"/>
                </a:moveTo>
                <a:lnTo>
                  <a:pt x="0" y="3891"/>
                </a:lnTo>
                <a:lnTo>
                  <a:pt x="27" y="3891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" name=""/>
          <p:cNvSpPr/>
          <p:nvPr/>
        </p:nvSpPr>
        <p:spPr>
          <a:xfrm>
            <a:off x="456840" y="3342960"/>
            <a:ext cx="10080" cy="1400760"/>
          </a:xfrm>
          <a:custGeom>
            <a:avLst/>
            <a:gdLst/>
            <a:ahLst/>
            <a:rect l="0" t="0" r="r" b="b"/>
            <a:pathLst>
              <a:path w="28" h="3891">
                <a:moveTo>
                  <a:pt x="0" y="0"/>
                </a:moveTo>
                <a:lnTo>
                  <a:pt x="0" y="3891"/>
                </a:lnTo>
                <a:lnTo>
                  <a:pt x="28" y="3891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" name=""/>
          <p:cNvSpPr/>
          <p:nvPr/>
        </p:nvSpPr>
        <p:spPr>
          <a:xfrm>
            <a:off x="571320" y="3495600"/>
            <a:ext cx="609840" cy="219240"/>
          </a:xfrm>
          <a:custGeom>
            <a:avLst/>
            <a:gdLst/>
            <a:ahLst/>
            <a:rect l="0" t="0" r="r" b="b"/>
            <a:pathLst>
              <a:path w="1694" h="609">
                <a:moveTo>
                  <a:pt x="0" y="304"/>
                </a:move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9"/>
                  <a:pt x="245" y="6"/>
                </a:cubicBezTo>
                <a:cubicBezTo>
                  <a:pt x="265" y="2"/>
                  <a:pt x="284" y="0"/>
                  <a:pt x="304" y="0"/>
                </a:cubicBezTo>
                <a:lnTo>
                  <a:pt x="1390" y="0"/>
                </a:lnTo>
                <a:cubicBezTo>
                  <a:pt x="1410" y="0"/>
                  <a:pt x="1430" y="2"/>
                  <a:pt x="1449" y="6"/>
                </a:cubicBezTo>
                <a:cubicBezTo>
                  <a:pt x="1469" y="9"/>
                  <a:pt x="1488" y="15"/>
                  <a:pt x="1507" y="23"/>
                </a:cubicBezTo>
                <a:cubicBezTo>
                  <a:pt x="1525" y="31"/>
                  <a:pt x="1542" y="40"/>
                  <a:pt x="1559" y="51"/>
                </a:cubicBezTo>
                <a:cubicBezTo>
                  <a:pt x="1576" y="62"/>
                  <a:pt x="1591" y="75"/>
                  <a:pt x="1605" y="89"/>
                </a:cubicBezTo>
                <a:cubicBezTo>
                  <a:pt x="1619" y="103"/>
                  <a:pt x="1632" y="118"/>
                  <a:pt x="1643" y="135"/>
                </a:cubicBezTo>
                <a:cubicBezTo>
                  <a:pt x="1654" y="152"/>
                  <a:pt x="1664" y="169"/>
                  <a:pt x="1671" y="188"/>
                </a:cubicBezTo>
                <a:cubicBezTo>
                  <a:pt x="1679" y="206"/>
                  <a:pt x="1685" y="225"/>
                  <a:pt x="1688" y="245"/>
                </a:cubicBezTo>
                <a:cubicBezTo>
                  <a:pt x="1692" y="264"/>
                  <a:pt x="1694" y="284"/>
                  <a:pt x="1694" y="304"/>
                </a:cubicBezTo>
                <a:cubicBezTo>
                  <a:pt x="1694" y="325"/>
                  <a:pt x="1692" y="345"/>
                  <a:pt x="1688" y="364"/>
                </a:cubicBezTo>
                <a:cubicBezTo>
                  <a:pt x="1685" y="384"/>
                  <a:pt x="1679" y="403"/>
                  <a:pt x="1671" y="421"/>
                </a:cubicBezTo>
                <a:cubicBezTo>
                  <a:pt x="1664" y="440"/>
                  <a:pt x="1654" y="457"/>
                  <a:pt x="1643" y="474"/>
                </a:cubicBezTo>
                <a:cubicBezTo>
                  <a:pt x="1632" y="491"/>
                  <a:pt x="1619" y="506"/>
                  <a:pt x="1605" y="520"/>
                </a:cubicBezTo>
                <a:cubicBezTo>
                  <a:pt x="1591" y="534"/>
                  <a:pt x="1576" y="547"/>
                  <a:pt x="1559" y="558"/>
                </a:cubicBezTo>
                <a:cubicBezTo>
                  <a:pt x="1542" y="569"/>
                  <a:pt x="1525" y="578"/>
                  <a:pt x="1507" y="586"/>
                </a:cubicBezTo>
                <a:cubicBezTo>
                  <a:pt x="1488" y="594"/>
                  <a:pt x="1469" y="600"/>
                  <a:pt x="1449" y="603"/>
                </a:cubicBezTo>
                <a:cubicBezTo>
                  <a:pt x="1430" y="607"/>
                  <a:pt x="1410" y="609"/>
                  <a:pt x="1390" y="609"/>
                </a:cubicBezTo>
                <a:lnTo>
                  <a:pt x="304" y="609"/>
                </a:lnTo>
                <a:cubicBezTo>
                  <a:pt x="284" y="609"/>
                  <a:pt x="265" y="607"/>
                  <a:pt x="245" y="603"/>
                </a:cubicBezTo>
                <a:cubicBezTo>
                  <a:pt x="225" y="600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9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6" y="403"/>
                  <a:pt x="10" y="384"/>
                  <a:pt x="6" y="364"/>
                </a:cubicBezTo>
                <a:cubicBezTo>
                  <a:pt x="2" y="345"/>
                  <a:pt x="0" y="325"/>
                  <a:pt x="0" y="304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4750920" y="2922480"/>
            <a:ext cx="15019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d68ec"/>
                </a:solidFill>
                <a:latin typeface="Arial"/>
                <a:ea typeface="Arial"/>
              </a:rPr>
              <a:t>Referentiemateriaal/</a:t>
            </a:r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678240" y="3546360"/>
            <a:ext cx="441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Verken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573120" y="3804480"/>
            <a:ext cx="21373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Loop door de twee folders. Wat valt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" name=""/>
          <p:cNvSpPr/>
          <p:nvPr/>
        </p:nvSpPr>
        <p:spPr>
          <a:xfrm>
            <a:off x="2781000" y="3342960"/>
            <a:ext cx="2238840" cy="1400760"/>
          </a:xfrm>
          <a:custGeom>
            <a:avLst/>
            <a:gdLst/>
            <a:ahLst/>
            <a:rect l="0" t="0" r="r" b="b"/>
            <a:pathLst>
              <a:path w="6219" h="3891">
                <a:moveTo>
                  <a:pt x="0" y="0"/>
                </a:moveTo>
                <a:lnTo>
                  <a:pt x="6219" y="0"/>
                </a:lnTo>
                <a:lnTo>
                  <a:pt x="6219" y="3891"/>
                </a:lnTo>
                <a:lnTo>
                  <a:pt x="0" y="38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" name=""/>
          <p:cNvSpPr/>
          <p:nvPr/>
        </p:nvSpPr>
        <p:spPr>
          <a:xfrm>
            <a:off x="2781000" y="3342960"/>
            <a:ext cx="2238840" cy="38520"/>
          </a:xfrm>
          <a:custGeom>
            <a:avLst/>
            <a:gdLst/>
            <a:ahLst/>
            <a:rect l="0" t="0" r="r" b="b"/>
            <a:pathLst>
              <a:path w="6219" h="107">
                <a:moveTo>
                  <a:pt x="0" y="0"/>
                </a:moveTo>
                <a:lnTo>
                  <a:pt x="6219" y="0"/>
                </a:lnTo>
                <a:lnTo>
                  <a:pt x="621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" name=""/>
          <p:cNvSpPr/>
          <p:nvPr/>
        </p:nvSpPr>
        <p:spPr>
          <a:xfrm>
            <a:off x="2781000" y="4733640"/>
            <a:ext cx="2238840" cy="10080"/>
          </a:xfrm>
          <a:custGeom>
            <a:avLst/>
            <a:gdLst/>
            <a:ahLst/>
            <a:rect l="0" t="0" r="r" b="b"/>
            <a:pathLst>
              <a:path w="6219" h="28">
                <a:moveTo>
                  <a:pt x="0" y="0"/>
                </a:moveTo>
                <a:lnTo>
                  <a:pt x="6219" y="0"/>
                </a:lnTo>
                <a:lnTo>
                  <a:pt x="621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" name=""/>
          <p:cNvSpPr/>
          <p:nvPr/>
        </p:nvSpPr>
        <p:spPr>
          <a:xfrm>
            <a:off x="5010120" y="3342960"/>
            <a:ext cx="9720" cy="1400760"/>
          </a:xfrm>
          <a:custGeom>
            <a:avLst/>
            <a:gdLst/>
            <a:ahLst/>
            <a:rect l="0" t="0" r="r" b="b"/>
            <a:pathLst>
              <a:path w="27" h="3891">
                <a:moveTo>
                  <a:pt x="0" y="106"/>
                </a:moveTo>
                <a:lnTo>
                  <a:pt x="0" y="3891"/>
                </a:lnTo>
                <a:lnTo>
                  <a:pt x="27" y="3891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" name=""/>
          <p:cNvSpPr/>
          <p:nvPr/>
        </p:nvSpPr>
        <p:spPr>
          <a:xfrm>
            <a:off x="2781000" y="3342960"/>
            <a:ext cx="10080" cy="1400760"/>
          </a:xfrm>
          <a:custGeom>
            <a:avLst/>
            <a:gdLst/>
            <a:ahLst/>
            <a:rect l="0" t="0" r="r" b="b"/>
            <a:pathLst>
              <a:path w="28" h="3891">
                <a:moveTo>
                  <a:pt x="0" y="0"/>
                </a:moveTo>
                <a:lnTo>
                  <a:pt x="0" y="3891"/>
                </a:lnTo>
                <a:lnTo>
                  <a:pt x="28" y="3891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" name=""/>
          <p:cNvSpPr/>
          <p:nvPr/>
        </p:nvSpPr>
        <p:spPr>
          <a:xfrm>
            <a:off x="2904840" y="3495600"/>
            <a:ext cx="619560" cy="219240"/>
          </a:xfrm>
          <a:custGeom>
            <a:avLst/>
            <a:gdLst/>
            <a:ahLst/>
            <a:rect l="0" t="0" r="r" b="b"/>
            <a:pathLst>
              <a:path w="1721" h="609">
                <a:moveTo>
                  <a:pt x="0" y="304"/>
                </a:move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2" y="135"/>
                </a:cubicBezTo>
                <a:cubicBezTo>
                  <a:pt x="63" y="118"/>
                  <a:pt x="75" y="103"/>
                  <a:pt x="89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1"/>
                  <a:pt x="188" y="23"/>
                </a:cubicBezTo>
                <a:cubicBezTo>
                  <a:pt x="207" y="15"/>
                  <a:pt x="226" y="9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1417" y="0"/>
                </a:lnTo>
                <a:cubicBezTo>
                  <a:pt x="1437" y="0"/>
                  <a:pt x="1457" y="2"/>
                  <a:pt x="1476" y="6"/>
                </a:cubicBezTo>
                <a:cubicBezTo>
                  <a:pt x="1496" y="9"/>
                  <a:pt x="1515" y="15"/>
                  <a:pt x="1533" y="23"/>
                </a:cubicBezTo>
                <a:cubicBezTo>
                  <a:pt x="1552" y="31"/>
                  <a:pt x="1569" y="40"/>
                  <a:pt x="1586" y="51"/>
                </a:cubicBezTo>
                <a:cubicBezTo>
                  <a:pt x="1602" y="62"/>
                  <a:pt x="1618" y="75"/>
                  <a:pt x="1632" y="89"/>
                </a:cubicBezTo>
                <a:cubicBezTo>
                  <a:pt x="1646" y="103"/>
                  <a:pt x="1659" y="118"/>
                  <a:pt x="1670" y="135"/>
                </a:cubicBezTo>
                <a:cubicBezTo>
                  <a:pt x="1681" y="152"/>
                  <a:pt x="1690" y="169"/>
                  <a:pt x="1698" y="188"/>
                </a:cubicBezTo>
                <a:cubicBezTo>
                  <a:pt x="1706" y="206"/>
                  <a:pt x="1711" y="225"/>
                  <a:pt x="1715" y="245"/>
                </a:cubicBezTo>
                <a:cubicBezTo>
                  <a:pt x="1719" y="264"/>
                  <a:pt x="1721" y="284"/>
                  <a:pt x="1721" y="304"/>
                </a:cubicBezTo>
                <a:cubicBezTo>
                  <a:pt x="1721" y="325"/>
                  <a:pt x="1719" y="345"/>
                  <a:pt x="1715" y="364"/>
                </a:cubicBezTo>
                <a:cubicBezTo>
                  <a:pt x="1711" y="384"/>
                  <a:pt x="1706" y="403"/>
                  <a:pt x="1698" y="421"/>
                </a:cubicBezTo>
                <a:cubicBezTo>
                  <a:pt x="1690" y="440"/>
                  <a:pt x="1681" y="457"/>
                  <a:pt x="1670" y="474"/>
                </a:cubicBezTo>
                <a:cubicBezTo>
                  <a:pt x="1659" y="491"/>
                  <a:pt x="1646" y="506"/>
                  <a:pt x="1632" y="520"/>
                </a:cubicBezTo>
                <a:cubicBezTo>
                  <a:pt x="1618" y="534"/>
                  <a:pt x="1602" y="547"/>
                  <a:pt x="1586" y="558"/>
                </a:cubicBezTo>
                <a:cubicBezTo>
                  <a:pt x="1569" y="569"/>
                  <a:pt x="1552" y="578"/>
                  <a:pt x="1533" y="586"/>
                </a:cubicBezTo>
                <a:cubicBezTo>
                  <a:pt x="1515" y="594"/>
                  <a:pt x="1496" y="600"/>
                  <a:pt x="1476" y="603"/>
                </a:cubicBezTo>
                <a:cubicBezTo>
                  <a:pt x="1457" y="607"/>
                  <a:pt x="1437" y="609"/>
                  <a:pt x="1417" y="609"/>
                </a:cubicBezTo>
                <a:lnTo>
                  <a:pt x="305" y="609"/>
                </a:lnTo>
                <a:cubicBezTo>
                  <a:pt x="285" y="609"/>
                  <a:pt x="265" y="607"/>
                  <a:pt x="245" y="603"/>
                </a:cubicBezTo>
                <a:cubicBezTo>
                  <a:pt x="226" y="600"/>
                  <a:pt x="207" y="594"/>
                  <a:pt x="188" y="586"/>
                </a:cubicBezTo>
                <a:cubicBezTo>
                  <a:pt x="170" y="578"/>
                  <a:pt x="152" y="569"/>
                  <a:pt x="136" y="558"/>
                </a:cubicBezTo>
                <a:cubicBezTo>
                  <a:pt x="119" y="547"/>
                  <a:pt x="104" y="534"/>
                  <a:pt x="89" y="520"/>
                </a:cubicBezTo>
                <a:cubicBezTo>
                  <a:pt x="75" y="506"/>
                  <a:pt x="63" y="491"/>
                  <a:pt x="52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6" y="403"/>
                  <a:pt x="10" y="384"/>
                  <a:pt x="6" y="364"/>
                </a:cubicBezTo>
                <a:cubicBezTo>
                  <a:pt x="2" y="345"/>
                  <a:pt x="0" y="325"/>
                  <a:pt x="0" y="304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73120" y="4033080"/>
            <a:ext cx="8359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als eerste op?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3005280" y="3546360"/>
            <a:ext cx="4471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Herken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2900520" y="3804480"/>
            <a:ext cx="20185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Zoek iets dat je al kent: het eigen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2900520" y="4033080"/>
            <a:ext cx="21297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systeem, een interactie, een begrip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2900520" y="4261680"/>
            <a:ext cx="21877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van de hoofdplaat. Staat het waar je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" name=""/>
          <p:cNvSpPr/>
          <p:nvPr/>
        </p:nvSpPr>
        <p:spPr>
          <a:xfrm>
            <a:off x="5114880" y="3342960"/>
            <a:ext cx="2229120" cy="1400760"/>
          </a:xfrm>
          <a:custGeom>
            <a:avLst/>
            <a:gdLst/>
            <a:ahLst/>
            <a:rect l="0" t="0" r="r" b="b"/>
            <a:pathLst>
              <a:path w="6192" h="3891">
                <a:moveTo>
                  <a:pt x="0" y="0"/>
                </a:moveTo>
                <a:lnTo>
                  <a:pt x="6192" y="0"/>
                </a:lnTo>
                <a:lnTo>
                  <a:pt x="6192" y="3891"/>
                </a:lnTo>
                <a:lnTo>
                  <a:pt x="0" y="389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" name=""/>
          <p:cNvSpPr/>
          <p:nvPr/>
        </p:nvSpPr>
        <p:spPr>
          <a:xfrm>
            <a:off x="5114880" y="3342960"/>
            <a:ext cx="2229120" cy="38520"/>
          </a:xfrm>
          <a:custGeom>
            <a:avLst/>
            <a:gdLst/>
            <a:ahLst/>
            <a:rect l="0" t="0" r="r" b="b"/>
            <a:pathLst>
              <a:path w="6192" h="107">
                <a:moveTo>
                  <a:pt x="0" y="0"/>
                </a:moveTo>
                <a:lnTo>
                  <a:pt x="6192" y="0"/>
                </a:lnTo>
                <a:lnTo>
                  <a:pt x="619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" name=""/>
          <p:cNvSpPr/>
          <p:nvPr/>
        </p:nvSpPr>
        <p:spPr>
          <a:xfrm>
            <a:off x="5114880" y="4733640"/>
            <a:ext cx="2229120" cy="10080"/>
          </a:xfrm>
          <a:custGeom>
            <a:avLst/>
            <a:gdLst/>
            <a:ah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" name=""/>
          <p:cNvSpPr/>
          <p:nvPr/>
        </p:nvSpPr>
        <p:spPr>
          <a:xfrm>
            <a:off x="7333920" y="3342960"/>
            <a:ext cx="10080" cy="1400760"/>
          </a:xfrm>
          <a:custGeom>
            <a:avLst/>
            <a:gdLst/>
            <a:ahLst/>
            <a:rect l="0" t="0" r="r" b="b"/>
            <a:pathLst>
              <a:path w="28" h="3891">
                <a:moveTo>
                  <a:pt x="0" y="106"/>
                </a:moveTo>
                <a:lnTo>
                  <a:pt x="0" y="3891"/>
                </a:lnTo>
                <a:lnTo>
                  <a:pt x="28" y="3891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" name=""/>
          <p:cNvSpPr/>
          <p:nvPr/>
        </p:nvSpPr>
        <p:spPr>
          <a:xfrm>
            <a:off x="5114880" y="3342960"/>
            <a:ext cx="9720" cy="1400760"/>
          </a:xfrm>
          <a:custGeom>
            <a:avLst/>
            <a:gdLst/>
            <a:ahLst/>
            <a:rect l="0" t="0" r="r" b="b"/>
            <a:pathLst>
              <a:path w="27" h="3891">
                <a:moveTo>
                  <a:pt x="0" y="0"/>
                </a:moveTo>
                <a:lnTo>
                  <a:pt x="0" y="3891"/>
                </a:lnTo>
                <a:lnTo>
                  <a:pt x="27" y="3891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" name=""/>
          <p:cNvSpPr/>
          <p:nvPr/>
        </p:nvSpPr>
        <p:spPr>
          <a:xfrm>
            <a:off x="5229000" y="3495600"/>
            <a:ext cx="457560" cy="219240"/>
          </a:xfrm>
          <a:custGeom>
            <a:avLst/>
            <a:gdLst/>
            <a:ahLst/>
            <a:rect l="0" t="0" r="r" b="b"/>
            <a:pathLst>
              <a:path w="1271" h="609">
                <a:moveTo>
                  <a:pt x="0" y="304"/>
                </a:move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6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3" y="118"/>
                  <a:pt x="76" y="103"/>
                  <a:pt x="90" y="89"/>
                </a:cubicBezTo>
                <a:cubicBezTo>
                  <a:pt x="104" y="75"/>
                  <a:pt x="120" y="62"/>
                  <a:pt x="136" y="51"/>
                </a:cubicBezTo>
                <a:cubicBezTo>
                  <a:pt x="153" y="40"/>
                  <a:pt x="170" y="31"/>
                  <a:pt x="189" y="23"/>
                </a:cubicBezTo>
                <a:cubicBezTo>
                  <a:pt x="207" y="15"/>
                  <a:pt x="226" y="9"/>
                  <a:pt x="246" y="6"/>
                </a:cubicBezTo>
                <a:cubicBezTo>
                  <a:pt x="266" y="2"/>
                  <a:pt x="285" y="0"/>
                  <a:pt x="305" y="0"/>
                </a:cubicBezTo>
                <a:lnTo>
                  <a:pt x="967" y="0"/>
                </a:lnTo>
                <a:cubicBezTo>
                  <a:pt x="987" y="0"/>
                  <a:pt x="1007" y="2"/>
                  <a:pt x="1026" y="6"/>
                </a:cubicBezTo>
                <a:cubicBezTo>
                  <a:pt x="1046" y="9"/>
                  <a:pt x="1065" y="15"/>
                  <a:pt x="1083" y="23"/>
                </a:cubicBezTo>
                <a:cubicBezTo>
                  <a:pt x="1102" y="31"/>
                  <a:pt x="1119" y="40"/>
                  <a:pt x="1136" y="51"/>
                </a:cubicBezTo>
                <a:cubicBezTo>
                  <a:pt x="1153" y="62"/>
                  <a:pt x="1168" y="75"/>
                  <a:pt x="1182" y="89"/>
                </a:cubicBezTo>
                <a:cubicBezTo>
                  <a:pt x="1196" y="103"/>
                  <a:pt x="1209" y="118"/>
                  <a:pt x="1220" y="135"/>
                </a:cubicBezTo>
                <a:cubicBezTo>
                  <a:pt x="1231" y="152"/>
                  <a:pt x="1240" y="169"/>
                  <a:pt x="1248" y="188"/>
                </a:cubicBezTo>
                <a:cubicBezTo>
                  <a:pt x="1256" y="206"/>
                  <a:pt x="1261" y="225"/>
                  <a:pt x="1265" y="245"/>
                </a:cubicBezTo>
                <a:cubicBezTo>
                  <a:pt x="1269" y="264"/>
                  <a:pt x="1271" y="284"/>
                  <a:pt x="1271" y="304"/>
                </a:cubicBezTo>
                <a:cubicBezTo>
                  <a:pt x="1271" y="325"/>
                  <a:pt x="1269" y="345"/>
                  <a:pt x="1265" y="364"/>
                </a:cubicBezTo>
                <a:cubicBezTo>
                  <a:pt x="1261" y="384"/>
                  <a:pt x="1256" y="403"/>
                  <a:pt x="1248" y="421"/>
                </a:cubicBezTo>
                <a:cubicBezTo>
                  <a:pt x="1240" y="440"/>
                  <a:pt x="1231" y="457"/>
                  <a:pt x="1220" y="474"/>
                </a:cubicBezTo>
                <a:cubicBezTo>
                  <a:pt x="1209" y="491"/>
                  <a:pt x="1196" y="506"/>
                  <a:pt x="1182" y="520"/>
                </a:cubicBezTo>
                <a:cubicBezTo>
                  <a:pt x="1168" y="534"/>
                  <a:pt x="1153" y="547"/>
                  <a:pt x="1136" y="558"/>
                </a:cubicBezTo>
                <a:cubicBezTo>
                  <a:pt x="1119" y="569"/>
                  <a:pt x="1102" y="578"/>
                  <a:pt x="1083" y="586"/>
                </a:cubicBezTo>
                <a:cubicBezTo>
                  <a:pt x="1065" y="594"/>
                  <a:pt x="1046" y="600"/>
                  <a:pt x="1026" y="603"/>
                </a:cubicBezTo>
                <a:cubicBezTo>
                  <a:pt x="1007" y="607"/>
                  <a:pt x="987" y="609"/>
                  <a:pt x="967" y="609"/>
                </a:cubicBezTo>
                <a:lnTo>
                  <a:pt x="305" y="609"/>
                </a:lnTo>
                <a:cubicBezTo>
                  <a:pt x="285" y="609"/>
                  <a:pt x="266" y="607"/>
                  <a:pt x="246" y="603"/>
                </a:cubicBezTo>
                <a:cubicBezTo>
                  <a:pt x="226" y="600"/>
                  <a:pt x="207" y="594"/>
                  <a:pt x="189" y="586"/>
                </a:cubicBezTo>
                <a:cubicBezTo>
                  <a:pt x="170" y="578"/>
                  <a:pt x="153" y="569"/>
                  <a:pt x="136" y="558"/>
                </a:cubicBezTo>
                <a:cubicBezTo>
                  <a:pt x="120" y="547"/>
                  <a:pt x="104" y="534"/>
                  <a:pt x="90" y="520"/>
                </a:cubicBezTo>
                <a:cubicBezTo>
                  <a:pt x="76" y="506"/>
                  <a:pt x="63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6" y="403"/>
                  <a:pt x="10" y="384"/>
                  <a:pt x="6" y="364"/>
                </a:cubicBezTo>
                <a:cubicBezTo>
                  <a:pt x="2" y="345"/>
                  <a:pt x="0" y="325"/>
                  <a:pt x="0" y="304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2900520" y="4490280"/>
            <a:ext cx="8467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het verwacht?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332680" y="3546360"/>
            <a:ext cx="2811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Vind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" name=""/>
          <p:cNvSpPr/>
          <p:nvPr/>
        </p:nvSpPr>
        <p:spPr>
          <a:xfrm>
            <a:off x="7691400" y="3481200"/>
            <a:ext cx="943200" cy="943200"/>
          </a:xfrm>
          <a:custGeom>
            <a:avLst/>
            <a:gdLst/>
            <a:ahLst/>
            <a:rect l="0" t="0" r="r" b="b"/>
            <a:pathLst>
              <a:path w="2620" h="2620">
                <a:moveTo>
                  <a:pt x="0" y="2475"/>
                </a:moveTo>
                <a:lnTo>
                  <a:pt x="0" y="146"/>
                </a:lnTo>
                <a:cubicBezTo>
                  <a:pt x="0" y="136"/>
                  <a:pt x="1" y="127"/>
                  <a:pt x="2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5" y="49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89" y="11"/>
                </a:cubicBezTo>
                <a:cubicBezTo>
                  <a:pt x="98" y="7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2474" y="0"/>
                </a:lnTo>
                <a:cubicBezTo>
                  <a:pt x="2484" y="0"/>
                  <a:pt x="2493" y="1"/>
                  <a:pt x="2503" y="3"/>
                </a:cubicBezTo>
                <a:cubicBezTo>
                  <a:pt x="2512" y="5"/>
                  <a:pt x="2521" y="7"/>
                  <a:pt x="2530" y="11"/>
                </a:cubicBezTo>
                <a:cubicBezTo>
                  <a:pt x="2539" y="15"/>
                  <a:pt x="2547" y="19"/>
                  <a:pt x="2555" y="25"/>
                </a:cubicBezTo>
                <a:cubicBezTo>
                  <a:pt x="2563" y="30"/>
                  <a:pt x="2571" y="36"/>
                  <a:pt x="2577" y="43"/>
                </a:cubicBezTo>
                <a:cubicBezTo>
                  <a:pt x="2584" y="49"/>
                  <a:pt x="2590" y="57"/>
                  <a:pt x="2595" y="65"/>
                </a:cubicBezTo>
                <a:cubicBezTo>
                  <a:pt x="2601" y="73"/>
                  <a:pt x="2605" y="81"/>
                  <a:pt x="2609" y="90"/>
                </a:cubicBezTo>
                <a:cubicBezTo>
                  <a:pt x="2613" y="99"/>
                  <a:pt x="2615" y="108"/>
                  <a:pt x="2617" y="117"/>
                </a:cubicBezTo>
                <a:cubicBezTo>
                  <a:pt x="2619" y="127"/>
                  <a:pt x="2620" y="136"/>
                  <a:pt x="2620" y="146"/>
                </a:cubicBezTo>
                <a:lnTo>
                  <a:pt x="2620" y="2475"/>
                </a:lnTo>
                <a:cubicBezTo>
                  <a:pt x="2620" y="2484"/>
                  <a:pt x="2619" y="2494"/>
                  <a:pt x="2617" y="2503"/>
                </a:cubicBezTo>
                <a:cubicBezTo>
                  <a:pt x="2615" y="2513"/>
                  <a:pt x="2613" y="2522"/>
                  <a:pt x="2609" y="2531"/>
                </a:cubicBezTo>
                <a:cubicBezTo>
                  <a:pt x="2605" y="2539"/>
                  <a:pt x="2601" y="2548"/>
                  <a:pt x="2595" y="2556"/>
                </a:cubicBezTo>
                <a:cubicBezTo>
                  <a:pt x="2590" y="2564"/>
                  <a:pt x="2584" y="2571"/>
                  <a:pt x="2577" y="2578"/>
                </a:cubicBezTo>
                <a:cubicBezTo>
                  <a:pt x="2571" y="2585"/>
                  <a:pt x="2563" y="2591"/>
                  <a:pt x="2555" y="2596"/>
                </a:cubicBezTo>
                <a:cubicBezTo>
                  <a:pt x="2547" y="2601"/>
                  <a:pt x="2539" y="2606"/>
                  <a:pt x="2530" y="2609"/>
                </a:cubicBezTo>
                <a:cubicBezTo>
                  <a:pt x="2521" y="2613"/>
                  <a:pt x="2512" y="2616"/>
                  <a:pt x="2503" y="2618"/>
                </a:cubicBezTo>
                <a:cubicBezTo>
                  <a:pt x="2493" y="2619"/>
                  <a:pt x="2484" y="2620"/>
                  <a:pt x="2474" y="2620"/>
                </a:cubicBezTo>
                <a:lnTo>
                  <a:pt x="145" y="2620"/>
                </a:lnTo>
                <a:cubicBezTo>
                  <a:pt x="136" y="2620"/>
                  <a:pt x="126" y="2619"/>
                  <a:pt x="117" y="2618"/>
                </a:cubicBezTo>
                <a:cubicBezTo>
                  <a:pt x="107" y="2616"/>
                  <a:pt x="98" y="2613"/>
                  <a:pt x="89" y="2609"/>
                </a:cubicBezTo>
                <a:cubicBezTo>
                  <a:pt x="81" y="2606"/>
                  <a:pt x="72" y="2601"/>
                  <a:pt x="64" y="2596"/>
                </a:cubicBezTo>
                <a:cubicBezTo>
                  <a:pt x="56" y="2591"/>
                  <a:pt x="49" y="2585"/>
                  <a:pt x="42" y="2578"/>
                </a:cubicBezTo>
                <a:cubicBezTo>
                  <a:pt x="35" y="2571"/>
                  <a:pt x="29" y="2564"/>
                  <a:pt x="24" y="2556"/>
                </a:cubicBezTo>
                <a:cubicBezTo>
                  <a:pt x="19" y="2548"/>
                  <a:pt x="14" y="2539"/>
                  <a:pt x="11" y="2531"/>
                </a:cubicBezTo>
                <a:cubicBezTo>
                  <a:pt x="7" y="2522"/>
                  <a:pt x="4" y="2513"/>
                  <a:pt x="2" y="2503"/>
                </a:cubicBezTo>
                <a:cubicBezTo>
                  <a:pt x="1" y="2494"/>
                  <a:pt x="0" y="2484"/>
                  <a:pt x="0" y="2475"/>
                </a:cubicBezTo>
                <a:close/>
              </a:path>
            </a:pathLst>
          </a:custGeom>
          <a:noFill/>
          <a:ln w="9360">
            <a:solidFill>
              <a:srgbClr val="e2e8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46" name="" descr=""/>
          <p:cNvPicPr/>
          <p:nvPr/>
        </p:nvPicPr>
        <p:blipFill>
          <a:blip r:embed="rId2"/>
          <a:stretch/>
        </p:blipFill>
        <p:spPr>
          <a:xfrm>
            <a:off x="7696080" y="3486240"/>
            <a:ext cx="933120" cy="933120"/>
          </a:xfrm>
          <a:prstGeom prst="rect">
            <a:avLst/>
          </a:prstGeom>
          <a:ln w="0">
            <a:noFill/>
          </a:ln>
        </p:spPr>
      </p:pic>
      <p:sp>
        <p:nvSpPr>
          <p:cNvPr id="247" name=""/>
          <p:cNvSpPr txBox="1"/>
          <p:nvPr/>
        </p:nvSpPr>
        <p:spPr>
          <a:xfrm>
            <a:off x="5227920" y="3804480"/>
            <a:ext cx="20552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Wat zoek je en kun je niet vinden?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7439040" y="4473000"/>
            <a:ext cx="15382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github.com/Npuls-OKx/Public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5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5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57" name=""/>
          <p:cNvSpPr txBox="1"/>
          <p:nvPr/>
        </p:nvSpPr>
        <p:spPr>
          <a:xfrm>
            <a:off x="2790720" y="2155680"/>
            <a:ext cx="4200840" cy="3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400" spc="-1" strike="noStrike">
                <a:solidFill>
                  <a:srgbClr val="3d68ec"/>
                </a:solidFill>
                <a:latin typeface="Arial"/>
                <a:ea typeface="Arial"/>
              </a:rPr>
              <a:t>Kun je vinden wat je zoekt?</a:t>
            </a:r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2281320" y="2747160"/>
            <a:ext cx="545040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374151"/>
                </a:solidFill>
                <a:latin typeface="Arial"/>
                <a:ea typeface="Arial"/>
              </a:rPr>
              <a:t>Wat viel als eerste op? Wat herkende je? En wat kon je niet vinden?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6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66" name=""/>
          <p:cNvSpPr/>
          <p:nvPr/>
        </p:nvSpPr>
        <p:spPr>
          <a:xfrm>
            <a:off x="1316520" y="2717640"/>
            <a:ext cx="183960" cy="0"/>
          </a:xfrm>
          <a:custGeom>
            <a:avLst/>
            <a:gdLst/>
            <a:ahLst/>
            <a:rect l="0" t="0" r="r" b="b"/>
            <a:pathLst>
              <a:path fill="none" w="511" h="0">
                <a:moveTo>
                  <a:pt x="0" y="0"/>
                </a:moveTo>
                <a:lnTo>
                  <a:pt x="46" y="0"/>
                </a:lnTo>
                <a:cubicBezTo>
                  <a:pt x="92" y="0"/>
                  <a:pt x="185" y="0"/>
                  <a:pt x="270" y="0"/>
                </a:cubicBezTo>
                <a:cubicBezTo>
                  <a:pt x="355" y="0"/>
                  <a:pt x="433" y="0"/>
                  <a:pt x="472" y="0"/>
                </a:cubicBezTo>
                <a:lnTo>
                  <a:pt x="511" y="0"/>
                </a:lnTo>
              </a:path>
            </a:pathLst>
          </a:custGeom>
          <a:ln w="3960">
            <a:solidFill>
              <a:srgbClr val="333333"/>
            </a:solidFill>
            <a:miter/>
          </a:ln>
        </p:spPr>
        <p:txBody>
          <a:bodyPr lIns="1800" rIns="1800" tIns="-1800" bIns="-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" name=""/>
          <p:cNvSpPr/>
          <p:nvPr/>
        </p:nvSpPr>
        <p:spPr>
          <a:xfrm>
            <a:off x="1484280" y="2701800"/>
            <a:ext cx="32400" cy="32400"/>
          </a:xfrm>
          <a:custGeom>
            <a:avLst/>
            <a:gdLst/>
            <a:ahLst/>
            <a:rect l="0" t="0" r="r" b="b"/>
            <a:pathLst>
              <a:path w="90" h="90">
                <a:moveTo>
                  <a:pt x="0" y="0"/>
                </a:moveTo>
                <a:lnTo>
                  <a:pt x="90" y="45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8" name=""/>
          <p:cNvSpPr/>
          <p:nvPr/>
        </p:nvSpPr>
        <p:spPr>
          <a:xfrm>
            <a:off x="1482840" y="2699280"/>
            <a:ext cx="37440" cy="37440"/>
          </a:xfrm>
          <a:custGeom>
            <a:avLst/>
            <a:gdLst/>
            <a:ahLst/>
            <a:rect l="0" t="0" r="r" b="b"/>
            <a:pathLst>
              <a:path w="104" h="104">
                <a:moveTo>
                  <a:pt x="14" y="7"/>
                </a:moveTo>
                <a:lnTo>
                  <a:pt x="22" y="11"/>
                </a:lnTo>
                <a:lnTo>
                  <a:pt x="18" y="19"/>
                </a:lnTo>
                <a:lnTo>
                  <a:pt x="10" y="15"/>
                </a:lnTo>
                <a:lnTo>
                  <a:pt x="14" y="7"/>
                </a:lnTo>
                <a:moveTo>
                  <a:pt x="22" y="11"/>
                </a:moveTo>
                <a:lnTo>
                  <a:pt x="30" y="15"/>
                </a:lnTo>
                <a:lnTo>
                  <a:pt x="26" y="23"/>
                </a:lnTo>
                <a:lnTo>
                  <a:pt x="18" y="19"/>
                </a:lnTo>
                <a:lnTo>
                  <a:pt x="22" y="11"/>
                </a:lnTo>
                <a:moveTo>
                  <a:pt x="30" y="15"/>
                </a:moveTo>
                <a:lnTo>
                  <a:pt x="38" y="19"/>
                </a:lnTo>
                <a:lnTo>
                  <a:pt x="34" y="27"/>
                </a:lnTo>
                <a:lnTo>
                  <a:pt x="26" y="23"/>
                </a:lnTo>
                <a:lnTo>
                  <a:pt x="30" y="15"/>
                </a:lnTo>
                <a:moveTo>
                  <a:pt x="38" y="19"/>
                </a:moveTo>
                <a:lnTo>
                  <a:pt x="46" y="23"/>
                </a:lnTo>
                <a:lnTo>
                  <a:pt x="42" y="31"/>
                </a:lnTo>
                <a:lnTo>
                  <a:pt x="34" y="27"/>
                </a:lnTo>
                <a:lnTo>
                  <a:pt x="38" y="19"/>
                </a:lnTo>
                <a:moveTo>
                  <a:pt x="46" y="23"/>
                </a:moveTo>
                <a:lnTo>
                  <a:pt x="55" y="27"/>
                </a:lnTo>
                <a:lnTo>
                  <a:pt x="50" y="35"/>
                </a:lnTo>
                <a:lnTo>
                  <a:pt x="42" y="31"/>
                </a:lnTo>
                <a:lnTo>
                  <a:pt x="46" y="23"/>
                </a:lnTo>
                <a:moveTo>
                  <a:pt x="55" y="27"/>
                </a:moveTo>
                <a:lnTo>
                  <a:pt x="63" y="31"/>
                </a:lnTo>
                <a:lnTo>
                  <a:pt x="59" y="39"/>
                </a:lnTo>
                <a:lnTo>
                  <a:pt x="50" y="35"/>
                </a:lnTo>
                <a:lnTo>
                  <a:pt x="55" y="27"/>
                </a:lnTo>
                <a:moveTo>
                  <a:pt x="63" y="31"/>
                </a:moveTo>
                <a:lnTo>
                  <a:pt x="71" y="35"/>
                </a:lnTo>
                <a:lnTo>
                  <a:pt x="67" y="43"/>
                </a:lnTo>
                <a:lnTo>
                  <a:pt x="59" y="39"/>
                </a:lnTo>
                <a:lnTo>
                  <a:pt x="63" y="31"/>
                </a:lnTo>
                <a:moveTo>
                  <a:pt x="71" y="35"/>
                </a:moveTo>
                <a:lnTo>
                  <a:pt x="79" y="39"/>
                </a:lnTo>
                <a:lnTo>
                  <a:pt x="75" y="47"/>
                </a:lnTo>
                <a:lnTo>
                  <a:pt x="67" y="43"/>
                </a:lnTo>
                <a:lnTo>
                  <a:pt x="71" y="35"/>
                </a:lnTo>
                <a:moveTo>
                  <a:pt x="79" y="39"/>
                </a:moveTo>
                <a:lnTo>
                  <a:pt x="87" y="43"/>
                </a:lnTo>
                <a:lnTo>
                  <a:pt x="83" y="51"/>
                </a:lnTo>
                <a:lnTo>
                  <a:pt x="75" y="47"/>
                </a:lnTo>
                <a:lnTo>
                  <a:pt x="79" y="39"/>
                </a:lnTo>
                <a:moveTo>
                  <a:pt x="87" y="43"/>
                </a:moveTo>
                <a:lnTo>
                  <a:pt x="95" y="47"/>
                </a:lnTo>
                <a:lnTo>
                  <a:pt x="91" y="55"/>
                </a:lnTo>
                <a:lnTo>
                  <a:pt x="83" y="51"/>
                </a:lnTo>
                <a:lnTo>
                  <a:pt x="87" y="43"/>
                </a:lnTo>
                <a:moveTo>
                  <a:pt x="95" y="47"/>
                </a:moveTo>
                <a:lnTo>
                  <a:pt x="104" y="51"/>
                </a:lnTo>
                <a:lnTo>
                  <a:pt x="90" y="59"/>
                </a:lnTo>
                <a:lnTo>
                  <a:pt x="86" y="51"/>
                </a:lnTo>
                <a:lnTo>
                  <a:pt x="92" y="47"/>
                </a:lnTo>
                <a:lnTo>
                  <a:pt x="94" y="51"/>
                </a:lnTo>
                <a:lnTo>
                  <a:pt x="92" y="55"/>
                </a:lnTo>
                <a:lnTo>
                  <a:pt x="91" y="55"/>
                </a:lnTo>
                <a:lnTo>
                  <a:pt x="95" y="47"/>
                </a:lnTo>
                <a:moveTo>
                  <a:pt x="90" y="59"/>
                </a:moveTo>
                <a:lnTo>
                  <a:pt x="82" y="63"/>
                </a:lnTo>
                <a:lnTo>
                  <a:pt x="78" y="55"/>
                </a:lnTo>
                <a:lnTo>
                  <a:pt x="86" y="51"/>
                </a:lnTo>
                <a:lnTo>
                  <a:pt x="90" y="59"/>
                </a:lnTo>
                <a:moveTo>
                  <a:pt x="82" y="63"/>
                </a:moveTo>
                <a:lnTo>
                  <a:pt x="74" y="67"/>
                </a:lnTo>
                <a:lnTo>
                  <a:pt x="70" y="59"/>
                </a:lnTo>
                <a:lnTo>
                  <a:pt x="78" y="55"/>
                </a:lnTo>
                <a:lnTo>
                  <a:pt x="82" y="63"/>
                </a:lnTo>
                <a:moveTo>
                  <a:pt x="74" y="67"/>
                </a:moveTo>
                <a:lnTo>
                  <a:pt x="66" y="71"/>
                </a:lnTo>
                <a:lnTo>
                  <a:pt x="62" y="63"/>
                </a:lnTo>
                <a:lnTo>
                  <a:pt x="70" y="59"/>
                </a:lnTo>
                <a:lnTo>
                  <a:pt x="74" y="67"/>
                </a:lnTo>
                <a:moveTo>
                  <a:pt x="66" y="71"/>
                </a:moveTo>
                <a:lnTo>
                  <a:pt x="58" y="76"/>
                </a:lnTo>
                <a:lnTo>
                  <a:pt x="54" y="67"/>
                </a:lnTo>
                <a:lnTo>
                  <a:pt x="62" y="63"/>
                </a:lnTo>
                <a:lnTo>
                  <a:pt x="66" y="71"/>
                </a:lnTo>
                <a:moveTo>
                  <a:pt x="58" y="76"/>
                </a:moveTo>
                <a:lnTo>
                  <a:pt x="49" y="80"/>
                </a:lnTo>
                <a:lnTo>
                  <a:pt x="45" y="71"/>
                </a:lnTo>
                <a:lnTo>
                  <a:pt x="54" y="67"/>
                </a:lnTo>
                <a:lnTo>
                  <a:pt x="58" y="76"/>
                </a:lnTo>
                <a:moveTo>
                  <a:pt x="49" y="80"/>
                </a:moveTo>
                <a:lnTo>
                  <a:pt x="41" y="83"/>
                </a:lnTo>
                <a:lnTo>
                  <a:pt x="37" y="76"/>
                </a:lnTo>
                <a:lnTo>
                  <a:pt x="45" y="71"/>
                </a:lnTo>
                <a:lnTo>
                  <a:pt x="49" y="80"/>
                </a:lnTo>
                <a:moveTo>
                  <a:pt x="41" y="83"/>
                </a:moveTo>
                <a:lnTo>
                  <a:pt x="33" y="87"/>
                </a:lnTo>
                <a:lnTo>
                  <a:pt x="29" y="80"/>
                </a:lnTo>
                <a:lnTo>
                  <a:pt x="37" y="76"/>
                </a:lnTo>
                <a:lnTo>
                  <a:pt x="41" y="83"/>
                </a:lnTo>
                <a:moveTo>
                  <a:pt x="33" y="87"/>
                </a:moveTo>
                <a:lnTo>
                  <a:pt x="25" y="91"/>
                </a:lnTo>
                <a:lnTo>
                  <a:pt x="21" y="83"/>
                </a:lnTo>
                <a:lnTo>
                  <a:pt x="29" y="80"/>
                </a:lnTo>
                <a:lnTo>
                  <a:pt x="33" y="87"/>
                </a:lnTo>
                <a:moveTo>
                  <a:pt x="25" y="91"/>
                </a:moveTo>
                <a:lnTo>
                  <a:pt x="17" y="95"/>
                </a:lnTo>
                <a:lnTo>
                  <a:pt x="13" y="87"/>
                </a:lnTo>
                <a:lnTo>
                  <a:pt x="21" y="83"/>
                </a:lnTo>
                <a:lnTo>
                  <a:pt x="25" y="91"/>
                </a:lnTo>
                <a:moveTo>
                  <a:pt x="17" y="95"/>
                </a:moveTo>
                <a:lnTo>
                  <a:pt x="9" y="99"/>
                </a:lnTo>
                <a:lnTo>
                  <a:pt x="5" y="91"/>
                </a:lnTo>
                <a:lnTo>
                  <a:pt x="13" y="87"/>
                </a:lnTo>
                <a:lnTo>
                  <a:pt x="17" y="95"/>
                </a:lnTo>
                <a:moveTo>
                  <a:pt x="9" y="99"/>
                </a:moveTo>
                <a:lnTo>
                  <a:pt x="0" y="104"/>
                </a:lnTo>
                <a:lnTo>
                  <a:pt x="0" y="91"/>
                </a:lnTo>
                <a:lnTo>
                  <a:pt x="9" y="91"/>
                </a:lnTo>
                <a:lnTo>
                  <a:pt x="9" y="97"/>
                </a:lnTo>
                <a:lnTo>
                  <a:pt x="4" y="97"/>
                </a:lnTo>
                <a:lnTo>
                  <a:pt x="2" y="93"/>
                </a:lnTo>
                <a:lnTo>
                  <a:pt x="5" y="91"/>
                </a:lnTo>
                <a:lnTo>
                  <a:pt x="9" y="99"/>
                </a:lnTo>
                <a:moveTo>
                  <a:pt x="0" y="91"/>
                </a:moveTo>
                <a:lnTo>
                  <a:pt x="0" y="82"/>
                </a:lnTo>
                <a:lnTo>
                  <a:pt x="9" y="82"/>
                </a:lnTo>
                <a:lnTo>
                  <a:pt x="9" y="91"/>
                </a:lnTo>
                <a:lnTo>
                  <a:pt x="0" y="91"/>
                </a:lnTo>
                <a:moveTo>
                  <a:pt x="0" y="82"/>
                </a:moveTo>
                <a:lnTo>
                  <a:pt x="0" y="72"/>
                </a:lnTo>
                <a:lnTo>
                  <a:pt x="9" y="72"/>
                </a:lnTo>
                <a:lnTo>
                  <a:pt x="9" y="82"/>
                </a:lnTo>
                <a:lnTo>
                  <a:pt x="0" y="82"/>
                </a:lnTo>
                <a:moveTo>
                  <a:pt x="0" y="72"/>
                </a:moveTo>
                <a:lnTo>
                  <a:pt x="0" y="64"/>
                </a:lnTo>
                <a:lnTo>
                  <a:pt x="9" y="64"/>
                </a:lnTo>
                <a:lnTo>
                  <a:pt x="9" y="72"/>
                </a:lnTo>
                <a:lnTo>
                  <a:pt x="0" y="72"/>
                </a:lnTo>
                <a:moveTo>
                  <a:pt x="0" y="64"/>
                </a:moveTo>
                <a:lnTo>
                  <a:pt x="0" y="55"/>
                </a:lnTo>
                <a:lnTo>
                  <a:pt x="9" y="55"/>
                </a:lnTo>
                <a:lnTo>
                  <a:pt x="9" y="64"/>
                </a:lnTo>
                <a:lnTo>
                  <a:pt x="0" y="64"/>
                </a:lnTo>
                <a:moveTo>
                  <a:pt x="0" y="55"/>
                </a:moveTo>
                <a:lnTo>
                  <a:pt x="0" y="46"/>
                </a:lnTo>
                <a:lnTo>
                  <a:pt x="9" y="46"/>
                </a:lnTo>
                <a:lnTo>
                  <a:pt x="9" y="55"/>
                </a:lnTo>
                <a:lnTo>
                  <a:pt x="0" y="55"/>
                </a:lnTo>
                <a:moveTo>
                  <a:pt x="0" y="46"/>
                </a:moveTo>
                <a:lnTo>
                  <a:pt x="0" y="37"/>
                </a:lnTo>
                <a:lnTo>
                  <a:pt x="9" y="37"/>
                </a:lnTo>
                <a:lnTo>
                  <a:pt x="9" y="46"/>
                </a:lnTo>
                <a:lnTo>
                  <a:pt x="0" y="46"/>
                </a:lnTo>
                <a:moveTo>
                  <a:pt x="0" y="37"/>
                </a:moveTo>
                <a:lnTo>
                  <a:pt x="0" y="28"/>
                </a:lnTo>
                <a:lnTo>
                  <a:pt x="9" y="28"/>
                </a:lnTo>
                <a:lnTo>
                  <a:pt x="9" y="37"/>
                </a:lnTo>
                <a:lnTo>
                  <a:pt x="0" y="37"/>
                </a:lnTo>
                <a:moveTo>
                  <a:pt x="0" y="28"/>
                </a:moveTo>
                <a:lnTo>
                  <a:pt x="0" y="19"/>
                </a:lnTo>
                <a:lnTo>
                  <a:pt x="9" y="19"/>
                </a:lnTo>
                <a:lnTo>
                  <a:pt x="9" y="28"/>
                </a:lnTo>
                <a:lnTo>
                  <a:pt x="0" y="28"/>
                </a:lnTo>
                <a:moveTo>
                  <a:pt x="0" y="19"/>
                </a:moveTo>
                <a:lnTo>
                  <a:pt x="0" y="10"/>
                </a:lnTo>
                <a:lnTo>
                  <a:pt x="9" y="10"/>
                </a:lnTo>
                <a:lnTo>
                  <a:pt x="9" y="19"/>
                </a:lnTo>
                <a:lnTo>
                  <a:pt x="0" y="19"/>
                </a:lnTo>
                <a:moveTo>
                  <a:pt x="0" y="10"/>
                </a:moveTo>
                <a:lnTo>
                  <a:pt x="0" y="0"/>
                </a:lnTo>
                <a:lnTo>
                  <a:pt x="14" y="7"/>
                </a:lnTo>
                <a:lnTo>
                  <a:pt x="10" y="15"/>
                </a:lnTo>
                <a:lnTo>
                  <a:pt x="2" y="11"/>
                </a:lnTo>
                <a:lnTo>
                  <a:pt x="4" y="7"/>
                </a:lnTo>
                <a:lnTo>
                  <a:pt x="9" y="7"/>
                </a:lnTo>
                <a:lnTo>
                  <a:pt x="9" y="10"/>
                </a:lnTo>
                <a:lnTo>
                  <a:pt x="0" y="1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69" name=""/>
          <p:cNvSpPr/>
          <p:nvPr/>
        </p:nvSpPr>
        <p:spPr>
          <a:xfrm>
            <a:off x="2556000" y="2717640"/>
            <a:ext cx="183960" cy="0"/>
          </a:xfrm>
          <a:custGeom>
            <a:avLst/>
            <a:gdLst/>
            <a:ahLst/>
            <a:rect l="0" t="0" r="r" b="b"/>
            <a:pathLst>
              <a:path fill="none" w="511" h="0">
                <a:moveTo>
                  <a:pt x="0" y="0"/>
                </a:moveTo>
                <a:lnTo>
                  <a:pt x="46" y="0"/>
                </a:lnTo>
                <a:cubicBezTo>
                  <a:pt x="92" y="0"/>
                  <a:pt x="185" y="0"/>
                  <a:pt x="270" y="0"/>
                </a:cubicBezTo>
                <a:cubicBezTo>
                  <a:pt x="355" y="0"/>
                  <a:pt x="433" y="0"/>
                  <a:pt x="472" y="0"/>
                </a:cubicBezTo>
                <a:lnTo>
                  <a:pt x="511" y="0"/>
                </a:lnTo>
              </a:path>
            </a:pathLst>
          </a:custGeom>
          <a:ln w="3960">
            <a:solidFill>
              <a:srgbClr val="333333"/>
            </a:solidFill>
            <a:miter/>
          </a:ln>
        </p:spPr>
        <p:txBody>
          <a:bodyPr lIns="1800" rIns="1800" tIns="-1800" bIns="-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" name=""/>
          <p:cNvSpPr/>
          <p:nvPr/>
        </p:nvSpPr>
        <p:spPr>
          <a:xfrm>
            <a:off x="2723760" y="2701800"/>
            <a:ext cx="32400" cy="32400"/>
          </a:xfrm>
          <a:custGeom>
            <a:avLst/>
            <a:gdLst/>
            <a:ahLst/>
            <a:rect l="0" t="0" r="r" b="b"/>
            <a:pathLst>
              <a:path w="90" h="90">
                <a:moveTo>
                  <a:pt x="0" y="0"/>
                </a:moveTo>
                <a:lnTo>
                  <a:pt x="90" y="45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1" name=""/>
          <p:cNvSpPr/>
          <p:nvPr/>
        </p:nvSpPr>
        <p:spPr>
          <a:xfrm>
            <a:off x="2722320" y="2699280"/>
            <a:ext cx="37440" cy="37440"/>
          </a:xfrm>
          <a:custGeom>
            <a:avLst/>
            <a:gdLst/>
            <a:ahLst/>
            <a:rect l="0" t="0" r="r" b="b"/>
            <a:pathLst>
              <a:path w="104" h="104">
                <a:moveTo>
                  <a:pt x="15" y="7"/>
                </a:moveTo>
                <a:lnTo>
                  <a:pt x="23" y="11"/>
                </a:lnTo>
                <a:lnTo>
                  <a:pt x="19" y="19"/>
                </a:lnTo>
                <a:lnTo>
                  <a:pt x="11" y="15"/>
                </a:lnTo>
                <a:lnTo>
                  <a:pt x="15" y="7"/>
                </a:lnTo>
                <a:moveTo>
                  <a:pt x="23" y="11"/>
                </a:moveTo>
                <a:lnTo>
                  <a:pt x="31" y="15"/>
                </a:lnTo>
                <a:lnTo>
                  <a:pt x="27" y="23"/>
                </a:lnTo>
                <a:lnTo>
                  <a:pt x="19" y="19"/>
                </a:lnTo>
                <a:lnTo>
                  <a:pt x="23" y="11"/>
                </a:lnTo>
                <a:moveTo>
                  <a:pt x="31" y="15"/>
                </a:moveTo>
                <a:lnTo>
                  <a:pt x="39" y="19"/>
                </a:lnTo>
                <a:lnTo>
                  <a:pt x="35" y="27"/>
                </a:lnTo>
                <a:lnTo>
                  <a:pt x="27" y="23"/>
                </a:lnTo>
                <a:lnTo>
                  <a:pt x="31" y="15"/>
                </a:lnTo>
                <a:moveTo>
                  <a:pt x="39" y="19"/>
                </a:moveTo>
                <a:lnTo>
                  <a:pt x="47" y="23"/>
                </a:lnTo>
                <a:lnTo>
                  <a:pt x="43" y="31"/>
                </a:lnTo>
                <a:lnTo>
                  <a:pt x="35" y="27"/>
                </a:lnTo>
                <a:lnTo>
                  <a:pt x="39" y="19"/>
                </a:lnTo>
                <a:moveTo>
                  <a:pt x="47" y="23"/>
                </a:moveTo>
                <a:lnTo>
                  <a:pt x="55" y="27"/>
                </a:lnTo>
                <a:lnTo>
                  <a:pt x="51" y="35"/>
                </a:lnTo>
                <a:lnTo>
                  <a:pt x="43" y="31"/>
                </a:lnTo>
                <a:lnTo>
                  <a:pt x="47" y="23"/>
                </a:lnTo>
                <a:moveTo>
                  <a:pt x="55" y="27"/>
                </a:moveTo>
                <a:lnTo>
                  <a:pt x="63" y="31"/>
                </a:lnTo>
                <a:lnTo>
                  <a:pt x="59" y="39"/>
                </a:lnTo>
                <a:lnTo>
                  <a:pt x="51" y="35"/>
                </a:lnTo>
                <a:lnTo>
                  <a:pt x="55" y="27"/>
                </a:lnTo>
                <a:moveTo>
                  <a:pt x="63" y="31"/>
                </a:moveTo>
                <a:lnTo>
                  <a:pt x="71" y="35"/>
                </a:lnTo>
                <a:lnTo>
                  <a:pt x="67" y="43"/>
                </a:lnTo>
                <a:lnTo>
                  <a:pt x="59" y="39"/>
                </a:lnTo>
                <a:lnTo>
                  <a:pt x="63" y="31"/>
                </a:lnTo>
                <a:moveTo>
                  <a:pt x="71" y="35"/>
                </a:moveTo>
                <a:lnTo>
                  <a:pt x="79" y="39"/>
                </a:lnTo>
                <a:lnTo>
                  <a:pt x="75" y="47"/>
                </a:lnTo>
                <a:lnTo>
                  <a:pt x="67" y="43"/>
                </a:lnTo>
                <a:lnTo>
                  <a:pt x="71" y="35"/>
                </a:lnTo>
                <a:moveTo>
                  <a:pt x="79" y="39"/>
                </a:moveTo>
                <a:lnTo>
                  <a:pt x="87" y="43"/>
                </a:lnTo>
                <a:lnTo>
                  <a:pt x="83" y="51"/>
                </a:lnTo>
                <a:lnTo>
                  <a:pt x="75" y="47"/>
                </a:lnTo>
                <a:lnTo>
                  <a:pt x="79" y="39"/>
                </a:lnTo>
                <a:moveTo>
                  <a:pt x="87" y="43"/>
                </a:moveTo>
                <a:lnTo>
                  <a:pt x="95" y="47"/>
                </a:lnTo>
                <a:lnTo>
                  <a:pt x="91" y="55"/>
                </a:lnTo>
                <a:lnTo>
                  <a:pt x="83" y="51"/>
                </a:lnTo>
                <a:lnTo>
                  <a:pt x="87" y="43"/>
                </a:lnTo>
                <a:moveTo>
                  <a:pt x="95" y="47"/>
                </a:moveTo>
                <a:lnTo>
                  <a:pt x="104" y="51"/>
                </a:lnTo>
                <a:lnTo>
                  <a:pt x="90" y="59"/>
                </a:lnTo>
                <a:lnTo>
                  <a:pt x="86" y="51"/>
                </a:lnTo>
                <a:lnTo>
                  <a:pt x="92" y="47"/>
                </a:lnTo>
                <a:lnTo>
                  <a:pt x="94" y="51"/>
                </a:lnTo>
                <a:lnTo>
                  <a:pt x="92" y="55"/>
                </a:lnTo>
                <a:lnTo>
                  <a:pt x="91" y="55"/>
                </a:lnTo>
                <a:lnTo>
                  <a:pt x="95" y="47"/>
                </a:lnTo>
                <a:moveTo>
                  <a:pt x="90" y="59"/>
                </a:moveTo>
                <a:lnTo>
                  <a:pt x="82" y="63"/>
                </a:lnTo>
                <a:lnTo>
                  <a:pt x="78" y="55"/>
                </a:lnTo>
                <a:lnTo>
                  <a:pt x="86" y="51"/>
                </a:lnTo>
                <a:lnTo>
                  <a:pt x="90" y="59"/>
                </a:lnTo>
                <a:moveTo>
                  <a:pt x="82" y="63"/>
                </a:moveTo>
                <a:lnTo>
                  <a:pt x="74" y="67"/>
                </a:lnTo>
                <a:lnTo>
                  <a:pt x="70" y="59"/>
                </a:lnTo>
                <a:lnTo>
                  <a:pt x="78" y="55"/>
                </a:lnTo>
                <a:lnTo>
                  <a:pt x="82" y="63"/>
                </a:lnTo>
                <a:moveTo>
                  <a:pt x="74" y="67"/>
                </a:moveTo>
                <a:lnTo>
                  <a:pt x="66" y="71"/>
                </a:lnTo>
                <a:lnTo>
                  <a:pt x="62" y="63"/>
                </a:lnTo>
                <a:lnTo>
                  <a:pt x="70" y="59"/>
                </a:lnTo>
                <a:lnTo>
                  <a:pt x="74" y="67"/>
                </a:lnTo>
                <a:moveTo>
                  <a:pt x="66" y="71"/>
                </a:moveTo>
                <a:lnTo>
                  <a:pt x="58" y="76"/>
                </a:lnTo>
                <a:lnTo>
                  <a:pt x="54" y="67"/>
                </a:lnTo>
                <a:lnTo>
                  <a:pt x="62" y="63"/>
                </a:lnTo>
                <a:lnTo>
                  <a:pt x="66" y="71"/>
                </a:lnTo>
                <a:moveTo>
                  <a:pt x="58" y="76"/>
                </a:moveTo>
                <a:lnTo>
                  <a:pt x="50" y="80"/>
                </a:lnTo>
                <a:lnTo>
                  <a:pt x="46" y="71"/>
                </a:lnTo>
                <a:lnTo>
                  <a:pt x="54" y="67"/>
                </a:lnTo>
                <a:lnTo>
                  <a:pt x="58" y="76"/>
                </a:lnTo>
                <a:moveTo>
                  <a:pt x="50" y="80"/>
                </a:moveTo>
                <a:lnTo>
                  <a:pt x="42" y="83"/>
                </a:lnTo>
                <a:lnTo>
                  <a:pt x="38" y="76"/>
                </a:lnTo>
                <a:lnTo>
                  <a:pt x="46" y="71"/>
                </a:lnTo>
                <a:lnTo>
                  <a:pt x="50" y="80"/>
                </a:lnTo>
                <a:moveTo>
                  <a:pt x="42" y="83"/>
                </a:moveTo>
                <a:lnTo>
                  <a:pt x="34" y="87"/>
                </a:lnTo>
                <a:lnTo>
                  <a:pt x="30" y="80"/>
                </a:lnTo>
                <a:lnTo>
                  <a:pt x="38" y="76"/>
                </a:lnTo>
                <a:lnTo>
                  <a:pt x="42" y="83"/>
                </a:lnTo>
                <a:moveTo>
                  <a:pt x="34" y="87"/>
                </a:moveTo>
                <a:lnTo>
                  <a:pt x="26" y="91"/>
                </a:lnTo>
                <a:lnTo>
                  <a:pt x="22" y="83"/>
                </a:lnTo>
                <a:lnTo>
                  <a:pt x="30" y="80"/>
                </a:lnTo>
                <a:lnTo>
                  <a:pt x="34" y="87"/>
                </a:lnTo>
                <a:moveTo>
                  <a:pt x="26" y="91"/>
                </a:moveTo>
                <a:lnTo>
                  <a:pt x="18" y="95"/>
                </a:lnTo>
                <a:lnTo>
                  <a:pt x="14" y="87"/>
                </a:lnTo>
                <a:lnTo>
                  <a:pt x="22" y="83"/>
                </a:lnTo>
                <a:lnTo>
                  <a:pt x="26" y="91"/>
                </a:lnTo>
                <a:moveTo>
                  <a:pt x="18" y="95"/>
                </a:moveTo>
                <a:lnTo>
                  <a:pt x="10" y="99"/>
                </a:lnTo>
                <a:lnTo>
                  <a:pt x="5" y="91"/>
                </a:lnTo>
                <a:lnTo>
                  <a:pt x="14" y="87"/>
                </a:lnTo>
                <a:lnTo>
                  <a:pt x="18" y="95"/>
                </a:lnTo>
                <a:moveTo>
                  <a:pt x="10" y="99"/>
                </a:moveTo>
                <a:lnTo>
                  <a:pt x="0" y="104"/>
                </a:lnTo>
                <a:lnTo>
                  <a:pt x="0" y="91"/>
                </a:lnTo>
                <a:lnTo>
                  <a:pt x="10" y="91"/>
                </a:lnTo>
                <a:lnTo>
                  <a:pt x="10" y="97"/>
                </a:lnTo>
                <a:lnTo>
                  <a:pt x="4" y="97"/>
                </a:lnTo>
                <a:lnTo>
                  <a:pt x="2" y="93"/>
                </a:lnTo>
                <a:lnTo>
                  <a:pt x="5" y="91"/>
                </a:lnTo>
                <a:lnTo>
                  <a:pt x="10" y="99"/>
                </a:lnTo>
                <a:moveTo>
                  <a:pt x="0" y="91"/>
                </a:moveTo>
                <a:lnTo>
                  <a:pt x="0" y="82"/>
                </a:lnTo>
                <a:lnTo>
                  <a:pt x="10" y="82"/>
                </a:lnTo>
                <a:lnTo>
                  <a:pt x="10" y="91"/>
                </a:lnTo>
                <a:lnTo>
                  <a:pt x="0" y="91"/>
                </a:lnTo>
                <a:moveTo>
                  <a:pt x="0" y="82"/>
                </a:moveTo>
                <a:lnTo>
                  <a:pt x="0" y="72"/>
                </a:lnTo>
                <a:lnTo>
                  <a:pt x="10" y="72"/>
                </a:lnTo>
                <a:lnTo>
                  <a:pt x="10" y="82"/>
                </a:lnTo>
                <a:lnTo>
                  <a:pt x="0" y="82"/>
                </a:lnTo>
                <a:moveTo>
                  <a:pt x="0" y="72"/>
                </a:moveTo>
                <a:lnTo>
                  <a:pt x="0" y="64"/>
                </a:lnTo>
                <a:lnTo>
                  <a:pt x="10" y="64"/>
                </a:lnTo>
                <a:lnTo>
                  <a:pt x="10" y="72"/>
                </a:lnTo>
                <a:lnTo>
                  <a:pt x="0" y="72"/>
                </a:lnTo>
                <a:moveTo>
                  <a:pt x="0" y="64"/>
                </a:moveTo>
                <a:lnTo>
                  <a:pt x="0" y="55"/>
                </a:lnTo>
                <a:lnTo>
                  <a:pt x="10" y="55"/>
                </a:lnTo>
                <a:lnTo>
                  <a:pt x="10" y="64"/>
                </a:lnTo>
                <a:lnTo>
                  <a:pt x="0" y="64"/>
                </a:lnTo>
                <a:moveTo>
                  <a:pt x="0" y="55"/>
                </a:moveTo>
                <a:lnTo>
                  <a:pt x="0" y="46"/>
                </a:lnTo>
                <a:lnTo>
                  <a:pt x="10" y="46"/>
                </a:lnTo>
                <a:lnTo>
                  <a:pt x="10" y="55"/>
                </a:lnTo>
                <a:lnTo>
                  <a:pt x="0" y="55"/>
                </a:lnTo>
                <a:moveTo>
                  <a:pt x="0" y="46"/>
                </a:moveTo>
                <a:lnTo>
                  <a:pt x="0" y="37"/>
                </a:lnTo>
                <a:lnTo>
                  <a:pt x="10" y="37"/>
                </a:lnTo>
                <a:lnTo>
                  <a:pt x="10" y="46"/>
                </a:lnTo>
                <a:lnTo>
                  <a:pt x="0" y="46"/>
                </a:lnTo>
                <a:moveTo>
                  <a:pt x="0" y="37"/>
                </a:moveTo>
                <a:lnTo>
                  <a:pt x="0" y="28"/>
                </a:lnTo>
                <a:lnTo>
                  <a:pt x="10" y="28"/>
                </a:lnTo>
                <a:lnTo>
                  <a:pt x="10" y="37"/>
                </a:lnTo>
                <a:lnTo>
                  <a:pt x="0" y="37"/>
                </a:lnTo>
                <a:moveTo>
                  <a:pt x="0" y="28"/>
                </a:moveTo>
                <a:lnTo>
                  <a:pt x="0" y="19"/>
                </a:lnTo>
                <a:lnTo>
                  <a:pt x="10" y="19"/>
                </a:lnTo>
                <a:lnTo>
                  <a:pt x="10" y="28"/>
                </a:lnTo>
                <a:lnTo>
                  <a:pt x="0" y="28"/>
                </a:lnTo>
                <a:moveTo>
                  <a:pt x="0" y="19"/>
                </a:moveTo>
                <a:lnTo>
                  <a:pt x="0" y="10"/>
                </a:lnTo>
                <a:lnTo>
                  <a:pt x="10" y="10"/>
                </a:lnTo>
                <a:lnTo>
                  <a:pt x="10" y="19"/>
                </a:lnTo>
                <a:lnTo>
                  <a:pt x="0" y="19"/>
                </a:lnTo>
                <a:moveTo>
                  <a:pt x="0" y="10"/>
                </a:moveTo>
                <a:lnTo>
                  <a:pt x="0" y="0"/>
                </a:lnTo>
                <a:lnTo>
                  <a:pt x="15" y="7"/>
                </a:lnTo>
                <a:lnTo>
                  <a:pt x="11" y="15"/>
                </a:lnTo>
                <a:lnTo>
                  <a:pt x="2" y="11"/>
                </a:lnTo>
                <a:lnTo>
                  <a:pt x="4" y="7"/>
                </a:lnTo>
                <a:lnTo>
                  <a:pt x="10" y="7"/>
                </a:lnTo>
                <a:lnTo>
                  <a:pt x="10" y="10"/>
                </a:lnTo>
                <a:lnTo>
                  <a:pt x="0" y="1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2" name=""/>
          <p:cNvSpPr/>
          <p:nvPr/>
        </p:nvSpPr>
        <p:spPr>
          <a:xfrm>
            <a:off x="3352680" y="2717640"/>
            <a:ext cx="183960" cy="0"/>
          </a:xfrm>
          <a:custGeom>
            <a:avLst/>
            <a:gdLst/>
            <a:ahLst/>
            <a:rect l="0" t="0" r="r" b="b"/>
            <a:pathLst>
              <a:path fill="none" w="511" h="0">
                <a:moveTo>
                  <a:pt x="0" y="0"/>
                </a:moveTo>
                <a:lnTo>
                  <a:pt x="46" y="0"/>
                </a:lnTo>
                <a:cubicBezTo>
                  <a:pt x="93" y="0"/>
                  <a:pt x="185" y="0"/>
                  <a:pt x="270" y="0"/>
                </a:cubicBezTo>
                <a:cubicBezTo>
                  <a:pt x="355" y="0"/>
                  <a:pt x="433" y="0"/>
                  <a:pt x="472" y="0"/>
                </a:cubicBezTo>
                <a:lnTo>
                  <a:pt x="511" y="0"/>
                </a:lnTo>
              </a:path>
            </a:pathLst>
          </a:custGeom>
          <a:ln w="3960">
            <a:solidFill>
              <a:srgbClr val="333333"/>
            </a:solidFill>
            <a:miter/>
          </a:ln>
        </p:spPr>
        <p:txBody>
          <a:bodyPr lIns="1800" rIns="1800" tIns="-1800" bIns="-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" name=""/>
          <p:cNvSpPr/>
          <p:nvPr/>
        </p:nvSpPr>
        <p:spPr>
          <a:xfrm>
            <a:off x="3520800" y="2701800"/>
            <a:ext cx="32040" cy="32400"/>
          </a:xfrm>
          <a:custGeom>
            <a:avLst/>
            <a:gdLst/>
            <a:ahLst/>
            <a:rect l="0" t="0" r="r" b="b"/>
            <a:pathLst>
              <a:path w="89" h="90">
                <a:moveTo>
                  <a:pt x="0" y="0"/>
                </a:moveTo>
                <a:lnTo>
                  <a:pt x="89" y="45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4" name=""/>
          <p:cNvSpPr/>
          <p:nvPr/>
        </p:nvSpPr>
        <p:spPr>
          <a:xfrm>
            <a:off x="3519000" y="2699280"/>
            <a:ext cx="37440" cy="37440"/>
          </a:xfrm>
          <a:custGeom>
            <a:avLst/>
            <a:gdLst/>
            <a:ahLst/>
            <a:rect l="0" t="0" r="r" b="b"/>
            <a:pathLst>
              <a:path w="104" h="104">
                <a:moveTo>
                  <a:pt x="14" y="7"/>
                </a:moveTo>
                <a:lnTo>
                  <a:pt x="22" y="11"/>
                </a:lnTo>
                <a:lnTo>
                  <a:pt x="18" y="19"/>
                </a:lnTo>
                <a:lnTo>
                  <a:pt x="10" y="15"/>
                </a:lnTo>
                <a:lnTo>
                  <a:pt x="14" y="7"/>
                </a:lnTo>
                <a:moveTo>
                  <a:pt x="22" y="11"/>
                </a:moveTo>
                <a:lnTo>
                  <a:pt x="30" y="15"/>
                </a:lnTo>
                <a:lnTo>
                  <a:pt x="26" y="23"/>
                </a:lnTo>
                <a:lnTo>
                  <a:pt x="18" y="19"/>
                </a:lnTo>
                <a:lnTo>
                  <a:pt x="22" y="11"/>
                </a:lnTo>
                <a:moveTo>
                  <a:pt x="30" y="15"/>
                </a:moveTo>
                <a:lnTo>
                  <a:pt x="38" y="19"/>
                </a:lnTo>
                <a:lnTo>
                  <a:pt x="34" y="27"/>
                </a:lnTo>
                <a:lnTo>
                  <a:pt x="26" y="23"/>
                </a:lnTo>
                <a:lnTo>
                  <a:pt x="30" y="15"/>
                </a:lnTo>
                <a:moveTo>
                  <a:pt x="38" y="19"/>
                </a:moveTo>
                <a:lnTo>
                  <a:pt x="46" y="23"/>
                </a:lnTo>
                <a:lnTo>
                  <a:pt x="42" y="31"/>
                </a:lnTo>
                <a:lnTo>
                  <a:pt x="34" y="27"/>
                </a:lnTo>
                <a:lnTo>
                  <a:pt x="38" y="19"/>
                </a:lnTo>
                <a:moveTo>
                  <a:pt x="46" y="23"/>
                </a:moveTo>
                <a:lnTo>
                  <a:pt x="54" y="27"/>
                </a:lnTo>
                <a:lnTo>
                  <a:pt x="50" y="35"/>
                </a:lnTo>
                <a:lnTo>
                  <a:pt x="42" y="31"/>
                </a:lnTo>
                <a:lnTo>
                  <a:pt x="46" y="23"/>
                </a:lnTo>
                <a:moveTo>
                  <a:pt x="54" y="27"/>
                </a:moveTo>
                <a:lnTo>
                  <a:pt x="63" y="31"/>
                </a:lnTo>
                <a:lnTo>
                  <a:pt x="58" y="39"/>
                </a:lnTo>
                <a:lnTo>
                  <a:pt x="50" y="35"/>
                </a:lnTo>
                <a:lnTo>
                  <a:pt x="54" y="27"/>
                </a:lnTo>
                <a:moveTo>
                  <a:pt x="63" y="31"/>
                </a:moveTo>
                <a:lnTo>
                  <a:pt x="71" y="35"/>
                </a:lnTo>
                <a:lnTo>
                  <a:pt x="67" y="43"/>
                </a:lnTo>
                <a:lnTo>
                  <a:pt x="58" y="39"/>
                </a:lnTo>
                <a:lnTo>
                  <a:pt x="63" y="31"/>
                </a:lnTo>
                <a:moveTo>
                  <a:pt x="71" y="35"/>
                </a:moveTo>
                <a:lnTo>
                  <a:pt x="79" y="39"/>
                </a:lnTo>
                <a:lnTo>
                  <a:pt x="75" y="47"/>
                </a:lnTo>
                <a:lnTo>
                  <a:pt x="67" y="43"/>
                </a:lnTo>
                <a:lnTo>
                  <a:pt x="71" y="35"/>
                </a:lnTo>
                <a:moveTo>
                  <a:pt x="79" y="39"/>
                </a:moveTo>
                <a:lnTo>
                  <a:pt x="87" y="43"/>
                </a:lnTo>
                <a:lnTo>
                  <a:pt x="83" y="51"/>
                </a:lnTo>
                <a:lnTo>
                  <a:pt x="75" y="47"/>
                </a:lnTo>
                <a:lnTo>
                  <a:pt x="79" y="39"/>
                </a:lnTo>
                <a:moveTo>
                  <a:pt x="87" y="43"/>
                </a:moveTo>
                <a:lnTo>
                  <a:pt x="95" y="47"/>
                </a:lnTo>
                <a:lnTo>
                  <a:pt x="91" y="55"/>
                </a:lnTo>
                <a:lnTo>
                  <a:pt x="83" y="51"/>
                </a:lnTo>
                <a:lnTo>
                  <a:pt x="87" y="43"/>
                </a:lnTo>
                <a:moveTo>
                  <a:pt x="95" y="47"/>
                </a:moveTo>
                <a:lnTo>
                  <a:pt x="104" y="51"/>
                </a:lnTo>
                <a:lnTo>
                  <a:pt x="90" y="59"/>
                </a:lnTo>
                <a:lnTo>
                  <a:pt x="86" y="51"/>
                </a:lnTo>
                <a:lnTo>
                  <a:pt x="92" y="47"/>
                </a:lnTo>
                <a:lnTo>
                  <a:pt x="94" y="51"/>
                </a:lnTo>
                <a:lnTo>
                  <a:pt x="92" y="55"/>
                </a:lnTo>
                <a:lnTo>
                  <a:pt x="91" y="55"/>
                </a:lnTo>
                <a:lnTo>
                  <a:pt x="95" y="47"/>
                </a:lnTo>
                <a:moveTo>
                  <a:pt x="90" y="59"/>
                </a:moveTo>
                <a:lnTo>
                  <a:pt x="82" y="63"/>
                </a:lnTo>
                <a:lnTo>
                  <a:pt x="78" y="55"/>
                </a:lnTo>
                <a:lnTo>
                  <a:pt x="86" y="51"/>
                </a:lnTo>
                <a:lnTo>
                  <a:pt x="90" y="59"/>
                </a:lnTo>
                <a:moveTo>
                  <a:pt x="82" y="63"/>
                </a:moveTo>
                <a:lnTo>
                  <a:pt x="74" y="67"/>
                </a:lnTo>
                <a:lnTo>
                  <a:pt x="70" y="59"/>
                </a:lnTo>
                <a:lnTo>
                  <a:pt x="78" y="55"/>
                </a:lnTo>
                <a:lnTo>
                  <a:pt x="82" y="63"/>
                </a:lnTo>
                <a:moveTo>
                  <a:pt x="74" y="67"/>
                </a:moveTo>
                <a:lnTo>
                  <a:pt x="66" y="71"/>
                </a:lnTo>
                <a:lnTo>
                  <a:pt x="61" y="63"/>
                </a:lnTo>
                <a:lnTo>
                  <a:pt x="70" y="59"/>
                </a:lnTo>
                <a:lnTo>
                  <a:pt x="74" y="67"/>
                </a:lnTo>
                <a:moveTo>
                  <a:pt x="66" y="71"/>
                </a:moveTo>
                <a:lnTo>
                  <a:pt x="57" y="76"/>
                </a:lnTo>
                <a:lnTo>
                  <a:pt x="53" y="67"/>
                </a:lnTo>
                <a:lnTo>
                  <a:pt x="61" y="63"/>
                </a:lnTo>
                <a:lnTo>
                  <a:pt x="66" y="71"/>
                </a:lnTo>
                <a:moveTo>
                  <a:pt x="57" y="76"/>
                </a:moveTo>
                <a:lnTo>
                  <a:pt x="49" y="80"/>
                </a:lnTo>
                <a:lnTo>
                  <a:pt x="45" y="71"/>
                </a:lnTo>
                <a:lnTo>
                  <a:pt x="53" y="67"/>
                </a:lnTo>
                <a:lnTo>
                  <a:pt x="57" y="76"/>
                </a:lnTo>
                <a:moveTo>
                  <a:pt x="49" y="80"/>
                </a:moveTo>
                <a:lnTo>
                  <a:pt x="41" y="83"/>
                </a:lnTo>
                <a:lnTo>
                  <a:pt x="37" y="76"/>
                </a:lnTo>
                <a:lnTo>
                  <a:pt x="45" y="71"/>
                </a:lnTo>
                <a:lnTo>
                  <a:pt x="49" y="80"/>
                </a:lnTo>
                <a:moveTo>
                  <a:pt x="41" y="83"/>
                </a:moveTo>
                <a:lnTo>
                  <a:pt x="33" y="87"/>
                </a:lnTo>
                <a:lnTo>
                  <a:pt x="29" y="80"/>
                </a:lnTo>
                <a:lnTo>
                  <a:pt x="37" y="76"/>
                </a:lnTo>
                <a:lnTo>
                  <a:pt x="41" y="83"/>
                </a:lnTo>
                <a:moveTo>
                  <a:pt x="33" y="87"/>
                </a:moveTo>
                <a:lnTo>
                  <a:pt x="25" y="91"/>
                </a:lnTo>
                <a:lnTo>
                  <a:pt x="21" y="83"/>
                </a:lnTo>
                <a:lnTo>
                  <a:pt x="29" y="80"/>
                </a:lnTo>
                <a:lnTo>
                  <a:pt x="33" y="87"/>
                </a:lnTo>
                <a:moveTo>
                  <a:pt x="25" y="91"/>
                </a:moveTo>
                <a:lnTo>
                  <a:pt x="17" y="95"/>
                </a:lnTo>
                <a:lnTo>
                  <a:pt x="13" y="87"/>
                </a:lnTo>
                <a:lnTo>
                  <a:pt x="21" y="83"/>
                </a:lnTo>
                <a:lnTo>
                  <a:pt x="25" y="91"/>
                </a:lnTo>
                <a:moveTo>
                  <a:pt x="17" y="95"/>
                </a:moveTo>
                <a:lnTo>
                  <a:pt x="9" y="99"/>
                </a:lnTo>
                <a:lnTo>
                  <a:pt x="5" y="91"/>
                </a:lnTo>
                <a:lnTo>
                  <a:pt x="13" y="87"/>
                </a:lnTo>
                <a:lnTo>
                  <a:pt x="17" y="95"/>
                </a:lnTo>
                <a:moveTo>
                  <a:pt x="9" y="99"/>
                </a:moveTo>
                <a:lnTo>
                  <a:pt x="0" y="104"/>
                </a:lnTo>
                <a:lnTo>
                  <a:pt x="0" y="91"/>
                </a:lnTo>
                <a:lnTo>
                  <a:pt x="9" y="91"/>
                </a:lnTo>
                <a:lnTo>
                  <a:pt x="9" y="97"/>
                </a:lnTo>
                <a:lnTo>
                  <a:pt x="5" y="97"/>
                </a:lnTo>
                <a:lnTo>
                  <a:pt x="3" y="93"/>
                </a:lnTo>
                <a:lnTo>
                  <a:pt x="5" y="91"/>
                </a:lnTo>
                <a:lnTo>
                  <a:pt x="9" y="99"/>
                </a:lnTo>
                <a:moveTo>
                  <a:pt x="0" y="91"/>
                </a:moveTo>
                <a:lnTo>
                  <a:pt x="0" y="82"/>
                </a:lnTo>
                <a:lnTo>
                  <a:pt x="9" y="82"/>
                </a:lnTo>
                <a:lnTo>
                  <a:pt x="9" y="91"/>
                </a:lnTo>
                <a:lnTo>
                  <a:pt x="0" y="91"/>
                </a:lnTo>
                <a:moveTo>
                  <a:pt x="0" y="82"/>
                </a:moveTo>
                <a:lnTo>
                  <a:pt x="0" y="72"/>
                </a:lnTo>
                <a:lnTo>
                  <a:pt x="9" y="72"/>
                </a:lnTo>
                <a:lnTo>
                  <a:pt x="9" y="82"/>
                </a:lnTo>
                <a:lnTo>
                  <a:pt x="0" y="82"/>
                </a:lnTo>
                <a:moveTo>
                  <a:pt x="0" y="72"/>
                </a:moveTo>
                <a:lnTo>
                  <a:pt x="0" y="64"/>
                </a:lnTo>
                <a:lnTo>
                  <a:pt x="9" y="64"/>
                </a:lnTo>
                <a:lnTo>
                  <a:pt x="9" y="72"/>
                </a:lnTo>
                <a:lnTo>
                  <a:pt x="0" y="72"/>
                </a:lnTo>
                <a:moveTo>
                  <a:pt x="0" y="64"/>
                </a:moveTo>
                <a:lnTo>
                  <a:pt x="0" y="55"/>
                </a:lnTo>
                <a:lnTo>
                  <a:pt x="9" y="55"/>
                </a:lnTo>
                <a:lnTo>
                  <a:pt x="9" y="64"/>
                </a:lnTo>
                <a:lnTo>
                  <a:pt x="0" y="64"/>
                </a:lnTo>
                <a:moveTo>
                  <a:pt x="0" y="55"/>
                </a:moveTo>
                <a:lnTo>
                  <a:pt x="0" y="46"/>
                </a:lnTo>
                <a:lnTo>
                  <a:pt x="9" y="46"/>
                </a:lnTo>
                <a:lnTo>
                  <a:pt x="9" y="55"/>
                </a:lnTo>
                <a:lnTo>
                  <a:pt x="0" y="55"/>
                </a:lnTo>
                <a:moveTo>
                  <a:pt x="0" y="46"/>
                </a:moveTo>
                <a:lnTo>
                  <a:pt x="0" y="37"/>
                </a:lnTo>
                <a:lnTo>
                  <a:pt x="9" y="37"/>
                </a:lnTo>
                <a:lnTo>
                  <a:pt x="9" y="46"/>
                </a:lnTo>
                <a:lnTo>
                  <a:pt x="0" y="46"/>
                </a:lnTo>
                <a:moveTo>
                  <a:pt x="0" y="37"/>
                </a:moveTo>
                <a:lnTo>
                  <a:pt x="0" y="28"/>
                </a:lnTo>
                <a:lnTo>
                  <a:pt x="9" y="28"/>
                </a:lnTo>
                <a:lnTo>
                  <a:pt x="9" y="37"/>
                </a:lnTo>
                <a:lnTo>
                  <a:pt x="0" y="37"/>
                </a:lnTo>
                <a:moveTo>
                  <a:pt x="0" y="28"/>
                </a:moveTo>
                <a:lnTo>
                  <a:pt x="0" y="19"/>
                </a:lnTo>
                <a:lnTo>
                  <a:pt x="9" y="19"/>
                </a:lnTo>
                <a:lnTo>
                  <a:pt x="9" y="28"/>
                </a:lnTo>
                <a:lnTo>
                  <a:pt x="0" y="28"/>
                </a:lnTo>
                <a:moveTo>
                  <a:pt x="0" y="19"/>
                </a:moveTo>
                <a:lnTo>
                  <a:pt x="0" y="10"/>
                </a:lnTo>
                <a:lnTo>
                  <a:pt x="9" y="10"/>
                </a:lnTo>
                <a:lnTo>
                  <a:pt x="9" y="19"/>
                </a:lnTo>
                <a:lnTo>
                  <a:pt x="0" y="19"/>
                </a:lnTo>
                <a:moveTo>
                  <a:pt x="0" y="10"/>
                </a:moveTo>
                <a:lnTo>
                  <a:pt x="0" y="0"/>
                </a:lnTo>
                <a:lnTo>
                  <a:pt x="14" y="7"/>
                </a:lnTo>
                <a:lnTo>
                  <a:pt x="10" y="15"/>
                </a:lnTo>
                <a:lnTo>
                  <a:pt x="3" y="11"/>
                </a:lnTo>
                <a:lnTo>
                  <a:pt x="5" y="7"/>
                </a:lnTo>
                <a:lnTo>
                  <a:pt x="9" y="7"/>
                </a:lnTo>
                <a:lnTo>
                  <a:pt x="9" y="10"/>
                </a:lnTo>
                <a:lnTo>
                  <a:pt x="0" y="1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5" name=""/>
          <p:cNvSpPr/>
          <p:nvPr/>
        </p:nvSpPr>
        <p:spPr>
          <a:xfrm>
            <a:off x="4592160" y="2717640"/>
            <a:ext cx="183960" cy="0"/>
          </a:xfrm>
          <a:custGeom>
            <a:avLst/>
            <a:gdLst/>
            <a:ahLst/>
            <a:rect l="0" t="0" r="r" b="b"/>
            <a:pathLst>
              <a:path fill="none" w="511" h="0">
                <a:moveTo>
                  <a:pt x="0" y="0"/>
                </a:moveTo>
                <a:lnTo>
                  <a:pt x="46" y="0"/>
                </a:lnTo>
                <a:cubicBezTo>
                  <a:pt x="93" y="0"/>
                  <a:pt x="185" y="0"/>
                  <a:pt x="270" y="0"/>
                </a:cubicBezTo>
                <a:cubicBezTo>
                  <a:pt x="356" y="0"/>
                  <a:pt x="433" y="0"/>
                  <a:pt x="472" y="0"/>
                </a:cubicBezTo>
                <a:lnTo>
                  <a:pt x="511" y="0"/>
                </a:lnTo>
              </a:path>
            </a:pathLst>
          </a:custGeom>
          <a:ln w="3960">
            <a:solidFill>
              <a:srgbClr val="333333"/>
            </a:solidFill>
            <a:miter/>
          </a:ln>
        </p:spPr>
        <p:txBody>
          <a:bodyPr lIns="1800" rIns="1800" tIns="-1800" bIns="-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" name=""/>
          <p:cNvSpPr/>
          <p:nvPr/>
        </p:nvSpPr>
        <p:spPr>
          <a:xfrm>
            <a:off x="4760280" y="2701800"/>
            <a:ext cx="32400" cy="32400"/>
          </a:xfrm>
          <a:custGeom>
            <a:avLst/>
            <a:gdLst/>
            <a:ahLst/>
            <a:rect l="0" t="0" r="r" b="b"/>
            <a:pathLst>
              <a:path w="90" h="90">
                <a:moveTo>
                  <a:pt x="0" y="0"/>
                </a:moveTo>
                <a:lnTo>
                  <a:pt x="90" y="45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7" name=""/>
          <p:cNvSpPr/>
          <p:nvPr/>
        </p:nvSpPr>
        <p:spPr>
          <a:xfrm>
            <a:off x="4758480" y="2699280"/>
            <a:ext cx="37440" cy="37440"/>
          </a:xfrm>
          <a:custGeom>
            <a:avLst/>
            <a:gdLst/>
            <a:ahLst/>
            <a:rect l="0" t="0" r="r" b="b"/>
            <a:pathLst>
              <a:path w="104" h="104">
                <a:moveTo>
                  <a:pt x="15" y="7"/>
                </a:moveTo>
                <a:lnTo>
                  <a:pt x="24" y="11"/>
                </a:lnTo>
                <a:lnTo>
                  <a:pt x="20" y="19"/>
                </a:lnTo>
                <a:lnTo>
                  <a:pt x="11" y="15"/>
                </a:lnTo>
                <a:lnTo>
                  <a:pt x="15" y="7"/>
                </a:lnTo>
                <a:moveTo>
                  <a:pt x="24" y="11"/>
                </a:moveTo>
                <a:lnTo>
                  <a:pt x="31" y="15"/>
                </a:lnTo>
                <a:lnTo>
                  <a:pt x="28" y="23"/>
                </a:lnTo>
                <a:lnTo>
                  <a:pt x="20" y="19"/>
                </a:lnTo>
                <a:lnTo>
                  <a:pt x="24" y="11"/>
                </a:lnTo>
                <a:moveTo>
                  <a:pt x="31" y="15"/>
                </a:moveTo>
                <a:lnTo>
                  <a:pt x="39" y="19"/>
                </a:lnTo>
                <a:lnTo>
                  <a:pt x="35" y="27"/>
                </a:lnTo>
                <a:lnTo>
                  <a:pt x="28" y="23"/>
                </a:lnTo>
                <a:lnTo>
                  <a:pt x="31" y="15"/>
                </a:lnTo>
                <a:moveTo>
                  <a:pt x="39" y="19"/>
                </a:moveTo>
                <a:lnTo>
                  <a:pt x="47" y="23"/>
                </a:lnTo>
                <a:lnTo>
                  <a:pt x="43" y="31"/>
                </a:lnTo>
                <a:lnTo>
                  <a:pt x="35" y="27"/>
                </a:lnTo>
                <a:lnTo>
                  <a:pt x="39" y="19"/>
                </a:lnTo>
                <a:moveTo>
                  <a:pt x="47" y="23"/>
                </a:moveTo>
                <a:lnTo>
                  <a:pt x="55" y="27"/>
                </a:lnTo>
                <a:lnTo>
                  <a:pt x="51" y="35"/>
                </a:lnTo>
                <a:lnTo>
                  <a:pt x="43" y="31"/>
                </a:lnTo>
                <a:lnTo>
                  <a:pt x="47" y="23"/>
                </a:lnTo>
                <a:moveTo>
                  <a:pt x="55" y="27"/>
                </a:moveTo>
                <a:lnTo>
                  <a:pt x="63" y="31"/>
                </a:lnTo>
                <a:lnTo>
                  <a:pt x="59" y="39"/>
                </a:lnTo>
                <a:lnTo>
                  <a:pt x="51" y="35"/>
                </a:lnTo>
                <a:lnTo>
                  <a:pt x="55" y="27"/>
                </a:lnTo>
                <a:moveTo>
                  <a:pt x="63" y="31"/>
                </a:moveTo>
                <a:lnTo>
                  <a:pt x="71" y="35"/>
                </a:lnTo>
                <a:lnTo>
                  <a:pt x="67" y="43"/>
                </a:lnTo>
                <a:lnTo>
                  <a:pt x="59" y="39"/>
                </a:lnTo>
                <a:lnTo>
                  <a:pt x="63" y="31"/>
                </a:lnTo>
                <a:moveTo>
                  <a:pt x="71" y="35"/>
                </a:moveTo>
                <a:lnTo>
                  <a:pt x="79" y="39"/>
                </a:lnTo>
                <a:lnTo>
                  <a:pt x="75" y="47"/>
                </a:lnTo>
                <a:lnTo>
                  <a:pt x="67" y="43"/>
                </a:lnTo>
                <a:lnTo>
                  <a:pt x="71" y="35"/>
                </a:lnTo>
                <a:moveTo>
                  <a:pt x="79" y="39"/>
                </a:moveTo>
                <a:lnTo>
                  <a:pt x="87" y="43"/>
                </a:lnTo>
                <a:lnTo>
                  <a:pt x="83" y="51"/>
                </a:lnTo>
                <a:lnTo>
                  <a:pt x="75" y="47"/>
                </a:lnTo>
                <a:lnTo>
                  <a:pt x="79" y="39"/>
                </a:lnTo>
                <a:moveTo>
                  <a:pt x="87" y="43"/>
                </a:moveTo>
                <a:lnTo>
                  <a:pt x="95" y="47"/>
                </a:lnTo>
                <a:lnTo>
                  <a:pt x="91" y="55"/>
                </a:lnTo>
                <a:lnTo>
                  <a:pt x="83" y="51"/>
                </a:lnTo>
                <a:lnTo>
                  <a:pt x="87" y="43"/>
                </a:lnTo>
                <a:moveTo>
                  <a:pt x="95" y="47"/>
                </a:moveTo>
                <a:lnTo>
                  <a:pt x="104" y="51"/>
                </a:lnTo>
                <a:lnTo>
                  <a:pt x="90" y="59"/>
                </a:lnTo>
                <a:lnTo>
                  <a:pt x="86" y="51"/>
                </a:lnTo>
                <a:lnTo>
                  <a:pt x="93" y="47"/>
                </a:lnTo>
                <a:lnTo>
                  <a:pt x="95" y="51"/>
                </a:lnTo>
                <a:lnTo>
                  <a:pt x="93" y="55"/>
                </a:lnTo>
                <a:lnTo>
                  <a:pt x="91" y="55"/>
                </a:lnTo>
                <a:lnTo>
                  <a:pt x="95" y="47"/>
                </a:lnTo>
                <a:moveTo>
                  <a:pt x="90" y="59"/>
                </a:moveTo>
                <a:lnTo>
                  <a:pt x="82" y="63"/>
                </a:lnTo>
                <a:lnTo>
                  <a:pt x="78" y="55"/>
                </a:lnTo>
                <a:lnTo>
                  <a:pt x="86" y="51"/>
                </a:lnTo>
                <a:lnTo>
                  <a:pt x="90" y="59"/>
                </a:lnTo>
                <a:moveTo>
                  <a:pt x="82" y="63"/>
                </a:moveTo>
                <a:lnTo>
                  <a:pt x="74" y="67"/>
                </a:lnTo>
                <a:lnTo>
                  <a:pt x="70" y="59"/>
                </a:lnTo>
                <a:lnTo>
                  <a:pt x="78" y="55"/>
                </a:lnTo>
                <a:lnTo>
                  <a:pt x="82" y="63"/>
                </a:lnTo>
                <a:moveTo>
                  <a:pt x="74" y="67"/>
                </a:moveTo>
                <a:lnTo>
                  <a:pt x="66" y="71"/>
                </a:lnTo>
                <a:lnTo>
                  <a:pt x="62" y="63"/>
                </a:lnTo>
                <a:lnTo>
                  <a:pt x="70" y="59"/>
                </a:lnTo>
                <a:lnTo>
                  <a:pt x="74" y="67"/>
                </a:lnTo>
                <a:moveTo>
                  <a:pt x="66" y="71"/>
                </a:moveTo>
                <a:lnTo>
                  <a:pt x="58" y="76"/>
                </a:lnTo>
                <a:lnTo>
                  <a:pt x="54" y="67"/>
                </a:lnTo>
                <a:lnTo>
                  <a:pt x="62" y="63"/>
                </a:lnTo>
                <a:lnTo>
                  <a:pt x="66" y="71"/>
                </a:lnTo>
                <a:moveTo>
                  <a:pt x="58" y="76"/>
                </a:moveTo>
                <a:lnTo>
                  <a:pt x="50" y="80"/>
                </a:lnTo>
                <a:lnTo>
                  <a:pt x="46" y="71"/>
                </a:lnTo>
                <a:lnTo>
                  <a:pt x="54" y="67"/>
                </a:lnTo>
                <a:lnTo>
                  <a:pt x="58" y="76"/>
                </a:lnTo>
                <a:moveTo>
                  <a:pt x="50" y="80"/>
                </a:moveTo>
                <a:lnTo>
                  <a:pt x="42" y="83"/>
                </a:lnTo>
                <a:lnTo>
                  <a:pt x="38" y="76"/>
                </a:lnTo>
                <a:lnTo>
                  <a:pt x="46" y="71"/>
                </a:lnTo>
                <a:lnTo>
                  <a:pt x="50" y="80"/>
                </a:lnTo>
                <a:moveTo>
                  <a:pt x="42" y="83"/>
                </a:moveTo>
                <a:lnTo>
                  <a:pt x="34" y="87"/>
                </a:lnTo>
                <a:lnTo>
                  <a:pt x="30" y="80"/>
                </a:lnTo>
                <a:lnTo>
                  <a:pt x="38" y="76"/>
                </a:lnTo>
                <a:lnTo>
                  <a:pt x="42" y="83"/>
                </a:lnTo>
                <a:moveTo>
                  <a:pt x="34" y="87"/>
                </a:moveTo>
                <a:lnTo>
                  <a:pt x="26" y="91"/>
                </a:lnTo>
                <a:lnTo>
                  <a:pt x="22" y="83"/>
                </a:lnTo>
                <a:lnTo>
                  <a:pt x="30" y="80"/>
                </a:lnTo>
                <a:lnTo>
                  <a:pt x="34" y="87"/>
                </a:lnTo>
                <a:moveTo>
                  <a:pt x="26" y="91"/>
                </a:moveTo>
                <a:lnTo>
                  <a:pt x="17" y="95"/>
                </a:lnTo>
                <a:lnTo>
                  <a:pt x="13" y="87"/>
                </a:lnTo>
                <a:lnTo>
                  <a:pt x="22" y="83"/>
                </a:lnTo>
                <a:lnTo>
                  <a:pt x="26" y="91"/>
                </a:lnTo>
                <a:moveTo>
                  <a:pt x="17" y="95"/>
                </a:moveTo>
                <a:lnTo>
                  <a:pt x="10" y="99"/>
                </a:lnTo>
                <a:lnTo>
                  <a:pt x="6" y="91"/>
                </a:lnTo>
                <a:lnTo>
                  <a:pt x="13" y="87"/>
                </a:lnTo>
                <a:lnTo>
                  <a:pt x="17" y="95"/>
                </a:lnTo>
                <a:moveTo>
                  <a:pt x="10" y="99"/>
                </a:moveTo>
                <a:lnTo>
                  <a:pt x="0" y="104"/>
                </a:lnTo>
                <a:lnTo>
                  <a:pt x="0" y="91"/>
                </a:lnTo>
                <a:lnTo>
                  <a:pt x="9" y="91"/>
                </a:lnTo>
                <a:lnTo>
                  <a:pt x="9" y="97"/>
                </a:lnTo>
                <a:lnTo>
                  <a:pt x="5" y="97"/>
                </a:lnTo>
                <a:lnTo>
                  <a:pt x="3" y="93"/>
                </a:lnTo>
                <a:lnTo>
                  <a:pt x="6" y="91"/>
                </a:lnTo>
                <a:lnTo>
                  <a:pt x="10" y="99"/>
                </a:lnTo>
                <a:moveTo>
                  <a:pt x="0" y="91"/>
                </a:moveTo>
                <a:lnTo>
                  <a:pt x="0" y="82"/>
                </a:lnTo>
                <a:lnTo>
                  <a:pt x="9" y="82"/>
                </a:lnTo>
                <a:lnTo>
                  <a:pt x="9" y="91"/>
                </a:lnTo>
                <a:lnTo>
                  <a:pt x="0" y="91"/>
                </a:lnTo>
                <a:moveTo>
                  <a:pt x="0" y="82"/>
                </a:moveTo>
                <a:lnTo>
                  <a:pt x="0" y="72"/>
                </a:lnTo>
                <a:lnTo>
                  <a:pt x="9" y="72"/>
                </a:lnTo>
                <a:lnTo>
                  <a:pt x="9" y="82"/>
                </a:lnTo>
                <a:lnTo>
                  <a:pt x="0" y="82"/>
                </a:lnTo>
                <a:moveTo>
                  <a:pt x="0" y="72"/>
                </a:moveTo>
                <a:lnTo>
                  <a:pt x="0" y="64"/>
                </a:lnTo>
                <a:lnTo>
                  <a:pt x="9" y="64"/>
                </a:lnTo>
                <a:lnTo>
                  <a:pt x="9" y="72"/>
                </a:lnTo>
                <a:lnTo>
                  <a:pt x="0" y="72"/>
                </a:lnTo>
                <a:moveTo>
                  <a:pt x="0" y="64"/>
                </a:moveTo>
                <a:lnTo>
                  <a:pt x="0" y="55"/>
                </a:lnTo>
                <a:lnTo>
                  <a:pt x="9" y="55"/>
                </a:lnTo>
                <a:lnTo>
                  <a:pt x="9" y="64"/>
                </a:lnTo>
                <a:lnTo>
                  <a:pt x="0" y="64"/>
                </a:lnTo>
                <a:moveTo>
                  <a:pt x="0" y="55"/>
                </a:moveTo>
                <a:lnTo>
                  <a:pt x="0" y="46"/>
                </a:lnTo>
                <a:lnTo>
                  <a:pt x="9" y="46"/>
                </a:lnTo>
                <a:lnTo>
                  <a:pt x="9" y="55"/>
                </a:lnTo>
                <a:lnTo>
                  <a:pt x="0" y="55"/>
                </a:lnTo>
                <a:moveTo>
                  <a:pt x="0" y="46"/>
                </a:moveTo>
                <a:lnTo>
                  <a:pt x="0" y="37"/>
                </a:lnTo>
                <a:lnTo>
                  <a:pt x="9" y="37"/>
                </a:lnTo>
                <a:lnTo>
                  <a:pt x="9" y="46"/>
                </a:lnTo>
                <a:lnTo>
                  <a:pt x="0" y="46"/>
                </a:lnTo>
                <a:moveTo>
                  <a:pt x="0" y="37"/>
                </a:moveTo>
                <a:lnTo>
                  <a:pt x="0" y="28"/>
                </a:lnTo>
                <a:lnTo>
                  <a:pt x="9" y="28"/>
                </a:lnTo>
                <a:lnTo>
                  <a:pt x="9" y="37"/>
                </a:lnTo>
                <a:lnTo>
                  <a:pt x="0" y="37"/>
                </a:lnTo>
                <a:moveTo>
                  <a:pt x="0" y="28"/>
                </a:moveTo>
                <a:lnTo>
                  <a:pt x="0" y="19"/>
                </a:lnTo>
                <a:lnTo>
                  <a:pt x="9" y="19"/>
                </a:lnTo>
                <a:lnTo>
                  <a:pt x="9" y="28"/>
                </a:lnTo>
                <a:lnTo>
                  <a:pt x="0" y="28"/>
                </a:lnTo>
                <a:moveTo>
                  <a:pt x="0" y="19"/>
                </a:moveTo>
                <a:lnTo>
                  <a:pt x="0" y="10"/>
                </a:lnTo>
                <a:lnTo>
                  <a:pt x="9" y="10"/>
                </a:lnTo>
                <a:lnTo>
                  <a:pt x="9" y="19"/>
                </a:lnTo>
                <a:lnTo>
                  <a:pt x="0" y="19"/>
                </a:lnTo>
                <a:moveTo>
                  <a:pt x="0" y="10"/>
                </a:moveTo>
                <a:lnTo>
                  <a:pt x="0" y="0"/>
                </a:lnTo>
                <a:lnTo>
                  <a:pt x="15" y="7"/>
                </a:lnTo>
                <a:lnTo>
                  <a:pt x="11" y="15"/>
                </a:lnTo>
                <a:lnTo>
                  <a:pt x="3" y="11"/>
                </a:lnTo>
                <a:lnTo>
                  <a:pt x="5" y="7"/>
                </a:lnTo>
                <a:lnTo>
                  <a:pt x="9" y="7"/>
                </a:lnTo>
                <a:lnTo>
                  <a:pt x="9" y="10"/>
                </a:lnTo>
                <a:lnTo>
                  <a:pt x="0" y="1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8" name=""/>
          <p:cNvSpPr/>
          <p:nvPr/>
        </p:nvSpPr>
        <p:spPr>
          <a:xfrm>
            <a:off x="5608440" y="2397960"/>
            <a:ext cx="941040" cy="212400"/>
          </a:xfrm>
          <a:custGeom>
            <a:avLst/>
            <a:gdLst/>
            <a:ahLst/>
            <a:rect l="0" t="0" r="r" b="b"/>
            <a:pathLst>
              <a:path fill="none" w="2614" h="590">
                <a:moveTo>
                  <a:pt x="0" y="590"/>
                </a:moveTo>
                <a:lnTo>
                  <a:pt x="272" y="491"/>
                </a:lnTo>
                <a:cubicBezTo>
                  <a:pt x="544" y="393"/>
                  <a:pt x="1088" y="197"/>
                  <a:pt x="1524" y="98"/>
                </a:cubicBezTo>
                <a:cubicBezTo>
                  <a:pt x="1960" y="0"/>
                  <a:pt x="2287" y="0"/>
                  <a:pt x="2451" y="0"/>
                </a:cubicBezTo>
                <a:lnTo>
                  <a:pt x="2614" y="0"/>
                </a:lnTo>
              </a:path>
            </a:pathLst>
          </a:custGeom>
          <a:ln w="3960">
            <a:solidFill>
              <a:srgbClr val="333333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" name=""/>
          <p:cNvSpPr/>
          <p:nvPr/>
        </p:nvSpPr>
        <p:spPr>
          <a:xfrm>
            <a:off x="6533280" y="2381760"/>
            <a:ext cx="32400" cy="32400"/>
          </a:xfrm>
          <a:custGeom>
            <a:avLst/>
            <a:gdLst/>
            <a:ahLst/>
            <a:rect l="0" t="0" r="r" b="b"/>
            <a:pathLst>
              <a:path w="90" h="90">
                <a:moveTo>
                  <a:pt x="0" y="0"/>
                </a:moveTo>
                <a:lnTo>
                  <a:pt x="90" y="46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0" name=""/>
          <p:cNvSpPr/>
          <p:nvPr/>
        </p:nvSpPr>
        <p:spPr>
          <a:xfrm>
            <a:off x="6531480" y="2379240"/>
            <a:ext cx="37800" cy="37440"/>
          </a:xfrm>
          <a:custGeom>
            <a:avLst/>
            <a:gdLst/>
            <a:ahLst/>
            <a:rect l="0" t="0" r="r" b="b"/>
            <a:pathLst>
              <a:path w="105" h="104">
                <a:moveTo>
                  <a:pt x="15" y="7"/>
                </a:moveTo>
                <a:lnTo>
                  <a:pt x="23" y="11"/>
                </a:lnTo>
                <a:lnTo>
                  <a:pt x="19" y="19"/>
                </a:lnTo>
                <a:lnTo>
                  <a:pt x="11" y="15"/>
                </a:lnTo>
                <a:lnTo>
                  <a:pt x="15" y="7"/>
                </a:lnTo>
                <a:moveTo>
                  <a:pt x="23" y="11"/>
                </a:moveTo>
                <a:lnTo>
                  <a:pt x="31" y="15"/>
                </a:lnTo>
                <a:lnTo>
                  <a:pt x="27" y="23"/>
                </a:lnTo>
                <a:lnTo>
                  <a:pt x="19" y="19"/>
                </a:lnTo>
                <a:lnTo>
                  <a:pt x="23" y="11"/>
                </a:lnTo>
                <a:moveTo>
                  <a:pt x="31" y="15"/>
                </a:moveTo>
                <a:lnTo>
                  <a:pt x="40" y="19"/>
                </a:lnTo>
                <a:lnTo>
                  <a:pt x="35" y="27"/>
                </a:lnTo>
                <a:lnTo>
                  <a:pt x="27" y="23"/>
                </a:lnTo>
                <a:lnTo>
                  <a:pt x="31" y="15"/>
                </a:lnTo>
                <a:moveTo>
                  <a:pt x="40" y="19"/>
                </a:moveTo>
                <a:lnTo>
                  <a:pt x="48" y="23"/>
                </a:lnTo>
                <a:lnTo>
                  <a:pt x="44" y="31"/>
                </a:lnTo>
                <a:lnTo>
                  <a:pt x="35" y="27"/>
                </a:lnTo>
                <a:lnTo>
                  <a:pt x="40" y="19"/>
                </a:lnTo>
                <a:moveTo>
                  <a:pt x="48" y="23"/>
                </a:moveTo>
                <a:lnTo>
                  <a:pt x="56" y="27"/>
                </a:lnTo>
                <a:lnTo>
                  <a:pt x="52" y="36"/>
                </a:lnTo>
                <a:lnTo>
                  <a:pt x="44" y="31"/>
                </a:lnTo>
                <a:lnTo>
                  <a:pt x="48" y="23"/>
                </a:lnTo>
                <a:moveTo>
                  <a:pt x="56" y="27"/>
                </a:moveTo>
                <a:lnTo>
                  <a:pt x="64" y="31"/>
                </a:lnTo>
                <a:lnTo>
                  <a:pt x="60" y="40"/>
                </a:lnTo>
                <a:lnTo>
                  <a:pt x="52" y="36"/>
                </a:lnTo>
                <a:lnTo>
                  <a:pt x="56" y="27"/>
                </a:lnTo>
                <a:moveTo>
                  <a:pt x="64" y="31"/>
                </a:moveTo>
                <a:lnTo>
                  <a:pt x="71" y="36"/>
                </a:lnTo>
                <a:lnTo>
                  <a:pt x="68" y="44"/>
                </a:lnTo>
                <a:lnTo>
                  <a:pt x="60" y="40"/>
                </a:lnTo>
                <a:lnTo>
                  <a:pt x="64" y="31"/>
                </a:lnTo>
                <a:moveTo>
                  <a:pt x="71" y="36"/>
                </a:moveTo>
                <a:lnTo>
                  <a:pt x="79" y="40"/>
                </a:lnTo>
                <a:lnTo>
                  <a:pt x="75" y="48"/>
                </a:lnTo>
                <a:lnTo>
                  <a:pt x="68" y="44"/>
                </a:lnTo>
                <a:lnTo>
                  <a:pt x="71" y="36"/>
                </a:lnTo>
                <a:moveTo>
                  <a:pt x="79" y="40"/>
                </a:moveTo>
                <a:lnTo>
                  <a:pt x="87" y="44"/>
                </a:lnTo>
                <a:lnTo>
                  <a:pt x="83" y="52"/>
                </a:lnTo>
                <a:lnTo>
                  <a:pt x="75" y="48"/>
                </a:lnTo>
                <a:lnTo>
                  <a:pt x="79" y="40"/>
                </a:lnTo>
                <a:moveTo>
                  <a:pt x="87" y="44"/>
                </a:moveTo>
                <a:lnTo>
                  <a:pt x="95" y="48"/>
                </a:lnTo>
                <a:lnTo>
                  <a:pt x="91" y="56"/>
                </a:lnTo>
                <a:lnTo>
                  <a:pt x="83" y="52"/>
                </a:lnTo>
                <a:lnTo>
                  <a:pt x="87" y="44"/>
                </a:lnTo>
                <a:moveTo>
                  <a:pt x="95" y="48"/>
                </a:moveTo>
                <a:lnTo>
                  <a:pt x="105" y="53"/>
                </a:lnTo>
                <a:lnTo>
                  <a:pt x="90" y="60"/>
                </a:lnTo>
                <a:lnTo>
                  <a:pt x="86" y="52"/>
                </a:lnTo>
                <a:lnTo>
                  <a:pt x="93" y="49"/>
                </a:lnTo>
                <a:lnTo>
                  <a:pt x="95" y="53"/>
                </a:lnTo>
                <a:lnTo>
                  <a:pt x="93" y="57"/>
                </a:lnTo>
                <a:lnTo>
                  <a:pt x="91" y="56"/>
                </a:lnTo>
                <a:lnTo>
                  <a:pt x="95" y="48"/>
                </a:lnTo>
                <a:moveTo>
                  <a:pt x="90" y="60"/>
                </a:moveTo>
                <a:lnTo>
                  <a:pt x="82" y="64"/>
                </a:lnTo>
                <a:lnTo>
                  <a:pt x="78" y="56"/>
                </a:lnTo>
                <a:lnTo>
                  <a:pt x="86" y="52"/>
                </a:lnTo>
                <a:lnTo>
                  <a:pt x="90" y="60"/>
                </a:lnTo>
                <a:moveTo>
                  <a:pt x="82" y="64"/>
                </a:moveTo>
                <a:lnTo>
                  <a:pt x="74" y="68"/>
                </a:lnTo>
                <a:lnTo>
                  <a:pt x="70" y="60"/>
                </a:lnTo>
                <a:lnTo>
                  <a:pt x="78" y="56"/>
                </a:lnTo>
                <a:lnTo>
                  <a:pt x="82" y="64"/>
                </a:lnTo>
                <a:moveTo>
                  <a:pt x="74" y="68"/>
                </a:moveTo>
                <a:lnTo>
                  <a:pt x="66" y="72"/>
                </a:lnTo>
                <a:lnTo>
                  <a:pt x="62" y="64"/>
                </a:lnTo>
                <a:lnTo>
                  <a:pt x="70" y="60"/>
                </a:lnTo>
                <a:lnTo>
                  <a:pt x="74" y="68"/>
                </a:lnTo>
                <a:moveTo>
                  <a:pt x="66" y="72"/>
                </a:moveTo>
                <a:lnTo>
                  <a:pt x="58" y="76"/>
                </a:lnTo>
                <a:lnTo>
                  <a:pt x="54" y="68"/>
                </a:lnTo>
                <a:lnTo>
                  <a:pt x="62" y="64"/>
                </a:lnTo>
                <a:lnTo>
                  <a:pt x="66" y="72"/>
                </a:lnTo>
                <a:moveTo>
                  <a:pt x="58" y="76"/>
                </a:moveTo>
                <a:lnTo>
                  <a:pt x="51" y="80"/>
                </a:lnTo>
                <a:lnTo>
                  <a:pt x="47" y="72"/>
                </a:lnTo>
                <a:lnTo>
                  <a:pt x="54" y="68"/>
                </a:lnTo>
                <a:lnTo>
                  <a:pt x="58" y="76"/>
                </a:lnTo>
                <a:moveTo>
                  <a:pt x="51" y="80"/>
                </a:moveTo>
                <a:lnTo>
                  <a:pt x="43" y="84"/>
                </a:lnTo>
                <a:lnTo>
                  <a:pt x="39" y="76"/>
                </a:lnTo>
                <a:lnTo>
                  <a:pt x="47" y="72"/>
                </a:lnTo>
                <a:lnTo>
                  <a:pt x="51" y="80"/>
                </a:lnTo>
                <a:moveTo>
                  <a:pt x="43" y="84"/>
                </a:moveTo>
                <a:lnTo>
                  <a:pt x="34" y="88"/>
                </a:lnTo>
                <a:lnTo>
                  <a:pt x="30" y="80"/>
                </a:lnTo>
                <a:lnTo>
                  <a:pt x="39" y="76"/>
                </a:lnTo>
                <a:lnTo>
                  <a:pt x="43" y="84"/>
                </a:lnTo>
                <a:moveTo>
                  <a:pt x="34" y="88"/>
                </a:moveTo>
                <a:lnTo>
                  <a:pt x="26" y="92"/>
                </a:lnTo>
                <a:lnTo>
                  <a:pt x="22" y="84"/>
                </a:lnTo>
                <a:lnTo>
                  <a:pt x="30" y="80"/>
                </a:lnTo>
                <a:lnTo>
                  <a:pt x="34" y="88"/>
                </a:lnTo>
                <a:moveTo>
                  <a:pt x="26" y="92"/>
                </a:moveTo>
                <a:lnTo>
                  <a:pt x="18" y="96"/>
                </a:lnTo>
                <a:lnTo>
                  <a:pt x="14" y="88"/>
                </a:lnTo>
                <a:lnTo>
                  <a:pt x="22" y="84"/>
                </a:lnTo>
                <a:lnTo>
                  <a:pt x="26" y="92"/>
                </a:lnTo>
                <a:moveTo>
                  <a:pt x="18" y="96"/>
                </a:moveTo>
                <a:lnTo>
                  <a:pt x="10" y="100"/>
                </a:lnTo>
                <a:lnTo>
                  <a:pt x="6" y="92"/>
                </a:lnTo>
                <a:lnTo>
                  <a:pt x="14" y="88"/>
                </a:lnTo>
                <a:lnTo>
                  <a:pt x="18" y="96"/>
                </a:lnTo>
                <a:moveTo>
                  <a:pt x="10" y="100"/>
                </a:moveTo>
                <a:lnTo>
                  <a:pt x="0" y="104"/>
                </a:lnTo>
                <a:lnTo>
                  <a:pt x="0" y="92"/>
                </a:lnTo>
                <a:lnTo>
                  <a:pt x="9" y="92"/>
                </a:lnTo>
                <a:lnTo>
                  <a:pt x="9" y="97"/>
                </a:lnTo>
                <a:lnTo>
                  <a:pt x="5" y="97"/>
                </a:lnTo>
                <a:lnTo>
                  <a:pt x="3" y="93"/>
                </a:lnTo>
                <a:lnTo>
                  <a:pt x="6" y="92"/>
                </a:lnTo>
                <a:lnTo>
                  <a:pt x="10" y="100"/>
                </a:lnTo>
                <a:moveTo>
                  <a:pt x="0" y="92"/>
                </a:moveTo>
                <a:lnTo>
                  <a:pt x="0" y="83"/>
                </a:lnTo>
                <a:lnTo>
                  <a:pt x="9" y="83"/>
                </a:lnTo>
                <a:lnTo>
                  <a:pt x="9" y="92"/>
                </a:lnTo>
                <a:lnTo>
                  <a:pt x="0" y="92"/>
                </a:lnTo>
                <a:moveTo>
                  <a:pt x="0" y="83"/>
                </a:moveTo>
                <a:lnTo>
                  <a:pt x="0" y="74"/>
                </a:lnTo>
                <a:lnTo>
                  <a:pt x="9" y="74"/>
                </a:lnTo>
                <a:lnTo>
                  <a:pt x="9" y="83"/>
                </a:lnTo>
                <a:lnTo>
                  <a:pt x="0" y="83"/>
                </a:lnTo>
                <a:moveTo>
                  <a:pt x="0" y="74"/>
                </a:moveTo>
                <a:lnTo>
                  <a:pt x="0" y="65"/>
                </a:lnTo>
                <a:lnTo>
                  <a:pt x="9" y="65"/>
                </a:lnTo>
                <a:lnTo>
                  <a:pt x="9" y="74"/>
                </a:lnTo>
                <a:lnTo>
                  <a:pt x="0" y="74"/>
                </a:lnTo>
                <a:moveTo>
                  <a:pt x="0" y="65"/>
                </a:moveTo>
                <a:lnTo>
                  <a:pt x="0" y="56"/>
                </a:lnTo>
                <a:lnTo>
                  <a:pt x="9" y="56"/>
                </a:lnTo>
                <a:lnTo>
                  <a:pt x="9" y="65"/>
                </a:lnTo>
                <a:lnTo>
                  <a:pt x="0" y="65"/>
                </a:lnTo>
                <a:moveTo>
                  <a:pt x="0" y="56"/>
                </a:moveTo>
                <a:lnTo>
                  <a:pt x="0" y="47"/>
                </a:lnTo>
                <a:lnTo>
                  <a:pt x="9" y="47"/>
                </a:lnTo>
                <a:lnTo>
                  <a:pt x="9" y="56"/>
                </a:lnTo>
                <a:lnTo>
                  <a:pt x="0" y="56"/>
                </a:lnTo>
                <a:moveTo>
                  <a:pt x="0" y="47"/>
                </a:moveTo>
                <a:lnTo>
                  <a:pt x="0" y="38"/>
                </a:lnTo>
                <a:lnTo>
                  <a:pt x="9" y="38"/>
                </a:lnTo>
                <a:lnTo>
                  <a:pt x="9" y="47"/>
                </a:lnTo>
                <a:lnTo>
                  <a:pt x="0" y="47"/>
                </a:lnTo>
                <a:moveTo>
                  <a:pt x="0" y="38"/>
                </a:moveTo>
                <a:lnTo>
                  <a:pt x="0" y="28"/>
                </a:lnTo>
                <a:lnTo>
                  <a:pt x="9" y="28"/>
                </a:lnTo>
                <a:lnTo>
                  <a:pt x="9" y="38"/>
                </a:lnTo>
                <a:lnTo>
                  <a:pt x="0" y="38"/>
                </a:lnTo>
                <a:moveTo>
                  <a:pt x="0" y="28"/>
                </a:moveTo>
                <a:lnTo>
                  <a:pt x="0" y="20"/>
                </a:lnTo>
                <a:lnTo>
                  <a:pt x="9" y="20"/>
                </a:lnTo>
                <a:lnTo>
                  <a:pt x="9" y="28"/>
                </a:lnTo>
                <a:lnTo>
                  <a:pt x="0" y="28"/>
                </a:lnTo>
                <a:moveTo>
                  <a:pt x="0" y="20"/>
                </a:moveTo>
                <a:lnTo>
                  <a:pt x="0" y="11"/>
                </a:lnTo>
                <a:lnTo>
                  <a:pt x="9" y="11"/>
                </a:lnTo>
                <a:lnTo>
                  <a:pt x="9" y="20"/>
                </a:lnTo>
                <a:lnTo>
                  <a:pt x="0" y="20"/>
                </a:lnTo>
                <a:moveTo>
                  <a:pt x="0" y="11"/>
                </a:moveTo>
                <a:lnTo>
                  <a:pt x="0" y="0"/>
                </a:lnTo>
                <a:lnTo>
                  <a:pt x="15" y="7"/>
                </a:lnTo>
                <a:lnTo>
                  <a:pt x="11" y="15"/>
                </a:lnTo>
                <a:lnTo>
                  <a:pt x="3" y="11"/>
                </a:lnTo>
                <a:lnTo>
                  <a:pt x="5" y="7"/>
                </a:lnTo>
                <a:lnTo>
                  <a:pt x="9" y="7"/>
                </a:lnTo>
                <a:lnTo>
                  <a:pt x="9" y="11"/>
                </a:lnTo>
                <a:lnTo>
                  <a:pt x="0" y="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1" name=""/>
          <p:cNvSpPr/>
          <p:nvPr/>
        </p:nvSpPr>
        <p:spPr>
          <a:xfrm>
            <a:off x="7605000" y="2397960"/>
            <a:ext cx="183960" cy="0"/>
          </a:xfrm>
          <a:custGeom>
            <a:avLst/>
            <a:gdLst/>
            <a:ahLst/>
            <a:rect l="0" t="0" r="r" b="b"/>
            <a:pathLst>
              <a:path fill="none" w="511" h="0">
                <a:moveTo>
                  <a:pt x="0" y="0"/>
                </a:moveTo>
                <a:lnTo>
                  <a:pt x="46" y="0"/>
                </a:lnTo>
                <a:cubicBezTo>
                  <a:pt x="92" y="0"/>
                  <a:pt x="185" y="0"/>
                  <a:pt x="270" y="0"/>
                </a:cubicBezTo>
                <a:cubicBezTo>
                  <a:pt x="355" y="0"/>
                  <a:pt x="433" y="0"/>
                  <a:pt x="472" y="0"/>
                </a:cubicBezTo>
                <a:lnTo>
                  <a:pt x="511" y="0"/>
                </a:lnTo>
              </a:path>
            </a:pathLst>
          </a:custGeom>
          <a:ln w="3960">
            <a:solidFill>
              <a:srgbClr val="333333"/>
            </a:solidFill>
            <a:miter/>
          </a:ln>
        </p:spPr>
        <p:txBody>
          <a:bodyPr lIns="1800" rIns="1800" tIns="-1800" bIns="-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" name=""/>
          <p:cNvSpPr/>
          <p:nvPr/>
        </p:nvSpPr>
        <p:spPr>
          <a:xfrm>
            <a:off x="7772760" y="2381760"/>
            <a:ext cx="32400" cy="32400"/>
          </a:xfrm>
          <a:custGeom>
            <a:avLst/>
            <a:gdLst/>
            <a:ahLst/>
            <a:rect l="0" t="0" r="r" b="b"/>
            <a:pathLst>
              <a:path w="90" h="90">
                <a:moveTo>
                  <a:pt x="0" y="0"/>
                </a:moveTo>
                <a:lnTo>
                  <a:pt x="90" y="46"/>
                </a:lnTo>
                <a:lnTo>
                  <a:pt x="0" y="9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3" name=""/>
          <p:cNvSpPr/>
          <p:nvPr/>
        </p:nvSpPr>
        <p:spPr>
          <a:xfrm>
            <a:off x="7771320" y="2379240"/>
            <a:ext cx="37440" cy="37440"/>
          </a:xfrm>
          <a:custGeom>
            <a:avLst/>
            <a:gdLst/>
            <a:ahLst/>
            <a:rect l="0" t="0" r="r" b="b"/>
            <a:pathLst>
              <a:path w="104" h="104">
                <a:moveTo>
                  <a:pt x="14" y="7"/>
                </a:moveTo>
                <a:lnTo>
                  <a:pt x="22" y="11"/>
                </a:lnTo>
                <a:lnTo>
                  <a:pt x="18" y="19"/>
                </a:lnTo>
                <a:lnTo>
                  <a:pt x="10" y="15"/>
                </a:lnTo>
                <a:lnTo>
                  <a:pt x="14" y="7"/>
                </a:lnTo>
                <a:moveTo>
                  <a:pt x="22" y="11"/>
                </a:moveTo>
                <a:lnTo>
                  <a:pt x="30" y="15"/>
                </a:lnTo>
                <a:lnTo>
                  <a:pt x="26" y="23"/>
                </a:lnTo>
                <a:lnTo>
                  <a:pt x="18" y="19"/>
                </a:lnTo>
                <a:lnTo>
                  <a:pt x="22" y="11"/>
                </a:lnTo>
                <a:moveTo>
                  <a:pt x="30" y="15"/>
                </a:moveTo>
                <a:lnTo>
                  <a:pt x="38" y="19"/>
                </a:lnTo>
                <a:lnTo>
                  <a:pt x="34" y="27"/>
                </a:lnTo>
                <a:lnTo>
                  <a:pt x="26" y="23"/>
                </a:lnTo>
                <a:lnTo>
                  <a:pt x="30" y="15"/>
                </a:lnTo>
                <a:moveTo>
                  <a:pt x="38" y="19"/>
                </a:moveTo>
                <a:lnTo>
                  <a:pt x="46" y="23"/>
                </a:lnTo>
                <a:lnTo>
                  <a:pt x="42" y="31"/>
                </a:lnTo>
                <a:lnTo>
                  <a:pt x="34" y="27"/>
                </a:lnTo>
                <a:lnTo>
                  <a:pt x="38" y="19"/>
                </a:lnTo>
                <a:moveTo>
                  <a:pt x="46" y="23"/>
                </a:moveTo>
                <a:lnTo>
                  <a:pt x="54" y="27"/>
                </a:lnTo>
                <a:lnTo>
                  <a:pt x="50" y="36"/>
                </a:lnTo>
                <a:lnTo>
                  <a:pt x="42" y="31"/>
                </a:lnTo>
                <a:lnTo>
                  <a:pt x="46" y="23"/>
                </a:lnTo>
                <a:moveTo>
                  <a:pt x="54" y="27"/>
                </a:moveTo>
                <a:lnTo>
                  <a:pt x="62" y="31"/>
                </a:lnTo>
                <a:lnTo>
                  <a:pt x="58" y="40"/>
                </a:lnTo>
                <a:lnTo>
                  <a:pt x="50" y="36"/>
                </a:lnTo>
                <a:lnTo>
                  <a:pt x="54" y="27"/>
                </a:lnTo>
                <a:moveTo>
                  <a:pt x="62" y="31"/>
                </a:moveTo>
                <a:lnTo>
                  <a:pt x="70" y="36"/>
                </a:lnTo>
                <a:lnTo>
                  <a:pt x="66" y="44"/>
                </a:lnTo>
                <a:lnTo>
                  <a:pt x="58" y="40"/>
                </a:lnTo>
                <a:lnTo>
                  <a:pt x="62" y="31"/>
                </a:lnTo>
                <a:moveTo>
                  <a:pt x="70" y="36"/>
                </a:moveTo>
                <a:lnTo>
                  <a:pt x="78" y="40"/>
                </a:lnTo>
                <a:lnTo>
                  <a:pt x="74" y="48"/>
                </a:lnTo>
                <a:lnTo>
                  <a:pt x="66" y="44"/>
                </a:lnTo>
                <a:lnTo>
                  <a:pt x="70" y="36"/>
                </a:lnTo>
                <a:moveTo>
                  <a:pt x="78" y="40"/>
                </a:moveTo>
                <a:lnTo>
                  <a:pt x="86" y="44"/>
                </a:lnTo>
                <a:lnTo>
                  <a:pt x="82" y="52"/>
                </a:lnTo>
                <a:lnTo>
                  <a:pt x="74" y="48"/>
                </a:lnTo>
                <a:lnTo>
                  <a:pt x="78" y="40"/>
                </a:lnTo>
                <a:moveTo>
                  <a:pt x="86" y="44"/>
                </a:moveTo>
                <a:lnTo>
                  <a:pt x="94" y="48"/>
                </a:lnTo>
                <a:lnTo>
                  <a:pt x="90" y="56"/>
                </a:lnTo>
                <a:lnTo>
                  <a:pt x="82" y="52"/>
                </a:lnTo>
                <a:lnTo>
                  <a:pt x="86" y="44"/>
                </a:lnTo>
                <a:moveTo>
                  <a:pt x="94" y="48"/>
                </a:moveTo>
                <a:lnTo>
                  <a:pt x="104" y="53"/>
                </a:lnTo>
                <a:lnTo>
                  <a:pt x="88" y="60"/>
                </a:lnTo>
                <a:lnTo>
                  <a:pt x="84" y="52"/>
                </a:lnTo>
                <a:lnTo>
                  <a:pt x="91" y="49"/>
                </a:lnTo>
                <a:lnTo>
                  <a:pt x="93" y="53"/>
                </a:lnTo>
                <a:lnTo>
                  <a:pt x="91" y="57"/>
                </a:lnTo>
                <a:lnTo>
                  <a:pt x="90" y="56"/>
                </a:lnTo>
                <a:lnTo>
                  <a:pt x="94" y="48"/>
                </a:lnTo>
                <a:moveTo>
                  <a:pt x="88" y="60"/>
                </a:moveTo>
                <a:lnTo>
                  <a:pt x="80" y="64"/>
                </a:lnTo>
                <a:lnTo>
                  <a:pt x="76" y="56"/>
                </a:lnTo>
                <a:lnTo>
                  <a:pt x="84" y="52"/>
                </a:lnTo>
                <a:lnTo>
                  <a:pt x="88" y="60"/>
                </a:lnTo>
                <a:moveTo>
                  <a:pt x="80" y="64"/>
                </a:moveTo>
                <a:lnTo>
                  <a:pt x="73" y="68"/>
                </a:lnTo>
                <a:lnTo>
                  <a:pt x="69" y="60"/>
                </a:lnTo>
                <a:lnTo>
                  <a:pt x="76" y="56"/>
                </a:lnTo>
                <a:lnTo>
                  <a:pt x="80" y="64"/>
                </a:lnTo>
                <a:moveTo>
                  <a:pt x="73" y="68"/>
                </a:moveTo>
                <a:lnTo>
                  <a:pt x="65" y="72"/>
                </a:lnTo>
                <a:lnTo>
                  <a:pt x="61" y="64"/>
                </a:lnTo>
                <a:lnTo>
                  <a:pt x="69" y="60"/>
                </a:lnTo>
                <a:lnTo>
                  <a:pt x="73" y="68"/>
                </a:lnTo>
                <a:moveTo>
                  <a:pt x="65" y="72"/>
                </a:moveTo>
                <a:lnTo>
                  <a:pt x="57" y="76"/>
                </a:lnTo>
                <a:lnTo>
                  <a:pt x="53" y="68"/>
                </a:lnTo>
                <a:lnTo>
                  <a:pt x="61" y="64"/>
                </a:lnTo>
                <a:lnTo>
                  <a:pt x="65" y="72"/>
                </a:lnTo>
                <a:moveTo>
                  <a:pt x="57" y="76"/>
                </a:moveTo>
                <a:lnTo>
                  <a:pt x="49" y="80"/>
                </a:lnTo>
                <a:lnTo>
                  <a:pt x="45" y="72"/>
                </a:lnTo>
                <a:lnTo>
                  <a:pt x="53" y="68"/>
                </a:lnTo>
                <a:lnTo>
                  <a:pt x="57" y="76"/>
                </a:lnTo>
                <a:moveTo>
                  <a:pt x="49" y="80"/>
                </a:moveTo>
                <a:lnTo>
                  <a:pt x="41" y="84"/>
                </a:lnTo>
                <a:lnTo>
                  <a:pt x="37" y="76"/>
                </a:lnTo>
                <a:lnTo>
                  <a:pt x="45" y="72"/>
                </a:lnTo>
                <a:lnTo>
                  <a:pt x="49" y="80"/>
                </a:lnTo>
                <a:moveTo>
                  <a:pt x="41" y="84"/>
                </a:moveTo>
                <a:lnTo>
                  <a:pt x="33" y="88"/>
                </a:lnTo>
                <a:lnTo>
                  <a:pt x="29" y="80"/>
                </a:lnTo>
                <a:lnTo>
                  <a:pt x="37" y="76"/>
                </a:lnTo>
                <a:lnTo>
                  <a:pt x="41" y="84"/>
                </a:lnTo>
                <a:moveTo>
                  <a:pt x="33" y="88"/>
                </a:moveTo>
                <a:lnTo>
                  <a:pt x="25" y="92"/>
                </a:lnTo>
                <a:lnTo>
                  <a:pt x="21" y="84"/>
                </a:lnTo>
                <a:lnTo>
                  <a:pt x="29" y="80"/>
                </a:lnTo>
                <a:lnTo>
                  <a:pt x="33" y="88"/>
                </a:lnTo>
                <a:moveTo>
                  <a:pt x="25" y="92"/>
                </a:moveTo>
                <a:lnTo>
                  <a:pt x="17" y="96"/>
                </a:lnTo>
                <a:lnTo>
                  <a:pt x="13" y="88"/>
                </a:lnTo>
                <a:lnTo>
                  <a:pt x="21" y="84"/>
                </a:lnTo>
                <a:lnTo>
                  <a:pt x="25" y="92"/>
                </a:lnTo>
                <a:moveTo>
                  <a:pt x="17" y="96"/>
                </a:moveTo>
                <a:lnTo>
                  <a:pt x="9" y="100"/>
                </a:lnTo>
                <a:lnTo>
                  <a:pt x="5" y="92"/>
                </a:lnTo>
                <a:lnTo>
                  <a:pt x="13" y="88"/>
                </a:lnTo>
                <a:lnTo>
                  <a:pt x="17" y="96"/>
                </a:lnTo>
                <a:moveTo>
                  <a:pt x="9" y="100"/>
                </a:moveTo>
                <a:lnTo>
                  <a:pt x="0" y="104"/>
                </a:lnTo>
                <a:lnTo>
                  <a:pt x="0" y="92"/>
                </a:lnTo>
                <a:lnTo>
                  <a:pt x="9" y="92"/>
                </a:lnTo>
                <a:lnTo>
                  <a:pt x="9" y="97"/>
                </a:lnTo>
                <a:lnTo>
                  <a:pt x="4" y="97"/>
                </a:lnTo>
                <a:lnTo>
                  <a:pt x="2" y="93"/>
                </a:lnTo>
                <a:lnTo>
                  <a:pt x="5" y="92"/>
                </a:lnTo>
                <a:lnTo>
                  <a:pt x="9" y="100"/>
                </a:lnTo>
                <a:moveTo>
                  <a:pt x="0" y="92"/>
                </a:moveTo>
                <a:lnTo>
                  <a:pt x="0" y="83"/>
                </a:lnTo>
                <a:lnTo>
                  <a:pt x="9" y="83"/>
                </a:lnTo>
                <a:lnTo>
                  <a:pt x="9" y="92"/>
                </a:lnTo>
                <a:lnTo>
                  <a:pt x="0" y="92"/>
                </a:lnTo>
                <a:moveTo>
                  <a:pt x="0" y="83"/>
                </a:moveTo>
                <a:lnTo>
                  <a:pt x="0" y="74"/>
                </a:lnTo>
                <a:lnTo>
                  <a:pt x="9" y="74"/>
                </a:lnTo>
                <a:lnTo>
                  <a:pt x="9" y="83"/>
                </a:lnTo>
                <a:lnTo>
                  <a:pt x="0" y="83"/>
                </a:lnTo>
                <a:moveTo>
                  <a:pt x="0" y="74"/>
                </a:moveTo>
                <a:lnTo>
                  <a:pt x="0" y="65"/>
                </a:lnTo>
                <a:lnTo>
                  <a:pt x="9" y="65"/>
                </a:lnTo>
                <a:lnTo>
                  <a:pt x="9" y="74"/>
                </a:lnTo>
                <a:lnTo>
                  <a:pt x="0" y="74"/>
                </a:lnTo>
                <a:moveTo>
                  <a:pt x="0" y="65"/>
                </a:moveTo>
                <a:lnTo>
                  <a:pt x="0" y="56"/>
                </a:lnTo>
                <a:lnTo>
                  <a:pt x="9" y="56"/>
                </a:lnTo>
                <a:lnTo>
                  <a:pt x="9" y="65"/>
                </a:lnTo>
                <a:lnTo>
                  <a:pt x="0" y="65"/>
                </a:lnTo>
                <a:moveTo>
                  <a:pt x="0" y="56"/>
                </a:moveTo>
                <a:lnTo>
                  <a:pt x="0" y="47"/>
                </a:lnTo>
                <a:lnTo>
                  <a:pt x="9" y="47"/>
                </a:lnTo>
                <a:lnTo>
                  <a:pt x="9" y="56"/>
                </a:lnTo>
                <a:lnTo>
                  <a:pt x="0" y="56"/>
                </a:lnTo>
                <a:moveTo>
                  <a:pt x="0" y="47"/>
                </a:moveTo>
                <a:lnTo>
                  <a:pt x="0" y="38"/>
                </a:lnTo>
                <a:lnTo>
                  <a:pt x="9" y="38"/>
                </a:lnTo>
                <a:lnTo>
                  <a:pt x="9" y="47"/>
                </a:lnTo>
                <a:lnTo>
                  <a:pt x="0" y="47"/>
                </a:lnTo>
                <a:moveTo>
                  <a:pt x="0" y="38"/>
                </a:moveTo>
                <a:lnTo>
                  <a:pt x="0" y="28"/>
                </a:lnTo>
                <a:lnTo>
                  <a:pt x="9" y="28"/>
                </a:lnTo>
                <a:lnTo>
                  <a:pt x="9" y="38"/>
                </a:lnTo>
                <a:lnTo>
                  <a:pt x="0" y="38"/>
                </a:lnTo>
                <a:moveTo>
                  <a:pt x="0" y="28"/>
                </a:moveTo>
                <a:lnTo>
                  <a:pt x="0" y="20"/>
                </a:lnTo>
                <a:lnTo>
                  <a:pt x="9" y="20"/>
                </a:lnTo>
                <a:lnTo>
                  <a:pt x="9" y="28"/>
                </a:lnTo>
                <a:lnTo>
                  <a:pt x="0" y="28"/>
                </a:lnTo>
                <a:moveTo>
                  <a:pt x="0" y="20"/>
                </a:moveTo>
                <a:lnTo>
                  <a:pt x="0" y="11"/>
                </a:lnTo>
                <a:lnTo>
                  <a:pt x="9" y="11"/>
                </a:lnTo>
                <a:lnTo>
                  <a:pt x="9" y="20"/>
                </a:lnTo>
                <a:lnTo>
                  <a:pt x="0" y="20"/>
                </a:lnTo>
                <a:moveTo>
                  <a:pt x="0" y="11"/>
                </a:moveTo>
                <a:lnTo>
                  <a:pt x="0" y="0"/>
                </a:lnTo>
                <a:lnTo>
                  <a:pt x="14" y="7"/>
                </a:lnTo>
                <a:lnTo>
                  <a:pt x="10" y="15"/>
                </a:lnTo>
                <a:lnTo>
                  <a:pt x="2" y="11"/>
                </a:lnTo>
                <a:lnTo>
                  <a:pt x="4" y="7"/>
                </a:lnTo>
                <a:lnTo>
                  <a:pt x="9" y="7"/>
                </a:lnTo>
                <a:lnTo>
                  <a:pt x="9" y="11"/>
                </a:lnTo>
                <a:lnTo>
                  <a:pt x="0" y="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4" name=""/>
          <p:cNvSpPr/>
          <p:nvPr/>
        </p:nvSpPr>
        <p:spPr>
          <a:xfrm>
            <a:off x="5826600" y="2717640"/>
            <a:ext cx="897840" cy="86040"/>
          </a:xfrm>
          <a:custGeom>
            <a:avLst/>
            <a:gdLst/>
            <a:ahLst/>
            <a:rect l="0" t="0" r="r" b="b"/>
            <a:pathLst>
              <a:path fill="none" w="2494" h="239">
                <a:moveTo>
                  <a:pt x="0" y="0"/>
                </a:moveTo>
                <a:lnTo>
                  <a:pt x="172" y="0"/>
                </a:lnTo>
                <a:cubicBezTo>
                  <a:pt x="343" y="0"/>
                  <a:pt x="685" y="0"/>
                  <a:pt x="1100" y="40"/>
                </a:cubicBezTo>
                <a:cubicBezTo>
                  <a:pt x="1516" y="80"/>
                  <a:pt x="2005" y="160"/>
                  <a:pt x="2250" y="199"/>
                </a:cubicBezTo>
                <a:lnTo>
                  <a:pt x="2494" y="239"/>
                </a:lnTo>
              </a:path>
            </a:pathLst>
          </a:custGeom>
          <a:ln w="3960">
            <a:solidFill>
              <a:srgbClr val="333333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" name=""/>
          <p:cNvSpPr/>
          <p:nvPr/>
        </p:nvSpPr>
        <p:spPr>
          <a:xfrm>
            <a:off x="6705720" y="2784960"/>
            <a:ext cx="34560" cy="32040"/>
          </a:xfrm>
          <a:custGeom>
            <a:avLst/>
            <a:gdLst/>
            <a:ahLst/>
            <a:rect l="0" t="0" r="r" b="b"/>
            <a:pathLst>
              <a:path w="96" h="89">
                <a:moveTo>
                  <a:pt x="15" y="0"/>
                </a:moveTo>
                <a:lnTo>
                  <a:pt x="96" y="59"/>
                </a:lnTo>
                <a:lnTo>
                  <a:pt x="0" y="89"/>
                </a:lnTo>
                <a:lnTo>
                  <a:pt x="15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6" name=""/>
          <p:cNvSpPr/>
          <p:nvPr/>
        </p:nvSpPr>
        <p:spPr>
          <a:xfrm>
            <a:off x="6703920" y="2782080"/>
            <a:ext cx="39960" cy="37080"/>
          </a:xfrm>
          <a:custGeom>
            <a:avLst/>
            <a:gdLst/>
            <a:ahLst/>
            <a:rect l="0" t="0" r="r" b="b"/>
            <a:pathLst>
              <a:path w="111" h="103">
                <a:moveTo>
                  <a:pt x="30" y="10"/>
                </a:moveTo>
                <a:lnTo>
                  <a:pt x="38" y="15"/>
                </a:lnTo>
                <a:lnTo>
                  <a:pt x="32" y="22"/>
                </a:lnTo>
                <a:lnTo>
                  <a:pt x="25" y="17"/>
                </a:lnTo>
                <a:lnTo>
                  <a:pt x="30" y="10"/>
                </a:lnTo>
                <a:moveTo>
                  <a:pt x="38" y="15"/>
                </a:moveTo>
                <a:lnTo>
                  <a:pt x="45" y="20"/>
                </a:lnTo>
                <a:lnTo>
                  <a:pt x="40" y="27"/>
                </a:lnTo>
                <a:lnTo>
                  <a:pt x="32" y="22"/>
                </a:lnTo>
                <a:lnTo>
                  <a:pt x="38" y="15"/>
                </a:lnTo>
                <a:moveTo>
                  <a:pt x="45" y="20"/>
                </a:moveTo>
                <a:lnTo>
                  <a:pt x="52" y="25"/>
                </a:lnTo>
                <a:lnTo>
                  <a:pt x="47" y="32"/>
                </a:lnTo>
                <a:lnTo>
                  <a:pt x="40" y="27"/>
                </a:lnTo>
                <a:lnTo>
                  <a:pt x="45" y="20"/>
                </a:lnTo>
                <a:moveTo>
                  <a:pt x="52" y="25"/>
                </a:moveTo>
                <a:lnTo>
                  <a:pt x="59" y="30"/>
                </a:lnTo>
                <a:lnTo>
                  <a:pt x="54" y="38"/>
                </a:lnTo>
                <a:lnTo>
                  <a:pt x="47" y="32"/>
                </a:lnTo>
                <a:lnTo>
                  <a:pt x="52" y="25"/>
                </a:lnTo>
                <a:moveTo>
                  <a:pt x="59" y="30"/>
                </a:moveTo>
                <a:lnTo>
                  <a:pt x="66" y="36"/>
                </a:lnTo>
                <a:lnTo>
                  <a:pt x="61" y="43"/>
                </a:lnTo>
                <a:lnTo>
                  <a:pt x="54" y="38"/>
                </a:lnTo>
                <a:lnTo>
                  <a:pt x="59" y="30"/>
                </a:lnTo>
                <a:moveTo>
                  <a:pt x="66" y="36"/>
                </a:moveTo>
                <a:lnTo>
                  <a:pt x="74" y="41"/>
                </a:lnTo>
                <a:lnTo>
                  <a:pt x="68" y="48"/>
                </a:lnTo>
                <a:lnTo>
                  <a:pt x="61" y="43"/>
                </a:lnTo>
                <a:lnTo>
                  <a:pt x="66" y="36"/>
                </a:lnTo>
                <a:moveTo>
                  <a:pt x="74" y="41"/>
                </a:moveTo>
                <a:lnTo>
                  <a:pt x="81" y="46"/>
                </a:lnTo>
                <a:lnTo>
                  <a:pt x="76" y="53"/>
                </a:lnTo>
                <a:lnTo>
                  <a:pt x="68" y="48"/>
                </a:lnTo>
                <a:lnTo>
                  <a:pt x="74" y="41"/>
                </a:lnTo>
                <a:moveTo>
                  <a:pt x="81" y="46"/>
                </a:moveTo>
                <a:lnTo>
                  <a:pt x="88" y="51"/>
                </a:lnTo>
                <a:lnTo>
                  <a:pt x="83" y="58"/>
                </a:lnTo>
                <a:lnTo>
                  <a:pt x="76" y="53"/>
                </a:lnTo>
                <a:lnTo>
                  <a:pt x="81" y="46"/>
                </a:lnTo>
                <a:moveTo>
                  <a:pt x="88" y="51"/>
                </a:moveTo>
                <a:lnTo>
                  <a:pt x="95" y="56"/>
                </a:lnTo>
                <a:lnTo>
                  <a:pt x="90" y="64"/>
                </a:lnTo>
                <a:lnTo>
                  <a:pt x="83" y="58"/>
                </a:lnTo>
                <a:lnTo>
                  <a:pt x="88" y="51"/>
                </a:lnTo>
                <a:moveTo>
                  <a:pt x="95" y="56"/>
                </a:moveTo>
                <a:lnTo>
                  <a:pt x="102" y="62"/>
                </a:lnTo>
                <a:lnTo>
                  <a:pt x="97" y="69"/>
                </a:lnTo>
                <a:lnTo>
                  <a:pt x="90" y="64"/>
                </a:lnTo>
                <a:lnTo>
                  <a:pt x="95" y="56"/>
                </a:lnTo>
                <a:moveTo>
                  <a:pt x="102" y="62"/>
                </a:moveTo>
                <a:lnTo>
                  <a:pt x="111" y="68"/>
                </a:lnTo>
                <a:lnTo>
                  <a:pt x="96" y="73"/>
                </a:lnTo>
                <a:lnTo>
                  <a:pt x="93" y="64"/>
                </a:lnTo>
                <a:lnTo>
                  <a:pt x="100" y="62"/>
                </a:lnTo>
                <a:lnTo>
                  <a:pt x="101" y="66"/>
                </a:lnTo>
                <a:lnTo>
                  <a:pt x="99" y="70"/>
                </a:lnTo>
                <a:lnTo>
                  <a:pt x="97" y="69"/>
                </a:lnTo>
                <a:lnTo>
                  <a:pt x="102" y="62"/>
                </a:lnTo>
                <a:moveTo>
                  <a:pt x="96" y="73"/>
                </a:moveTo>
                <a:lnTo>
                  <a:pt x="87" y="75"/>
                </a:lnTo>
                <a:lnTo>
                  <a:pt x="84" y="67"/>
                </a:lnTo>
                <a:lnTo>
                  <a:pt x="93" y="64"/>
                </a:lnTo>
                <a:lnTo>
                  <a:pt x="96" y="73"/>
                </a:lnTo>
                <a:moveTo>
                  <a:pt x="87" y="75"/>
                </a:moveTo>
                <a:lnTo>
                  <a:pt x="79" y="78"/>
                </a:lnTo>
                <a:lnTo>
                  <a:pt x="76" y="69"/>
                </a:lnTo>
                <a:lnTo>
                  <a:pt x="84" y="67"/>
                </a:lnTo>
                <a:lnTo>
                  <a:pt x="87" y="75"/>
                </a:lnTo>
                <a:moveTo>
                  <a:pt x="79" y="78"/>
                </a:moveTo>
                <a:lnTo>
                  <a:pt x="70" y="80"/>
                </a:lnTo>
                <a:lnTo>
                  <a:pt x="67" y="72"/>
                </a:lnTo>
                <a:lnTo>
                  <a:pt x="76" y="69"/>
                </a:lnTo>
                <a:lnTo>
                  <a:pt x="79" y="78"/>
                </a:lnTo>
                <a:moveTo>
                  <a:pt x="70" y="80"/>
                </a:moveTo>
                <a:lnTo>
                  <a:pt x="62" y="83"/>
                </a:lnTo>
                <a:lnTo>
                  <a:pt x="59" y="75"/>
                </a:lnTo>
                <a:lnTo>
                  <a:pt x="67" y="72"/>
                </a:lnTo>
                <a:lnTo>
                  <a:pt x="70" y="80"/>
                </a:lnTo>
                <a:moveTo>
                  <a:pt x="62" y="83"/>
                </a:moveTo>
                <a:lnTo>
                  <a:pt x="53" y="86"/>
                </a:lnTo>
                <a:lnTo>
                  <a:pt x="51" y="77"/>
                </a:lnTo>
                <a:lnTo>
                  <a:pt x="59" y="75"/>
                </a:lnTo>
                <a:lnTo>
                  <a:pt x="62" y="83"/>
                </a:lnTo>
                <a:moveTo>
                  <a:pt x="53" y="86"/>
                </a:moveTo>
                <a:lnTo>
                  <a:pt x="45" y="88"/>
                </a:lnTo>
                <a:lnTo>
                  <a:pt x="42" y="80"/>
                </a:lnTo>
                <a:lnTo>
                  <a:pt x="51" y="77"/>
                </a:lnTo>
                <a:lnTo>
                  <a:pt x="53" y="86"/>
                </a:lnTo>
                <a:moveTo>
                  <a:pt x="45" y="88"/>
                </a:moveTo>
                <a:lnTo>
                  <a:pt x="36" y="91"/>
                </a:lnTo>
                <a:lnTo>
                  <a:pt x="34" y="83"/>
                </a:lnTo>
                <a:lnTo>
                  <a:pt x="42" y="80"/>
                </a:lnTo>
                <a:lnTo>
                  <a:pt x="45" y="88"/>
                </a:lnTo>
                <a:moveTo>
                  <a:pt x="36" y="91"/>
                </a:moveTo>
                <a:lnTo>
                  <a:pt x="28" y="94"/>
                </a:lnTo>
                <a:lnTo>
                  <a:pt x="25" y="85"/>
                </a:lnTo>
                <a:lnTo>
                  <a:pt x="34" y="83"/>
                </a:lnTo>
                <a:lnTo>
                  <a:pt x="36" y="91"/>
                </a:lnTo>
                <a:moveTo>
                  <a:pt x="28" y="94"/>
                </a:moveTo>
                <a:lnTo>
                  <a:pt x="18" y="96"/>
                </a:lnTo>
                <a:lnTo>
                  <a:pt x="16" y="88"/>
                </a:lnTo>
                <a:lnTo>
                  <a:pt x="25" y="85"/>
                </a:lnTo>
                <a:lnTo>
                  <a:pt x="28" y="94"/>
                </a:lnTo>
                <a:moveTo>
                  <a:pt x="18" y="96"/>
                </a:moveTo>
                <a:lnTo>
                  <a:pt x="10" y="99"/>
                </a:lnTo>
                <a:lnTo>
                  <a:pt x="7" y="91"/>
                </a:lnTo>
                <a:lnTo>
                  <a:pt x="16" y="88"/>
                </a:lnTo>
                <a:lnTo>
                  <a:pt x="18" y="96"/>
                </a:lnTo>
                <a:moveTo>
                  <a:pt x="10" y="99"/>
                </a:moveTo>
                <a:lnTo>
                  <a:pt x="0" y="103"/>
                </a:lnTo>
                <a:lnTo>
                  <a:pt x="2" y="89"/>
                </a:lnTo>
                <a:lnTo>
                  <a:pt x="11" y="91"/>
                </a:lnTo>
                <a:lnTo>
                  <a:pt x="10" y="96"/>
                </a:lnTo>
                <a:lnTo>
                  <a:pt x="5" y="96"/>
                </a:lnTo>
                <a:lnTo>
                  <a:pt x="4" y="92"/>
                </a:lnTo>
                <a:lnTo>
                  <a:pt x="7" y="91"/>
                </a:lnTo>
                <a:lnTo>
                  <a:pt x="10" y="99"/>
                </a:lnTo>
                <a:moveTo>
                  <a:pt x="2" y="89"/>
                </a:moveTo>
                <a:lnTo>
                  <a:pt x="3" y="81"/>
                </a:lnTo>
                <a:lnTo>
                  <a:pt x="12" y="82"/>
                </a:lnTo>
                <a:lnTo>
                  <a:pt x="11" y="91"/>
                </a:lnTo>
                <a:lnTo>
                  <a:pt x="2" y="89"/>
                </a:lnTo>
                <a:moveTo>
                  <a:pt x="3" y="81"/>
                </a:moveTo>
                <a:lnTo>
                  <a:pt x="5" y="72"/>
                </a:lnTo>
                <a:lnTo>
                  <a:pt x="14" y="73"/>
                </a:lnTo>
                <a:lnTo>
                  <a:pt x="12" y="82"/>
                </a:lnTo>
                <a:lnTo>
                  <a:pt x="3" y="81"/>
                </a:lnTo>
                <a:moveTo>
                  <a:pt x="5" y="72"/>
                </a:moveTo>
                <a:lnTo>
                  <a:pt x="6" y="63"/>
                </a:lnTo>
                <a:lnTo>
                  <a:pt x="15" y="65"/>
                </a:lnTo>
                <a:lnTo>
                  <a:pt x="14" y="73"/>
                </a:lnTo>
                <a:lnTo>
                  <a:pt x="5" y="72"/>
                </a:lnTo>
                <a:moveTo>
                  <a:pt x="6" y="63"/>
                </a:moveTo>
                <a:lnTo>
                  <a:pt x="8" y="54"/>
                </a:lnTo>
                <a:lnTo>
                  <a:pt x="16" y="56"/>
                </a:lnTo>
                <a:lnTo>
                  <a:pt x="15" y="65"/>
                </a:lnTo>
                <a:lnTo>
                  <a:pt x="6" y="63"/>
                </a:lnTo>
                <a:moveTo>
                  <a:pt x="8" y="54"/>
                </a:moveTo>
                <a:lnTo>
                  <a:pt x="9" y="46"/>
                </a:lnTo>
                <a:lnTo>
                  <a:pt x="18" y="47"/>
                </a:lnTo>
                <a:lnTo>
                  <a:pt x="16" y="56"/>
                </a:lnTo>
                <a:lnTo>
                  <a:pt x="8" y="54"/>
                </a:lnTo>
                <a:moveTo>
                  <a:pt x="9" y="46"/>
                </a:moveTo>
                <a:lnTo>
                  <a:pt x="10" y="37"/>
                </a:lnTo>
                <a:lnTo>
                  <a:pt x="19" y="38"/>
                </a:lnTo>
                <a:lnTo>
                  <a:pt x="18" y="47"/>
                </a:lnTo>
                <a:lnTo>
                  <a:pt x="9" y="46"/>
                </a:lnTo>
                <a:moveTo>
                  <a:pt x="10" y="37"/>
                </a:moveTo>
                <a:lnTo>
                  <a:pt x="12" y="28"/>
                </a:lnTo>
                <a:lnTo>
                  <a:pt x="21" y="29"/>
                </a:lnTo>
                <a:lnTo>
                  <a:pt x="19" y="38"/>
                </a:lnTo>
                <a:lnTo>
                  <a:pt x="10" y="37"/>
                </a:lnTo>
                <a:moveTo>
                  <a:pt x="12" y="28"/>
                </a:moveTo>
                <a:lnTo>
                  <a:pt x="13" y="19"/>
                </a:lnTo>
                <a:lnTo>
                  <a:pt x="22" y="21"/>
                </a:lnTo>
                <a:lnTo>
                  <a:pt x="21" y="29"/>
                </a:lnTo>
                <a:lnTo>
                  <a:pt x="12" y="28"/>
                </a:lnTo>
                <a:moveTo>
                  <a:pt x="13" y="19"/>
                </a:moveTo>
                <a:lnTo>
                  <a:pt x="15" y="10"/>
                </a:lnTo>
                <a:lnTo>
                  <a:pt x="24" y="12"/>
                </a:lnTo>
                <a:lnTo>
                  <a:pt x="22" y="21"/>
                </a:lnTo>
                <a:lnTo>
                  <a:pt x="13" y="19"/>
                </a:lnTo>
                <a:moveTo>
                  <a:pt x="15" y="10"/>
                </a:moveTo>
                <a:lnTo>
                  <a:pt x="16" y="0"/>
                </a:lnTo>
                <a:lnTo>
                  <a:pt x="30" y="10"/>
                </a:lnTo>
                <a:lnTo>
                  <a:pt x="25" y="17"/>
                </a:lnTo>
                <a:lnTo>
                  <a:pt x="17" y="12"/>
                </a:lnTo>
                <a:lnTo>
                  <a:pt x="20" y="8"/>
                </a:lnTo>
                <a:lnTo>
                  <a:pt x="25" y="9"/>
                </a:lnTo>
                <a:lnTo>
                  <a:pt x="24" y="12"/>
                </a:lnTo>
                <a:lnTo>
                  <a:pt x="15" y="1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7" name=""/>
          <p:cNvSpPr/>
          <p:nvPr/>
        </p:nvSpPr>
        <p:spPr>
          <a:xfrm>
            <a:off x="5785200" y="2829240"/>
            <a:ext cx="955080" cy="77760"/>
          </a:xfrm>
          <a:custGeom>
            <a:avLst/>
            <a:gdLst/>
            <a:ahLst/>
            <a:rect l="0" t="0" r="r" b="b"/>
            <a:pathLst>
              <a:path fill="none" w="2653" h="216">
                <a:moveTo>
                  <a:pt x="2653" y="159"/>
                </a:moveTo>
                <a:lnTo>
                  <a:pt x="2401" y="178"/>
                </a:lnTo>
                <a:cubicBezTo>
                  <a:pt x="2149" y="196"/>
                  <a:pt x="1646" y="233"/>
                  <a:pt x="1203" y="206"/>
                </a:cubicBezTo>
                <a:cubicBezTo>
                  <a:pt x="760" y="180"/>
                  <a:pt x="380" y="90"/>
                  <a:pt x="190" y="45"/>
                </a:cubicBezTo>
                <a:lnTo>
                  <a:pt x="0" y="0"/>
                </a:lnTo>
              </a:path>
            </a:pathLst>
          </a:custGeom>
          <a:ln w="3960">
            <a:solidFill>
              <a:srgbClr val="333333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8" name=""/>
          <p:cNvSpPr/>
          <p:nvPr/>
        </p:nvSpPr>
        <p:spPr>
          <a:xfrm>
            <a:off x="5769720" y="2817360"/>
            <a:ext cx="34920" cy="31680"/>
          </a:xfrm>
          <a:custGeom>
            <a:avLst/>
            <a:gdLst/>
            <a:ahLst/>
            <a:rect l="0" t="0" r="r" b="b"/>
            <a:pathLst>
              <a:path w="97" h="88">
                <a:moveTo>
                  <a:pt x="77" y="88"/>
                </a:moveTo>
                <a:lnTo>
                  <a:pt x="0" y="23"/>
                </a:lnTo>
                <a:lnTo>
                  <a:pt x="97" y="0"/>
                </a:lnTo>
                <a:lnTo>
                  <a:pt x="77" y="8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9" name=""/>
          <p:cNvSpPr/>
          <p:nvPr/>
        </p:nvSpPr>
        <p:spPr>
          <a:xfrm>
            <a:off x="5766120" y="2815200"/>
            <a:ext cx="40680" cy="36720"/>
          </a:xfrm>
          <a:custGeom>
            <a:avLst/>
            <a:gdLst/>
            <a:ahLst/>
            <a:rect l="0" t="0" r="r" b="b"/>
            <a:pathLst>
              <a:path w="113" h="102">
                <a:moveTo>
                  <a:pt x="77" y="92"/>
                </a:moveTo>
                <a:lnTo>
                  <a:pt x="71" y="86"/>
                </a:lnTo>
                <a:lnTo>
                  <a:pt x="76" y="79"/>
                </a:lnTo>
                <a:lnTo>
                  <a:pt x="83" y="85"/>
                </a:lnTo>
                <a:lnTo>
                  <a:pt x="77" y="92"/>
                </a:lnTo>
                <a:moveTo>
                  <a:pt x="71" y="86"/>
                </a:moveTo>
                <a:lnTo>
                  <a:pt x="64" y="80"/>
                </a:lnTo>
                <a:lnTo>
                  <a:pt x="69" y="73"/>
                </a:lnTo>
                <a:lnTo>
                  <a:pt x="76" y="79"/>
                </a:lnTo>
                <a:lnTo>
                  <a:pt x="71" y="86"/>
                </a:lnTo>
                <a:moveTo>
                  <a:pt x="64" y="80"/>
                </a:moveTo>
                <a:lnTo>
                  <a:pt x="57" y="75"/>
                </a:lnTo>
                <a:lnTo>
                  <a:pt x="63" y="68"/>
                </a:lnTo>
                <a:lnTo>
                  <a:pt x="69" y="73"/>
                </a:lnTo>
                <a:lnTo>
                  <a:pt x="64" y="80"/>
                </a:lnTo>
                <a:moveTo>
                  <a:pt x="57" y="75"/>
                </a:moveTo>
                <a:lnTo>
                  <a:pt x="49" y="69"/>
                </a:lnTo>
                <a:lnTo>
                  <a:pt x="56" y="62"/>
                </a:lnTo>
                <a:lnTo>
                  <a:pt x="63" y="68"/>
                </a:lnTo>
                <a:lnTo>
                  <a:pt x="57" y="75"/>
                </a:lnTo>
                <a:moveTo>
                  <a:pt x="49" y="69"/>
                </a:moveTo>
                <a:lnTo>
                  <a:pt x="42" y="63"/>
                </a:lnTo>
                <a:lnTo>
                  <a:pt x="48" y="56"/>
                </a:lnTo>
                <a:lnTo>
                  <a:pt x="56" y="62"/>
                </a:lnTo>
                <a:lnTo>
                  <a:pt x="49" y="69"/>
                </a:lnTo>
                <a:moveTo>
                  <a:pt x="42" y="63"/>
                </a:moveTo>
                <a:lnTo>
                  <a:pt x="35" y="57"/>
                </a:lnTo>
                <a:lnTo>
                  <a:pt x="41" y="51"/>
                </a:lnTo>
                <a:lnTo>
                  <a:pt x="48" y="56"/>
                </a:lnTo>
                <a:lnTo>
                  <a:pt x="42" y="63"/>
                </a:lnTo>
                <a:moveTo>
                  <a:pt x="35" y="57"/>
                </a:moveTo>
                <a:lnTo>
                  <a:pt x="29" y="52"/>
                </a:lnTo>
                <a:lnTo>
                  <a:pt x="34" y="45"/>
                </a:lnTo>
                <a:lnTo>
                  <a:pt x="41" y="51"/>
                </a:lnTo>
                <a:lnTo>
                  <a:pt x="35" y="57"/>
                </a:lnTo>
                <a:moveTo>
                  <a:pt x="29" y="52"/>
                </a:moveTo>
                <a:lnTo>
                  <a:pt x="22" y="46"/>
                </a:lnTo>
                <a:lnTo>
                  <a:pt x="27" y="39"/>
                </a:lnTo>
                <a:lnTo>
                  <a:pt x="34" y="45"/>
                </a:lnTo>
                <a:lnTo>
                  <a:pt x="29" y="52"/>
                </a:lnTo>
                <a:moveTo>
                  <a:pt x="22" y="46"/>
                </a:moveTo>
                <a:lnTo>
                  <a:pt x="15" y="40"/>
                </a:lnTo>
                <a:lnTo>
                  <a:pt x="21" y="34"/>
                </a:lnTo>
                <a:lnTo>
                  <a:pt x="27" y="39"/>
                </a:lnTo>
                <a:lnTo>
                  <a:pt x="22" y="46"/>
                </a:lnTo>
                <a:moveTo>
                  <a:pt x="15" y="40"/>
                </a:moveTo>
                <a:lnTo>
                  <a:pt x="8" y="35"/>
                </a:lnTo>
                <a:lnTo>
                  <a:pt x="14" y="27"/>
                </a:lnTo>
                <a:lnTo>
                  <a:pt x="21" y="34"/>
                </a:lnTo>
                <a:lnTo>
                  <a:pt x="15" y="40"/>
                </a:lnTo>
                <a:moveTo>
                  <a:pt x="8" y="35"/>
                </a:moveTo>
                <a:lnTo>
                  <a:pt x="0" y="27"/>
                </a:lnTo>
                <a:lnTo>
                  <a:pt x="16" y="23"/>
                </a:lnTo>
                <a:lnTo>
                  <a:pt x="18" y="33"/>
                </a:lnTo>
                <a:lnTo>
                  <a:pt x="11" y="35"/>
                </a:lnTo>
                <a:lnTo>
                  <a:pt x="10" y="29"/>
                </a:lnTo>
                <a:lnTo>
                  <a:pt x="13" y="26"/>
                </a:lnTo>
                <a:lnTo>
                  <a:pt x="14" y="27"/>
                </a:lnTo>
                <a:lnTo>
                  <a:pt x="8" y="35"/>
                </a:lnTo>
                <a:moveTo>
                  <a:pt x="16" y="23"/>
                </a:moveTo>
                <a:lnTo>
                  <a:pt x="24" y="21"/>
                </a:lnTo>
                <a:lnTo>
                  <a:pt x="26" y="31"/>
                </a:lnTo>
                <a:lnTo>
                  <a:pt x="18" y="33"/>
                </a:lnTo>
                <a:lnTo>
                  <a:pt x="16" y="23"/>
                </a:lnTo>
                <a:moveTo>
                  <a:pt x="24" y="21"/>
                </a:moveTo>
                <a:lnTo>
                  <a:pt x="33" y="19"/>
                </a:lnTo>
                <a:lnTo>
                  <a:pt x="35" y="28"/>
                </a:lnTo>
                <a:lnTo>
                  <a:pt x="26" y="31"/>
                </a:lnTo>
                <a:lnTo>
                  <a:pt x="24" y="21"/>
                </a:lnTo>
                <a:moveTo>
                  <a:pt x="33" y="19"/>
                </a:moveTo>
                <a:lnTo>
                  <a:pt x="42" y="17"/>
                </a:lnTo>
                <a:lnTo>
                  <a:pt x="44" y="26"/>
                </a:lnTo>
                <a:lnTo>
                  <a:pt x="35" y="28"/>
                </a:lnTo>
                <a:lnTo>
                  <a:pt x="33" y="19"/>
                </a:lnTo>
                <a:moveTo>
                  <a:pt x="42" y="17"/>
                </a:moveTo>
                <a:lnTo>
                  <a:pt x="50" y="15"/>
                </a:lnTo>
                <a:lnTo>
                  <a:pt x="52" y="24"/>
                </a:lnTo>
                <a:lnTo>
                  <a:pt x="44" y="26"/>
                </a:lnTo>
                <a:lnTo>
                  <a:pt x="42" y="17"/>
                </a:lnTo>
                <a:moveTo>
                  <a:pt x="50" y="15"/>
                </a:moveTo>
                <a:lnTo>
                  <a:pt x="60" y="13"/>
                </a:lnTo>
                <a:lnTo>
                  <a:pt x="62" y="22"/>
                </a:lnTo>
                <a:lnTo>
                  <a:pt x="52" y="24"/>
                </a:lnTo>
                <a:lnTo>
                  <a:pt x="50" y="15"/>
                </a:lnTo>
                <a:moveTo>
                  <a:pt x="60" y="13"/>
                </a:moveTo>
                <a:lnTo>
                  <a:pt x="69" y="11"/>
                </a:lnTo>
                <a:lnTo>
                  <a:pt x="71" y="20"/>
                </a:lnTo>
                <a:lnTo>
                  <a:pt x="62" y="22"/>
                </a:lnTo>
                <a:lnTo>
                  <a:pt x="60" y="13"/>
                </a:lnTo>
                <a:moveTo>
                  <a:pt x="69" y="11"/>
                </a:moveTo>
                <a:lnTo>
                  <a:pt x="77" y="9"/>
                </a:lnTo>
                <a:lnTo>
                  <a:pt x="79" y="18"/>
                </a:lnTo>
                <a:lnTo>
                  <a:pt x="71" y="20"/>
                </a:lnTo>
                <a:lnTo>
                  <a:pt x="69" y="11"/>
                </a:lnTo>
                <a:moveTo>
                  <a:pt x="77" y="9"/>
                </a:moveTo>
                <a:lnTo>
                  <a:pt x="86" y="7"/>
                </a:lnTo>
                <a:lnTo>
                  <a:pt x="88" y="16"/>
                </a:lnTo>
                <a:lnTo>
                  <a:pt x="79" y="18"/>
                </a:lnTo>
                <a:lnTo>
                  <a:pt x="77" y="9"/>
                </a:lnTo>
                <a:moveTo>
                  <a:pt x="86" y="7"/>
                </a:moveTo>
                <a:lnTo>
                  <a:pt x="95" y="5"/>
                </a:lnTo>
                <a:lnTo>
                  <a:pt x="97" y="13"/>
                </a:lnTo>
                <a:lnTo>
                  <a:pt x="88" y="16"/>
                </a:lnTo>
                <a:lnTo>
                  <a:pt x="86" y="7"/>
                </a:lnTo>
                <a:moveTo>
                  <a:pt x="95" y="5"/>
                </a:moveTo>
                <a:lnTo>
                  <a:pt x="103" y="3"/>
                </a:lnTo>
                <a:lnTo>
                  <a:pt x="105" y="11"/>
                </a:lnTo>
                <a:lnTo>
                  <a:pt x="97" y="13"/>
                </a:lnTo>
                <a:lnTo>
                  <a:pt x="95" y="5"/>
                </a:lnTo>
                <a:moveTo>
                  <a:pt x="103" y="3"/>
                </a:moveTo>
                <a:lnTo>
                  <a:pt x="113" y="0"/>
                </a:lnTo>
                <a:lnTo>
                  <a:pt x="110" y="13"/>
                </a:lnTo>
                <a:lnTo>
                  <a:pt x="102" y="11"/>
                </a:lnTo>
                <a:lnTo>
                  <a:pt x="103" y="5"/>
                </a:lnTo>
                <a:lnTo>
                  <a:pt x="107" y="6"/>
                </a:lnTo>
                <a:lnTo>
                  <a:pt x="108" y="11"/>
                </a:lnTo>
                <a:lnTo>
                  <a:pt x="105" y="11"/>
                </a:lnTo>
                <a:lnTo>
                  <a:pt x="103" y="3"/>
                </a:lnTo>
                <a:moveTo>
                  <a:pt x="110" y="13"/>
                </a:moveTo>
                <a:lnTo>
                  <a:pt x="108" y="22"/>
                </a:lnTo>
                <a:lnTo>
                  <a:pt x="100" y="20"/>
                </a:lnTo>
                <a:lnTo>
                  <a:pt x="102" y="11"/>
                </a:lnTo>
                <a:lnTo>
                  <a:pt x="110" y="13"/>
                </a:lnTo>
                <a:moveTo>
                  <a:pt x="108" y="22"/>
                </a:moveTo>
                <a:lnTo>
                  <a:pt x="106" y="31"/>
                </a:lnTo>
                <a:lnTo>
                  <a:pt x="98" y="28"/>
                </a:lnTo>
                <a:lnTo>
                  <a:pt x="100" y="20"/>
                </a:lnTo>
                <a:lnTo>
                  <a:pt x="108" y="22"/>
                </a:lnTo>
                <a:moveTo>
                  <a:pt x="106" y="31"/>
                </a:moveTo>
                <a:lnTo>
                  <a:pt x="104" y="40"/>
                </a:lnTo>
                <a:lnTo>
                  <a:pt x="96" y="38"/>
                </a:lnTo>
                <a:lnTo>
                  <a:pt x="98" y="28"/>
                </a:lnTo>
                <a:lnTo>
                  <a:pt x="106" y="31"/>
                </a:lnTo>
                <a:moveTo>
                  <a:pt x="104" y="40"/>
                </a:moveTo>
                <a:lnTo>
                  <a:pt x="102" y="48"/>
                </a:lnTo>
                <a:lnTo>
                  <a:pt x="94" y="46"/>
                </a:lnTo>
                <a:lnTo>
                  <a:pt x="96" y="38"/>
                </a:lnTo>
                <a:lnTo>
                  <a:pt x="104" y="40"/>
                </a:lnTo>
                <a:moveTo>
                  <a:pt x="102" y="48"/>
                </a:moveTo>
                <a:lnTo>
                  <a:pt x="100" y="57"/>
                </a:lnTo>
                <a:lnTo>
                  <a:pt x="92" y="55"/>
                </a:lnTo>
                <a:lnTo>
                  <a:pt x="94" y="46"/>
                </a:lnTo>
                <a:lnTo>
                  <a:pt x="102" y="48"/>
                </a:lnTo>
                <a:moveTo>
                  <a:pt x="100" y="57"/>
                </a:moveTo>
                <a:lnTo>
                  <a:pt x="98" y="66"/>
                </a:lnTo>
                <a:lnTo>
                  <a:pt x="90" y="64"/>
                </a:lnTo>
                <a:lnTo>
                  <a:pt x="92" y="55"/>
                </a:lnTo>
                <a:lnTo>
                  <a:pt x="100" y="57"/>
                </a:lnTo>
                <a:moveTo>
                  <a:pt x="98" y="66"/>
                </a:moveTo>
                <a:lnTo>
                  <a:pt x="96" y="74"/>
                </a:lnTo>
                <a:lnTo>
                  <a:pt x="88" y="72"/>
                </a:lnTo>
                <a:lnTo>
                  <a:pt x="90" y="64"/>
                </a:lnTo>
                <a:lnTo>
                  <a:pt x="98" y="66"/>
                </a:lnTo>
                <a:moveTo>
                  <a:pt x="96" y="74"/>
                </a:moveTo>
                <a:lnTo>
                  <a:pt x="94" y="83"/>
                </a:lnTo>
                <a:lnTo>
                  <a:pt x="86" y="81"/>
                </a:lnTo>
                <a:lnTo>
                  <a:pt x="88" y="72"/>
                </a:lnTo>
                <a:lnTo>
                  <a:pt x="96" y="74"/>
                </a:lnTo>
                <a:moveTo>
                  <a:pt x="94" y="83"/>
                </a:moveTo>
                <a:lnTo>
                  <a:pt x="92" y="92"/>
                </a:lnTo>
                <a:lnTo>
                  <a:pt x="83" y="90"/>
                </a:lnTo>
                <a:lnTo>
                  <a:pt x="86" y="81"/>
                </a:lnTo>
                <a:lnTo>
                  <a:pt x="94" y="83"/>
                </a:lnTo>
                <a:moveTo>
                  <a:pt x="92" y="92"/>
                </a:moveTo>
                <a:lnTo>
                  <a:pt x="90" y="102"/>
                </a:lnTo>
                <a:lnTo>
                  <a:pt x="77" y="92"/>
                </a:lnTo>
                <a:lnTo>
                  <a:pt x="83" y="85"/>
                </a:lnTo>
                <a:lnTo>
                  <a:pt x="90" y="90"/>
                </a:lnTo>
                <a:lnTo>
                  <a:pt x="87" y="94"/>
                </a:lnTo>
                <a:lnTo>
                  <a:pt x="83" y="93"/>
                </a:lnTo>
                <a:lnTo>
                  <a:pt x="83" y="90"/>
                </a:lnTo>
                <a:lnTo>
                  <a:pt x="92" y="9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0" name=""/>
          <p:cNvSpPr/>
          <p:nvPr/>
        </p:nvSpPr>
        <p:spPr>
          <a:xfrm>
            <a:off x="6068160" y="2350080"/>
            <a:ext cx="256320" cy="96120"/>
          </a:xfrm>
          <a:custGeom>
            <a:avLst/>
            <a:gdLst/>
            <a:ahLst/>
            <a:rect l="0" t="0" r="r" b="b"/>
            <a:pathLst>
              <a:path w="712" h="267">
                <a:moveTo>
                  <a:pt x="0" y="0"/>
                </a:moveTo>
                <a:lnTo>
                  <a:pt x="712" y="0"/>
                </a:lnTo>
                <a:lnTo>
                  <a:pt x="712" y="267"/>
                </a:lnTo>
                <a:lnTo>
                  <a:pt x="0" y="26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1" name=""/>
          <p:cNvSpPr/>
          <p:nvPr/>
        </p:nvSpPr>
        <p:spPr>
          <a:xfrm>
            <a:off x="6068160" y="2350080"/>
            <a:ext cx="256320" cy="96120"/>
          </a:xfrm>
          <a:custGeom>
            <a:avLst/>
            <a:gdLst/>
            <a:ahLst/>
            <a:rect l="0" t="0" r="r" b="b"/>
            <a:pathLst>
              <a:path w="712" h="267">
                <a:moveTo>
                  <a:pt x="0" y="0"/>
                </a:moveTo>
                <a:lnTo>
                  <a:pt x="712" y="0"/>
                </a:lnTo>
                <a:lnTo>
                  <a:pt x="712" y="267"/>
                </a:lnTo>
                <a:lnTo>
                  <a:pt x="0" y="26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39920" y="1625040"/>
            <a:ext cx="87346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Iets gezien dat niet klopt, of dat anders kan?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" name=""/>
          <p:cNvSpPr/>
          <p:nvPr/>
        </p:nvSpPr>
        <p:spPr>
          <a:xfrm>
            <a:off x="5926320" y="2669760"/>
            <a:ext cx="540360" cy="96480"/>
          </a:xfrm>
          <a:custGeom>
            <a:avLst/>
            <a:gdLst/>
            <a:ahLst/>
            <a:rect l="0" t="0" r="r" b="b"/>
            <a:pathLst>
              <a:path w="1501" h="268">
                <a:moveTo>
                  <a:pt x="0" y="0"/>
                </a:moveTo>
                <a:lnTo>
                  <a:pt x="1501" y="0"/>
                </a:lnTo>
                <a:lnTo>
                  <a:pt x="1501" y="268"/>
                </a:lnTo>
                <a:lnTo>
                  <a:pt x="0" y="26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" name=""/>
          <p:cNvSpPr/>
          <p:nvPr/>
        </p:nvSpPr>
        <p:spPr>
          <a:xfrm>
            <a:off x="5926320" y="2669760"/>
            <a:ext cx="540360" cy="96480"/>
          </a:xfrm>
          <a:custGeom>
            <a:avLst/>
            <a:gdLst/>
            <a:ahLst/>
            <a:rect l="0" t="0" r="r" b="b"/>
            <a:pathLst>
              <a:path w="1501" h="268">
                <a:moveTo>
                  <a:pt x="0" y="0"/>
                </a:moveTo>
                <a:lnTo>
                  <a:pt x="1501" y="0"/>
                </a:lnTo>
                <a:lnTo>
                  <a:pt x="1501" y="268"/>
                </a:lnTo>
                <a:lnTo>
                  <a:pt x="0" y="268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6068520" y="2358720"/>
            <a:ext cx="25992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akkoord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" name=""/>
          <p:cNvSpPr/>
          <p:nvPr/>
        </p:nvSpPr>
        <p:spPr>
          <a:xfrm>
            <a:off x="489600" y="2610000"/>
            <a:ext cx="827280" cy="216000"/>
          </a:xfrm>
          <a:custGeom>
            <a:avLst/>
            <a:gdLst/>
            <a:ahLst/>
            <a:rect l="0" t="0" r="r" b="b"/>
            <a:pathLst>
              <a:path w="2298" h="600">
                <a:moveTo>
                  <a:pt x="0" y="0"/>
                </a:moveTo>
                <a:lnTo>
                  <a:pt x="2298" y="0"/>
                </a:lnTo>
                <a:lnTo>
                  <a:pt x="2298" y="600"/>
                </a:lnTo>
                <a:lnTo>
                  <a:pt x="0" y="600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" name=""/>
          <p:cNvSpPr/>
          <p:nvPr/>
        </p:nvSpPr>
        <p:spPr>
          <a:xfrm>
            <a:off x="489600" y="2610000"/>
            <a:ext cx="827280" cy="216000"/>
          </a:xfrm>
          <a:custGeom>
            <a:avLst/>
            <a:gdLst/>
            <a:ahLst/>
            <a:rect l="0" t="0" r="r" b="b"/>
            <a:pathLst>
              <a:path w="2298" h="600">
                <a:moveTo>
                  <a:pt x="0" y="0"/>
                </a:moveTo>
                <a:lnTo>
                  <a:pt x="2298" y="0"/>
                </a:lnTo>
                <a:lnTo>
                  <a:pt x="2298" y="600"/>
                </a:lnTo>
                <a:lnTo>
                  <a:pt x="0" y="600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5926680" y="2678760"/>
            <a:ext cx="54468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nog niet akkoord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" name=""/>
          <p:cNvSpPr/>
          <p:nvPr/>
        </p:nvSpPr>
        <p:spPr>
          <a:xfrm>
            <a:off x="1516320" y="2610000"/>
            <a:ext cx="1040040" cy="216000"/>
          </a:xfrm>
          <a:custGeom>
            <a:avLst/>
            <a:gdLst/>
            <a:ahLst/>
            <a:rect l="0" t="0" r="r" b="b"/>
            <a:pathLst>
              <a:path w="2889" h="600">
                <a:moveTo>
                  <a:pt x="0" y="0"/>
                </a:moveTo>
                <a:lnTo>
                  <a:pt x="2889" y="0"/>
                </a:lnTo>
                <a:lnTo>
                  <a:pt x="2889" y="600"/>
                </a:lnTo>
                <a:lnTo>
                  <a:pt x="0" y="600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" name=""/>
          <p:cNvSpPr/>
          <p:nvPr/>
        </p:nvSpPr>
        <p:spPr>
          <a:xfrm>
            <a:off x="1516320" y="2610000"/>
            <a:ext cx="1040040" cy="216000"/>
          </a:xfrm>
          <a:custGeom>
            <a:avLst/>
            <a:gdLst/>
            <a:ahLst/>
            <a:rect l="0" t="0" r="r" b="b"/>
            <a:pathLst>
              <a:path w="2889" h="600">
                <a:moveTo>
                  <a:pt x="0" y="0"/>
                </a:moveTo>
                <a:lnTo>
                  <a:pt x="2889" y="0"/>
                </a:lnTo>
                <a:lnTo>
                  <a:pt x="2889" y="600"/>
                </a:lnTo>
                <a:lnTo>
                  <a:pt x="0" y="600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609840" y="2678760"/>
            <a:ext cx="58896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Arial"/>
                <a:ea typeface="Arial"/>
              </a:rPr>
              <a:t>💬 </a:t>
            </a:r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Melding (issue)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" name=""/>
          <p:cNvSpPr/>
          <p:nvPr/>
        </p:nvSpPr>
        <p:spPr>
          <a:xfrm>
            <a:off x="2755800" y="2610000"/>
            <a:ext cx="597240" cy="216000"/>
          </a:xfrm>
          <a:custGeom>
            <a:avLst/>
            <a:gdLst/>
            <a:ahLst/>
            <a:rect l="0" t="0" r="r" b="b"/>
            <a:pathLst>
              <a:path w="1659" h="600">
                <a:moveTo>
                  <a:pt x="0" y="0"/>
                </a:moveTo>
                <a:lnTo>
                  <a:pt x="1659" y="0"/>
                </a:lnTo>
                <a:lnTo>
                  <a:pt x="1659" y="600"/>
                </a:lnTo>
                <a:lnTo>
                  <a:pt x="0" y="600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" name=""/>
          <p:cNvSpPr/>
          <p:nvPr/>
        </p:nvSpPr>
        <p:spPr>
          <a:xfrm>
            <a:off x="2755800" y="2610000"/>
            <a:ext cx="597240" cy="216000"/>
          </a:xfrm>
          <a:custGeom>
            <a:avLst/>
            <a:gdLst/>
            <a:ahLst/>
            <a:rect l="0" t="0" r="r" b="b"/>
            <a:pathLst>
              <a:path w="1659" h="600">
                <a:moveTo>
                  <a:pt x="0" y="0"/>
                </a:moveTo>
                <a:lnTo>
                  <a:pt x="1659" y="0"/>
                </a:lnTo>
                <a:lnTo>
                  <a:pt x="1659" y="600"/>
                </a:lnTo>
                <a:lnTo>
                  <a:pt x="0" y="600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636560" y="2678760"/>
            <a:ext cx="80532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Arial"/>
                <a:ea typeface="Arial"/>
              </a:rPr>
              <a:t>🔍 </a:t>
            </a:r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Reﬁnen en prioriteren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" name=""/>
          <p:cNvSpPr/>
          <p:nvPr/>
        </p:nvSpPr>
        <p:spPr>
          <a:xfrm>
            <a:off x="3552480" y="2561760"/>
            <a:ext cx="1040040" cy="312480"/>
          </a:xfrm>
          <a:custGeom>
            <a:avLst/>
            <a:gdLst/>
            <a:ahLst/>
            <a:rect l="0" t="0" r="r" b="b"/>
            <a:pathLst>
              <a:path w="2889" h="868">
                <a:moveTo>
                  <a:pt x="0" y="0"/>
                </a:moveTo>
                <a:lnTo>
                  <a:pt x="2889" y="0"/>
                </a:lnTo>
                <a:lnTo>
                  <a:pt x="2889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" name=""/>
          <p:cNvSpPr/>
          <p:nvPr/>
        </p:nvSpPr>
        <p:spPr>
          <a:xfrm>
            <a:off x="3552480" y="2561760"/>
            <a:ext cx="1040040" cy="312480"/>
          </a:xfrm>
          <a:custGeom>
            <a:avLst/>
            <a:gdLst/>
            <a:ahLst/>
            <a:rect l="0" t="0" r="r" b="b"/>
            <a:pathLst>
              <a:path w="2889" h="868">
                <a:moveTo>
                  <a:pt x="0" y="0"/>
                </a:moveTo>
                <a:lnTo>
                  <a:pt x="2889" y="0"/>
                </a:lnTo>
                <a:lnTo>
                  <a:pt x="2889" y="868"/>
                </a:lnTo>
                <a:lnTo>
                  <a:pt x="0" y="868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2876040" y="2678760"/>
            <a:ext cx="35892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Arial"/>
                <a:ea typeface="Arial"/>
              </a:rPr>
              <a:t>📅 </a:t>
            </a:r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Plannen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3722400" y="2630520"/>
            <a:ext cx="68040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Arial"/>
                <a:ea typeface="Arial"/>
              </a:rPr>
              <a:t>✏ </a:t>
            </a:r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Wijzigingsvoorstel 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9" name=""/>
          <p:cNvSpPr/>
          <p:nvPr/>
        </p:nvSpPr>
        <p:spPr>
          <a:xfrm>
            <a:off x="4792320" y="2610000"/>
            <a:ext cx="1034640" cy="216000"/>
          </a:xfrm>
          <a:custGeom>
            <a:avLst/>
            <a:gdLst/>
            <a:ahLst/>
            <a:rect l="0" t="0" r="r" b="b"/>
            <a:pathLst>
              <a:path w="2874" h="600">
                <a:moveTo>
                  <a:pt x="0" y="0"/>
                </a:moveTo>
                <a:lnTo>
                  <a:pt x="2874" y="0"/>
                </a:lnTo>
                <a:lnTo>
                  <a:pt x="2874" y="600"/>
                </a:lnTo>
                <a:lnTo>
                  <a:pt x="0" y="600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0" name=""/>
          <p:cNvSpPr/>
          <p:nvPr/>
        </p:nvSpPr>
        <p:spPr>
          <a:xfrm>
            <a:off x="4792320" y="2610000"/>
            <a:ext cx="1034640" cy="216000"/>
          </a:xfrm>
          <a:custGeom>
            <a:avLst/>
            <a:gdLst/>
            <a:ahLst/>
            <a:rect l="0" t="0" r="r" b="b"/>
            <a:pathLst>
              <a:path w="2874" h="600">
                <a:moveTo>
                  <a:pt x="0" y="0"/>
                </a:moveTo>
                <a:lnTo>
                  <a:pt x="2874" y="0"/>
                </a:lnTo>
                <a:lnTo>
                  <a:pt x="2874" y="600"/>
                </a:lnTo>
                <a:lnTo>
                  <a:pt x="0" y="600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3857400" y="2726640"/>
            <a:ext cx="43344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(pull request)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2" name=""/>
          <p:cNvSpPr/>
          <p:nvPr/>
        </p:nvSpPr>
        <p:spPr>
          <a:xfrm>
            <a:off x="6565320" y="2242080"/>
            <a:ext cx="1040040" cy="312120"/>
          </a:xfrm>
          <a:custGeom>
            <a:avLst/>
            <a:gdLst/>
            <a:ahLst/>
            <a:rect l="0" t="0" r="r" b="b"/>
            <a:pathLst>
              <a:path w="2889" h="867">
                <a:moveTo>
                  <a:pt x="0" y="0"/>
                </a:moveTo>
                <a:lnTo>
                  <a:pt x="2889" y="0"/>
                </a:lnTo>
                <a:lnTo>
                  <a:pt x="2889" y="867"/>
                </a:lnTo>
                <a:lnTo>
                  <a:pt x="0" y="867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3" name=""/>
          <p:cNvSpPr/>
          <p:nvPr/>
        </p:nvSpPr>
        <p:spPr>
          <a:xfrm>
            <a:off x="6565320" y="2242080"/>
            <a:ext cx="1040040" cy="312120"/>
          </a:xfrm>
          <a:custGeom>
            <a:avLst/>
            <a:gdLst/>
            <a:ahLst/>
            <a:rect l="0" t="0" r="r" b="b"/>
            <a:pathLst>
              <a:path w="2889" h="867">
                <a:moveTo>
                  <a:pt x="0" y="0"/>
                </a:moveTo>
                <a:lnTo>
                  <a:pt x="2889" y="0"/>
                </a:lnTo>
                <a:lnTo>
                  <a:pt x="2889" y="867"/>
                </a:lnTo>
                <a:lnTo>
                  <a:pt x="0" y="867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4912200" y="2678760"/>
            <a:ext cx="80064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Arial"/>
                <a:ea typeface="Arial"/>
              </a:rPr>
              <a:t>👀 </a:t>
            </a:r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Review door collega's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6739200" y="2310840"/>
            <a:ext cx="69552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Arial"/>
                <a:ea typeface="Arial"/>
              </a:rPr>
              <a:t>✅ </a:t>
            </a:r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Onderdeel van de 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6" name=""/>
          <p:cNvSpPr/>
          <p:nvPr/>
        </p:nvSpPr>
        <p:spPr>
          <a:xfrm>
            <a:off x="7804800" y="2193840"/>
            <a:ext cx="1040040" cy="408240"/>
          </a:xfrm>
          <a:custGeom>
            <a:avLst/>
            <a:gdLst/>
            <a:ahLst/>
            <a:rect l="0" t="0" r="r" b="b"/>
            <a:pathLst>
              <a:path w="2889" h="1134">
                <a:moveTo>
                  <a:pt x="0" y="0"/>
                </a:moveTo>
                <a:lnTo>
                  <a:pt x="2889" y="0"/>
                </a:lnTo>
                <a:lnTo>
                  <a:pt x="2889" y="1134"/>
                </a:lnTo>
                <a:lnTo>
                  <a:pt x="0" y="113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7" name=""/>
          <p:cNvSpPr/>
          <p:nvPr/>
        </p:nvSpPr>
        <p:spPr>
          <a:xfrm>
            <a:off x="7804800" y="2193840"/>
            <a:ext cx="1040040" cy="408240"/>
          </a:xfrm>
          <a:custGeom>
            <a:avLst/>
            <a:gdLst/>
            <a:ahLst/>
            <a:rect l="0" t="0" r="r" b="b"/>
            <a:pathLst>
              <a:path w="2889" h="1134">
                <a:moveTo>
                  <a:pt x="0" y="0"/>
                </a:moveTo>
                <a:lnTo>
                  <a:pt x="2889" y="0"/>
                </a:lnTo>
                <a:lnTo>
                  <a:pt x="2889" y="1134"/>
                </a:lnTo>
                <a:lnTo>
                  <a:pt x="0" y="1134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7012800" y="2406600"/>
            <a:ext cx="14868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bron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8165520" y="2262600"/>
            <a:ext cx="31752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Arial"/>
                <a:ea typeface="Arial"/>
              </a:rPr>
              <a:t>📄 </a:t>
            </a:r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Nieuw 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7959600" y="2358720"/>
            <a:ext cx="73692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koppelvlakspeciﬁcatie-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1" name=""/>
          <p:cNvSpPr/>
          <p:nvPr/>
        </p:nvSpPr>
        <p:spPr>
          <a:xfrm>
            <a:off x="6739920" y="2753640"/>
            <a:ext cx="690480" cy="216360"/>
          </a:xfrm>
          <a:custGeom>
            <a:avLst/>
            <a:gdLst/>
            <a:ahLst/>
            <a:rect l="0" t="0" r="r" b="b"/>
            <a:pathLst>
              <a:path w="1918" h="601">
                <a:moveTo>
                  <a:pt x="0" y="0"/>
                </a:moveTo>
                <a:lnTo>
                  <a:pt x="1918" y="0"/>
                </a:lnTo>
                <a:lnTo>
                  <a:pt x="1918" y="601"/>
                </a:lnTo>
                <a:lnTo>
                  <a:pt x="0" y="601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2" name=""/>
          <p:cNvSpPr/>
          <p:nvPr/>
        </p:nvSpPr>
        <p:spPr>
          <a:xfrm>
            <a:off x="6739920" y="2753640"/>
            <a:ext cx="690480" cy="216360"/>
          </a:xfrm>
          <a:custGeom>
            <a:avLst/>
            <a:gdLst/>
            <a:ahLst/>
            <a:rect l="0" t="0" r="r" b="b"/>
            <a:pathLst>
              <a:path w="1918" h="601">
                <a:moveTo>
                  <a:pt x="0" y="0"/>
                </a:moveTo>
                <a:lnTo>
                  <a:pt x="1918" y="0"/>
                </a:lnTo>
                <a:lnTo>
                  <a:pt x="1918" y="601"/>
                </a:lnTo>
                <a:lnTo>
                  <a:pt x="0" y="601"/>
                </a:lnTo>
                <a:lnTo>
                  <a:pt x="0" y="0"/>
                </a:lnTo>
                <a:close/>
              </a:path>
            </a:pathLst>
          </a:custGeom>
          <a:noFill/>
          <a:ln w="396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8163360" y="2454840"/>
            <a:ext cx="32544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document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24" name="" descr=""/>
          <p:cNvPicPr/>
          <p:nvPr/>
        </p:nvPicPr>
        <p:blipFill>
          <a:blip r:embed="rId2"/>
          <a:stretch/>
        </p:blipFill>
        <p:spPr>
          <a:xfrm>
            <a:off x="457200" y="3162240"/>
            <a:ext cx="8419680" cy="469440"/>
          </a:xfrm>
          <a:prstGeom prst="rect">
            <a:avLst/>
          </a:prstGeom>
          <a:ln w="0">
            <a:noFill/>
          </a:ln>
        </p:spPr>
      </p:pic>
      <p:pic>
        <p:nvPicPr>
          <p:cNvPr id="325" name="" descr=""/>
          <p:cNvPicPr/>
          <p:nvPr/>
        </p:nvPicPr>
        <p:blipFill>
          <a:blip r:embed="rId3"/>
          <a:stretch/>
        </p:blipFill>
        <p:spPr>
          <a:xfrm>
            <a:off x="457200" y="3632040"/>
            <a:ext cx="8419680" cy="0"/>
          </a:xfrm>
          <a:prstGeom prst="rect">
            <a:avLst/>
          </a:prstGeom>
          <a:ln w="0">
            <a:noFill/>
          </a:ln>
        </p:spPr>
      </p:pic>
      <p:sp>
        <p:nvSpPr>
          <p:cNvPr id="326" name=""/>
          <p:cNvSpPr txBox="1"/>
          <p:nvPr/>
        </p:nvSpPr>
        <p:spPr>
          <a:xfrm>
            <a:off x="6860160" y="2822400"/>
            <a:ext cx="453240" cy="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00" spc="-1" strike="noStrike">
                <a:solidFill>
                  <a:srgbClr val="333333"/>
                </a:solidFill>
                <a:latin typeface="Arial"/>
                <a:ea typeface="Arial"/>
              </a:rPr>
              <a:t>🔧 </a:t>
            </a:r>
            <a:r>
              <a:rPr b="0" lang="en-US" sz="500" spc="-1" strike="noStrike">
                <a:solidFill>
                  <a:srgbClr val="333333"/>
                </a:solidFill>
                <a:latin typeface="DejaVuSans"/>
                <a:ea typeface="DejaVuSans"/>
              </a:rPr>
              <a:t>Aanpassen</a:t>
            </a:r>
            <a:endParaRPr b="0" lang="en-US" sz="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1176480" y="3304080"/>
            <a:ext cx="81284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Elke bijdrage volgt dezelfde route: van melding tot een nieuw gebouwd document. </a:t>
            </a:r>
            <a:r>
              <a:rPr b="1" lang="en-US" sz="1140" spc="-1" strike="noStrike">
                <a:solidFill>
                  <a:srgbClr val="f4d74b"/>
                </a:solidFill>
                <a:latin typeface="Arial"/>
                <a:ea typeface="Arial"/>
              </a:rPr>
              <a:t>Niets verandert stilletjes.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3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35" name=""/>
          <p:cNvSpPr/>
          <p:nvPr/>
        </p:nvSpPr>
        <p:spPr>
          <a:xfrm>
            <a:off x="456840" y="1266480"/>
            <a:ext cx="2505600" cy="629280"/>
          </a:xfrm>
          <a:custGeom>
            <a:avLst/>
            <a:gdLst/>
            <a:ahLst/>
            <a:rect l="0" t="0" r="r" b="b"/>
            <a:pathLst>
              <a:path w="6960" h="1748">
                <a:moveTo>
                  <a:pt x="0" y="0"/>
                </a:moveTo>
                <a:lnTo>
                  <a:pt x="6960" y="0"/>
                </a:lnTo>
                <a:lnTo>
                  <a:pt x="6960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6" name=""/>
          <p:cNvSpPr/>
          <p:nvPr/>
        </p:nvSpPr>
        <p:spPr>
          <a:xfrm>
            <a:off x="456840" y="1266480"/>
            <a:ext cx="2505600" cy="38520"/>
          </a:xfrm>
          <a:custGeom>
            <a:avLst/>
            <a:gdLst/>
            <a:ahLst/>
            <a:rect l="0" t="0" r="r" b="b"/>
            <a:pathLst>
              <a:path w="6960" h="107">
                <a:moveTo>
                  <a:pt x="0" y="0"/>
                </a:moveTo>
                <a:lnTo>
                  <a:pt x="6960" y="0"/>
                </a:lnTo>
                <a:lnTo>
                  <a:pt x="696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7" name=""/>
          <p:cNvSpPr/>
          <p:nvPr/>
        </p:nvSpPr>
        <p:spPr>
          <a:xfrm>
            <a:off x="456840" y="1885680"/>
            <a:ext cx="2505600" cy="10440"/>
          </a:xfrm>
          <a:custGeom>
            <a:avLst/>
            <a:gdLst/>
            <a:ahLst/>
            <a:rect l="0" t="0" r="r" b="b"/>
            <a:pathLst>
              <a:path w="6960" h="29">
                <a:moveTo>
                  <a:pt x="0" y="0"/>
                </a:moveTo>
                <a:lnTo>
                  <a:pt x="6960" y="0"/>
                </a:lnTo>
                <a:lnTo>
                  <a:pt x="696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8" name=""/>
          <p:cNvSpPr/>
          <p:nvPr/>
        </p:nvSpPr>
        <p:spPr>
          <a:xfrm>
            <a:off x="2952720" y="1266480"/>
            <a:ext cx="9720" cy="629280"/>
          </a:xfrm>
          <a:custGeom>
            <a:avLst/>
            <a:gdLst/>
            <a:ahLst/>
            <a:rect l="0" t="0" r="r" b="b"/>
            <a:pathLst>
              <a:path w="27" h="1748">
                <a:moveTo>
                  <a:pt x="0" y="106"/>
                </a:moveTo>
                <a:lnTo>
                  <a:pt x="0" y="1748"/>
                </a:lnTo>
                <a:lnTo>
                  <a:pt x="27" y="1748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9" name=""/>
          <p:cNvSpPr/>
          <p:nvPr/>
        </p:nvSpPr>
        <p:spPr>
          <a:xfrm>
            <a:off x="456840" y="1266480"/>
            <a:ext cx="10080" cy="629280"/>
          </a:xfrm>
          <a:custGeom>
            <a:avLst/>
            <a:gdLst/>
            <a:ahLst/>
            <a:rect l="0" t="0" r="r" b="b"/>
            <a:pathLst>
              <a:path w="28" h="1748">
                <a:moveTo>
                  <a:pt x="0" y="0"/>
                </a:moveTo>
                <a:lnTo>
                  <a:pt x="0" y="1748"/>
                </a:lnTo>
                <a:lnTo>
                  <a:pt x="28" y="174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439920" y="81720"/>
            <a:ext cx="8242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De opbouw van een koppelvlakspeciﬁcatie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558000" y="1365120"/>
            <a:ext cx="10951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Functionele eisen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558000" y="1527120"/>
            <a:ext cx="25534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Wat moet dit koppelvlak concreet doen om de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3" name=""/>
          <p:cNvSpPr/>
          <p:nvPr/>
        </p:nvSpPr>
        <p:spPr>
          <a:xfrm>
            <a:off x="456840" y="1942920"/>
            <a:ext cx="2505600" cy="628920"/>
          </a:xfrm>
          <a:custGeom>
            <a:avLst/>
            <a:gdLst/>
            <a:ahLst/>
            <a:rect l="0" t="0" r="r" b="b"/>
            <a:pathLst>
              <a:path w="6960" h="1747">
                <a:moveTo>
                  <a:pt x="0" y="0"/>
                </a:moveTo>
                <a:lnTo>
                  <a:pt x="6960" y="0"/>
                </a:lnTo>
                <a:lnTo>
                  <a:pt x="69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4" name=""/>
          <p:cNvSpPr/>
          <p:nvPr/>
        </p:nvSpPr>
        <p:spPr>
          <a:xfrm>
            <a:off x="456840" y="1942920"/>
            <a:ext cx="2505600" cy="38520"/>
          </a:xfrm>
          <a:custGeom>
            <a:avLst/>
            <a:gdLst/>
            <a:ahLst/>
            <a:rect l="0" t="0" r="r" b="b"/>
            <a:pathLst>
              <a:path w="6960" h="107">
                <a:moveTo>
                  <a:pt x="0" y="0"/>
                </a:moveTo>
                <a:lnTo>
                  <a:pt x="6960" y="0"/>
                </a:lnTo>
                <a:lnTo>
                  <a:pt x="696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5" name=""/>
          <p:cNvSpPr/>
          <p:nvPr/>
        </p:nvSpPr>
        <p:spPr>
          <a:xfrm>
            <a:off x="456840" y="2562120"/>
            <a:ext cx="2505600" cy="9720"/>
          </a:xfrm>
          <a:custGeom>
            <a:avLst/>
            <a:gdLst/>
            <a:ahLst/>
            <a:rect l="0" t="0" r="r" b="b"/>
            <a:pathLst>
              <a:path w="6960" h="27">
                <a:moveTo>
                  <a:pt x="0" y="0"/>
                </a:moveTo>
                <a:lnTo>
                  <a:pt x="6960" y="0"/>
                </a:lnTo>
                <a:lnTo>
                  <a:pt x="6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6" name=""/>
          <p:cNvSpPr/>
          <p:nvPr/>
        </p:nvSpPr>
        <p:spPr>
          <a:xfrm>
            <a:off x="2952720" y="1942920"/>
            <a:ext cx="9720" cy="628920"/>
          </a:xfrm>
          <a:custGeom>
            <a:avLst/>
            <a:gdLst/>
            <a:ahLst/>
            <a:rect l="0" t="0" r="r" b="b"/>
            <a:pathLst>
              <a:path w="27" h="1747">
                <a:moveTo>
                  <a:pt x="0" y="106"/>
                </a:moveTo>
                <a:lnTo>
                  <a:pt x="0" y="1747"/>
                </a:lnTo>
                <a:lnTo>
                  <a:pt x="27" y="1747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7" name=""/>
          <p:cNvSpPr/>
          <p:nvPr/>
        </p:nvSpPr>
        <p:spPr>
          <a:xfrm>
            <a:off x="456840" y="1942920"/>
            <a:ext cx="10080" cy="628920"/>
          </a:xfrm>
          <a:custGeom>
            <a:avLst/>
            <a:gdLst/>
            <a:ahLst/>
            <a:rect l="0" t="0" r="r" b="b"/>
            <a:pathLst>
              <a:path w="28" h="1747">
                <a:moveTo>
                  <a:pt x="0" y="0"/>
                </a:moveTo>
                <a:lnTo>
                  <a:pt x="0" y="1747"/>
                </a:lnTo>
                <a:lnTo>
                  <a:pt x="28" y="174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58000" y="1688760"/>
            <a:ext cx="15523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sectoreisen waar te maken?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558000" y="2041200"/>
            <a:ext cx="1468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Applicatiecomponenten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558000" y="2203200"/>
            <a:ext cx="25063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De spelers: welke systemen interacteren met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1" name=""/>
          <p:cNvSpPr/>
          <p:nvPr/>
        </p:nvSpPr>
        <p:spPr>
          <a:xfrm>
            <a:off x="456840" y="2619360"/>
            <a:ext cx="2505600" cy="628920"/>
          </a:xfrm>
          <a:custGeom>
            <a:avLst/>
            <a:gdLst/>
            <a:ahLst/>
            <a:rect l="0" t="0" r="r" b="b"/>
            <a:pathLst>
              <a:path w="6960" h="1747">
                <a:moveTo>
                  <a:pt x="0" y="0"/>
                </a:moveTo>
                <a:lnTo>
                  <a:pt x="6960" y="0"/>
                </a:lnTo>
                <a:lnTo>
                  <a:pt x="69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2" name=""/>
          <p:cNvSpPr/>
          <p:nvPr/>
        </p:nvSpPr>
        <p:spPr>
          <a:xfrm>
            <a:off x="456840" y="2619360"/>
            <a:ext cx="2505600" cy="38160"/>
          </a:xfrm>
          <a:custGeom>
            <a:avLst/>
            <a:gdLst/>
            <a:ahLst/>
            <a:rect l="0" t="0" r="r" b="b"/>
            <a:pathLst>
              <a:path w="6960" h="106">
                <a:moveTo>
                  <a:pt x="0" y="0"/>
                </a:moveTo>
                <a:lnTo>
                  <a:pt x="6960" y="0"/>
                </a:lnTo>
                <a:lnTo>
                  <a:pt x="6960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3" name=""/>
          <p:cNvSpPr/>
          <p:nvPr/>
        </p:nvSpPr>
        <p:spPr>
          <a:xfrm>
            <a:off x="456840" y="3238200"/>
            <a:ext cx="2505600" cy="10080"/>
          </a:xfrm>
          <a:custGeom>
            <a:avLst/>
            <a:gdLst/>
            <a:ahLst/>
            <a:rect l="0" t="0" r="r" b="b"/>
            <a:pathLst>
              <a:path w="6960" h="28">
                <a:moveTo>
                  <a:pt x="0" y="0"/>
                </a:moveTo>
                <a:lnTo>
                  <a:pt x="6960" y="0"/>
                </a:lnTo>
                <a:lnTo>
                  <a:pt x="696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4" name=""/>
          <p:cNvSpPr/>
          <p:nvPr/>
        </p:nvSpPr>
        <p:spPr>
          <a:xfrm>
            <a:off x="2952720" y="2619360"/>
            <a:ext cx="9720" cy="628920"/>
          </a:xfrm>
          <a:custGeom>
            <a:avLst/>
            <a:gdLst/>
            <a:ahLst/>
            <a:rect l="0" t="0" r="r" b="b"/>
            <a:pathLst>
              <a:path w="27" h="1747">
                <a:moveTo>
                  <a:pt x="0" y="105"/>
                </a:moveTo>
                <a:lnTo>
                  <a:pt x="0" y="1747"/>
                </a:lnTo>
                <a:lnTo>
                  <a:pt x="27" y="1747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5" name=""/>
          <p:cNvSpPr/>
          <p:nvPr/>
        </p:nvSpPr>
        <p:spPr>
          <a:xfrm>
            <a:off x="456840" y="2619360"/>
            <a:ext cx="10080" cy="628920"/>
          </a:xfrm>
          <a:custGeom>
            <a:avLst/>
            <a:gdLst/>
            <a:ahLst/>
            <a:rect l="0" t="0" r="r" b="b"/>
            <a:pathLst>
              <a:path w="28" h="1747">
                <a:moveTo>
                  <a:pt x="0" y="0"/>
                </a:moveTo>
                <a:lnTo>
                  <a:pt x="0" y="1747"/>
                </a:lnTo>
                <a:lnTo>
                  <a:pt x="28" y="1747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558000" y="2365200"/>
            <a:ext cx="3999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elkaar?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558000" y="2717640"/>
            <a:ext cx="11710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Interactiepatronen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558000" y="2879640"/>
            <a:ext cx="25700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De machine-naar-machineprocessen waarmee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9" name=""/>
          <p:cNvSpPr/>
          <p:nvPr/>
        </p:nvSpPr>
        <p:spPr>
          <a:xfrm>
            <a:off x="456840" y="3295440"/>
            <a:ext cx="2505600" cy="628920"/>
          </a:xfrm>
          <a:custGeom>
            <a:avLst/>
            <a:gdLst/>
            <a:ahLst/>
            <a:rect l="0" t="0" r="r" b="b"/>
            <a:pathLst>
              <a:path w="6960" h="1747">
                <a:moveTo>
                  <a:pt x="0" y="0"/>
                </a:moveTo>
                <a:lnTo>
                  <a:pt x="6960" y="0"/>
                </a:lnTo>
                <a:lnTo>
                  <a:pt x="69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0" name=""/>
          <p:cNvSpPr/>
          <p:nvPr/>
        </p:nvSpPr>
        <p:spPr>
          <a:xfrm>
            <a:off x="456840" y="3295440"/>
            <a:ext cx="2505600" cy="38520"/>
          </a:xfrm>
          <a:custGeom>
            <a:avLst/>
            <a:gdLst/>
            <a:ahLst/>
            <a:rect l="0" t="0" r="r" b="b"/>
            <a:pathLst>
              <a:path w="6960" h="107">
                <a:moveTo>
                  <a:pt x="0" y="0"/>
                </a:moveTo>
                <a:lnTo>
                  <a:pt x="6960" y="0"/>
                </a:lnTo>
                <a:lnTo>
                  <a:pt x="6960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1" name=""/>
          <p:cNvSpPr/>
          <p:nvPr/>
        </p:nvSpPr>
        <p:spPr>
          <a:xfrm>
            <a:off x="456840" y="3914640"/>
            <a:ext cx="2505600" cy="9720"/>
          </a:xfrm>
          <a:custGeom>
            <a:avLst/>
            <a:gdLst/>
            <a:ahLst/>
            <a:rect l="0" t="0" r="r" b="b"/>
            <a:pathLst>
              <a:path w="6960" h="27">
                <a:moveTo>
                  <a:pt x="0" y="0"/>
                </a:moveTo>
                <a:lnTo>
                  <a:pt x="6960" y="0"/>
                </a:lnTo>
                <a:lnTo>
                  <a:pt x="696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2" name=""/>
          <p:cNvSpPr/>
          <p:nvPr/>
        </p:nvSpPr>
        <p:spPr>
          <a:xfrm>
            <a:off x="2952720" y="3295440"/>
            <a:ext cx="9720" cy="628920"/>
          </a:xfrm>
          <a:custGeom>
            <a:avLst/>
            <a:gdLst/>
            <a:ahLst/>
            <a:rect l="0" t="0" r="r" b="b"/>
            <a:pathLst>
              <a:path w="27" h="1747">
                <a:moveTo>
                  <a:pt x="0" y="106"/>
                </a:moveTo>
                <a:lnTo>
                  <a:pt x="0" y="1747"/>
                </a:lnTo>
                <a:lnTo>
                  <a:pt x="27" y="1747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3" name=""/>
          <p:cNvSpPr/>
          <p:nvPr/>
        </p:nvSpPr>
        <p:spPr>
          <a:xfrm>
            <a:off x="456840" y="3295440"/>
            <a:ext cx="10080" cy="628920"/>
          </a:xfrm>
          <a:custGeom>
            <a:avLst/>
            <a:gdLst/>
            <a:ahLst/>
            <a:rect l="0" t="0" r="r" b="b"/>
            <a:pathLst>
              <a:path w="28" h="1747">
                <a:moveTo>
                  <a:pt x="0" y="0"/>
                </a:moveTo>
                <a:lnTo>
                  <a:pt x="0" y="1747"/>
                </a:lnTo>
                <a:lnTo>
                  <a:pt x="28" y="174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558000" y="3041280"/>
            <a:ext cx="1280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de spelers interacteren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558000" y="3403440"/>
            <a:ext cx="619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Endpoints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558000" y="3555720"/>
            <a:ext cx="25351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De aanspreekpunten waarmee een speler zijn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7" name=""/>
          <p:cNvSpPr/>
          <p:nvPr/>
        </p:nvSpPr>
        <p:spPr>
          <a:xfrm>
            <a:off x="456840" y="3971880"/>
            <a:ext cx="2505600" cy="628920"/>
          </a:xfrm>
          <a:custGeom>
            <a:avLst/>
            <a:gdLst/>
            <a:ahLst/>
            <a:rect l="0" t="0" r="r" b="b"/>
            <a:pathLst>
              <a:path w="6960" h="1747">
                <a:moveTo>
                  <a:pt x="0" y="0"/>
                </a:moveTo>
                <a:lnTo>
                  <a:pt x="6960" y="0"/>
                </a:lnTo>
                <a:lnTo>
                  <a:pt x="6960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8" name=""/>
          <p:cNvSpPr/>
          <p:nvPr/>
        </p:nvSpPr>
        <p:spPr>
          <a:xfrm>
            <a:off x="456840" y="3971880"/>
            <a:ext cx="2505600" cy="38160"/>
          </a:xfrm>
          <a:custGeom>
            <a:avLst/>
            <a:gdLst/>
            <a:ahLst/>
            <a:rect l="0" t="0" r="r" b="b"/>
            <a:pathLst>
              <a:path w="6960" h="106">
                <a:moveTo>
                  <a:pt x="0" y="0"/>
                </a:moveTo>
                <a:lnTo>
                  <a:pt x="6960" y="0"/>
                </a:lnTo>
                <a:lnTo>
                  <a:pt x="6960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9" name=""/>
          <p:cNvSpPr/>
          <p:nvPr/>
        </p:nvSpPr>
        <p:spPr>
          <a:xfrm>
            <a:off x="456840" y="4590720"/>
            <a:ext cx="2505600" cy="10440"/>
          </a:xfrm>
          <a:custGeom>
            <a:avLst/>
            <a:gdLst/>
            <a:ahLst/>
            <a:rect l="0" t="0" r="r" b="b"/>
            <a:pathLst>
              <a:path w="6960" h="29">
                <a:moveTo>
                  <a:pt x="0" y="0"/>
                </a:moveTo>
                <a:lnTo>
                  <a:pt x="6960" y="0"/>
                </a:lnTo>
                <a:lnTo>
                  <a:pt x="6960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0" name=""/>
          <p:cNvSpPr/>
          <p:nvPr/>
        </p:nvSpPr>
        <p:spPr>
          <a:xfrm>
            <a:off x="2952720" y="3971880"/>
            <a:ext cx="9720" cy="628920"/>
          </a:xfrm>
          <a:custGeom>
            <a:avLst/>
            <a:gdLst/>
            <a:ahLst/>
            <a:rect l="0" t="0" r="r" b="b"/>
            <a:pathLst>
              <a:path w="27" h="1747">
                <a:moveTo>
                  <a:pt x="0" y="105"/>
                </a:moveTo>
                <a:lnTo>
                  <a:pt x="0" y="1747"/>
                </a:lnTo>
                <a:lnTo>
                  <a:pt x="27" y="1747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456840" y="3971880"/>
            <a:ext cx="10080" cy="628920"/>
          </a:xfrm>
          <a:custGeom>
            <a:avLst/>
            <a:gdLst/>
            <a:ahLst/>
            <a:rect l="0" t="0" r="r" b="b"/>
            <a:pathLst>
              <a:path w="28" h="1747">
                <a:moveTo>
                  <a:pt x="0" y="0"/>
                </a:moveTo>
                <a:lnTo>
                  <a:pt x="0" y="1747"/>
                </a:lnTo>
                <a:lnTo>
                  <a:pt x="28" y="1747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558000" y="3717720"/>
            <a:ext cx="19180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verantwoordelijkheden waarmaakt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58000" y="4079520"/>
            <a:ext cx="12459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Datamodelschema's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558000" y="4232160"/>
            <a:ext cx="26298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De exacte afspraak waarmee gegevens worden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75" name="" descr=""/>
          <p:cNvPicPr/>
          <p:nvPr/>
        </p:nvPicPr>
        <p:blipFill>
          <a:blip r:embed="rId2"/>
          <a:stretch/>
        </p:blipFill>
        <p:spPr>
          <a:xfrm>
            <a:off x="3505320" y="695160"/>
            <a:ext cx="4981320" cy="4476240"/>
          </a:xfrm>
          <a:prstGeom prst="rect">
            <a:avLst/>
          </a:prstGeom>
          <a:ln w="0">
            <a:noFill/>
          </a:ln>
        </p:spPr>
      </p:pic>
      <p:sp>
        <p:nvSpPr>
          <p:cNvPr id="37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558000" y="4393800"/>
            <a:ext cx="6850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uitgewisseld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8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85" name=""/>
          <p:cNvSpPr/>
          <p:nvPr/>
        </p:nvSpPr>
        <p:spPr>
          <a:xfrm>
            <a:off x="456840" y="1361880"/>
            <a:ext cx="4505760" cy="1134000"/>
          </a:xfrm>
          <a:custGeom>
            <a:avLst/>
            <a:gdLst/>
            <a:ahLst/>
            <a:rect l="0" t="0" r="r" b="b"/>
            <a:pathLst>
              <a:path w="12516" h="3150">
                <a:moveTo>
                  <a:pt x="0" y="0"/>
                </a:moveTo>
                <a:lnTo>
                  <a:pt x="12516" y="0"/>
                </a:lnTo>
                <a:lnTo>
                  <a:pt x="12516" y="3150"/>
                </a:lnTo>
                <a:lnTo>
                  <a:pt x="0" y="31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6" name=""/>
          <p:cNvSpPr/>
          <p:nvPr/>
        </p:nvSpPr>
        <p:spPr>
          <a:xfrm>
            <a:off x="456840" y="1361880"/>
            <a:ext cx="4505760" cy="38520"/>
          </a:xfrm>
          <a:custGeom>
            <a:avLst/>
            <a:gdLst/>
            <a:ahLst/>
            <a:rect l="0" t="0" r="r" b="b"/>
            <a:pathLst>
              <a:path w="12516" h="107">
                <a:moveTo>
                  <a:pt x="0" y="0"/>
                </a:moveTo>
                <a:lnTo>
                  <a:pt x="12516" y="0"/>
                </a:lnTo>
                <a:lnTo>
                  <a:pt x="1251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7" name=""/>
          <p:cNvSpPr/>
          <p:nvPr/>
        </p:nvSpPr>
        <p:spPr>
          <a:xfrm>
            <a:off x="456840" y="2485800"/>
            <a:ext cx="4505760" cy="10080"/>
          </a:xfrm>
          <a:custGeom>
            <a:avLst/>
            <a:gdLst/>
            <a:ahLst/>
            <a:rect l="0" t="0" r="r" b="b"/>
            <a:pathLst>
              <a:path w="12516" h="28">
                <a:moveTo>
                  <a:pt x="0" y="0"/>
                </a:moveTo>
                <a:lnTo>
                  <a:pt x="12516" y="0"/>
                </a:lnTo>
                <a:lnTo>
                  <a:pt x="125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8" name=""/>
          <p:cNvSpPr/>
          <p:nvPr/>
        </p:nvSpPr>
        <p:spPr>
          <a:xfrm>
            <a:off x="4952880" y="1361880"/>
            <a:ext cx="9720" cy="1134000"/>
          </a:xfrm>
          <a:custGeom>
            <a:avLst/>
            <a:gdLst/>
            <a:ahLst/>
            <a:rect l="0" t="0" r="r" b="b"/>
            <a:pathLst>
              <a:path w="27" h="3150">
                <a:moveTo>
                  <a:pt x="0" y="106"/>
                </a:moveTo>
                <a:lnTo>
                  <a:pt x="0" y="3150"/>
                </a:lnTo>
                <a:lnTo>
                  <a:pt x="27" y="3150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9" name=""/>
          <p:cNvSpPr/>
          <p:nvPr/>
        </p:nvSpPr>
        <p:spPr>
          <a:xfrm>
            <a:off x="456840" y="1361880"/>
            <a:ext cx="10080" cy="1134000"/>
          </a:xfrm>
          <a:custGeom>
            <a:avLst/>
            <a:gdLst/>
            <a:ahLst/>
            <a:rect l="0" t="0" r="r" b="b"/>
            <a:pathLst>
              <a:path w="28" h="3150">
                <a:moveTo>
                  <a:pt x="0" y="0"/>
                </a:moveTo>
                <a:lnTo>
                  <a:pt x="0" y="3150"/>
                </a:lnTo>
                <a:lnTo>
                  <a:pt x="28" y="315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0" name=""/>
          <p:cNvSpPr/>
          <p:nvPr/>
        </p:nvSpPr>
        <p:spPr>
          <a:xfrm>
            <a:off x="590400" y="1466640"/>
            <a:ext cx="1667160" cy="228960"/>
          </a:xfrm>
          <a:custGeom>
            <a:avLst/>
            <a:gdLst/>
            <a:ahLst/>
            <a:rect l="0" t="0" r="r" b="b"/>
            <a:pathLst>
              <a:path w="4631" h="636">
                <a:moveTo>
                  <a:pt x="0" y="319"/>
                </a:moveTo>
                <a:cubicBezTo>
                  <a:pt x="0" y="298"/>
                  <a:pt x="2" y="277"/>
                  <a:pt x="6" y="257"/>
                </a:cubicBezTo>
                <a:cubicBezTo>
                  <a:pt x="10" y="236"/>
                  <a:pt x="16" y="216"/>
                  <a:pt x="24" y="197"/>
                </a:cubicBezTo>
                <a:cubicBezTo>
                  <a:pt x="32" y="178"/>
                  <a:pt x="42" y="160"/>
                  <a:pt x="53" y="142"/>
                </a:cubicBezTo>
                <a:cubicBezTo>
                  <a:pt x="65" y="125"/>
                  <a:pt x="78" y="109"/>
                  <a:pt x="93" y="94"/>
                </a:cubicBezTo>
                <a:cubicBezTo>
                  <a:pt x="108" y="79"/>
                  <a:pt x="124" y="66"/>
                  <a:pt x="141" y="55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7" y="0"/>
                  <a:pt x="317" y="0"/>
                </a:cubicBezTo>
                <a:lnTo>
                  <a:pt x="4314" y="0"/>
                </a:lnTo>
                <a:cubicBezTo>
                  <a:pt x="4334" y="0"/>
                  <a:pt x="4355" y="2"/>
                  <a:pt x="4376" y="6"/>
                </a:cubicBezTo>
                <a:cubicBezTo>
                  <a:pt x="4396" y="10"/>
                  <a:pt x="4416" y="16"/>
                  <a:pt x="4435" y="24"/>
                </a:cubicBezTo>
                <a:cubicBezTo>
                  <a:pt x="4454" y="32"/>
                  <a:pt x="4473" y="42"/>
                  <a:pt x="4490" y="55"/>
                </a:cubicBezTo>
                <a:cubicBezTo>
                  <a:pt x="4507" y="66"/>
                  <a:pt x="4523" y="79"/>
                  <a:pt x="4538" y="94"/>
                </a:cubicBezTo>
                <a:cubicBezTo>
                  <a:pt x="4553" y="109"/>
                  <a:pt x="4566" y="125"/>
                  <a:pt x="4578" y="142"/>
                </a:cubicBezTo>
                <a:cubicBezTo>
                  <a:pt x="4589" y="160"/>
                  <a:pt x="4599" y="178"/>
                  <a:pt x="4607" y="197"/>
                </a:cubicBezTo>
                <a:cubicBezTo>
                  <a:pt x="4615" y="216"/>
                  <a:pt x="4621" y="236"/>
                  <a:pt x="4625" y="257"/>
                </a:cubicBezTo>
                <a:cubicBezTo>
                  <a:pt x="4629" y="277"/>
                  <a:pt x="4631" y="298"/>
                  <a:pt x="4631" y="319"/>
                </a:cubicBezTo>
                <a:cubicBezTo>
                  <a:pt x="4631" y="339"/>
                  <a:pt x="4629" y="360"/>
                  <a:pt x="4625" y="381"/>
                </a:cubicBezTo>
                <a:cubicBezTo>
                  <a:pt x="4621" y="401"/>
                  <a:pt x="4615" y="421"/>
                  <a:pt x="4607" y="440"/>
                </a:cubicBezTo>
                <a:cubicBezTo>
                  <a:pt x="4599" y="459"/>
                  <a:pt x="4589" y="478"/>
                  <a:pt x="4578" y="495"/>
                </a:cubicBezTo>
                <a:cubicBezTo>
                  <a:pt x="4566" y="512"/>
                  <a:pt x="4553" y="528"/>
                  <a:pt x="4538" y="543"/>
                </a:cubicBezTo>
                <a:cubicBezTo>
                  <a:pt x="4523" y="558"/>
                  <a:pt x="4507" y="571"/>
                  <a:pt x="4490" y="583"/>
                </a:cubicBezTo>
                <a:cubicBezTo>
                  <a:pt x="4473" y="594"/>
                  <a:pt x="4454" y="604"/>
                  <a:pt x="4435" y="612"/>
                </a:cubicBezTo>
                <a:cubicBezTo>
                  <a:pt x="4416" y="620"/>
                  <a:pt x="4396" y="626"/>
                  <a:pt x="4376" y="630"/>
                </a:cubicBezTo>
                <a:cubicBezTo>
                  <a:pt x="4355" y="634"/>
                  <a:pt x="4334" y="636"/>
                  <a:pt x="4314" y="636"/>
                </a:cubicBezTo>
                <a:lnTo>
                  <a:pt x="317" y="636"/>
                </a:lnTo>
                <a:cubicBezTo>
                  <a:pt x="297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3"/>
                </a:cubicBezTo>
                <a:cubicBezTo>
                  <a:pt x="124" y="571"/>
                  <a:pt x="108" y="558"/>
                  <a:pt x="93" y="543"/>
                </a:cubicBezTo>
                <a:cubicBezTo>
                  <a:pt x="78" y="528"/>
                  <a:pt x="65" y="512"/>
                  <a:pt x="53" y="495"/>
                </a:cubicBezTo>
                <a:cubicBezTo>
                  <a:pt x="42" y="478"/>
                  <a:pt x="32" y="459"/>
                  <a:pt x="24" y="440"/>
                </a:cubicBezTo>
                <a:cubicBezTo>
                  <a:pt x="16" y="421"/>
                  <a:pt x="10" y="401"/>
                  <a:pt x="6" y="381"/>
                </a:cubicBezTo>
                <a:cubicBezTo>
                  <a:pt x="2" y="360"/>
                  <a:pt x="0" y="339"/>
                  <a:pt x="0" y="319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439920" y="739080"/>
            <a:ext cx="7046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Voorbeeld: van wens naar interactie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693360" y="1517400"/>
            <a:ext cx="16466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Requirementsboom · story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616320" y="1785240"/>
            <a:ext cx="46429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"Als planner wil ik dat de catalogus een planbaar geworden speciﬁcatie met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616320" y="2013840"/>
            <a:ext cx="4563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een dun event (id en versie) meldt en ik de structuur of delta kan ophalen,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616320" y="2242440"/>
            <a:ext cx="28353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zodat ik er opleidingsaanbod van kan maken."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6" name=""/>
          <p:cNvSpPr/>
          <p:nvPr/>
        </p:nvSpPr>
        <p:spPr>
          <a:xfrm>
            <a:off x="456840" y="2714400"/>
            <a:ext cx="4505760" cy="905400"/>
          </a:xfrm>
          <a:custGeom>
            <a:avLst/>
            <a:gdLst/>
            <a:ahLst/>
            <a:rect l="0" t="0" r="r" b="b"/>
            <a:pathLst>
              <a:path w="12516" h="2515">
                <a:moveTo>
                  <a:pt x="0" y="0"/>
                </a:moveTo>
                <a:lnTo>
                  <a:pt x="12516" y="0"/>
                </a:lnTo>
                <a:lnTo>
                  <a:pt x="12516" y="2515"/>
                </a:lnTo>
                <a:lnTo>
                  <a:pt x="0" y="25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7" name=""/>
          <p:cNvSpPr/>
          <p:nvPr/>
        </p:nvSpPr>
        <p:spPr>
          <a:xfrm>
            <a:off x="456840" y="2714400"/>
            <a:ext cx="4505760" cy="38520"/>
          </a:xfrm>
          <a:custGeom>
            <a:avLst/>
            <a:gdLst/>
            <a:ahLst/>
            <a:rect l="0" t="0" r="r" b="b"/>
            <a:pathLst>
              <a:path w="12516" h="107">
                <a:moveTo>
                  <a:pt x="0" y="0"/>
                </a:moveTo>
                <a:lnTo>
                  <a:pt x="12516" y="0"/>
                </a:lnTo>
                <a:lnTo>
                  <a:pt x="1251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8" name=""/>
          <p:cNvSpPr/>
          <p:nvPr/>
        </p:nvSpPr>
        <p:spPr>
          <a:xfrm>
            <a:off x="456840" y="3609720"/>
            <a:ext cx="4505760" cy="10080"/>
          </a:xfrm>
          <a:custGeom>
            <a:avLst/>
            <a:gdLst/>
            <a:ahLst/>
            <a:rect l="0" t="0" r="r" b="b"/>
            <a:pathLst>
              <a:path w="12516" h="28">
                <a:moveTo>
                  <a:pt x="0" y="0"/>
                </a:moveTo>
                <a:lnTo>
                  <a:pt x="12516" y="0"/>
                </a:lnTo>
                <a:lnTo>
                  <a:pt x="125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9" name=""/>
          <p:cNvSpPr/>
          <p:nvPr/>
        </p:nvSpPr>
        <p:spPr>
          <a:xfrm>
            <a:off x="4952880" y="2714400"/>
            <a:ext cx="9720" cy="905400"/>
          </a:xfrm>
          <a:custGeom>
            <a:avLst/>
            <a:gdLst/>
            <a:ahLst/>
            <a:rect l="0" t="0" r="r" b="b"/>
            <a:pathLst>
              <a:path w="27" h="2515">
                <a:moveTo>
                  <a:pt x="0" y="106"/>
                </a:moveTo>
                <a:lnTo>
                  <a:pt x="0" y="2515"/>
                </a:lnTo>
                <a:lnTo>
                  <a:pt x="27" y="2515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0" name=""/>
          <p:cNvSpPr/>
          <p:nvPr/>
        </p:nvSpPr>
        <p:spPr>
          <a:xfrm>
            <a:off x="456840" y="2714400"/>
            <a:ext cx="10080" cy="905400"/>
          </a:xfrm>
          <a:custGeom>
            <a:avLst/>
            <a:gdLst/>
            <a:ahLst/>
            <a:rect l="0" t="0" r="r" b="b"/>
            <a:pathLst>
              <a:path w="28" h="2515">
                <a:moveTo>
                  <a:pt x="0" y="0"/>
                </a:moveTo>
                <a:lnTo>
                  <a:pt x="0" y="2515"/>
                </a:lnTo>
                <a:lnTo>
                  <a:pt x="28" y="2515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1" name=""/>
          <p:cNvSpPr/>
          <p:nvPr/>
        </p:nvSpPr>
        <p:spPr>
          <a:xfrm>
            <a:off x="590400" y="2828880"/>
            <a:ext cx="1047960" cy="219240"/>
          </a:xfrm>
          <a:custGeom>
            <a:avLst/>
            <a:gdLst/>
            <a:ahLst/>
            <a:rect l="0" t="0" r="r" b="b"/>
            <a:pathLst>
              <a:path w="2911" h="609">
                <a:moveTo>
                  <a:pt x="0" y="304"/>
                </a:move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2606" y="0"/>
                </a:lnTo>
                <a:cubicBezTo>
                  <a:pt x="2626" y="0"/>
                  <a:pt x="2646" y="2"/>
                  <a:pt x="2665" y="5"/>
                </a:cubicBezTo>
                <a:cubicBezTo>
                  <a:pt x="2685" y="9"/>
                  <a:pt x="2704" y="15"/>
                  <a:pt x="2723" y="23"/>
                </a:cubicBezTo>
                <a:cubicBezTo>
                  <a:pt x="2742" y="30"/>
                  <a:pt x="2759" y="40"/>
                  <a:pt x="2776" y="51"/>
                </a:cubicBezTo>
                <a:cubicBezTo>
                  <a:pt x="2793" y="62"/>
                  <a:pt x="2808" y="75"/>
                  <a:pt x="2822" y="89"/>
                </a:cubicBezTo>
                <a:cubicBezTo>
                  <a:pt x="2836" y="103"/>
                  <a:pt x="2849" y="118"/>
                  <a:pt x="2860" y="135"/>
                </a:cubicBezTo>
                <a:cubicBezTo>
                  <a:pt x="2871" y="151"/>
                  <a:pt x="2881" y="169"/>
                  <a:pt x="2888" y="187"/>
                </a:cubicBezTo>
                <a:cubicBezTo>
                  <a:pt x="2896" y="206"/>
                  <a:pt x="2902" y="225"/>
                  <a:pt x="2905" y="245"/>
                </a:cubicBezTo>
                <a:cubicBezTo>
                  <a:pt x="2909" y="264"/>
                  <a:pt x="2911" y="284"/>
                  <a:pt x="2911" y="304"/>
                </a:cubicBezTo>
                <a:cubicBezTo>
                  <a:pt x="2911" y="324"/>
                  <a:pt x="2909" y="344"/>
                  <a:pt x="2905" y="364"/>
                </a:cubicBezTo>
                <a:cubicBezTo>
                  <a:pt x="2902" y="384"/>
                  <a:pt x="2896" y="403"/>
                  <a:pt x="2888" y="421"/>
                </a:cubicBezTo>
                <a:cubicBezTo>
                  <a:pt x="2881" y="440"/>
                  <a:pt x="2871" y="457"/>
                  <a:pt x="2860" y="474"/>
                </a:cubicBezTo>
                <a:cubicBezTo>
                  <a:pt x="2849" y="491"/>
                  <a:pt x="2836" y="506"/>
                  <a:pt x="2822" y="520"/>
                </a:cubicBezTo>
                <a:cubicBezTo>
                  <a:pt x="2808" y="534"/>
                  <a:pt x="2793" y="547"/>
                  <a:pt x="2776" y="558"/>
                </a:cubicBezTo>
                <a:cubicBezTo>
                  <a:pt x="2759" y="569"/>
                  <a:pt x="2742" y="578"/>
                  <a:pt x="2723" y="586"/>
                </a:cubicBezTo>
                <a:cubicBezTo>
                  <a:pt x="2704" y="594"/>
                  <a:pt x="2685" y="599"/>
                  <a:pt x="2665" y="603"/>
                </a:cubicBezTo>
                <a:cubicBezTo>
                  <a:pt x="2646" y="607"/>
                  <a:pt x="2626" y="609"/>
                  <a:pt x="2606" y="609"/>
                </a:cubicBezTo>
                <a:lnTo>
                  <a:pt x="304" y="609"/>
                </a:lnTo>
                <a:cubicBezTo>
                  <a:pt x="284" y="609"/>
                  <a:pt x="264" y="607"/>
                  <a:pt x="245" y="603"/>
                </a:cubicBezTo>
                <a:cubicBezTo>
                  <a:pt x="225" y="599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9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5" y="403"/>
                  <a:pt x="10" y="384"/>
                  <a:pt x="6" y="364"/>
                </a:cubicBezTo>
                <a:cubicBezTo>
                  <a:pt x="2" y="344"/>
                  <a:pt x="0" y="324"/>
                  <a:pt x="0" y="304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2030760" y="2546280"/>
            <a:ext cx="15048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↓ </a:t>
            </a:r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technisch gedragen door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693360" y="2879640"/>
            <a:ext cx="9424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Functionele eis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616320" y="3137760"/>
            <a:ext cx="46688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"De onderwijscatalogus moet het planningssysteem kunnen laten weten dat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616320" y="3366360"/>
            <a:ext cx="26996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een speciﬁcatie gereed is om te plannen …"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6" name=""/>
          <p:cNvSpPr/>
          <p:nvPr/>
        </p:nvSpPr>
        <p:spPr>
          <a:xfrm>
            <a:off x="456840" y="3848040"/>
            <a:ext cx="4505760" cy="667080"/>
          </a:xfrm>
          <a:custGeom>
            <a:avLst/>
            <a:gdLst/>
            <a:ahLst/>
            <a:rect l="0" t="0" r="r" b="b"/>
            <a:pathLst>
              <a:path w="12516" h="1853">
                <a:moveTo>
                  <a:pt x="0" y="0"/>
                </a:moveTo>
                <a:lnTo>
                  <a:pt x="12516" y="0"/>
                </a:lnTo>
                <a:lnTo>
                  <a:pt x="12516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7" name=""/>
          <p:cNvSpPr/>
          <p:nvPr/>
        </p:nvSpPr>
        <p:spPr>
          <a:xfrm>
            <a:off x="456840" y="3848040"/>
            <a:ext cx="4505760" cy="38160"/>
          </a:xfrm>
          <a:custGeom>
            <a:avLst/>
            <a:gdLst/>
            <a:ahLst/>
            <a:rect l="0" t="0" r="r" b="b"/>
            <a:pathLst>
              <a:path w="12516" h="106">
                <a:moveTo>
                  <a:pt x="0" y="0"/>
                </a:moveTo>
                <a:lnTo>
                  <a:pt x="12516" y="0"/>
                </a:lnTo>
                <a:lnTo>
                  <a:pt x="12516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8" name=""/>
          <p:cNvSpPr/>
          <p:nvPr/>
        </p:nvSpPr>
        <p:spPr>
          <a:xfrm>
            <a:off x="456840" y="4505040"/>
            <a:ext cx="4505760" cy="10080"/>
          </a:xfrm>
          <a:custGeom>
            <a:avLst/>
            <a:gdLst/>
            <a:ahLst/>
            <a:rect l="0" t="0" r="r" b="b"/>
            <a:pathLst>
              <a:path w="12516" h="28">
                <a:moveTo>
                  <a:pt x="0" y="0"/>
                </a:moveTo>
                <a:lnTo>
                  <a:pt x="12516" y="0"/>
                </a:lnTo>
                <a:lnTo>
                  <a:pt x="125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9" name=""/>
          <p:cNvSpPr/>
          <p:nvPr/>
        </p:nvSpPr>
        <p:spPr>
          <a:xfrm>
            <a:off x="4952880" y="3848040"/>
            <a:ext cx="9720" cy="667080"/>
          </a:xfrm>
          <a:custGeom>
            <a:avLst/>
            <a:gdLst/>
            <a:ahLst/>
            <a:rect l="0" t="0" r="r" b="b"/>
            <a:pathLst>
              <a:path w="27" h="1853">
                <a:moveTo>
                  <a:pt x="0" y="105"/>
                </a:moveTo>
                <a:lnTo>
                  <a:pt x="0" y="1853"/>
                </a:lnTo>
                <a:lnTo>
                  <a:pt x="27" y="1853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0" name=""/>
          <p:cNvSpPr/>
          <p:nvPr/>
        </p:nvSpPr>
        <p:spPr>
          <a:xfrm>
            <a:off x="456840" y="384804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0"/>
                </a:moveTo>
                <a:lnTo>
                  <a:pt x="0" y="1853"/>
                </a:lnTo>
                <a:lnTo>
                  <a:pt x="28" y="1853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1" name=""/>
          <p:cNvSpPr/>
          <p:nvPr/>
        </p:nvSpPr>
        <p:spPr>
          <a:xfrm>
            <a:off x="590400" y="3952800"/>
            <a:ext cx="1810080" cy="219240"/>
          </a:xfrm>
          <a:custGeom>
            <a:avLst/>
            <a:gdLst/>
            <a:ahLst/>
            <a:rect l="0" t="0" r="r" b="b"/>
            <a:pathLst>
              <a:path w="5028" h="609">
                <a:moveTo>
                  <a:pt x="0" y="305"/>
                </a:moveTo>
                <a:cubicBezTo>
                  <a:pt x="0" y="285"/>
                  <a:pt x="2" y="264"/>
                  <a:pt x="6" y="245"/>
                </a:cubicBezTo>
                <a:cubicBezTo>
                  <a:pt x="10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9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4724" y="0"/>
                </a:lnTo>
                <a:cubicBezTo>
                  <a:pt x="4744" y="0"/>
                  <a:pt x="4763" y="2"/>
                  <a:pt x="4783" y="6"/>
                </a:cubicBezTo>
                <a:cubicBezTo>
                  <a:pt x="4803" y="9"/>
                  <a:pt x="4822" y="15"/>
                  <a:pt x="4840" y="23"/>
                </a:cubicBezTo>
                <a:cubicBezTo>
                  <a:pt x="4859" y="31"/>
                  <a:pt x="4876" y="40"/>
                  <a:pt x="4893" y="51"/>
                </a:cubicBezTo>
                <a:cubicBezTo>
                  <a:pt x="4909" y="62"/>
                  <a:pt x="4925" y="75"/>
                  <a:pt x="4939" y="89"/>
                </a:cubicBezTo>
                <a:cubicBezTo>
                  <a:pt x="4953" y="103"/>
                  <a:pt x="4966" y="118"/>
                  <a:pt x="4977" y="135"/>
                </a:cubicBezTo>
                <a:cubicBezTo>
                  <a:pt x="4988" y="152"/>
                  <a:pt x="4997" y="169"/>
                  <a:pt x="5005" y="188"/>
                </a:cubicBezTo>
                <a:cubicBezTo>
                  <a:pt x="5012" y="206"/>
                  <a:pt x="5018" y="225"/>
                  <a:pt x="5022" y="245"/>
                </a:cubicBezTo>
                <a:cubicBezTo>
                  <a:pt x="5026" y="264"/>
                  <a:pt x="5028" y="285"/>
                  <a:pt x="5028" y="305"/>
                </a:cubicBezTo>
                <a:cubicBezTo>
                  <a:pt x="5028" y="325"/>
                  <a:pt x="5026" y="345"/>
                  <a:pt x="5022" y="364"/>
                </a:cubicBezTo>
                <a:cubicBezTo>
                  <a:pt x="5018" y="384"/>
                  <a:pt x="5012" y="403"/>
                  <a:pt x="5005" y="421"/>
                </a:cubicBezTo>
                <a:cubicBezTo>
                  <a:pt x="4997" y="440"/>
                  <a:pt x="4988" y="457"/>
                  <a:pt x="4977" y="474"/>
                </a:cubicBezTo>
                <a:cubicBezTo>
                  <a:pt x="4966" y="491"/>
                  <a:pt x="4953" y="506"/>
                  <a:pt x="4939" y="520"/>
                </a:cubicBezTo>
                <a:cubicBezTo>
                  <a:pt x="4925" y="534"/>
                  <a:pt x="4909" y="547"/>
                  <a:pt x="4893" y="558"/>
                </a:cubicBezTo>
                <a:cubicBezTo>
                  <a:pt x="4876" y="569"/>
                  <a:pt x="4859" y="578"/>
                  <a:pt x="4840" y="586"/>
                </a:cubicBezTo>
                <a:cubicBezTo>
                  <a:pt x="4822" y="594"/>
                  <a:pt x="4803" y="600"/>
                  <a:pt x="4783" y="603"/>
                </a:cubicBezTo>
                <a:cubicBezTo>
                  <a:pt x="4763" y="607"/>
                  <a:pt x="4744" y="609"/>
                  <a:pt x="4724" y="609"/>
                </a:cubicBezTo>
                <a:lnTo>
                  <a:pt x="304" y="609"/>
                </a:lnTo>
                <a:cubicBezTo>
                  <a:pt x="284" y="609"/>
                  <a:pt x="264" y="607"/>
                  <a:pt x="245" y="603"/>
                </a:cubicBezTo>
                <a:cubicBezTo>
                  <a:pt x="225" y="600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9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5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2435760" y="3670200"/>
            <a:ext cx="6346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↓ </a:t>
            </a:r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werkt via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693360" y="4003560"/>
            <a:ext cx="1812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Interactiepatroon · interactie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4" name=""/>
          <p:cNvSpPr/>
          <p:nvPr/>
        </p:nvSpPr>
        <p:spPr>
          <a:xfrm>
            <a:off x="7700760" y="3436920"/>
            <a:ext cx="543960" cy="235800"/>
          </a:xfrm>
          <a:custGeom>
            <a:avLst/>
            <a:gdLst/>
            <a:ahLst/>
            <a:rect l="0" t="0" r="r" b="b"/>
            <a:pathLst>
              <a:path w="1511" h="655">
                <a:moveTo>
                  <a:pt x="30" y="0"/>
                </a:moveTo>
                <a:lnTo>
                  <a:pt x="1481" y="0"/>
                </a:lnTo>
                <a:cubicBezTo>
                  <a:pt x="1489" y="0"/>
                  <a:pt x="1496" y="3"/>
                  <a:pt x="1502" y="9"/>
                </a:cubicBezTo>
                <a:cubicBezTo>
                  <a:pt x="1508" y="15"/>
                  <a:pt x="1511" y="22"/>
                  <a:pt x="1511" y="30"/>
                </a:cubicBezTo>
                <a:lnTo>
                  <a:pt x="1511" y="625"/>
                </a:lnTo>
                <a:cubicBezTo>
                  <a:pt x="1511" y="633"/>
                  <a:pt x="1508" y="641"/>
                  <a:pt x="1502" y="646"/>
                </a:cubicBezTo>
                <a:cubicBezTo>
                  <a:pt x="1496" y="652"/>
                  <a:pt x="1489" y="655"/>
                  <a:pt x="1481" y="655"/>
                </a:cubicBezTo>
                <a:lnTo>
                  <a:pt x="30" y="655"/>
                </a:lnTo>
                <a:cubicBezTo>
                  <a:pt x="22" y="655"/>
                  <a:pt x="15" y="652"/>
                  <a:pt x="9" y="646"/>
                </a:cubicBezTo>
                <a:cubicBezTo>
                  <a:pt x="3" y="641"/>
                  <a:pt x="0" y="633"/>
                  <a:pt x="0" y="625"/>
                </a:cubicBezTo>
                <a:lnTo>
                  <a:pt x="0" y="30"/>
                </a:ln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2" y="0"/>
                  <a:pt x="30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5" name=""/>
          <p:cNvSpPr/>
          <p:nvPr/>
        </p:nvSpPr>
        <p:spPr>
          <a:xfrm>
            <a:off x="7700760" y="3436920"/>
            <a:ext cx="543960" cy="235800"/>
          </a:xfrm>
          <a:custGeom>
            <a:avLst/>
            <a:gdLst/>
            <a:ahLst/>
            <a:rect l="0" t="0" r="r" b="b"/>
            <a:pathLst>
              <a:path w="1511" h="655">
                <a:moveTo>
                  <a:pt x="30" y="0"/>
                </a:moveTo>
                <a:lnTo>
                  <a:pt x="1481" y="0"/>
                </a:lnTo>
                <a:cubicBezTo>
                  <a:pt x="1489" y="0"/>
                  <a:pt x="1496" y="3"/>
                  <a:pt x="1502" y="9"/>
                </a:cubicBezTo>
                <a:cubicBezTo>
                  <a:pt x="1508" y="15"/>
                  <a:pt x="1511" y="22"/>
                  <a:pt x="1511" y="30"/>
                </a:cubicBezTo>
                <a:lnTo>
                  <a:pt x="1511" y="625"/>
                </a:lnTo>
                <a:cubicBezTo>
                  <a:pt x="1511" y="633"/>
                  <a:pt x="1508" y="641"/>
                  <a:pt x="1502" y="646"/>
                </a:cubicBezTo>
                <a:cubicBezTo>
                  <a:pt x="1496" y="652"/>
                  <a:pt x="1489" y="655"/>
                  <a:pt x="1481" y="655"/>
                </a:cubicBezTo>
                <a:lnTo>
                  <a:pt x="30" y="655"/>
                </a:lnTo>
                <a:cubicBezTo>
                  <a:pt x="22" y="655"/>
                  <a:pt x="15" y="652"/>
                  <a:pt x="9" y="646"/>
                </a:cubicBezTo>
                <a:cubicBezTo>
                  <a:pt x="3" y="641"/>
                  <a:pt x="0" y="633"/>
                  <a:pt x="0" y="625"/>
                </a:cubicBezTo>
                <a:lnTo>
                  <a:pt x="0" y="30"/>
                </a:ln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2" y="0"/>
                  <a:pt x="30" y="0"/>
                </a:cubicBezTo>
                <a:close/>
              </a:path>
            </a:pathLst>
          </a:custGeom>
          <a:noFill/>
          <a:ln w="360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588600" y="4261680"/>
            <a:ext cx="42238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3d68ec"/>
                </a:solidFill>
                <a:latin typeface="Arial"/>
                <a:ea typeface="Arial"/>
              </a:rPr>
              <a:t>Speciﬁcatie planbaar melden</a:t>
            </a:r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, volgens het patroon notify-then-pull.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7" name=""/>
          <p:cNvSpPr/>
          <p:nvPr/>
        </p:nvSpPr>
        <p:spPr>
          <a:xfrm>
            <a:off x="5753160" y="3436920"/>
            <a:ext cx="641880" cy="235800"/>
          </a:xfrm>
          <a:custGeom>
            <a:avLst/>
            <a:gdLst/>
            <a:ahLst/>
            <a:rect l="0" t="0" r="r" b="b"/>
            <a:pathLst>
              <a:path w="1783" h="655">
                <a:moveTo>
                  <a:pt x="30" y="0"/>
                </a:moveTo>
                <a:lnTo>
                  <a:pt x="1753" y="0"/>
                </a:lnTo>
                <a:cubicBezTo>
                  <a:pt x="1761" y="0"/>
                  <a:pt x="1768" y="3"/>
                  <a:pt x="1774" y="9"/>
                </a:cubicBezTo>
                <a:cubicBezTo>
                  <a:pt x="1780" y="15"/>
                  <a:pt x="1783" y="22"/>
                  <a:pt x="1783" y="30"/>
                </a:cubicBezTo>
                <a:lnTo>
                  <a:pt x="1783" y="625"/>
                </a:lnTo>
                <a:cubicBezTo>
                  <a:pt x="1783" y="633"/>
                  <a:pt x="1780" y="641"/>
                  <a:pt x="1774" y="646"/>
                </a:cubicBezTo>
                <a:cubicBezTo>
                  <a:pt x="1768" y="652"/>
                  <a:pt x="1761" y="655"/>
                  <a:pt x="1753" y="655"/>
                </a:cubicBezTo>
                <a:lnTo>
                  <a:pt x="30" y="655"/>
                </a:lnTo>
                <a:cubicBezTo>
                  <a:pt x="22" y="655"/>
                  <a:pt x="15" y="652"/>
                  <a:pt x="9" y="646"/>
                </a:cubicBezTo>
                <a:cubicBezTo>
                  <a:pt x="3" y="641"/>
                  <a:pt x="0" y="633"/>
                  <a:pt x="0" y="625"/>
                </a:cubicBezTo>
                <a:lnTo>
                  <a:pt x="0" y="30"/>
                </a:ln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2" y="0"/>
                  <a:pt x="30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8" name=""/>
          <p:cNvSpPr/>
          <p:nvPr/>
        </p:nvSpPr>
        <p:spPr>
          <a:xfrm>
            <a:off x="5753160" y="3436920"/>
            <a:ext cx="641880" cy="235800"/>
          </a:xfrm>
          <a:custGeom>
            <a:avLst/>
            <a:gdLst/>
            <a:ahLst/>
            <a:rect l="0" t="0" r="r" b="b"/>
            <a:pathLst>
              <a:path w="1783" h="655">
                <a:moveTo>
                  <a:pt x="30" y="0"/>
                </a:moveTo>
                <a:lnTo>
                  <a:pt x="1753" y="0"/>
                </a:lnTo>
                <a:cubicBezTo>
                  <a:pt x="1761" y="0"/>
                  <a:pt x="1768" y="3"/>
                  <a:pt x="1774" y="9"/>
                </a:cubicBezTo>
                <a:cubicBezTo>
                  <a:pt x="1780" y="15"/>
                  <a:pt x="1783" y="22"/>
                  <a:pt x="1783" y="30"/>
                </a:cubicBezTo>
                <a:lnTo>
                  <a:pt x="1783" y="625"/>
                </a:lnTo>
                <a:cubicBezTo>
                  <a:pt x="1783" y="633"/>
                  <a:pt x="1780" y="641"/>
                  <a:pt x="1774" y="646"/>
                </a:cubicBezTo>
                <a:cubicBezTo>
                  <a:pt x="1768" y="652"/>
                  <a:pt x="1761" y="655"/>
                  <a:pt x="1753" y="655"/>
                </a:cubicBezTo>
                <a:lnTo>
                  <a:pt x="30" y="655"/>
                </a:lnTo>
                <a:cubicBezTo>
                  <a:pt x="22" y="655"/>
                  <a:pt x="15" y="652"/>
                  <a:pt x="9" y="646"/>
                </a:cubicBezTo>
                <a:cubicBezTo>
                  <a:pt x="3" y="641"/>
                  <a:pt x="0" y="633"/>
                  <a:pt x="0" y="625"/>
                </a:cubicBezTo>
                <a:lnTo>
                  <a:pt x="0" y="30"/>
                </a:ln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2" y="0"/>
                  <a:pt x="30" y="0"/>
                </a:cubicBezTo>
                <a:close/>
              </a:path>
            </a:pathLst>
          </a:custGeom>
          <a:noFill/>
          <a:ln w="360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7848000" y="3520080"/>
            <a:ext cx="250560" cy="6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60" spc="-1" strike="noStrike">
                <a:solidFill>
                  <a:srgbClr val="000000"/>
                </a:solidFill>
                <a:latin typeface="DejaVuSans"/>
                <a:ea typeface="DejaVuSans"/>
              </a:rPr>
              <a:t>Planning</a:t>
            </a:r>
            <a:endParaRPr b="0" lang="en-US" sz="4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0" name=""/>
          <p:cNvSpPr/>
          <p:nvPr/>
        </p:nvSpPr>
        <p:spPr>
          <a:xfrm>
            <a:off x="7972560" y="2386080"/>
            <a:ext cx="0" cy="1050840"/>
          </a:xfrm>
          <a:prstGeom prst="line">
            <a:avLst/>
          </a:prstGeom>
          <a:ln w="7200">
            <a:solidFill>
              <a:srgbClr val="9370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1" name=""/>
          <p:cNvSpPr/>
          <p:nvPr/>
        </p:nvSpPr>
        <p:spPr>
          <a:xfrm>
            <a:off x="7700760" y="2150640"/>
            <a:ext cx="543960" cy="235800"/>
          </a:xfrm>
          <a:custGeom>
            <a:avLst/>
            <a:gdLst/>
            <a:ahLst/>
            <a:rect l="0" t="0" r="r" b="b"/>
            <a:pathLst>
              <a:path w="1511" h="655">
                <a:moveTo>
                  <a:pt x="30" y="0"/>
                </a:moveTo>
                <a:lnTo>
                  <a:pt x="1481" y="0"/>
                </a:lnTo>
                <a:cubicBezTo>
                  <a:pt x="1489" y="0"/>
                  <a:pt x="1496" y="3"/>
                  <a:pt x="1502" y="9"/>
                </a:cubicBezTo>
                <a:cubicBezTo>
                  <a:pt x="1508" y="15"/>
                  <a:pt x="1511" y="22"/>
                  <a:pt x="1511" y="30"/>
                </a:cubicBezTo>
                <a:lnTo>
                  <a:pt x="1511" y="625"/>
                </a:lnTo>
                <a:cubicBezTo>
                  <a:pt x="1511" y="633"/>
                  <a:pt x="1508" y="640"/>
                  <a:pt x="1502" y="646"/>
                </a:cubicBezTo>
                <a:cubicBezTo>
                  <a:pt x="1496" y="652"/>
                  <a:pt x="1489" y="655"/>
                  <a:pt x="1481" y="655"/>
                </a:cubicBezTo>
                <a:lnTo>
                  <a:pt x="30" y="655"/>
                </a:lnTo>
                <a:cubicBezTo>
                  <a:pt x="22" y="655"/>
                  <a:pt x="15" y="652"/>
                  <a:pt x="9" y="646"/>
                </a:cubicBezTo>
                <a:cubicBezTo>
                  <a:pt x="3" y="640"/>
                  <a:pt x="0" y="633"/>
                  <a:pt x="0" y="625"/>
                </a:cubicBezTo>
                <a:lnTo>
                  <a:pt x="0" y="30"/>
                </a:ln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2" y="0"/>
                  <a:pt x="30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2" name=""/>
          <p:cNvSpPr/>
          <p:nvPr/>
        </p:nvSpPr>
        <p:spPr>
          <a:xfrm>
            <a:off x="7700760" y="2150640"/>
            <a:ext cx="543960" cy="235800"/>
          </a:xfrm>
          <a:custGeom>
            <a:avLst/>
            <a:gdLst/>
            <a:ahLst/>
            <a:rect l="0" t="0" r="r" b="b"/>
            <a:pathLst>
              <a:path w="1511" h="655">
                <a:moveTo>
                  <a:pt x="30" y="0"/>
                </a:moveTo>
                <a:lnTo>
                  <a:pt x="1481" y="0"/>
                </a:lnTo>
                <a:cubicBezTo>
                  <a:pt x="1489" y="0"/>
                  <a:pt x="1496" y="3"/>
                  <a:pt x="1502" y="9"/>
                </a:cubicBezTo>
                <a:cubicBezTo>
                  <a:pt x="1508" y="15"/>
                  <a:pt x="1511" y="22"/>
                  <a:pt x="1511" y="30"/>
                </a:cubicBezTo>
                <a:lnTo>
                  <a:pt x="1511" y="625"/>
                </a:lnTo>
                <a:cubicBezTo>
                  <a:pt x="1511" y="633"/>
                  <a:pt x="1508" y="640"/>
                  <a:pt x="1502" y="646"/>
                </a:cubicBezTo>
                <a:cubicBezTo>
                  <a:pt x="1496" y="652"/>
                  <a:pt x="1489" y="655"/>
                  <a:pt x="1481" y="655"/>
                </a:cubicBezTo>
                <a:lnTo>
                  <a:pt x="30" y="655"/>
                </a:lnTo>
                <a:cubicBezTo>
                  <a:pt x="22" y="655"/>
                  <a:pt x="15" y="652"/>
                  <a:pt x="9" y="646"/>
                </a:cubicBezTo>
                <a:cubicBezTo>
                  <a:pt x="3" y="640"/>
                  <a:pt x="0" y="633"/>
                  <a:pt x="0" y="625"/>
                </a:cubicBezTo>
                <a:lnTo>
                  <a:pt x="0" y="30"/>
                </a:ln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2" y="0"/>
                  <a:pt x="30" y="0"/>
                </a:cubicBezTo>
                <a:close/>
              </a:path>
            </a:pathLst>
          </a:custGeom>
          <a:noFill/>
          <a:ln w="360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5789520" y="3520080"/>
            <a:ext cx="570600" cy="6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60" spc="-1" strike="noStrike">
                <a:solidFill>
                  <a:srgbClr val="000000"/>
                </a:solidFill>
                <a:latin typeface="DejaVuSans"/>
                <a:ea typeface="DejaVuSans"/>
              </a:rPr>
              <a:t>Onderwijscatalogus</a:t>
            </a:r>
            <a:endParaRPr b="0" lang="en-US" sz="4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4" name=""/>
          <p:cNvSpPr/>
          <p:nvPr/>
        </p:nvSpPr>
        <p:spPr>
          <a:xfrm>
            <a:off x="6073920" y="2386080"/>
            <a:ext cx="0" cy="1050840"/>
          </a:xfrm>
          <a:prstGeom prst="line">
            <a:avLst/>
          </a:prstGeom>
          <a:ln w="7200">
            <a:solidFill>
              <a:srgbClr val="9370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5" name=""/>
          <p:cNvSpPr/>
          <p:nvPr/>
        </p:nvSpPr>
        <p:spPr>
          <a:xfrm>
            <a:off x="5753160" y="2150640"/>
            <a:ext cx="641880" cy="235800"/>
          </a:xfrm>
          <a:custGeom>
            <a:avLst/>
            <a:gdLst/>
            <a:ahLst/>
            <a:rect l="0" t="0" r="r" b="b"/>
            <a:pathLst>
              <a:path w="1783" h="655">
                <a:moveTo>
                  <a:pt x="30" y="0"/>
                </a:moveTo>
                <a:lnTo>
                  <a:pt x="1753" y="0"/>
                </a:lnTo>
                <a:cubicBezTo>
                  <a:pt x="1761" y="0"/>
                  <a:pt x="1768" y="3"/>
                  <a:pt x="1774" y="9"/>
                </a:cubicBezTo>
                <a:cubicBezTo>
                  <a:pt x="1780" y="15"/>
                  <a:pt x="1783" y="22"/>
                  <a:pt x="1783" y="30"/>
                </a:cubicBezTo>
                <a:lnTo>
                  <a:pt x="1783" y="625"/>
                </a:lnTo>
                <a:cubicBezTo>
                  <a:pt x="1783" y="633"/>
                  <a:pt x="1780" y="640"/>
                  <a:pt x="1774" y="646"/>
                </a:cubicBezTo>
                <a:cubicBezTo>
                  <a:pt x="1768" y="652"/>
                  <a:pt x="1761" y="655"/>
                  <a:pt x="1753" y="655"/>
                </a:cubicBezTo>
                <a:lnTo>
                  <a:pt x="30" y="655"/>
                </a:lnTo>
                <a:cubicBezTo>
                  <a:pt x="22" y="655"/>
                  <a:pt x="15" y="652"/>
                  <a:pt x="9" y="646"/>
                </a:cubicBezTo>
                <a:cubicBezTo>
                  <a:pt x="3" y="640"/>
                  <a:pt x="0" y="633"/>
                  <a:pt x="0" y="625"/>
                </a:cubicBezTo>
                <a:lnTo>
                  <a:pt x="0" y="30"/>
                </a:ln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2" y="0"/>
                  <a:pt x="30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6" name=""/>
          <p:cNvSpPr/>
          <p:nvPr/>
        </p:nvSpPr>
        <p:spPr>
          <a:xfrm>
            <a:off x="5753160" y="2150640"/>
            <a:ext cx="641880" cy="235800"/>
          </a:xfrm>
          <a:custGeom>
            <a:avLst/>
            <a:gdLst/>
            <a:ahLst/>
            <a:rect l="0" t="0" r="r" b="b"/>
            <a:pathLst>
              <a:path w="1783" h="655">
                <a:moveTo>
                  <a:pt x="30" y="0"/>
                </a:moveTo>
                <a:lnTo>
                  <a:pt x="1753" y="0"/>
                </a:lnTo>
                <a:cubicBezTo>
                  <a:pt x="1761" y="0"/>
                  <a:pt x="1768" y="3"/>
                  <a:pt x="1774" y="9"/>
                </a:cubicBezTo>
                <a:cubicBezTo>
                  <a:pt x="1780" y="15"/>
                  <a:pt x="1783" y="22"/>
                  <a:pt x="1783" y="30"/>
                </a:cubicBezTo>
                <a:lnTo>
                  <a:pt x="1783" y="625"/>
                </a:lnTo>
                <a:cubicBezTo>
                  <a:pt x="1783" y="633"/>
                  <a:pt x="1780" y="640"/>
                  <a:pt x="1774" y="646"/>
                </a:cubicBezTo>
                <a:cubicBezTo>
                  <a:pt x="1768" y="652"/>
                  <a:pt x="1761" y="655"/>
                  <a:pt x="1753" y="655"/>
                </a:cubicBezTo>
                <a:lnTo>
                  <a:pt x="30" y="655"/>
                </a:lnTo>
                <a:cubicBezTo>
                  <a:pt x="22" y="655"/>
                  <a:pt x="15" y="652"/>
                  <a:pt x="9" y="646"/>
                </a:cubicBezTo>
                <a:cubicBezTo>
                  <a:pt x="3" y="640"/>
                  <a:pt x="0" y="633"/>
                  <a:pt x="0" y="625"/>
                </a:cubicBezTo>
                <a:lnTo>
                  <a:pt x="0" y="30"/>
                </a:lnTo>
                <a:cubicBezTo>
                  <a:pt x="0" y="22"/>
                  <a:pt x="3" y="15"/>
                  <a:pt x="9" y="9"/>
                </a:cubicBezTo>
                <a:cubicBezTo>
                  <a:pt x="15" y="3"/>
                  <a:pt x="22" y="0"/>
                  <a:pt x="30" y="0"/>
                </a:cubicBezTo>
                <a:close/>
              </a:path>
            </a:pathLst>
          </a:custGeom>
          <a:noFill/>
          <a:ln w="3600">
            <a:solidFill>
              <a:srgbClr val="9370db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7848000" y="2233800"/>
            <a:ext cx="250560" cy="6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60" spc="-1" strike="noStrike">
                <a:solidFill>
                  <a:srgbClr val="000000"/>
                </a:solidFill>
                <a:latin typeface="DejaVuSans"/>
                <a:ea typeface="DejaVuSans"/>
              </a:rPr>
              <a:t>Planning</a:t>
            </a:r>
            <a:endParaRPr b="0" lang="en-US" sz="4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5789520" y="2233800"/>
            <a:ext cx="570600" cy="6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60" spc="-1" strike="noStrike">
                <a:solidFill>
                  <a:srgbClr val="000000"/>
                </a:solidFill>
                <a:latin typeface="DejaVuSans"/>
                <a:ea typeface="DejaVuSans"/>
              </a:rPr>
              <a:t>Onderwijscatalogus</a:t>
            </a:r>
            <a:endParaRPr b="0" lang="en-US" sz="4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9" name=""/>
          <p:cNvSpPr/>
          <p:nvPr/>
        </p:nvSpPr>
        <p:spPr>
          <a:xfrm>
            <a:off x="6077520" y="2559960"/>
            <a:ext cx="1880640" cy="0"/>
          </a:xfrm>
          <a:prstGeom prst="line">
            <a:avLst/>
          </a:prstGeom>
          <a:ln w="540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0" name=""/>
          <p:cNvSpPr/>
          <p:nvPr/>
        </p:nvSpPr>
        <p:spPr>
          <a:xfrm>
            <a:off x="7925760" y="2541960"/>
            <a:ext cx="40320" cy="36720"/>
          </a:xfrm>
          <a:custGeom>
            <a:avLst/>
            <a:gdLst/>
            <a:ahLst/>
            <a:rect l="0" t="0" r="r" b="b"/>
            <a:pathLst>
              <a:path w="112" h="102">
                <a:moveTo>
                  <a:pt x="0" y="0"/>
                </a:moveTo>
                <a:lnTo>
                  <a:pt x="112" y="50"/>
                </a:lnTo>
                <a:lnTo>
                  <a:pt x="10" y="10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3600">
            <a:solidFill>
              <a:srgbClr val="333333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6426000" y="2460600"/>
            <a:ext cx="1183320" cy="6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60" spc="-1" strike="noStrike">
                <a:solidFill>
                  <a:srgbClr val="333333"/>
                </a:solidFill>
                <a:latin typeface="DejaVuSans"/>
                <a:ea typeface="DejaVuSans"/>
              </a:rPr>
              <a:t>event: speciﬁcatie planbaar (id + versie)</a:t>
            </a:r>
            <a:endParaRPr b="0" lang="en-US" sz="4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2" name=""/>
          <p:cNvSpPr/>
          <p:nvPr/>
        </p:nvSpPr>
        <p:spPr>
          <a:xfrm flipH="1">
            <a:off x="6088320" y="2733840"/>
            <a:ext cx="1880640" cy="0"/>
          </a:xfrm>
          <a:prstGeom prst="line">
            <a:avLst/>
          </a:prstGeom>
          <a:ln w="540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3" name=""/>
          <p:cNvSpPr/>
          <p:nvPr/>
        </p:nvSpPr>
        <p:spPr>
          <a:xfrm>
            <a:off x="6080760" y="2715840"/>
            <a:ext cx="40320" cy="36720"/>
          </a:xfrm>
          <a:custGeom>
            <a:avLst/>
            <a:gdLst/>
            <a:ahLst/>
            <a:rect l="0" t="0" r="r" b="b"/>
            <a:pathLst>
              <a:path w="112" h="102">
                <a:moveTo>
                  <a:pt x="112" y="102"/>
                </a:moveTo>
                <a:lnTo>
                  <a:pt x="0" y="51"/>
                </a:lnTo>
                <a:lnTo>
                  <a:pt x="101" y="0"/>
                </a:lnTo>
                <a:lnTo>
                  <a:pt x="112" y="102"/>
                </a:lnTo>
                <a:close/>
              </a:path>
            </a:pathLst>
          </a:custGeom>
          <a:solidFill>
            <a:srgbClr val="333333"/>
          </a:solidFill>
          <a:ln w="3600">
            <a:solidFill>
              <a:srgbClr val="333333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6465600" y="2634480"/>
            <a:ext cx="1125360" cy="6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60" spc="-1" strike="noStrike">
                <a:solidFill>
                  <a:srgbClr val="333333"/>
                </a:solidFill>
                <a:latin typeface="DejaVuSans"/>
                <a:ea typeface="DejaVuSans"/>
              </a:rPr>
              <a:t>speciﬁcatiestructuur of delta opvragen</a:t>
            </a:r>
            <a:endParaRPr b="0" lang="en-US" sz="4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5" name=""/>
          <p:cNvSpPr/>
          <p:nvPr/>
        </p:nvSpPr>
        <p:spPr>
          <a:xfrm>
            <a:off x="6077520" y="2908080"/>
            <a:ext cx="1880640" cy="0"/>
          </a:xfrm>
          <a:prstGeom prst="line">
            <a:avLst/>
          </a:prstGeom>
          <a:ln w="540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6" name=""/>
          <p:cNvSpPr/>
          <p:nvPr/>
        </p:nvSpPr>
        <p:spPr>
          <a:xfrm>
            <a:off x="7925760" y="2889720"/>
            <a:ext cx="40320" cy="36720"/>
          </a:xfrm>
          <a:custGeom>
            <a:avLst/>
            <a:gdLst/>
            <a:ahLst/>
            <a:rect l="0" t="0" r="r" b="b"/>
            <a:pathLst>
              <a:path w="112" h="102">
                <a:moveTo>
                  <a:pt x="0" y="0"/>
                </a:moveTo>
                <a:lnTo>
                  <a:pt x="112" y="52"/>
                </a:lnTo>
                <a:lnTo>
                  <a:pt x="10" y="10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3600">
            <a:solidFill>
              <a:srgbClr val="333333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6634080" y="2808360"/>
            <a:ext cx="770400" cy="6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60" spc="-1" strike="noStrike">
                <a:solidFill>
                  <a:srgbClr val="333333"/>
                </a:solidFill>
                <a:latin typeface="DejaVuSans"/>
                <a:ea typeface="DejaVuSans"/>
              </a:rPr>
              <a:t>speciﬁcatiestructuur terug</a:t>
            </a:r>
            <a:endParaRPr b="0" lang="en-US" sz="4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8" name=""/>
          <p:cNvSpPr/>
          <p:nvPr/>
        </p:nvSpPr>
        <p:spPr>
          <a:xfrm>
            <a:off x="7976160" y="3076200"/>
            <a:ext cx="163440" cy="84600"/>
          </a:xfrm>
          <a:custGeom>
            <a:avLst/>
            <a:gdLst/>
            <a:ahLst/>
            <a:rect l="0" t="0" r="r" b="b"/>
            <a:pathLst>
              <a:path fill="none" w="454" h="235">
                <a:moveTo>
                  <a:pt x="0" y="17"/>
                </a:moveTo>
                <a:cubicBezTo>
                  <a:pt x="605" y="-85"/>
                  <a:pt x="605" y="320"/>
                  <a:pt x="0" y="219"/>
                </a:cubicBezTo>
              </a:path>
            </a:pathLst>
          </a:custGeom>
          <a:ln w="540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9" name=""/>
          <p:cNvSpPr/>
          <p:nvPr/>
        </p:nvSpPr>
        <p:spPr>
          <a:xfrm>
            <a:off x="7968600" y="3141000"/>
            <a:ext cx="39240" cy="36720"/>
          </a:xfrm>
          <a:custGeom>
            <a:avLst/>
            <a:gdLst/>
            <a:ahLst/>
            <a:rect l="0" t="0" r="r" b="b"/>
            <a:pathLst>
              <a:path w="109" h="102">
                <a:moveTo>
                  <a:pt x="102" y="102"/>
                </a:moveTo>
                <a:lnTo>
                  <a:pt x="0" y="35"/>
                </a:lnTo>
                <a:lnTo>
                  <a:pt x="109" y="0"/>
                </a:lnTo>
                <a:lnTo>
                  <a:pt x="102" y="102"/>
                </a:lnTo>
                <a:close/>
              </a:path>
            </a:pathLst>
          </a:custGeom>
          <a:solidFill>
            <a:srgbClr val="333333"/>
          </a:solidFill>
          <a:ln w="3600">
            <a:solidFill>
              <a:srgbClr val="333333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7729920" y="2982600"/>
            <a:ext cx="497520" cy="6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60" spc="-1" strike="noStrike">
                <a:solidFill>
                  <a:srgbClr val="333333"/>
                </a:solidFill>
                <a:latin typeface="DejaVuSans"/>
                <a:ea typeface="DejaVuSans"/>
              </a:rPr>
              <a:t>eigen planproces</a:t>
            </a:r>
            <a:endParaRPr b="0" lang="en-US" sz="4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1" name=""/>
          <p:cNvSpPr/>
          <p:nvPr/>
        </p:nvSpPr>
        <p:spPr>
          <a:xfrm flipH="1">
            <a:off x="6088320" y="3364560"/>
            <a:ext cx="1880640" cy="0"/>
          </a:xfrm>
          <a:prstGeom prst="line">
            <a:avLst/>
          </a:prstGeom>
          <a:ln w="540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2" name=""/>
          <p:cNvSpPr/>
          <p:nvPr/>
        </p:nvSpPr>
        <p:spPr>
          <a:xfrm>
            <a:off x="6080760" y="3346200"/>
            <a:ext cx="40320" cy="36720"/>
          </a:xfrm>
          <a:custGeom>
            <a:avLst/>
            <a:gdLst/>
            <a:ahLst/>
            <a:rect l="0" t="0" r="r" b="b"/>
            <a:pathLst>
              <a:path w="112" h="102">
                <a:moveTo>
                  <a:pt x="112" y="102"/>
                </a:moveTo>
                <a:lnTo>
                  <a:pt x="0" y="51"/>
                </a:lnTo>
                <a:lnTo>
                  <a:pt x="101" y="0"/>
                </a:lnTo>
                <a:lnTo>
                  <a:pt x="112" y="102"/>
                </a:lnTo>
                <a:close/>
              </a:path>
            </a:pathLst>
          </a:custGeom>
          <a:solidFill>
            <a:srgbClr val="333333"/>
          </a:solidFill>
          <a:ln w="3600">
            <a:solidFill>
              <a:srgbClr val="333333"/>
            </a:solidFill>
            <a:miter/>
          </a:ln>
        </p:spPr>
        <p:txBody>
          <a:bodyPr lIns="1800" rIns="1800" tIns="1800" bIns="180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6206760" y="3265200"/>
            <a:ext cx="1640520" cy="6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46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onderwijsaanbod terug, of foutmelding met beperkingen</a:t>
            </a:r>
            <a:endParaRPr b="0" lang="en-US" sz="4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49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5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52" name=""/>
          <p:cNvSpPr/>
          <p:nvPr/>
        </p:nvSpPr>
        <p:spPr>
          <a:xfrm>
            <a:off x="456840" y="1342800"/>
            <a:ext cx="3439080" cy="905400"/>
          </a:xfrm>
          <a:custGeom>
            <a:avLst/>
            <a:gdLst/>
            <a:ahLst/>
            <a:rect l="0" t="0" r="r" b="b"/>
            <a:pathLst>
              <a:path w="9553" h="2515">
                <a:moveTo>
                  <a:pt x="0" y="0"/>
                </a:moveTo>
                <a:lnTo>
                  <a:pt x="9553" y="0"/>
                </a:lnTo>
                <a:lnTo>
                  <a:pt x="9553" y="2515"/>
                </a:lnTo>
                <a:lnTo>
                  <a:pt x="0" y="25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3" name=""/>
          <p:cNvSpPr/>
          <p:nvPr/>
        </p:nvSpPr>
        <p:spPr>
          <a:xfrm>
            <a:off x="456840" y="1342800"/>
            <a:ext cx="3439080" cy="38520"/>
          </a:xfrm>
          <a:custGeom>
            <a:avLst/>
            <a:gdLst/>
            <a:ahLst/>
            <a:rect l="0" t="0" r="r" b="b"/>
            <a:pathLst>
              <a:path w="9553" h="107">
                <a:moveTo>
                  <a:pt x="0" y="0"/>
                </a:moveTo>
                <a:lnTo>
                  <a:pt x="9553" y="0"/>
                </a:lnTo>
                <a:lnTo>
                  <a:pt x="955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4" name=""/>
          <p:cNvSpPr/>
          <p:nvPr/>
        </p:nvSpPr>
        <p:spPr>
          <a:xfrm>
            <a:off x="456840" y="2238120"/>
            <a:ext cx="3439080" cy="10080"/>
          </a:xfrm>
          <a:custGeom>
            <a:avLst/>
            <a:gdLst/>
            <a:ahLst/>
            <a:rect l="0" t="0" r="r" b="b"/>
            <a:pathLst>
              <a:path w="9553" h="28">
                <a:moveTo>
                  <a:pt x="0" y="0"/>
                </a:moveTo>
                <a:lnTo>
                  <a:pt x="9553" y="0"/>
                </a:lnTo>
                <a:lnTo>
                  <a:pt x="9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5" name=""/>
          <p:cNvSpPr/>
          <p:nvPr/>
        </p:nvSpPr>
        <p:spPr>
          <a:xfrm>
            <a:off x="3885840" y="1342800"/>
            <a:ext cx="10080" cy="905400"/>
          </a:xfrm>
          <a:custGeom>
            <a:avLst/>
            <a:gdLst/>
            <a:ahLst/>
            <a:rect l="0" t="0" r="r" b="b"/>
            <a:pathLst>
              <a:path w="28" h="2515">
                <a:moveTo>
                  <a:pt x="0" y="107"/>
                </a:moveTo>
                <a:lnTo>
                  <a:pt x="0" y="2515"/>
                </a:lnTo>
                <a:lnTo>
                  <a:pt x="28" y="2515"/>
                </a:lnTo>
                <a:lnTo>
                  <a:pt x="28" y="0"/>
                </a:lnTo>
                <a:lnTo>
                  <a:pt x="0" y="107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6" name=""/>
          <p:cNvSpPr/>
          <p:nvPr/>
        </p:nvSpPr>
        <p:spPr>
          <a:xfrm>
            <a:off x="456840" y="1342800"/>
            <a:ext cx="10080" cy="905400"/>
          </a:xfrm>
          <a:custGeom>
            <a:avLst/>
            <a:gdLst/>
            <a:ahLst/>
            <a:rect l="0" t="0" r="r" b="b"/>
            <a:pathLst>
              <a:path w="28" h="2515">
                <a:moveTo>
                  <a:pt x="0" y="0"/>
                </a:moveTo>
                <a:lnTo>
                  <a:pt x="0" y="2515"/>
                </a:lnTo>
                <a:lnTo>
                  <a:pt x="28" y="2515"/>
                </a:lnTo>
                <a:lnTo>
                  <a:pt x="28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7" name=""/>
          <p:cNvSpPr/>
          <p:nvPr/>
        </p:nvSpPr>
        <p:spPr>
          <a:xfrm>
            <a:off x="590400" y="1447560"/>
            <a:ext cx="1810080" cy="228960"/>
          </a:xfrm>
          <a:custGeom>
            <a:avLst/>
            <a:gdLst/>
            <a:ahLst/>
            <a:rect l="0" t="0" r="r" b="b"/>
            <a:pathLst>
              <a:path w="5028" h="636">
                <a:moveTo>
                  <a:pt x="0" y="319"/>
                </a:moveTo>
                <a:cubicBezTo>
                  <a:pt x="0" y="298"/>
                  <a:pt x="2" y="277"/>
                  <a:pt x="6" y="257"/>
                </a:cubicBezTo>
                <a:cubicBezTo>
                  <a:pt x="10" y="236"/>
                  <a:pt x="16" y="216"/>
                  <a:pt x="24" y="197"/>
                </a:cubicBezTo>
                <a:cubicBezTo>
                  <a:pt x="32" y="178"/>
                  <a:pt x="42" y="160"/>
                  <a:pt x="53" y="142"/>
                </a:cubicBezTo>
                <a:cubicBezTo>
                  <a:pt x="65" y="125"/>
                  <a:pt x="78" y="109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7" y="0"/>
                  <a:pt x="317" y="0"/>
                </a:cubicBezTo>
                <a:lnTo>
                  <a:pt x="4710" y="0"/>
                </a:lnTo>
                <a:cubicBezTo>
                  <a:pt x="4731" y="0"/>
                  <a:pt x="4752" y="2"/>
                  <a:pt x="4772" y="6"/>
                </a:cubicBezTo>
                <a:cubicBezTo>
                  <a:pt x="4793" y="10"/>
                  <a:pt x="4813" y="16"/>
                  <a:pt x="4832" y="24"/>
                </a:cubicBezTo>
                <a:cubicBezTo>
                  <a:pt x="4851" y="32"/>
                  <a:pt x="4870" y="42"/>
                  <a:pt x="4887" y="54"/>
                </a:cubicBezTo>
                <a:cubicBezTo>
                  <a:pt x="4904" y="65"/>
                  <a:pt x="4920" y="78"/>
                  <a:pt x="4935" y="93"/>
                </a:cubicBezTo>
                <a:cubicBezTo>
                  <a:pt x="4950" y="109"/>
                  <a:pt x="4963" y="125"/>
                  <a:pt x="4974" y="142"/>
                </a:cubicBezTo>
                <a:cubicBezTo>
                  <a:pt x="4986" y="160"/>
                  <a:pt x="4996" y="178"/>
                  <a:pt x="5004" y="197"/>
                </a:cubicBezTo>
                <a:cubicBezTo>
                  <a:pt x="5012" y="216"/>
                  <a:pt x="5018" y="236"/>
                  <a:pt x="5022" y="257"/>
                </a:cubicBezTo>
                <a:cubicBezTo>
                  <a:pt x="5026" y="277"/>
                  <a:pt x="5028" y="298"/>
                  <a:pt x="5028" y="319"/>
                </a:cubicBezTo>
                <a:cubicBezTo>
                  <a:pt x="5028" y="340"/>
                  <a:pt x="5026" y="360"/>
                  <a:pt x="5022" y="381"/>
                </a:cubicBezTo>
                <a:cubicBezTo>
                  <a:pt x="5018" y="401"/>
                  <a:pt x="5012" y="421"/>
                  <a:pt x="5004" y="440"/>
                </a:cubicBezTo>
                <a:cubicBezTo>
                  <a:pt x="4996" y="459"/>
                  <a:pt x="4986" y="478"/>
                  <a:pt x="4974" y="495"/>
                </a:cubicBezTo>
                <a:cubicBezTo>
                  <a:pt x="4963" y="512"/>
                  <a:pt x="4950" y="528"/>
                  <a:pt x="4935" y="543"/>
                </a:cubicBezTo>
                <a:cubicBezTo>
                  <a:pt x="4920" y="558"/>
                  <a:pt x="4904" y="571"/>
                  <a:pt x="4887" y="583"/>
                </a:cubicBezTo>
                <a:cubicBezTo>
                  <a:pt x="4870" y="594"/>
                  <a:pt x="4851" y="604"/>
                  <a:pt x="4832" y="612"/>
                </a:cubicBezTo>
                <a:cubicBezTo>
                  <a:pt x="4813" y="620"/>
                  <a:pt x="4793" y="626"/>
                  <a:pt x="4772" y="630"/>
                </a:cubicBezTo>
                <a:cubicBezTo>
                  <a:pt x="4752" y="634"/>
                  <a:pt x="4731" y="636"/>
                  <a:pt x="4710" y="636"/>
                </a:cubicBezTo>
                <a:lnTo>
                  <a:pt x="317" y="636"/>
                </a:lnTo>
                <a:cubicBezTo>
                  <a:pt x="297" y="636"/>
                  <a:pt x="276" y="634"/>
                  <a:pt x="255" y="630"/>
                </a:cubicBezTo>
                <a:cubicBezTo>
                  <a:pt x="235" y="626"/>
                  <a:pt x="215" y="620"/>
                  <a:pt x="196" y="612"/>
                </a:cubicBezTo>
                <a:cubicBezTo>
                  <a:pt x="177" y="604"/>
                  <a:pt x="158" y="594"/>
                  <a:pt x="141" y="583"/>
                </a:cubicBezTo>
                <a:cubicBezTo>
                  <a:pt x="124" y="571"/>
                  <a:pt x="108" y="558"/>
                  <a:pt x="93" y="543"/>
                </a:cubicBezTo>
                <a:cubicBezTo>
                  <a:pt x="78" y="528"/>
                  <a:pt x="65" y="512"/>
                  <a:pt x="53" y="495"/>
                </a:cubicBezTo>
                <a:cubicBezTo>
                  <a:pt x="42" y="478"/>
                  <a:pt x="32" y="459"/>
                  <a:pt x="24" y="440"/>
                </a:cubicBezTo>
                <a:cubicBezTo>
                  <a:pt x="16" y="421"/>
                  <a:pt x="10" y="401"/>
                  <a:pt x="6" y="381"/>
                </a:cubicBezTo>
                <a:cubicBezTo>
                  <a:pt x="2" y="360"/>
                  <a:pt x="0" y="340"/>
                  <a:pt x="0" y="319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439920" y="720000"/>
            <a:ext cx="7910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Voorbeeld: van interactie naar gegevens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693360" y="1498320"/>
            <a:ext cx="1812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Interactiepatroon · interactie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588600" y="1766160"/>
            <a:ext cx="32500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39" spc="-1" strike="noStrike">
                <a:solidFill>
                  <a:srgbClr val="3d68ec"/>
                </a:solidFill>
                <a:latin typeface="Arial"/>
                <a:ea typeface="Arial"/>
              </a:rPr>
              <a:t>Speciﬁcatie planbaar melden</a:t>
            </a:r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: de afnemer haalt de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588600" y="1994760"/>
            <a:ext cx="14515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structuur of de delta op.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2" name=""/>
          <p:cNvSpPr/>
          <p:nvPr/>
        </p:nvSpPr>
        <p:spPr>
          <a:xfrm>
            <a:off x="456840" y="2466720"/>
            <a:ext cx="3439080" cy="924480"/>
          </a:xfrm>
          <a:custGeom>
            <a:avLst/>
            <a:gdLst/>
            <a:ahLst/>
            <a:rect l="0" t="0" r="r" b="b"/>
            <a:pathLst>
              <a:path w="9553" h="2568">
                <a:moveTo>
                  <a:pt x="0" y="0"/>
                </a:moveTo>
                <a:lnTo>
                  <a:pt x="9553" y="0"/>
                </a:lnTo>
                <a:lnTo>
                  <a:pt x="9553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3" name=""/>
          <p:cNvSpPr/>
          <p:nvPr/>
        </p:nvSpPr>
        <p:spPr>
          <a:xfrm>
            <a:off x="456840" y="2466720"/>
            <a:ext cx="3439080" cy="38520"/>
          </a:xfrm>
          <a:custGeom>
            <a:avLst/>
            <a:gdLst/>
            <a:ahLst/>
            <a:rect l="0" t="0" r="r" b="b"/>
            <a:pathLst>
              <a:path w="9553" h="107">
                <a:moveTo>
                  <a:pt x="0" y="0"/>
                </a:moveTo>
                <a:lnTo>
                  <a:pt x="9553" y="0"/>
                </a:lnTo>
                <a:lnTo>
                  <a:pt x="955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4" name=""/>
          <p:cNvSpPr/>
          <p:nvPr/>
        </p:nvSpPr>
        <p:spPr>
          <a:xfrm>
            <a:off x="456840" y="3381120"/>
            <a:ext cx="3439080" cy="10080"/>
          </a:xfrm>
          <a:custGeom>
            <a:avLst/>
            <a:gdLst/>
            <a:ahLst/>
            <a:rect l="0" t="0" r="r" b="b"/>
            <a:pathLst>
              <a:path w="9553" h="28">
                <a:moveTo>
                  <a:pt x="0" y="0"/>
                </a:moveTo>
                <a:lnTo>
                  <a:pt x="9553" y="0"/>
                </a:lnTo>
                <a:lnTo>
                  <a:pt x="9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5" name=""/>
          <p:cNvSpPr/>
          <p:nvPr/>
        </p:nvSpPr>
        <p:spPr>
          <a:xfrm>
            <a:off x="3885840" y="2466720"/>
            <a:ext cx="10080" cy="924480"/>
          </a:xfrm>
          <a:custGeom>
            <a:avLst/>
            <a:gdLst/>
            <a:ahLst/>
            <a:rect l="0" t="0" r="r" b="b"/>
            <a:pathLst>
              <a:path w="28" h="2568">
                <a:moveTo>
                  <a:pt x="0" y="106"/>
                </a:moveTo>
                <a:lnTo>
                  <a:pt x="0" y="2568"/>
                </a:lnTo>
                <a:lnTo>
                  <a:pt x="28" y="256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6" name=""/>
          <p:cNvSpPr/>
          <p:nvPr/>
        </p:nvSpPr>
        <p:spPr>
          <a:xfrm>
            <a:off x="456840" y="2466720"/>
            <a:ext cx="10080" cy="924480"/>
          </a:xfrm>
          <a:custGeom>
            <a:avLst/>
            <a:gdLst/>
            <a:ahLst/>
            <a:rect l="0" t="0" r="r" b="b"/>
            <a:pathLst>
              <a:path w="28" h="2568">
                <a:moveTo>
                  <a:pt x="0" y="0"/>
                </a:moveTo>
                <a:lnTo>
                  <a:pt x="0" y="2568"/>
                </a:lnTo>
                <a:lnTo>
                  <a:pt x="28" y="256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7" name=""/>
          <p:cNvSpPr/>
          <p:nvPr/>
        </p:nvSpPr>
        <p:spPr>
          <a:xfrm>
            <a:off x="590400" y="2581200"/>
            <a:ext cx="1972080" cy="219240"/>
          </a:xfrm>
          <a:custGeom>
            <a:avLst/>
            <a:gdLst/>
            <a:ahLst/>
            <a:rect l="0" t="0" r="r" b="b"/>
            <a:pathLst>
              <a:path w="5478" h="609">
                <a:moveTo>
                  <a:pt x="0" y="304"/>
                </a:move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9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5"/>
                  <a:pt x="225" y="9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5174" y="0"/>
                </a:lnTo>
                <a:cubicBezTo>
                  <a:pt x="5193" y="0"/>
                  <a:pt x="5213" y="2"/>
                  <a:pt x="5233" y="6"/>
                </a:cubicBezTo>
                <a:cubicBezTo>
                  <a:pt x="5252" y="9"/>
                  <a:pt x="5272" y="15"/>
                  <a:pt x="5290" y="23"/>
                </a:cubicBezTo>
                <a:cubicBezTo>
                  <a:pt x="5308" y="31"/>
                  <a:pt x="5326" y="40"/>
                  <a:pt x="5343" y="51"/>
                </a:cubicBezTo>
                <a:cubicBezTo>
                  <a:pt x="5359" y="62"/>
                  <a:pt x="5375" y="75"/>
                  <a:pt x="5389" y="89"/>
                </a:cubicBezTo>
                <a:cubicBezTo>
                  <a:pt x="5403" y="103"/>
                  <a:pt x="5415" y="118"/>
                  <a:pt x="5427" y="135"/>
                </a:cubicBezTo>
                <a:cubicBezTo>
                  <a:pt x="5438" y="152"/>
                  <a:pt x="5447" y="169"/>
                  <a:pt x="5455" y="188"/>
                </a:cubicBezTo>
                <a:cubicBezTo>
                  <a:pt x="5462" y="206"/>
                  <a:pt x="5468" y="225"/>
                  <a:pt x="5472" y="245"/>
                </a:cubicBezTo>
                <a:cubicBezTo>
                  <a:pt x="5476" y="264"/>
                  <a:pt x="5478" y="284"/>
                  <a:pt x="5478" y="304"/>
                </a:cubicBezTo>
                <a:cubicBezTo>
                  <a:pt x="5478" y="324"/>
                  <a:pt x="5476" y="344"/>
                  <a:pt x="5472" y="363"/>
                </a:cubicBezTo>
                <a:cubicBezTo>
                  <a:pt x="5468" y="383"/>
                  <a:pt x="5462" y="402"/>
                  <a:pt x="5455" y="420"/>
                </a:cubicBezTo>
                <a:cubicBezTo>
                  <a:pt x="5447" y="440"/>
                  <a:pt x="5438" y="457"/>
                  <a:pt x="5427" y="474"/>
                </a:cubicBezTo>
                <a:cubicBezTo>
                  <a:pt x="5415" y="491"/>
                  <a:pt x="5403" y="506"/>
                  <a:pt x="5389" y="520"/>
                </a:cubicBezTo>
                <a:cubicBezTo>
                  <a:pt x="5375" y="534"/>
                  <a:pt x="5359" y="547"/>
                  <a:pt x="5343" y="558"/>
                </a:cubicBezTo>
                <a:cubicBezTo>
                  <a:pt x="5326" y="569"/>
                  <a:pt x="5308" y="578"/>
                  <a:pt x="5290" y="586"/>
                </a:cubicBezTo>
                <a:cubicBezTo>
                  <a:pt x="5272" y="594"/>
                  <a:pt x="5252" y="600"/>
                  <a:pt x="5233" y="603"/>
                </a:cubicBezTo>
                <a:cubicBezTo>
                  <a:pt x="5213" y="607"/>
                  <a:pt x="5193" y="609"/>
                  <a:pt x="5174" y="609"/>
                </a:cubicBezTo>
                <a:lnTo>
                  <a:pt x="304" y="609"/>
                </a:lnTo>
                <a:cubicBezTo>
                  <a:pt x="284" y="609"/>
                  <a:pt x="264" y="607"/>
                  <a:pt x="245" y="603"/>
                </a:cubicBezTo>
                <a:cubicBezTo>
                  <a:pt x="225" y="600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9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0"/>
                </a:cubicBezTo>
                <a:cubicBezTo>
                  <a:pt x="15" y="402"/>
                  <a:pt x="10" y="383"/>
                  <a:pt x="6" y="363"/>
                </a:cubicBezTo>
                <a:cubicBezTo>
                  <a:pt x="2" y="344"/>
                  <a:pt x="0" y="324"/>
                  <a:pt x="0" y="304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1913040" y="2298600"/>
            <a:ext cx="579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↓ </a:t>
            </a:r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landt op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9" name=""/>
          <p:cNvSpPr/>
          <p:nvPr/>
        </p:nvSpPr>
        <p:spPr>
          <a:xfrm>
            <a:off x="590400" y="2885760"/>
            <a:ext cx="1914840" cy="162360"/>
          </a:xfrm>
          <a:custGeom>
            <a:avLst/>
            <a:gdLst/>
            <a:ahLst/>
            <a:rect l="0" t="0" r="r" b="b"/>
            <a:pathLst>
              <a:path w="5319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213" y="0"/>
                </a:lnTo>
                <a:cubicBezTo>
                  <a:pt x="5227" y="0"/>
                  <a:pt x="5241" y="3"/>
                  <a:pt x="5254" y="8"/>
                </a:cubicBezTo>
                <a:cubicBezTo>
                  <a:pt x="5267" y="14"/>
                  <a:pt x="5278" y="21"/>
                  <a:pt x="5288" y="31"/>
                </a:cubicBezTo>
                <a:cubicBezTo>
                  <a:pt x="5298" y="41"/>
                  <a:pt x="5306" y="53"/>
                  <a:pt x="5311" y="66"/>
                </a:cubicBezTo>
                <a:cubicBezTo>
                  <a:pt x="5316" y="79"/>
                  <a:pt x="5319" y="92"/>
                  <a:pt x="5319" y="106"/>
                </a:cubicBezTo>
                <a:lnTo>
                  <a:pt x="5319" y="345"/>
                </a:lnTo>
                <a:cubicBezTo>
                  <a:pt x="5319" y="359"/>
                  <a:pt x="5316" y="373"/>
                  <a:pt x="5311" y="386"/>
                </a:cubicBezTo>
                <a:cubicBezTo>
                  <a:pt x="5306" y="399"/>
                  <a:pt x="5298" y="410"/>
                  <a:pt x="5288" y="420"/>
                </a:cubicBezTo>
                <a:cubicBezTo>
                  <a:pt x="5278" y="430"/>
                  <a:pt x="5267" y="438"/>
                  <a:pt x="5254" y="443"/>
                </a:cubicBezTo>
                <a:cubicBezTo>
                  <a:pt x="5241" y="448"/>
                  <a:pt x="5227" y="451"/>
                  <a:pt x="5213" y="451"/>
                </a:cubicBezTo>
                <a:lnTo>
                  <a:pt x="106" y="451"/>
                </a:lnTo>
                <a:cubicBezTo>
                  <a:pt x="92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3" y="373"/>
                  <a:pt x="0" y="359"/>
                  <a:pt x="0" y="345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693360" y="2631960"/>
            <a:ext cx="19864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Applicatiecomponent · endpoint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645840" y="2901240"/>
            <a:ext cx="17928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/onderwijsspecificaties/{id}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2504160" y="2890080"/>
            <a:ext cx="11865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 </a:t>
            </a:r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· GET · statuscodes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588600" y="3137760"/>
            <a:ext cx="8388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200, 400, 404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4" name=""/>
          <p:cNvSpPr/>
          <p:nvPr/>
        </p:nvSpPr>
        <p:spPr>
          <a:xfrm>
            <a:off x="456840" y="3619440"/>
            <a:ext cx="3439080" cy="914760"/>
          </a:xfrm>
          <a:custGeom>
            <a:avLst/>
            <a:gdLst/>
            <a:ahLst/>
            <a:rect l="0" t="0" r="r" b="b"/>
            <a:pathLst>
              <a:path w="9553" h="2541">
                <a:moveTo>
                  <a:pt x="0" y="0"/>
                </a:moveTo>
                <a:lnTo>
                  <a:pt x="9553" y="0"/>
                </a:lnTo>
                <a:lnTo>
                  <a:pt x="9553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5" name=""/>
          <p:cNvSpPr/>
          <p:nvPr/>
        </p:nvSpPr>
        <p:spPr>
          <a:xfrm>
            <a:off x="456840" y="3619440"/>
            <a:ext cx="3439080" cy="38160"/>
          </a:xfrm>
          <a:custGeom>
            <a:avLst/>
            <a:gdLst/>
            <a:ahLst/>
            <a:rect l="0" t="0" r="r" b="b"/>
            <a:pathLst>
              <a:path w="9553" h="106">
                <a:moveTo>
                  <a:pt x="0" y="0"/>
                </a:moveTo>
                <a:lnTo>
                  <a:pt x="9553" y="0"/>
                </a:lnTo>
                <a:lnTo>
                  <a:pt x="9553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6" name=""/>
          <p:cNvSpPr/>
          <p:nvPr/>
        </p:nvSpPr>
        <p:spPr>
          <a:xfrm>
            <a:off x="456840" y="4524120"/>
            <a:ext cx="3439080" cy="10080"/>
          </a:xfrm>
          <a:custGeom>
            <a:avLst/>
            <a:gdLst/>
            <a:ahLst/>
            <a:rect l="0" t="0" r="r" b="b"/>
            <a:pathLst>
              <a:path w="9553" h="28">
                <a:moveTo>
                  <a:pt x="0" y="0"/>
                </a:moveTo>
                <a:lnTo>
                  <a:pt x="9553" y="0"/>
                </a:lnTo>
                <a:lnTo>
                  <a:pt x="9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7" name=""/>
          <p:cNvSpPr/>
          <p:nvPr/>
        </p:nvSpPr>
        <p:spPr>
          <a:xfrm>
            <a:off x="3885840" y="3619440"/>
            <a:ext cx="10080" cy="914760"/>
          </a:xfrm>
          <a:custGeom>
            <a:avLst/>
            <a:gdLst/>
            <a:ahLst/>
            <a:rect l="0" t="0" r="r" b="b"/>
            <a:pathLst>
              <a:path w="28" h="2541">
                <a:moveTo>
                  <a:pt x="0" y="105"/>
                </a:moveTo>
                <a:lnTo>
                  <a:pt x="0" y="2541"/>
                </a:lnTo>
                <a:lnTo>
                  <a:pt x="28" y="2541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8" name=""/>
          <p:cNvSpPr/>
          <p:nvPr/>
        </p:nvSpPr>
        <p:spPr>
          <a:xfrm>
            <a:off x="456840" y="3619440"/>
            <a:ext cx="10080" cy="914760"/>
          </a:xfrm>
          <a:custGeom>
            <a:avLst/>
            <a:gdLst/>
            <a:ahLst/>
            <a:rect l="0" t="0" r="r" b="b"/>
            <a:pathLst>
              <a:path w="28" h="2541">
                <a:moveTo>
                  <a:pt x="0" y="0"/>
                </a:moveTo>
                <a:lnTo>
                  <a:pt x="0" y="2541"/>
                </a:lnTo>
                <a:lnTo>
                  <a:pt x="28" y="2541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9" name=""/>
          <p:cNvSpPr/>
          <p:nvPr/>
        </p:nvSpPr>
        <p:spPr>
          <a:xfrm>
            <a:off x="590400" y="3724200"/>
            <a:ext cx="1229040" cy="219240"/>
          </a:xfrm>
          <a:custGeom>
            <a:avLst/>
            <a:gdLst/>
            <a:ahLst/>
            <a:rect l="0" t="0" r="r" b="b"/>
            <a:pathLst>
              <a:path w="3414" h="609">
                <a:moveTo>
                  <a:pt x="0" y="305"/>
                </a:moveTo>
                <a:cubicBezTo>
                  <a:pt x="0" y="284"/>
                  <a:pt x="2" y="264"/>
                  <a:pt x="6" y="245"/>
                </a:cubicBezTo>
                <a:cubicBezTo>
                  <a:pt x="10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8"/>
                  <a:pt x="76" y="103"/>
                  <a:pt x="90" y="89"/>
                </a:cubicBezTo>
                <a:cubicBezTo>
                  <a:pt x="104" y="75"/>
                  <a:pt x="120" y="62"/>
                  <a:pt x="136" y="51"/>
                </a:cubicBezTo>
                <a:cubicBezTo>
                  <a:pt x="153" y="40"/>
                  <a:pt x="170" y="31"/>
                  <a:pt x="189" y="23"/>
                </a:cubicBezTo>
                <a:cubicBezTo>
                  <a:pt x="207" y="15"/>
                  <a:pt x="226" y="9"/>
                  <a:pt x="246" y="6"/>
                </a:cubicBezTo>
                <a:cubicBezTo>
                  <a:pt x="265" y="2"/>
                  <a:pt x="285" y="0"/>
                  <a:pt x="305" y="0"/>
                </a:cubicBezTo>
                <a:lnTo>
                  <a:pt x="3110" y="0"/>
                </a:lnTo>
                <a:cubicBezTo>
                  <a:pt x="3130" y="0"/>
                  <a:pt x="3150" y="2"/>
                  <a:pt x="3169" y="6"/>
                </a:cubicBezTo>
                <a:cubicBezTo>
                  <a:pt x="3189" y="9"/>
                  <a:pt x="3208" y="15"/>
                  <a:pt x="3226" y="23"/>
                </a:cubicBezTo>
                <a:cubicBezTo>
                  <a:pt x="3245" y="31"/>
                  <a:pt x="3262" y="40"/>
                  <a:pt x="3279" y="51"/>
                </a:cubicBezTo>
                <a:cubicBezTo>
                  <a:pt x="3295" y="62"/>
                  <a:pt x="3311" y="75"/>
                  <a:pt x="3325" y="89"/>
                </a:cubicBezTo>
                <a:cubicBezTo>
                  <a:pt x="3339" y="103"/>
                  <a:pt x="3352" y="118"/>
                  <a:pt x="3363" y="135"/>
                </a:cubicBezTo>
                <a:cubicBezTo>
                  <a:pt x="3374" y="152"/>
                  <a:pt x="3383" y="169"/>
                  <a:pt x="3391" y="188"/>
                </a:cubicBezTo>
                <a:cubicBezTo>
                  <a:pt x="3399" y="206"/>
                  <a:pt x="3404" y="225"/>
                  <a:pt x="3408" y="245"/>
                </a:cubicBezTo>
                <a:cubicBezTo>
                  <a:pt x="3412" y="264"/>
                  <a:pt x="3414" y="284"/>
                  <a:pt x="3414" y="305"/>
                </a:cubicBezTo>
                <a:cubicBezTo>
                  <a:pt x="3414" y="325"/>
                  <a:pt x="3412" y="345"/>
                  <a:pt x="3408" y="364"/>
                </a:cubicBezTo>
                <a:cubicBezTo>
                  <a:pt x="3404" y="384"/>
                  <a:pt x="3399" y="403"/>
                  <a:pt x="3391" y="421"/>
                </a:cubicBezTo>
                <a:cubicBezTo>
                  <a:pt x="3383" y="440"/>
                  <a:pt x="3374" y="457"/>
                  <a:pt x="3363" y="474"/>
                </a:cubicBezTo>
                <a:cubicBezTo>
                  <a:pt x="3352" y="491"/>
                  <a:pt x="3339" y="506"/>
                  <a:pt x="3325" y="520"/>
                </a:cubicBezTo>
                <a:cubicBezTo>
                  <a:pt x="3311" y="534"/>
                  <a:pt x="3295" y="547"/>
                  <a:pt x="3279" y="558"/>
                </a:cubicBezTo>
                <a:cubicBezTo>
                  <a:pt x="3262" y="569"/>
                  <a:pt x="3245" y="578"/>
                  <a:pt x="3226" y="586"/>
                </a:cubicBezTo>
                <a:cubicBezTo>
                  <a:pt x="3208" y="594"/>
                  <a:pt x="3189" y="600"/>
                  <a:pt x="3169" y="603"/>
                </a:cubicBezTo>
                <a:cubicBezTo>
                  <a:pt x="3150" y="607"/>
                  <a:pt x="3130" y="609"/>
                  <a:pt x="3110" y="609"/>
                </a:cubicBezTo>
                <a:lnTo>
                  <a:pt x="305" y="609"/>
                </a:lnTo>
                <a:cubicBezTo>
                  <a:pt x="285" y="609"/>
                  <a:pt x="265" y="607"/>
                  <a:pt x="246" y="603"/>
                </a:cubicBezTo>
                <a:cubicBezTo>
                  <a:pt x="226" y="600"/>
                  <a:pt x="207" y="594"/>
                  <a:pt x="189" y="586"/>
                </a:cubicBezTo>
                <a:cubicBezTo>
                  <a:pt x="170" y="578"/>
                  <a:pt x="153" y="569"/>
                  <a:pt x="136" y="558"/>
                </a:cubicBezTo>
                <a:cubicBezTo>
                  <a:pt x="120" y="547"/>
                  <a:pt x="104" y="534"/>
                  <a:pt x="90" y="520"/>
                </a:cubicBezTo>
                <a:cubicBezTo>
                  <a:pt x="76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5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1660320" y="3441600"/>
            <a:ext cx="11451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↓ </a:t>
            </a:r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wisselt uit volgens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1" name=""/>
          <p:cNvSpPr/>
          <p:nvPr/>
        </p:nvSpPr>
        <p:spPr>
          <a:xfrm>
            <a:off x="590400" y="4028760"/>
            <a:ext cx="1914840" cy="162360"/>
          </a:xfrm>
          <a:custGeom>
            <a:avLst/>
            <a:gdLst/>
            <a:ahLst/>
            <a:rect l="0" t="0" r="r" b="b"/>
            <a:pathLst>
              <a:path w="5319" h="451">
                <a:moveTo>
                  <a:pt x="0" y="345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5213" y="0"/>
                </a:lnTo>
                <a:cubicBezTo>
                  <a:pt x="5227" y="0"/>
                  <a:pt x="5241" y="3"/>
                  <a:pt x="5254" y="8"/>
                </a:cubicBezTo>
                <a:cubicBezTo>
                  <a:pt x="5267" y="14"/>
                  <a:pt x="5278" y="21"/>
                  <a:pt x="5288" y="31"/>
                </a:cubicBezTo>
                <a:cubicBezTo>
                  <a:pt x="5298" y="41"/>
                  <a:pt x="5306" y="53"/>
                  <a:pt x="5311" y="66"/>
                </a:cubicBezTo>
                <a:cubicBezTo>
                  <a:pt x="5316" y="79"/>
                  <a:pt x="5319" y="92"/>
                  <a:pt x="5319" y="106"/>
                </a:cubicBezTo>
                <a:lnTo>
                  <a:pt x="5319" y="345"/>
                </a:lnTo>
                <a:cubicBezTo>
                  <a:pt x="5319" y="359"/>
                  <a:pt x="5316" y="373"/>
                  <a:pt x="5311" y="386"/>
                </a:cubicBezTo>
                <a:cubicBezTo>
                  <a:pt x="5306" y="399"/>
                  <a:pt x="5298" y="410"/>
                  <a:pt x="5288" y="420"/>
                </a:cubicBezTo>
                <a:cubicBezTo>
                  <a:pt x="5278" y="430"/>
                  <a:pt x="5267" y="438"/>
                  <a:pt x="5254" y="443"/>
                </a:cubicBezTo>
                <a:cubicBezTo>
                  <a:pt x="5241" y="448"/>
                  <a:pt x="5227" y="451"/>
                  <a:pt x="5213" y="451"/>
                </a:cubicBezTo>
                <a:lnTo>
                  <a:pt x="106" y="451"/>
                </a:lnTo>
                <a:cubicBezTo>
                  <a:pt x="92" y="451"/>
                  <a:pt x="78" y="448"/>
                  <a:pt x="65" y="443"/>
                </a:cubicBezTo>
                <a:cubicBezTo>
                  <a:pt x="52" y="438"/>
                  <a:pt x="41" y="430"/>
                  <a:pt x="31" y="420"/>
                </a:cubicBezTo>
                <a:cubicBezTo>
                  <a:pt x="21" y="410"/>
                  <a:pt x="13" y="399"/>
                  <a:pt x="8" y="386"/>
                </a:cubicBezTo>
                <a:cubicBezTo>
                  <a:pt x="3" y="373"/>
                  <a:pt x="0" y="359"/>
                  <a:pt x="0" y="345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693360" y="3774960"/>
            <a:ext cx="1146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Datamodelschema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645840" y="4044240"/>
            <a:ext cx="17928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DejaVuSansMono"/>
                <a:ea typeface="DejaVuSansMono"/>
              </a:rPr>
              <a:t>education-specification.json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2504160" y="4033080"/>
            <a:ext cx="12045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: valideerbaar JSON-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5" name=""/>
          <p:cNvSpPr/>
          <p:nvPr/>
        </p:nvSpPr>
        <p:spPr>
          <a:xfrm>
            <a:off x="4047840" y="1666800"/>
            <a:ext cx="4829760" cy="2553120"/>
          </a:xfrm>
          <a:custGeom>
            <a:avLst/>
            <a:gdLst/>
            <a:ahLst/>
            <a:rect l="0" t="0" r="r" b="b"/>
            <a:pathLst>
              <a:path w="13416" h="7092">
                <a:moveTo>
                  <a:pt x="0" y="6986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13310" y="0"/>
                </a:lnTo>
                <a:cubicBezTo>
                  <a:pt x="13324" y="0"/>
                  <a:pt x="13337" y="2"/>
                  <a:pt x="13350" y="8"/>
                </a:cubicBezTo>
                <a:cubicBezTo>
                  <a:pt x="13363" y="13"/>
                  <a:pt x="13375" y="21"/>
                  <a:pt x="13385" y="31"/>
                </a:cubicBezTo>
                <a:cubicBezTo>
                  <a:pt x="13395" y="41"/>
                  <a:pt x="13402" y="52"/>
                  <a:pt x="13408" y="65"/>
                </a:cubicBezTo>
                <a:cubicBezTo>
                  <a:pt x="13413" y="78"/>
                  <a:pt x="13416" y="92"/>
                  <a:pt x="13416" y="106"/>
                </a:cubicBezTo>
                <a:lnTo>
                  <a:pt x="13416" y="6986"/>
                </a:lnTo>
                <a:cubicBezTo>
                  <a:pt x="13416" y="7000"/>
                  <a:pt x="13413" y="7013"/>
                  <a:pt x="13408" y="7026"/>
                </a:cubicBezTo>
                <a:cubicBezTo>
                  <a:pt x="13402" y="7039"/>
                  <a:pt x="13395" y="7051"/>
                  <a:pt x="13385" y="7061"/>
                </a:cubicBezTo>
                <a:cubicBezTo>
                  <a:pt x="13375" y="7070"/>
                  <a:pt x="13363" y="7078"/>
                  <a:pt x="13350" y="7083"/>
                </a:cubicBezTo>
                <a:cubicBezTo>
                  <a:pt x="13337" y="7089"/>
                  <a:pt x="13324" y="7092"/>
                  <a:pt x="13310" y="7092"/>
                </a:cubicBezTo>
                <a:lnTo>
                  <a:pt x="106" y="7092"/>
                </a:lnTo>
                <a:cubicBezTo>
                  <a:pt x="92" y="7092"/>
                  <a:pt x="79" y="7089"/>
                  <a:pt x="66" y="7083"/>
                </a:cubicBezTo>
                <a:cubicBezTo>
                  <a:pt x="53" y="7078"/>
                  <a:pt x="41" y="7070"/>
                  <a:pt x="31" y="7061"/>
                </a:cubicBezTo>
                <a:cubicBezTo>
                  <a:pt x="21" y="7051"/>
                  <a:pt x="14" y="7039"/>
                  <a:pt x="8" y="7026"/>
                </a:cubicBezTo>
                <a:cubicBezTo>
                  <a:pt x="3" y="7013"/>
                  <a:pt x="0" y="7000"/>
                  <a:pt x="0" y="6986"/>
                </a:cubicBezTo>
                <a:close/>
              </a:path>
            </a:pathLst>
          </a:custGeom>
          <a:solidFill>
            <a:srgbClr val="f5f5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6" name=""/>
          <p:cNvSpPr/>
          <p:nvPr/>
        </p:nvSpPr>
        <p:spPr>
          <a:xfrm>
            <a:off x="4124160" y="1752480"/>
            <a:ext cx="22622040" cy="152640"/>
          </a:xfrm>
          <a:custGeom>
            <a:avLst/>
            <a:gdLst/>
            <a:ahLst/>
            <a:rect l="0" t="0" r="r" b="b"/>
            <a:pathLst>
              <a:path w="62839" h="424">
                <a:moveTo>
                  <a:pt x="0" y="291"/>
                </a:moveTo>
                <a:lnTo>
                  <a:pt x="0" y="132"/>
                </a:lnTo>
                <a:cubicBezTo>
                  <a:pt x="0" y="115"/>
                  <a:pt x="3" y="98"/>
                  <a:pt x="10" y="81"/>
                </a:cubicBezTo>
                <a:cubicBezTo>
                  <a:pt x="17" y="65"/>
                  <a:pt x="26" y="51"/>
                  <a:pt x="39" y="39"/>
                </a:cubicBezTo>
                <a:cubicBezTo>
                  <a:pt x="51" y="26"/>
                  <a:pt x="65" y="17"/>
                  <a:pt x="82" y="10"/>
                </a:cubicBezTo>
                <a:cubicBezTo>
                  <a:pt x="98" y="3"/>
                  <a:pt x="115" y="0"/>
                  <a:pt x="132" y="0"/>
                </a:cubicBezTo>
                <a:lnTo>
                  <a:pt x="62839" y="0"/>
                </a:lnTo>
                <a:lnTo>
                  <a:pt x="62839" y="424"/>
                </a:lnTo>
                <a:lnTo>
                  <a:pt x="132" y="424"/>
                </a:lnTo>
                <a:cubicBezTo>
                  <a:pt x="115" y="424"/>
                  <a:pt x="98" y="421"/>
                  <a:pt x="82" y="413"/>
                </a:cubicBezTo>
                <a:cubicBezTo>
                  <a:pt x="65" y="406"/>
                  <a:pt x="51" y="397"/>
                  <a:pt x="39" y="384"/>
                </a:cubicBezTo>
                <a:cubicBezTo>
                  <a:pt x="26" y="372"/>
                  <a:pt x="17" y="358"/>
                  <a:pt x="10" y="342"/>
                </a:cubicBezTo>
                <a:cubicBezTo>
                  <a:pt x="3" y="325"/>
                  <a:pt x="0" y="308"/>
                  <a:pt x="0" y="291"/>
                </a:cubicBez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7" name=""/>
          <p:cNvSpPr txBox="1"/>
          <p:nvPr/>
        </p:nvSpPr>
        <p:spPr>
          <a:xfrm>
            <a:off x="588600" y="4280760"/>
            <a:ext cx="15948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374151"/>
                </a:solidFill>
                <a:latin typeface="Arial"/>
                <a:ea typeface="Arial"/>
              </a:rPr>
              <a:t>schema van het antwoord.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8" name=""/>
          <p:cNvSpPr/>
          <p:nvPr/>
        </p:nvSpPr>
        <p:spPr>
          <a:xfrm>
            <a:off x="3990960" y="1923840"/>
            <a:ext cx="22622040" cy="152640"/>
          </a:xfrm>
          <a:custGeom>
            <a:avLst/>
            <a:gdLst/>
            <a:ahLst/>
            <a:rect l="0" t="0" r="r" b="b"/>
            <a:pathLst>
              <a:path w="62839" h="424">
                <a:moveTo>
                  <a:pt x="0" y="0"/>
                </a:moveTo>
                <a:lnTo>
                  <a:pt x="62839" y="0"/>
                </a:lnTo>
                <a:lnTo>
                  <a:pt x="62839" y="424"/>
                </a:lnTo>
                <a:lnTo>
                  <a:pt x="0" y="424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4178520" y="176076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{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0" name=""/>
          <p:cNvSpPr/>
          <p:nvPr/>
        </p:nvSpPr>
        <p:spPr>
          <a:xfrm>
            <a:off x="2066760" y="2095200"/>
            <a:ext cx="22622040" cy="153000"/>
          </a:xfrm>
          <a:custGeom>
            <a:avLst/>
            <a:gdLst/>
            <a:ahLst/>
            <a:rect l="0" t="0" r="r" b="b"/>
            <a:pathLst>
              <a:path w="62839" h="425">
                <a:moveTo>
                  <a:pt x="0" y="0"/>
                </a:moveTo>
                <a:lnTo>
                  <a:pt x="62839" y="0"/>
                </a:lnTo>
                <a:lnTo>
                  <a:pt x="62839" y="425"/>
                </a:lnTo>
                <a:lnTo>
                  <a:pt x="0" y="425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4121280" y="1932120"/>
            <a:ext cx="19213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  </a:t>
            </a:r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"learningOutcomes"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: [</a:t>
            </a:r>
            <a:r>
              <a:rPr b="0" lang="en-US" sz="900" spc="-1" strike="noStrike">
                <a:solidFill>
                  <a:srgbClr val="b31d28"/>
                </a:solidFill>
                <a:latin typeface="DejaVuSansMono"/>
                <a:ea typeface="DejaVuSansMono"/>
              </a:rPr>
              <a:t> …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 ],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2" name=""/>
          <p:cNvSpPr/>
          <p:nvPr/>
        </p:nvSpPr>
        <p:spPr>
          <a:xfrm>
            <a:off x="-66960" y="2266920"/>
            <a:ext cx="22622400" cy="152640"/>
          </a:xfrm>
          <a:custGeom>
            <a:avLst/>
            <a:gdLst/>
            <a:ahLst/>
            <a:rect l="0" t="0" r="r" b="b"/>
            <a:pathLst>
              <a:path w="62840" h="424">
                <a:moveTo>
                  <a:pt x="0" y="0"/>
                </a:moveTo>
                <a:lnTo>
                  <a:pt x="62840" y="0"/>
                </a:lnTo>
                <a:lnTo>
                  <a:pt x="62840" y="424"/>
                </a:lnTo>
                <a:lnTo>
                  <a:pt x="0" y="424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4121280" y="2103840"/>
            <a:ext cx="21268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  </a:t>
            </a:r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"educationSpecifications"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: [{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4" name=""/>
          <p:cNvSpPr/>
          <p:nvPr/>
        </p:nvSpPr>
        <p:spPr>
          <a:xfrm>
            <a:off x="-1238400" y="2438280"/>
            <a:ext cx="22622040" cy="152640"/>
          </a:xfrm>
          <a:custGeom>
            <a:avLst/>
            <a:gdLst/>
            <a:ahLst/>
            <a:rect l="0" t="0" r="r" b="b"/>
            <a:pathLst>
              <a:path w="62839" h="424">
                <a:moveTo>
                  <a:pt x="0" y="0"/>
                </a:moveTo>
                <a:lnTo>
                  <a:pt x="62839" y="0"/>
                </a:lnTo>
                <a:lnTo>
                  <a:pt x="62839" y="424"/>
                </a:lnTo>
                <a:lnTo>
                  <a:pt x="0" y="424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4121280" y="2275200"/>
            <a:ext cx="11671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    </a:t>
            </a:r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"id"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:</a:t>
            </a:r>
            <a:r>
              <a:rPr b="0" lang="en-US" sz="900" spc="-1" strike="noStrike">
                <a:solidFill>
                  <a:srgbClr val="b56959"/>
                </a:solidFill>
                <a:latin typeface="DejaVuSansMono"/>
                <a:ea typeface="DejaVuSansMono"/>
              </a:rPr>
              <a:t> "uuid"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,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6" name=""/>
          <p:cNvSpPr/>
          <p:nvPr/>
        </p:nvSpPr>
        <p:spPr>
          <a:xfrm>
            <a:off x="-5915160" y="2609640"/>
            <a:ext cx="22622040" cy="152640"/>
          </a:xfrm>
          <a:custGeom>
            <a:avLst/>
            <a:gdLst/>
            <a:ahLst/>
            <a:rect l="0" t="0" r="r" b="b"/>
            <a:pathLst>
              <a:path w="62839" h="424">
                <a:moveTo>
                  <a:pt x="0" y="0"/>
                </a:moveTo>
                <a:lnTo>
                  <a:pt x="62839" y="0"/>
                </a:lnTo>
                <a:lnTo>
                  <a:pt x="62839" y="424"/>
                </a:lnTo>
                <a:lnTo>
                  <a:pt x="0" y="424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4121280" y="2446560"/>
            <a:ext cx="46648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    </a:t>
            </a:r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"specificationType"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:</a:t>
            </a:r>
            <a:r>
              <a:rPr b="0" lang="en-US" sz="900" spc="-1" strike="noStrike">
                <a:solidFill>
                  <a:srgbClr val="b56959"/>
                </a:solidFill>
                <a:latin typeface="DejaVuSansMono"/>
                <a:ea typeface="DejaVuSansMono"/>
              </a:rPr>
              <a:t> "enum, bijv. onderwijseenheidspecificatie"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,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8" name=""/>
          <p:cNvSpPr/>
          <p:nvPr/>
        </p:nvSpPr>
        <p:spPr>
          <a:xfrm>
            <a:off x="-7572600" y="2781000"/>
            <a:ext cx="22622400" cy="153000"/>
          </a:xfrm>
          <a:custGeom>
            <a:avLst/>
            <a:gdLst/>
            <a:ahLst/>
            <a:rect l="0" t="0" r="r" b="b"/>
            <a:pathLst>
              <a:path w="62840" h="425">
                <a:moveTo>
                  <a:pt x="0" y="0"/>
                </a:moveTo>
                <a:lnTo>
                  <a:pt x="62840" y="0"/>
                </a:lnTo>
                <a:lnTo>
                  <a:pt x="62840" y="425"/>
                </a:lnTo>
                <a:lnTo>
                  <a:pt x="0" y="425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4121280" y="2617920"/>
            <a:ext cx="16473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    </a:t>
            </a:r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"version"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:</a:t>
            </a:r>
            <a:r>
              <a:rPr b="0" lang="en-US" sz="900" spc="-1" strike="noStrike">
                <a:solidFill>
                  <a:srgbClr val="b56959"/>
                </a:solidFill>
                <a:latin typeface="DejaVuSansMono"/>
                <a:ea typeface="DejaVuSansMono"/>
              </a:rPr>
              <a:t> "string"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,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0" name=""/>
          <p:cNvSpPr/>
          <p:nvPr/>
        </p:nvSpPr>
        <p:spPr>
          <a:xfrm>
            <a:off x="-9010800" y="2952720"/>
            <a:ext cx="22622040" cy="152640"/>
          </a:xfrm>
          <a:custGeom>
            <a:avLst/>
            <a:gdLst/>
            <a:ahLst/>
            <a:rect l="0" t="0" r="r" b="b"/>
            <a:pathLst>
              <a:path w="62839" h="424">
                <a:moveTo>
                  <a:pt x="0" y="0"/>
                </a:moveTo>
                <a:lnTo>
                  <a:pt x="62839" y="0"/>
                </a:lnTo>
                <a:lnTo>
                  <a:pt x="62839" y="424"/>
                </a:lnTo>
                <a:lnTo>
                  <a:pt x="0" y="424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4121280" y="2789640"/>
            <a:ext cx="14414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    </a:t>
            </a:r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"name"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:</a:t>
            </a:r>
            <a:r>
              <a:rPr b="0" lang="en-US" sz="900" spc="-1" strike="noStrike">
                <a:solidFill>
                  <a:srgbClr val="b56959"/>
                </a:solidFill>
                <a:latin typeface="DejaVuSansMono"/>
                <a:ea typeface="DejaVuSansMono"/>
              </a:rPr>
              <a:t> "string"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,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2" name=""/>
          <p:cNvSpPr/>
          <p:nvPr/>
        </p:nvSpPr>
        <p:spPr>
          <a:xfrm>
            <a:off x="-12039840" y="3124080"/>
            <a:ext cx="22622400" cy="152640"/>
          </a:xfrm>
          <a:custGeom>
            <a:avLst/>
            <a:gdLst/>
            <a:ahLst/>
            <a:rect l="0" t="0" r="r" b="b"/>
            <a:pathLst>
              <a:path w="62840" h="424">
                <a:moveTo>
                  <a:pt x="0" y="0"/>
                </a:moveTo>
                <a:lnTo>
                  <a:pt x="62840" y="0"/>
                </a:lnTo>
                <a:lnTo>
                  <a:pt x="62840" y="424"/>
                </a:lnTo>
                <a:lnTo>
                  <a:pt x="0" y="424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4121280" y="2961000"/>
            <a:ext cx="30189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    </a:t>
            </a:r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"parentSpecificationId"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:</a:t>
            </a:r>
            <a:r>
              <a:rPr b="0" lang="en-US" sz="900" spc="-1" strike="noStrike">
                <a:solidFill>
                  <a:srgbClr val="b56959"/>
                </a:solidFill>
                <a:latin typeface="DejaVuSansMono"/>
                <a:ea typeface="DejaVuSansMono"/>
              </a:rPr>
              <a:t> "uuid of null"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,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4" name=""/>
          <p:cNvSpPr/>
          <p:nvPr/>
        </p:nvSpPr>
        <p:spPr>
          <a:xfrm>
            <a:off x="-14249520" y="3295440"/>
            <a:ext cx="22631760" cy="152640"/>
          </a:xfrm>
          <a:custGeom>
            <a:avLst/>
            <a:gdLst/>
            <a:ahLst/>
            <a:rect l="0" t="0" r="r" b="b"/>
            <a:pathLst>
              <a:path w="62866" h="424">
                <a:moveTo>
                  <a:pt x="0" y="0"/>
                </a:moveTo>
                <a:lnTo>
                  <a:pt x="62866" y="0"/>
                </a:lnTo>
                <a:lnTo>
                  <a:pt x="62866" y="424"/>
                </a:lnTo>
                <a:lnTo>
                  <a:pt x="0" y="424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4121280" y="3132360"/>
            <a:ext cx="21960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    </a:t>
            </a:r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"learningOutcomeId"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:</a:t>
            </a:r>
            <a:r>
              <a:rPr b="0" lang="en-US" sz="900" spc="-1" strike="noStrike">
                <a:solidFill>
                  <a:srgbClr val="b56959"/>
                </a:solidFill>
                <a:latin typeface="DejaVuSansMono"/>
                <a:ea typeface="DejaVuSansMono"/>
              </a:rPr>
              <a:t> "uuid"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,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6" name=""/>
          <p:cNvSpPr/>
          <p:nvPr/>
        </p:nvSpPr>
        <p:spPr>
          <a:xfrm>
            <a:off x="-16383240" y="3466800"/>
            <a:ext cx="22622400" cy="153000"/>
          </a:xfrm>
          <a:custGeom>
            <a:avLst/>
            <a:gdLst/>
            <a:ahLst/>
            <a:rect l="0" t="0" r="r" b="b"/>
            <a:pathLst>
              <a:path w="62840" h="425">
                <a:moveTo>
                  <a:pt x="0" y="0"/>
                </a:moveTo>
                <a:lnTo>
                  <a:pt x="62840" y="0"/>
                </a:lnTo>
                <a:lnTo>
                  <a:pt x="62840" y="425"/>
                </a:lnTo>
                <a:lnTo>
                  <a:pt x="0" y="425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4121280" y="3303720"/>
            <a:ext cx="21272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    </a:t>
            </a:r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"studyLoad"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:</a:t>
            </a:r>
            <a:r>
              <a:rPr b="0" lang="en-US" sz="900" spc="-1" strike="noStrike">
                <a:solidFill>
                  <a:srgbClr val="b56959"/>
                </a:solidFill>
                <a:latin typeface="DejaVuSansMono"/>
                <a:ea typeface="DejaVuSansMono"/>
              </a:rPr>
              <a:t> "volume.json"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,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8" name=""/>
          <p:cNvSpPr/>
          <p:nvPr/>
        </p:nvSpPr>
        <p:spPr>
          <a:xfrm>
            <a:off x="-16725960" y="3638520"/>
            <a:ext cx="22622040" cy="152640"/>
          </a:xfrm>
          <a:custGeom>
            <a:avLst/>
            <a:gdLst/>
            <a:ahLst/>
            <a:rect l="0" t="0" r="r" b="b"/>
            <a:pathLst>
              <a:path w="62839" h="424">
                <a:moveTo>
                  <a:pt x="0" y="0"/>
                </a:moveTo>
                <a:lnTo>
                  <a:pt x="62839" y="0"/>
                </a:lnTo>
                <a:lnTo>
                  <a:pt x="62839" y="424"/>
                </a:lnTo>
                <a:lnTo>
                  <a:pt x="0" y="424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4121280" y="3475440"/>
            <a:ext cx="3438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b31d28"/>
                </a:solidFill>
                <a:latin typeface="DejaVuSansMono"/>
                <a:ea typeface="DejaVuSansMono"/>
              </a:rPr>
              <a:t>    …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0" name=""/>
          <p:cNvSpPr/>
          <p:nvPr/>
        </p:nvSpPr>
        <p:spPr>
          <a:xfrm>
            <a:off x="-17069040" y="3809880"/>
            <a:ext cx="22622400" cy="152640"/>
          </a:xfrm>
          <a:custGeom>
            <a:avLst/>
            <a:gdLst/>
            <a:ahLst/>
            <a:rect l="0" t="0" r="r" b="b"/>
            <a:pathLst>
              <a:path w="62840" h="424">
                <a:moveTo>
                  <a:pt x="0" y="0"/>
                </a:moveTo>
                <a:lnTo>
                  <a:pt x="62840" y="0"/>
                </a:lnTo>
                <a:lnTo>
                  <a:pt x="62840" y="424"/>
                </a:lnTo>
                <a:lnTo>
                  <a:pt x="0" y="424"/>
                </a:lnTo>
                <a:lnTo>
                  <a:pt x="0" y="0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4121280" y="3646800"/>
            <a:ext cx="3438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  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}],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2" name=""/>
          <p:cNvSpPr/>
          <p:nvPr/>
        </p:nvSpPr>
        <p:spPr>
          <a:xfrm>
            <a:off x="-18374040" y="3981240"/>
            <a:ext cx="22622400" cy="152640"/>
          </a:xfrm>
          <a:custGeom>
            <a:avLst/>
            <a:gdLst/>
            <a:ahLst/>
            <a:rect l="0" t="0" r="r" b="b"/>
            <a:pathLst>
              <a:path w="62840" h="424">
                <a:moveTo>
                  <a:pt x="0" y="424"/>
                </a:moveTo>
                <a:lnTo>
                  <a:pt x="0" y="0"/>
                </a:lnTo>
                <a:lnTo>
                  <a:pt x="62708" y="0"/>
                </a:lnTo>
                <a:cubicBezTo>
                  <a:pt x="62725" y="0"/>
                  <a:pt x="62742" y="3"/>
                  <a:pt x="62758" y="10"/>
                </a:cubicBezTo>
                <a:cubicBezTo>
                  <a:pt x="62774" y="17"/>
                  <a:pt x="62789" y="26"/>
                  <a:pt x="62801" y="39"/>
                </a:cubicBezTo>
                <a:cubicBezTo>
                  <a:pt x="62814" y="51"/>
                  <a:pt x="62823" y="66"/>
                  <a:pt x="62830" y="82"/>
                </a:cubicBezTo>
                <a:cubicBezTo>
                  <a:pt x="62837" y="98"/>
                  <a:pt x="62840" y="115"/>
                  <a:pt x="62840" y="132"/>
                </a:cubicBezTo>
                <a:lnTo>
                  <a:pt x="62840" y="292"/>
                </a:lnTo>
                <a:cubicBezTo>
                  <a:pt x="62840" y="310"/>
                  <a:pt x="62837" y="327"/>
                  <a:pt x="62830" y="343"/>
                </a:cubicBezTo>
                <a:cubicBezTo>
                  <a:pt x="62823" y="359"/>
                  <a:pt x="62814" y="373"/>
                  <a:pt x="62801" y="386"/>
                </a:cubicBezTo>
                <a:cubicBezTo>
                  <a:pt x="62789" y="398"/>
                  <a:pt x="62774" y="408"/>
                  <a:pt x="62758" y="414"/>
                </a:cubicBezTo>
                <a:cubicBezTo>
                  <a:pt x="62742" y="421"/>
                  <a:pt x="62725" y="424"/>
                  <a:pt x="62708" y="424"/>
                </a:cubicBezTo>
                <a:lnTo>
                  <a:pt x="0" y="424"/>
                </a:lnTo>
                <a:close/>
              </a:path>
            </a:pathLst>
          </a:custGeom>
          <a:solidFill>
            <a:srgbClr val="eef2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4121280" y="3818160"/>
            <a:ext cx="13039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  </a:t>
            </a:r>
            <a:r>
              <a:rPr b="0" lang="en-US" sz="900" spc="-1" strike="noStrike">
                <a:solidFill>
                  <a:srgbClr val="998418"/>
                </a:solidFill>
                <a:latin typeface="DejaVuSansMono"/>
                <a:ea typeface="DejaVuSansMono"/>
              </a:rPr>
              <a:t>"ruleSets"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: [</a:t>
            </a:r>
            <a:r>
              <a:rPr b="0" lang="en-US" sz="900" spc="-1" strike="noStrike">
                <a:solidFill>
                  <a:srgbClr val="b31d28"/>
                </a:solidFill>
                <a:latin typeface="DejaVuSansMono"/>
                <a:ea typeface="DejaVuSansMono"/>
              </a:rPr>
              <a:t> …</a:t>
            </a:r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 ]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4121280" y="3989520"/>
            <a:ext cx="1137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999999"/>
                </a:solidFill>
                <a:latin typeface="DejaVuSansMono"/>
                <a:ea typeface="DejaVuSansMono"/>
              </a:rPr>
              <a:t>}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2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2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23" name=""/>
          <p:cNvSpPr/>
          <p:nvPr/>
        </p:nvSpPr>
        <p:spPr>
          <a:xfrm>
            <a:off x="461880" y="1685880"/>
            <a:ext cx="1667160" cy="1214640"/>
          </a:xfrm>
          <a:custGeom>
            <a:avLst/>
            <a:gdLst/>
            <a:ahLst/>
            <a:rect l="0" t="0" r="r" b="b"/>
            <a:pathLst>
              <a:path w="4631" h="3374">
                <a:moveTo>
                  <a:pt x="0" y="3070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5" y="179"/>
                  <a:pt x="23" y="163"/>
                </a:cubicBezTo>
                <a:cubicBezTo>
                  <a:pt x="31" y="147"/>
                  <a:pt x="40" y="132"/>
                  <a:pt x="51" y="117"/>
                </a:cubicBezTo>
                <a:cubicBezTo>
                  <a:pt x="62" y="103"/>
                  <a:pt x="75" y="89"/>
                  <a:pt x="89" y="77"/>
                </a:cubicBezTo>
                <a:cubicBezTo>
                  <a:pt x="103" y="65"/>
                  <a:pt x="118" y="54"/>
                  <a:pt x="135" y="44"/>
                </a:cubicBezTo>
                <a:cubicBezTo>
                  <a:pt x="152" y="35"/>
                  <a:pt x="169" y="26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1"/>
                  <a:pt x="284" y="0"/>
                  <a:pt x="304" y="0"/>
                </a:cubicBezTo>
                <a:lnTo>
                  <a:pt x="4327" y="0"/>
                </a:lnTo>
                <a:cubicBezTo>
                  <a:pt x="4347" y="0"/>
                  <a:pt x="4366" y="1"/>
                  <a:pt x="4386" y="5"/>
                </a:cubicBezTo>
                <a:cubicBezTo>
                  <a:pt x="4406" y="8"/>
                  <a:pt x="4425" y="13"/>
                  <a:pt x="4443" y="20"/>
                </a:cubicBezTo>
                <a:cubicBezTo>
                  <a:pt x="4462" y="26"/>
                  <a:pt x="4479" y="35"/>
                  <a:pt x="4496" y="44"/>
                </a:cubicBezTo>
                <a:cubicBezTo>
                  <a:pt x="4512" y="54"/>
                  <a:pt x="4528" y="65"/>
                  <a:pt x="4542" y="77"/>
                </a:cubicBezTo>
                <a:cubicBezTo>
                  <a:pt x="4556" y="89"/>
                  <a:pt x="4569" y="103"/>
                  <a:pt x="4580" y="117"/>
                </a:cubicBezTo>
                <a:cubicBezTo>
                  <a:pt x="4591" y="132"/>
                  <a:pt x="4600" y="147"/>
                  <a:pt x="4608" y="163"/>
                </a:cubicBezTo>
                <a:cubicBezTo>
                  <a:pt x="4615" y="179"/>
                  <a:pt x="4621" y="196"/>
                  <a:pt x="4625" y="213"/>
                </a:cubicBezTo>
                <a:cubicBezTo>
                  <a:pt x="4629" y="230"/>
                  <a:pt x="4631" y="247"/>
                  <a:pt x="4631" y="264"/>
                </a:cubicBezTo>
                <a:lnTo>
                  <a:pt x="4631" y="3070"/>
                </a:lnTo>
                <a:cubicBezTo>
                  <a:pt x="4631" y="3090"/>
                  <a:pt x="4629" y="3110"/>
                  <a:pt x="4625" y="3129"/>
                </a:cubicBezTo>
                <a:cubicBezTo>
                  <a:pt x="4621" y="3149"/>
                  <a:pt x="4615" y="3168"/>
                  <a:pt x="4608" y="3186"/>
                </a:cubicBezTo>
                <a:cubicBezTo>
                  <a:pt x="4600" y="3205"/>
                  <a:pt x="4591" y="3222"/>
                  <a:pt x="4580" y="3239"/>
                </a:cubicBezTo>
                <a:cubicBezTo>
                  <a:pt x="4569" y="3255"/>
                  <a:pt x="4556" y="3271"/>
                  <a:pt x="4542" y="3285"/>
                </a:cubicBezTo>
                <a:cubicBezTo>
                  <a:pt x="4528" y="3299"/>
                  <a:pt x="4512" y="3312"/>
                  <a:pt x="4496" y="3323"/>
                </a:cubicBezTo>
                <a:cubicBezTo>
                  <a:pt x="4479" y="3334"/>
                  <a:pt x="4462" y="3343"/>
                  <a:pt x="4443" y="3351"/>
                </a:cubicBezTo>
                <a:cubicBezTo>
                  <a:pt x="4425" y="3359"/>
                  <a:pt x="4406" y="3364"/>
                  <a:pt x="4386" y="3368"/>
                </a:cubicBezTo>
                <a:cubicBezTo>
                  <a:pt x="4366" y="3372"/>
                  <a:pt x="4347" y="3374"/>
                  <a:pt x="4327" y="3374"/>
                </a:cubicBezTo>
                <a:lnTo>
                  <a:pt x="304" y="3374"/>
                </a:lnTo>
                <a:cubicBezTo>
                  <a:pt x="284" y="3374"/>
                  <a:pt x="264" y="3372"/>
                  <a:pt x="245" y="3368"/>
                </a:cubicBezTo>
                <a:cubicBezTo>
                  <a:pt x="225" y="3364"/>
                  <a:pt x="206" y="3359"/>
                  <a:pt x="188" y="3351"/>
                </a:cubicBezTo>
                <a:cubicBezTo>
                  <a:pt x="169" y="3343"/>
                  <a:pt x="152" y="3334"/>
                  <a:pt x="135" y="3323"/>
                </a:cubicBezTo>
                <a:cubicBezTo>
                  <a:pt x="118" y="3312"/>
                  <a:pt x="103" y="3299"/>
                  <a:pt x="89" y="3285"/>
                </a:cubicBezTo>
                <a:cubicBezTo>
                  <a:pt x="75" y="3271"/>
                  <a:pt x="62" y="3255"/>
                  <a:pt x="51" y="3239"/>
                </a:cubicBezTo>
                <a:cubicBezTo>
                  <a:pt x="40" y="3222"/>
                  <a:pt x="31" y="3205"/>
                  <a:pt x="23" y="3186"/>
                </a:cubicBezTo>
                <a:cubicBezTo>
                  <a:pt x="15" y="3168"/>
                  <a:pt x="9" y="3149"/>
                  <a:pt x="6" y="3129"/>
                </a:cubicBezTo>
                <a:cubicBezTo>
                  <a:pt x="2" y="3110"/>
                  <a:pt x="0" y="3090"/>
                  <a:pt x="0" y="307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4" name=""/>
          <p:cNvSpPr/>
          <p:nvPr/>
        </p:nvSpPr>
        <p:spPr>
          <a:xfrm>
            <a:off x="456840" y="1666800"/>
            <a:ext cx="1676880" cy="1238400"/>
          </a:xfrm>
          <a:custGeom>
            <a:avLst/>
            <a:gdLst/>
            <a:ahLst/>
            <a:rect l="0" t="0" r="r" b="b"/>
            <a:pathLst>
              <a:path w="4658" h="3440">
                <a:moveTo>
                  <a:pt x="0" y="0"/>
                </a:moveTo>
                <a:lnTo>
                  <a:pt x="4658" y="0"/>
                </a:lnTo>
                <a:lnTo>
                  <a:pt x="4658" y="3440"/>
                </a:lnTo>
                <a:lnTo>
                  <a:pt x="0" y="3440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5" name=""/>
          <p:cNvSpPr/>
          <p:nvPr/>
        </p:nvSpPr>
        <p:spPr>
          <a:xfrm>
            <a:off x="456840" y="1666800"/>
            <a:ext cx="1676880" cy="1238400"/>
          </a:xfrm>
          <a:custGeom>
            <a:avLst/>
            <a:gdLst/>
            <a:ahLst/>
            <a:rect l="0" t="0" r="r" b="b"/>
            <a:pathLst>
              <a:path w="4658" h="3440">
                <a:moveTo>
                  <a:pt x="0" y="0"/>
                </a:moveTo>
                <a:lnTo>
                  <a:pt x="4658" y="0"/>
                </a:lnTo>
                <a:lnTo>
                  <a:pt x="4658" y="3440"/>
                </a:lnTo>
                <a:lnTo>
                  <a:pt x="0" y="344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6" name=""/>
          <p:cNvSpPr/>
          <p:nvPr/>
        </p:nvSpPr>
        <p:spPr>
          <a:xfrm>
            <a:off x="456840" y="1666800"/>
            <a:ext cx="1676880" cy="1238400"/>
          </a:xfrm>
          <a:custGeom>
            <a:avLst/>
            <a:gdLst/>
            <a:ahLst/>
            <a:rect l="0" t="0" r="r" b="b"/>
            <a:pathLst>
              <a:path w="4658" h="3440">
                <a:moveTo>
                  <a:pt x="0" y="0"/>
                </a:moveTo>
                <a:lnTo>
                  <a:pt x="4658" y="0"/>
                </a:lnTo>
                <a:lnTo>
                  <a:pt x="4658" y="3440"/>
                </a:lnTo>
                <a:lnTo>
                  <a:pt x="0" y="344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7" name=""/>
          <p:cNvSpPr/>
          <p:nvPr/>
        </p:nvSpPr>
        <p:spPr>
          <a:xfrm>
            <a:off x="456840" y="1666800"/>
            <a:ext cx="1676880" cy="1238400"/>
          </a:xfrm>
          <a:custGeom>
            <a:avLst/>
            <a:gdLst/>
            <a:ahLst/>
            <a:rect l="0" t="0" r="r" b="b"/>
            <a:pathLst>
              <a:path w="4658" h="3440">
                <a:moveTo>
                  <a:pt x="0" y="0"/>
                </a:moveTo>
                <a:lnTo>
                  <a:pt x="4658" y="0"/>
                </a:lnTo>
                <a:lnTo>
                  <a:pt x="4658" y="3440"/>
                </a:lnTo>
                <a:lnTo>
                  <a:pt x="0" y="344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439920" y="853200"/>
            <a:ext cx="8251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de functionele eisen vandaan komen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676800" y="1870560"/>
            <a:ext cx="14774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Npuls: Leren zonder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991080" y="2061000"/>
            <a:ext cx="7002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Drempels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643680" y="2288880"/>
            <a:ext cx="14972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lerenden krijgen regie over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772200" y="2450880"/>
            <a:ext cx="1197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hun leerroute, zonder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1062720" y="2612880"/>
            <a:ext cx="515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drempels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4" name=""/>
          <p:cNvSpPr/>
          <p:nvPr/>
        </p:nvSpPr>
        <p:spPr>
          <a:xfrm>
            <a:off x="2452680" y="1609560"/>
            <a:ext cx="1362240" cy="1376640"/>
          </a:xfrm>
          <a:custGeom>
            <a:avLst/>
            <a:gdLst/>
            <a:ahLst/>
            <a:rect l="0" t="0" r="r" b="b"/>
            <a:pathLst>
              <a:path w="3784" h="3824">
                <a:moveTo>
                  <a:pt x="0" y="3520"/>
                </a:moveTo>
                <a:lnTo>
                  <a:pt x="0" y="265"/>
                </a:lnTo>
                <a:cubicBezTo>
                  <a:pt x="0" y="247"/>
                  <a:pt x="1" y="230"/>
                  <a:pt x="5" y="213"/>
                </a:cubicBezTo>
                <a:cubicBezTo>
                  <a:pt x="9" y="196"/>
                  <a:pt x="15" y="179"/>
                  <a:pt x="23" y="163"/>
                </a:cubicBezTo>
                <a:cubicBezTo>
                  <a:pt x="30" y="147"/>
                  <a:pt x="40" y="132"/>
                  <a:pt x="51" y="118"/>
                </a:cubicBezTo>
                <a:cubicBezTo>
                  <a:pt x="62" y="103"/>
                  <a:pt x="75" y="90"/>
                  <a:pt x="89" y="77"/>
                </a:cubicBezTo>
                <a:cubicBezTo>
                  <a:pt x="103" y="65"/>
                  <a:pt x="118" y="54"/>
                  <a:pt x="135" y="45"/>
                </a:cubicBezTo>
                <a:cubicBezTo>
                  <a:pt x="151" y="35"/>
                  <a:pt x="169" y="27"/>
                  <a:pt x="187" y="20"/>
                </a:cubicBezTo>
                <a:cubicBezTo>
                  <a:pt x="206" y="13"/>
                  <a:pt x="225" y="8"/>
                  <a:pt x="244" y="5"/>
                </a:cubicBezTo>
                <a:cubicBezTo>
                  <a:pt x="264" y="2"/>
                  <a:pt x="284" y="0"/>
                  <a:pt x="304" y="0"/>
                </a:cubicBezTo>
                <a:lnTo>
                  <a:pt x="3480" y="0"/>
                </a:lnTo>
                <a:cubicBezTo>
                  <a:pt x="3500" y="0"/>
                  <a:pt x="3520" y="2"/>
                  <a:pt x="3539" y="5"/>
                </a:cubicBezTo>
                <a:cubicBezTo>
                  <a:pt x="3559" y="8"/>
                  <a:pt x="3578" y="13"/>
                  <a:pt x="3596" y="20"/>
                </a:cubicBezTo>
                <a:cubicBezTo>
                  <a:pt x="3615" y="27"/>
                  <a:pt x="3632" y="35"/>
                  <a:pt x="3649" y="45"/>
                </a:cubicBezTo>
                <a:cubicBezTo>
                  <a:pt x="3665" y="54"/>
                  <a:pt x="3681" y="65"/>
                  <a:pt x="3695" y="77"/>
                </a:cubicBezTo>
                <a:cubicBezTo>
                  <a:pt x="3709" y="90"/>
                  <a:pt x="3722" y="103"/>
                  <a:pt x="3733" y="118"/>
                </a:cubicBezTo>
                <a:cubicBezTo>
                  <a:pt x="3744" y="132"/>
                  <a:pt x="3753" y="147"/>
                  <a:pt x="3761" y="163"/>
                </a:cubicBezTo>
                <a:cubicBezTo>
                  <a:pt x="3769" y="179"/>
                  <a:pt x="3774" y="196"/>
                  <a:pt x="3778" y="213"/>
                </a:cubicBezTo>
                <a:cubicBezTo>
                  <a:pt x="3782" y="230"/>
                  <a:pt x="3784" y="247"/>
                  <a:pt x="3784" y="265"/>
                </a:cubicBezTo>
                <a:lnTo>
                  <a:pt x="3784" y="3520"/>
                </a:lnTo>
                <a:cubicBezTo>
                  <a:pt x="3784" y="3540"/>
                  <a:pt x="3782" y="3560"/>
                  <a:pt x="3778" y="3579"/>
                </a:cubicBezTo>
                <a:cubicBezTo>
                  <a:pt x="3774" y="3599"/>
                  <a:pt x="3769" y="3618"/>
                  <a:pt x="3761" y="3636"/>
                </a:cubicBezTo>
                <a:cubicBezTo>
                  <a:pt x="3753" y="3655"/>
                  <a:pt x="3744" y="3672"/>
                  <a:pt x="3733" y="3689"/>
                </a:cubicBezTo>
                <a:cubicBezTo>
                  <a:pt x="3722" y="3706"/>
                  <a:pt x="3709" y="3721"/>
                  <a:pt x="3695" y="3735"/>
                </a:cubicBezTo>
                <a:cubicBezTo>
                  <a:pt x="3681" y="3749"/>
                  <a:pt x="3665" y="3762"/>
                  <a:pt x="3649" y="3773"/>
                </a:cubicBezTo>
                <a:cubicBezTo>
                  <a:pt x="3632" y="3784"/>
                  <a:pt x="3615" y="3793"/>
                  <a:pt x="3596" y="3801"/>
                </a:cubicBezTo>
                <a:cubicBezTo>
                  <a:pt x="3578" y="3809"/>
                  <a:pt x="3559" y="3814"/>
                  <a:pt x="3539" y="3818"/>
                </a:cubicBezTo>
                <a:cubicBezTo>
                  <a:pt x="3520" y="3822"/>
                  <a:pt x="3500" y="3824"/>
                  <a:pt x="3480" y="3824"/>
                </a:cubicBezTo>
                <a:lnTo>
                  <a:pt x="304" y="3824"/>
                </a:lnTo>
                <a:cubicBezTo>
                  <a:pt x="284" y="3824"/>
                  <a:pt x="264" y="3822"/>
                  <a:pt x="244" y="3818"/>
                </a:cubicBezTo>
                <a:cubicBezTo>
                  <a:pt x="225" y="3814"/>
                  <a:pt x="206" y="3809"/>
                  <a:pt x="187" y="3801"/>
                </a:cubicBezTo>
                <a:cubicBezTo>
                  <a:pt x="169" y="3793"/>
                  <a:pt x="151" y="3784"/>
                  <a:pt x="135" y="3773"/>
                </a:cubicBezTo>
                <a:cubicBezTo>
                  <a:pt x="118" y="3762"/>
                  <a:pt x="103" y="3749"/>
                  <a:pt x="89" y="3735"/>
                </a:cubicBezTo>
                <a:cubicBezTo>
                  <a:pt x="75" y="3721"/>
                  <a:pt x="62" y="3706"/>
                  <a:pt x="51" y="3689"/>
                </a:cubicBezTo>
                <a:cubicBezTo>
                  <a:pt x="40" y="3672"/>
                  <a:pt x="30" y="3655"/>
                  <a:pt x="23" y="3636"/>
                </a:cubicBezTo>
                <a:cubicBezTo>
                  <a:pt x="15" y="3618"/>
                  <a:pt x="9" y="3599"/>
                  <a:pt x="5" y="3579"/>
                </a:cubicBezTo>
                <a:cubicBezTo>
                  <a:pt x="1" y="3560"/>
                  <a:pt x="0" y="3540"/>
                  <a:pt x="0" y="35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5" name=""/>
          <p:cNvSpPr/>
          <p:nvPr/>
        </p:nvSpPr>
        <p:spPr>
          <a:xfrm>
            <a:off x="2447640" y="1590480"/>
            <a:ext cx="1371960" cy="1400400"/>
          </a:xfrm>
          <a:custGeom>
            <a:avLst/>
            <a:gdLst/>
            <a:ahLst/>
            <a:rect l="0" t="0" r="r" b="b"/>
            <a:pathLst>
              <a:path w="3811" h="3890">
                <a:moveTo>
                  <a:pt x="0" y="0"/>
                </a:moveTo>
                <a:lnTo>
                  <a:pt x="3811" y="0"/>
                </a:lnTo>
                <a:lnTo>
                  <a:pt x="3811" y="3890"/>
                </a:lnTo>
                <a:lnTo>
                  <a:pt x="0" y="3890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6" name=""/>
          <p:cNvSpPr/>
          <p:nvPr/>
        </p:nvSpPr>
        <p:spPr>
          <a:xfrm>
            <a:off x="2447640" y="1590480"/>
            <a:ext cx="1371960" cy="1400400"/>
          </a:xfrm>
          <a:custGeom>
            <a:avLst/>
            <a:gdLst/>
            <a:ahLst/>
            <a:rect l="0" t="0" r="r" b="b"/>
            <a:pathLst>
              <a:path w="3811" h="3890">
                <a:moveTo>
                  <a:pt x="0" y="0"/>
                </a:moveTo>
                <a:lnTo>
                  <a:pt x="3811" y="0"/>
                </a:lnTo>
                <a:lnTo>
                  <a:pt x="3811" y="3890"/>
                </a:lnTo>
                <a:lnTo>
                  <a:pt x="0" y="38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7" name=""/>
          <p:cNvSpPr/>
          <p:nvPr/>
        </p:nvSpPr>
        <p:spPr>
          <a:xfrm>
            <a:off x="2447640" y="1590480"/>
            <a:ext cx="1371960" cy="1400400"/>
          </a:xfrm>
          <a:custGeom>
            <a:avLst/>
            <a:gdLst/>
            <a:ahLst/>
            <a:rect l="0" t="0" r="r" b="b"/>
            <a:pathLst>
              <a:path w="3811" h="3890">
                <a:moveTo>
                  <a:pt x="0" y="0"/>
                </a:moveTo>
                <a:lnTo>
                  <a:pt x="3811" y="0"/>
                </a:lnTo>
                <a:lnTo>
                  <a:pt x="3811" y="3890"/>
                </a:lnTo>
                <a:lnTo>
                  <a:pt x="0" y="38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8" name=""/>
          <p:cNvSpPr/>
          <p:nvPr/>
        </p:nvSpPr>
        <p:spPr>
          <a:xfrm>
            <a:off x="2447640" y="1590480"/>
            <a:ext cx="1371960" cy="1400400"/>
          </a:xfrm>
          <a:custGeom>
            <a:avLst/>
            <a:gdLst/>
            <a:ahLst/>
            <a:rect l="0" t="0" r="r" b="b"/>
            <a:pathLst>
              <a:path w="3811" h="3890">
                <a:moveTo>
                  <a:pt x="0" y="0"/>
                </a:moveTo>
                <a:lnTo>
                  <a:pt x="3811" y="0"/>
                </a:lnTo>
                <a:lnTo>
                  <a:pt x="3811" y="3890"/>
                </a:lnTo>
                <a:lnTo>
                  <a:pt x="0" y="38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2195640" y="21596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2977200" y="1784880"/>
            <a:ext cx="3481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OKx-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2696040" y="1984680"/>
            <a:ext cx="101268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projectdoelen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2676960" y="2203200"/>
            <a:ext cx="10584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één taal, werkende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2658240" y="2365200"/>
            <a:ext cx="10432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gegevensuitwisseli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2763000" y="2536560"/>
            <a:ext cx="8542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ng, ruimte voor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2800800" y="2698560"/>
            <a:ext cx="7473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studentkeuze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6" name=""/>
          <p:cNvSpPr/>
          <p:nvPr/>
        </p:nvSpPr>
        <p:spPr>
          <a:xfrm>
            <a:off x="4138560" y="1866600"/>
            <a:ext cx="1362240" cy="852840"/>
          </a:xfrm>
          <a:custGeom>
            <a:avLst/>
            <a:gdLst/>
            <a:ahLst/>
            <a:rect l="0" t="0" r="r" b="b"/>
            <a:pathLst>
              <a:path w="3784" h="2369">
                <a:moveTo>
                  <a:pt x="0" y="2065"/>
                </a:moveTo>
                <a:lnTo>
                  <a:pt x="0" y="265"/>
                </a:lnTo>
                <a:cubicBezTo>
                  <a:pt x="0" y="248"/>
                  <a:pt x="2" y="230"/>
                  <a:pt x="5" y="213"/>
                </a:cubicBezTo>
                <a:cubicBezTo>
                  <a:pt x="9" y="196"/>
                  <a:pt x="15" y="180"/>
                  <a:pt x="23" y="164"/>
                </a:cubicBezTo>
                <a:cubicBezTo>
                  <a:pt x="30" y="148"/>
                  <a:pt x="40" y="132"/>
                  <a:pt x="51" y="118"/>
                </a:cubicBezTo>
                <a:cubicBezTo>
                  <a:pt x="62" y="103"/>
                  <a:pt x="75" y="90"/>
                  <a:pt x="89" y="78"/>
                </a:cubicBezTo>
                <a:cubicBezTo>
                  <a:pt x="103" y="66"/>
                  <a:pt x="118" y="55"/>
                  <a:pt x="135" y="45"/>
                </a:cubicBezTo>
                <a:cubicBezTo>
                  <a:pt x="151" y="35"/>
                  <a:pt x="169" y="27"/>
                  <a:pt x="187" y="20"/>
                </a:cubicBezTo>
                <a:cubicBezTo>
                  <a:pt x="206" y="14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3480" y="0"/>
                </a:lnTo>
                <a:cubicBezTo>
                  <a:pt x="3500" y="0"/>
                  <a:pt x="3520" y="2"/>
                  <a:pt x="3539" y="5"/>
                </a:cubicBezTo>
                <a:cubicBezTo>
                  <a:pt x="3559" y="9"/>
                  <a:pt x="3578" y="14"/>
                  <a:pt x="3596" y="20"/>
                </a:cubicBezTo>
                <a:cubicBezTo>
                  <a:pt x="3615" y="27"/>
                  <a:pt x="3632" y="35"/>
                  <a:pt x="3649" y="45"/>
                </a:cubicBezTo>
                <a:cubicBezTo>
                  <a:pt x="3666" y="55"/>
                  <a:pt x="3681" y="66"/>
                  <a:pt x="3695" y="78"/>
                </a:cubicBezTo>
                <a:cubicBezTo>
                  <a:pt x="3709" y="90"/>
                  <a:pt x="3722" y="103"/>
                  <a:pt x="3733" y="118"/>
                </a:cubicBezTo>
                <a:cubicBezTo>
                  <a:pt x="3744" y="132"/>
                  <a:pt x="3753" y="148"/>
                  <a:pt x="3761" y="164"/>
                </a:cubicBezTo>
                <a:cubicBezTo>
                  <a:pt x="3769" y="180"/>
                  <a:pt x="3774" y="196"/>
                  <a:pt x="3778" y="213"/>
                </a:cubicBezTo>
                <a:cubicBezTo>
                  <a:pt x="3782" y="230"/>
                  <a:pt x="3784" y="248"/>
                  <a:pt x="3784" y="265"/>
                </a:cubicBezTo>
                <a:lnTo>
                  <a:pt x="3784" y="2065"/>
                </a:lnTo>
                <a:cubicBezTo>
                  <a:pt x="3784" y="2085"/>
                  <a:pt x="3782" y="2105"/>
                  <a:pt x="3778" y="2124"/>
                </a:cubicBezTo>
                <a:cubicBezTo>
                  <a:pt x="3774" y="2144"/>
                  <a:pt x="3769" y="2163"/>
                  <a:pt x="3761" y="2182"/>
                </a:cubicBezTo>
                <a:cubicBezTo>
                  <a:pt x="3753" y="2200"/>
                  <a:pt x="3744" y="2218"/>
                  <a:pt x="3733" y="2234"/>
                </a:cubicBezTo>
                <a:cubicBezTo>
                  <a:pt x="3722" y="2251"/>
                  <a:pt x="3709" y="2266"/>
                  <a:pt x="3695" y="2280"/>
                </a:cubicBezTo>
                <a:cubicBezTo>
                  <a:pt x="3681" y="2294"/>
                  <a:pt x="3666" y="2307"/>
                  <a:pt x="3649" y="2318"/>
                </a:cubicBezTo>
                <a:cubicBezTo>
                  <a:pt x="3632" y="2329"/>
                  <a:pt x="3615" y="2339"/>
                  <a:pt x="3596" y="2346"/>
                </a:cubicBezTo>
                <a:cubicBezTo>
                  <a:pt x="3578" y="2354"/>
                  <a:pt x="3559" y="2360"/>
                  <a:pt x="3539" y="2364"/>
                </a:cubicBezTo>
                <a:cubicBezTo>
                  <a:pt x="3520" y="2367"/>
                  <a:pt x="3500" y="2369"/>
                  <a:pt x="3480" y="2369"/>
                </a:cubicBezTo>
                <a:lnTo>
                  <a:pt x="304" y="2369"/>
                </a:lnTo>
                <a:cubicBezTo>
                  <a:pt x="284" y="2369"/>
                  <a:pt x="264" y="2367"/>
                  <a:pt x="245" y="2364"/>
                </a:cubicBezTo>
                <a:cubicBezTo>
                  <a:pt x="225" y="2360"/>
                  <a:pt x="206" y="2354"/>
                  <a:pt x="187" y="2346"/>
                </a:cubicBezTo>
                <a:cubicBezTo>
                  <a:pt x="169" y="2339"/>
                  <a:pt x="151" y="2329"/>
                  <a:pt x="135" y="2318"/>
                </a:cubicBezTo>
                <a:cubicBezTo>
                  <a:pt x="118" y="2307"/>
                  <a:pt x="103" y="2294"/>
                  <a:pt x="89" y="2280"/>
                </a:cubicBezTo>
                <a:cubicBezTo>
                  <a:pt x="75" y="2266"/>
                  <a:pt x="62" y="2251"/>
                  <a:pt x="51" y="2234"/>
                </a:cubicBezTo>
                <a:cubicBezTo>
                  <a:pt x="40" y="2218"/>
                  <a:pt x="30" y="2200"/>
                  <a:pt x="23" y="2182"/>
                </a:cubicBezTo>
                <a:cubicBezTo>
                  <a:pt x="15" y="2163"/>
                  <a:pt x="9" y="2144"/>
                  <a:pt x="5" y="2124"/>
                </a:cubicBezTo>
                <a:cubicBezTo>
                  <a:pt x="2" y="2105"/>
                  <a:pt x="0" y="2085"/>
                  <a:pt x="0" y="206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7" name=""/>
          <p:cNvSpPr/>
          <p:nvPr/>
        </p:nvSpPr>
        <p:spPr>
          <a:xfrm>
            <a:off x="4133520" y="1847520"/>
            <a:ext cx="1371960" cy="876960"/>
          </a:xfrm>
          <a:custGeom>
            <a:avLst/>
            <a:gdLst/>
            <a:ahLst/>
            <a:rect l="0" t="0" r="r" b="b"/>
            <a:pathLst>
              <a:path w="3811" h="2436">
                <a:moveTo>
                  <a:pt x="0" y="0"/>
                </a:moveTo>
                <a:lnTo>
                  <a:pt x="3811" y="0"/>
                </a:lnTo>
                <a:lnTo>
                  <a:pt x="3811" y="2436"/>
                </a:lnTo>
                <a:lnTo>
                  <a:pt x="0" y="2436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8" name=""/>
          <p:cNvSpPr/>
          <p:nvPr/>
        </p:nvSpPr>
        <p:spPr>
          <a:xfrm>
            <a:off x="4133520" y="1847520"/>
            <a:ext cx="1371960" cy="876960"/>
          </a:xfrm>
          <a:custGeom>
            <a:avLst/>
            <a:gdLst/>
            <a:ahLst/>
            <a:rect l="0" t="0" r="r" b="b"/>
            <a:pathLst>
              <a:path w="3811" h="2436">
                <a:moveTo>
                  <a:pt x="0" y="0"/>
                </a:moveTo>
                <a:lnTo>
                  <a:pt x="3811" y="0"/>
                </a:lnTo>
                <a:lnTo>
                  <a:pt x="3811" y="2436"/>
                </a:lnTo>
                <a:lnTo>
                  <a:pt x="0" y="243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9" name=""/>
          <p:cNvSpPr/>
          <p:nvPr/>
        </p:nvSpPr>
        <p:spPr>
          <a:xfrm>
            <a:off x="4133520" y="1847520"/>
            <a:ext cx="1371960" cy="876960"/>
          </a:xfrm>
          <a:custGeom>
            <a:avLst/>
            <a:gdLst/>
            <a:ahLst/>
            <a:rect l="0" t="0" r="r" b="b"/>
            <a:pathLst>
              <a:path w="3811" h="2436">
                <a:moveTo>
                  <a:pt x="0" y="0"/>
                </a:moveTo>
                <a:lnTo>
                  <a:pt x="3811" y="0"/>
                </a:lnTo>
                <a:lnTo>
                  <a:pt x="3811" y="2436"/>
                </a:lnTo>
                <a:lnTo>
                  <a:pt x="0" y="243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0" name=""/>
          <p:cNvSpPr/>
          <p:nvPr/>
        </p:nvSpPr>
        <p:spPr>
          <a:xfrm>
            <a:off x="4133520" y="1847520"/>
            <a:ext cx="1371960" cy="876960"/>
          </a:xfrm>
          <a:custGeom>
            <a:avLst/>
            <a:gdLst/>
            <a:ahLst/>
            <a:rect l="0" t="0" r="r" b="b"/>
            <a:pathLst>
              <a:path w="3811" h="2436">
                <a:moveTo>
                  <a:pt x="0" y="0"/>
                </a:moveTo>
                <a:lnTo>
                  <a:pt x="3811" y="0"/>
                </a:lnTo>
                <a:lnTo>
                  <a:pt x="3811" y="2436"/>
                </a:lnTo>
                <a:lnTo>
                  <a:pt x="0" y="243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3881160" y="21596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4653000" y="2051640"/>
            <a:ext cx="3801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Epics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4343400" y="2269800"/>
            <a:ext cx="1064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aanbod plannen 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4577040" y="2431800"/>
            <a:ext cx="531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roosteren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5" name=""/>
          <p:cNvSpPr/>
          <p:nvPr/>
        </p:nvSpPr>
        <p:spPr>
          <a:xfrm>
            <a:off x="5824440" y="1771560"/>
            <a:ext cx="1362240" cy="1043280"/>
          </a:xfrm>
          <a:custGeom>
            <a:avLst/>
            <a:gdLst/>
            <a:ahLst/>
            <a:rect l="0" t="0" r="r" b="b"/>
            <a:pathLst>
              <a:path w="3784" h="2898">
                <a:moveTo>
                  <a:pt x="0" y="2594"/>
                </a:moveTo>
                <a:lnTo>
                  <a:pt x="0" y="264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5" y="179"/>
                  <a:pt x="23" y="163"/>
                </a:cubicBezTo>
                <a:cubicBezTo>
                  <a:pt x="31" y="147"/>
                  <a:pt x="40" y="132"/>
                  <a:pt x="51" y="117"/>
                </a:cubicBezTo>
                <a:cubicBezTo>
                  <a:pt x="62" y="103"/>
                  <a:pt x="75" y="90"/>
                  <a:pt x="89" y="77"/>
                </a:cubicBezTo>
                <a:cubicBezTo>
                  <a:pt x="103" y="65"/>
                  <a:pt x="118" y="54"/>
                  <a:pt x="135" y="44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1"/>
                  <a:pt x="284" y="0"/>
                  <a:pt x="304" y="0"/>
                </a:cubicBezTo>
                <a:lnTo>
                  <a:pt x="3480" y="0"/>
                </a:lnTo>
                <a:cubicBezTo>
                  <a:pt x="3500" y="0"/>
                  <a:pt x="3520" y="1"/>
                  <a:pt x="3539" y="5"/>
                </a:cubicBezTo>
                <a:cubicBezTo>
                  <a:pt x="3559" y="8"/>
                  <a:pt x="3578" y="13"/>
                  <a:pt x="3596" y="20"/>
                </a:cubicBezTo>
                <a:cubicBezTo>
                  <a:pt x="3615" y="27"/>
                  <a:pt x="3632" y="35"/>
                  <a:pt x="3649" y="44"/>
                </a:cubicBezTo>
                <a:cubicBezTo>
                  <a:pt x="3666" y="54"/>
                  <a:pt x="3681" y="65"/>
                  <a:pt x="3695" y="77"/>
                </a:cubicBezTo>
                <a:cubicBezTo>
                  <a:pt x="3709" y="90"/>
                  <a:pt x="3722" y="103"/>
                  <a:pt x="3733" y="117"/>
                </a:cubicBezTo>
                <a:cubicBezTo>
                  <a:pt x="3744" y="132"/>
                  <a:pt x="3754" y="147"/>
                  <a:pt x="3761" y="163"/>
                </a:cubicBezTo>
                <a:cubicBezTo>
                  <a:pt x="3769" y="179"/>
                  <a:pt x="3775" y="196"/>
                  <a:pt x="3778" y="213"/>
                </a:cubicBezTo>
                <a:cubicBezTo>
                  <a:pt x="3782" y="230"/>
                  <a:pt x="3784" y="247"/>
                  <a:pt x="3784" y="264"/>
                </a:cubicBezTo>
                <a:lnTo>
                  <a:pt x="3784" y="2594"/>
                </a:lnTo>
                <a:cubicBezTo>
                  <a:pt x="3784" y="2614"/>
                  <a:pt x="3782" y="2633"/>
                  <a:pt x="3778" y="2653"/>
                </a:cubicBezTo>
                <a:cubicBezTo>
                  <a:pt x="3775" y="2673"/>
                  <a:pt x="3769" y="2692"/>
                  <a:pt x="3761" y="2710"/>
                </a:cubicBezTo>
                <a:cubicBezTo>
                  <a:pt x="3754" y="2729"/>
                  <a:pt x="3744" y="2746"/>
                  <a:pt x="3733" y="2763"/>
                </a:cubicBezTo>
                <a:cubicBezTo>
                  <a:pt x="3722" y="2779"/>
                  <a:pt x="3709" y="2795"/>
                  <a:pt x="3695" y="2809"/>
                </a:cubicBezTo>
                <a:cubicBezTo>
                  <a:pt x="3681" y="2823"/>
                  <a:pt x="3666" y="2836"/>
                  <a:pt x="3649" y="2847"/>
                </a:cubicBezTo>
                <a:cubicBezTo>
                  <a:pt x="3632" y="2858"/>
                  <a:pt x="3615" y="2867"/>
                  <a:pt x="3596" y="2875"/>
                </a:cubicBezTo>
                <a:cubicBezTo>
                  <a:pt x="3578" y="2882"/>
                  <a:pt x="3559" y="2888"/>
                  <a:pt x="3539" y="2892"/>
                </a:cubicBezTo>
                <a:cubicBezTo>
                  <a:pt x="3520" y="2896"/>
                  <a:pt x="3500" y="2898"/>
                  <a:pt x="3480" y="2898"/>
                </a:cubicBezTo>
                <a:lnTo>
                  <a:pt x="304" y="2898"/>
                </a:lnTo>
                <a:cubicBezTo>
                  <a:pt x="284" y="2898"/>
                  <a:pt x="264" y="2896"/>
                  <a:pt x="245" y="2892"/>
                </a:cubicBezTo>
                <a:cubicBezTo>
                  <a:pt x="225" y="2888"/>
                  <a:pt x="206" y="2882"/>
                  <a:pt x="188" y="2875"/>
                </a:cubicBezTo>
                <a:cubicBezTo>
                  <a:pt x="169" y="2867"/>
                  <a:pt x="152" y="2858"/>
                  <a:pt x="135" y="2847"/>
                </a:cubicBezTo>
                <a:cubicBezTo>
                  <a:pt x="118" y="2836"/>
                  <a:pt x="103" y="2823"/>
                  <a:pt x="89" y="2809"/>
                </a:cubicBezTo>
                <a:cubicBezTo>
                  <a:pt x="75" y="2795"/>
                  <a:pt x="62" y="2779"/>
                  <a:pt x="51" y="2763"/>
                </a:cubicBezTo>
                <a:cubicBezTo>
                  <a:pt x="40" y="2746"/>
                  <a:pt x="31" y="2729"/>
                  <a:pt x="23" y="2710"/>
                </a:cubicBezTo>
                <a:cubicBezTo>
                  <a:pt x="15" y="2692"/>
                  <a:pt x="10" y="2673"/>
                  <a:pt x="6" y="2653"/>
                </a:cubicBezTo>
                <a:cubicBezTo>
                  <a:pt x="2" y="2633"/>
                  <a:pt x="0" y="2614"/>
                  <a:pt x="0" y="259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6" name=""/>
          <p:cNvSpPr/>
          <p:nvPr/>
        </p:nvSpPr>
        <p:spPr>
          <a:xfrm>
            <a:off x="5819760" y="1752480"/>
            <a:ext cx="1371960" cy="1067040"/>
          </a:xfrm>
          <a:custGeom>
            <a:avLst/>
            <a:gdLst/>
            <a:ahLst/>
            <a:rect l="0" t="0" r="r" b="b"/>
            <a:pathLst>
              <a:path w="3811" h="2964">
                <a:moveTo>
                  <a:pt x="0" y="0"/>
                </a:moveTo>
                <a:lnTo>
                  <a:pt x="3811" y="0"/>
                </a:lnTo>
                <a:lnTo>
                  <a:pt x="3811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7" name=""/>
          <p:cNvSpPr/>
          <p:nvPr/>
        </p:nvSpPr>
        <p:spPr>
          <a:xfrm>
            <a:off x="5819760" y="1752480"/>
            <a:ext cx="1371960" cy="1067040"/>
          </a:xfrm>
          <a:custGeom>
            <a:avLst/>
            <a:gdLst/>
            <a:ahLst/>
            <a:rect l="0" t="0" r="r" b="b"/>
            <a:pathLst>
              <a:path w="3811" h="2964">
                <a:moveTo>
                  <a:pt x="0" y="0"/>
                </a:moveTo>
                <a:lnTo>
                  <a:pt x="3811" y="0"/>
                </a:lnTo>
                <a:lnTo>
                  <a:pt x="3811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8" name=""/>
          <p:cNvSpPr/>
          <p:nvPr/>
        </p:nvSpPr>
        <p:spPr>
          <a:xfrm>
            <a:off x="5819760" y="1752480"/>
            <a:ext cx="1371960" cy="1067040"/>
          </a:xfrm>
          <a:custGeom>
            <a:avLst/>
            <a:gdLst/>
            <a:ahLst/>
            <a:rect l="0" t="0" r="r" b="b"/>
            <a:pathLst>
              <a:path w="3811" h="2964">
                <a:moveTo>
                  <a:pt x="0" y="0"/>
                </a:moveTo>
                <a:lnTo>
                  <a:pt x="3811" y="0"/>
                </a:lnTo>
                <a:lnTo>
                  <a:pt x="3811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9" name=""/>
          <p:cNvSpPr/>
          <p:nvPr/>
        </p:nvSpPr>
        <p:spPr>
          <a:xfrm>
            <a:off x="5819760" y="1752480"/>
            <a:ext cx="1371960" cy="1067040"/>
          </a:xfrm>
          <a:custGeom>
            <a:avLst/>
            <a:gdLst/>
            <a:ahLst/>
            <a:rect l="0" t="0" r="r" b="b"/>
            <a:pathLst>
              <a:path w="3811" h="2964">
                <a:moveTo>
                  <a:pt x="0" y="0"/>
                </a:moveTo>
                <a:lnTo>
                  <a:pt x="3811" y="0"/>
                </a:lnTo>
                <a:lnTo>
                  <a:pt x="3811" y="2964"/>
                </a:lnTo>
                <a:lnTo>
                  <a:pt x="0" y="296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5567040" y="21596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6138720" y="1946880"/>
            <a:ext cx="8769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Features en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6286320" y="2146680"/>
            <a:ext cx="5036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stories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6076800" y="2365200"/>
            <a:ext cx="9594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geldig, gefaseerd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4" name=""/>
          <p:cNvSpPr txBox="1"/>
          <p:nvPr/>
        </p:nvSpPr>
        <p:spPr>
          <a:xfrm>
            <a:off x="6105240" y="2536560"/>
            <a:ext cx="887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aanbod aﬂeiden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5" name=""/>
          <p:cNvSpPr/>
          <p:nvPr/>
        </p:nvSpPr>
        <p:spPr>
          <a:xfrm>
            <a:off x="7510320" y="1609560"/>
            <a:ext cx="1362240" cy="1376640"/>
          </a:xfrm>
          <a:custGeom>
            <a:avLst/>
            <a:gdLst/>
            <a:ahLst/>
            <a:rect l="0" t="0" r="r" b="b"/>
            <a:pathLst>
              <a:path w="3784" h="3824">
                <a:moveTo>
                  <a:pt x="0" y="3520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5" y="179"/>
                  <a:pt x="23" y="163"/>
                </a:cubicBezTo>
                <a:cubicBezTo>
                  <a:pt x="31" y="147"/>
                  <a:pt x="40" y="132"/>
                  <a:pt x="51" y="118"/>
                </a:cubicBezTo>
                <a:cubicBezTo>
                  <a:pt x="62" y="103"/>
                  <a:pt x="75" y="90"/>
                  <a:pt x="89" y="77"/>
                </a:cubicBezTo>
                <a:cubicBezTo>
                  <a:pt x="103" y="65"/>
                  <a:pt x="119" y="54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3479" y="0"/>
                </a:lnTo>
                <a:cubicBezTo>
                  <a:pt x="3499" y="0"/>
                  <a:pt x="3519" y="2"/>
                  <a:pt x="3539" y="5"/>
                </a:cubicBezTo>
                <a:cubicBezTo>
                  <a:pt x="3558" y="8"/>
                  <a:pt x="3577" y="13"/>
                  <a:pt x="3596" y="20"/>
                </a:cubicBezTo>
                <a:cubicBezTo>
                  <a:pt x="3614" y="27"/>
                  <a:pt x="3632" y="35"/>
                  <a:pt x="3648" y="45"/>
                </a:cubicBezTo>
                <a:cubicBezTo>
                  <a:pt x="3665" y="54"/>
                  <a:pt x="3680" y="65"/>
                  <a:pt x="3694" y="77"/>
                </a:cubicBezTo>
                <a:cubicBezTo>
                  <a:pt x="3708" y="90"/>
                  <a:pt x="3721" y="103"/>
                  <a:pt x="3733" y="118"/>
                </a:cubicBezTo>
                <a:cubicBezTo>
                  <a:pt x="3744" y="132"/>
                  <a:pt x="3754" y="147"/>
                  <a:pt x="3761" y="163"/>
                </a:cubicBezTo>
                <a:cubicBezTo>
                  <a:pt x="3769" y="179"/>
                  <a:pt x="3775" y="196"/>
                  <a:pt x="3779" y="213"/>
                </a:cubicBezTo>
                <a:cubicBezTo>
                  <a:pt x="3782" y="230"/>
                  <a:pt x="3784" y="247"/>
                  <a:pt x="3784" y="265"/>
                </a:cubicBezTo>
                <a:lnTo>
                  <a:pt x="3784" y="3520"/>
                </a:lnTo>
                <a:cubicBezTo>
                  <a:pt x="3784" y="3540"/>
                  <a:pt x="3782" y="3560"/>
                  <a:pt x="3779" y="3579"/>
                </a:cubicBezTo>
                <a:cubicBezTo>
                  <a:pt x="3775" y="3599"/>
                  <a:pt x="3769" y="3618"/>
                  <a:pt x="3761" y="3636"/>
                </a:cubicBezTo>
                <a:cubicBezTo>
                  <a:pt x="3754" y="3655"/>
                  <a:pt x="3744" y="3672"/>
                  <a:pt x="3733" y="3689"/>
                </a:cubicBezTo>
                <a:cubicBezTo>
                  <a:pt x="3721" y="3706"/>
                  <a:pt x="3708" y="3721"/>
                  <a:pt x="3694" y="3735"/>
                </a:cubicBezTo>
                <a:cubicBezTo>
                  <a:pt x="3680" y="3749"/>
                  <a:pt x="3665" y="3762"/>
                  <a:pt x="3648" y="3773"/>
                </a:cubicBezTo>
                <a:cubicBezTo>
                  <a:pt x="3632" y="3784"/>
                  <a:pt x="3614" y="3793"/>
                  <a:pt x="3596" y="3801"/>
                </a:cubicBezTo>
                <a:cubicBezTo>
                  <a:pt x="3577" y="3809"/>
                  <a:pt x="3558" y="3814"/>
                  <a:pt x="3539" y="3818"/>
                </a:cubicBezTo>
                <a:cubicBezTo>
                  <a:pt x="3519" y="3822"/>
                  <a:pt x="3499" y="3824"/>
                  <a:pt x="3479" y="3824"/>
                </a:cubicBezTo>
                <a:lnTo>
                  <a:pt x="304" y="3824"/>
                </a:lnTo>
                <a:cubicBezTo>
                  <a:pt x="284" y="3824"/>
                  <a:pt x="264" y="3822"/>
                  <a:pt x="245" y="3818"/>
                </a:cubicBezTo>
                <a:cubicBezTo>
                  <a:pt x="225" y="3814"/>
                  <a:pt x="206" y="3809"/>
                  <a:pt x="188" y="3801"/>
                </a:cubicBezTo>
                <a:cubicBezTo>
                  <a:pt x="169" y="3793"/>
                  <a:pt x="152" y="3784"/>
                  <a:pt x="135" y="3773"/>
                </a:cubicBezTo>
                <a:cubicBezTo>
                  <a:pt x="119" y="3762"/>
                  <a:pt x="103" y="3749"/>
                  <a:pt x="89" y="3735"/>
                </a:cubicBezTo>
                <a:cubicBezTo>
                  <a:pt x="75" y="3721"/>
                  <a:pt x="62" y="3706"/>
                  <a:pt x="51" y="3689"/>
                </a:cubicBezTo>
                <a:cubicBezTo>
                  <a:pt x="40" y="3672"/>
                  <a:pt x="31" y="3655"/>
                  <a:pt x="23" y="3636"/>
                </a:cubicBezTo>
                <a:cubicBezTo>
                  <a:pt x="15" y="3618"/>
                  <a:pt x="10" y="3599"/>
                  <a:pt x="6" y="3579"/>
                </a:cubicBezTo>
                <a:cubicBezTo>
                  <a:pt x="2" y="3560"/>
                  <a:pt x="0" y="3540"/>
                  <a:pt x="0" y="352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6" name=""/>
          <p:cNvSpPr/>
          <p:nvPr/>
        </p:nvSpPr>
        <p:spPr>
          <a:xfrm>
            <a:off x="7505640" y="1590480"/>
            <a:ext cx="1371960" cy="1400400"/>
          </a:xfrm>
          <a:custGeom>
            <a:avLst/>
            <a:gdLst/>
            <a:ahLst/>
            <a:rect l="0" t="0" r="r" b="b"/>
            <a:pathLst>
              <a:path w="3811" h="3890">
                <a:moveTo>
                  <a:pt x="0" y="0"/>
                </a:moveTo>
                <a:lnTo>
                  <a:pt x="3811" y="0"/>
                </a:lnTo>
                <a:lnTo>
                  <a:pt x="3811" y="3890"/>
                </a:lnTo>
                <a:lnTo>
                  <a:pt x="0" y="3890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7" name=""/>
          <p:cNvSpPr/>
          <p:nvPr/>
        </p:nvSpPr>
        <p:spPr>
          <a:xfrm>
            <a:off x="7505640" y="1590480"/>
            <a:ext cx="1371960" cy="1400400"/>
          </a:xfrm>
          <a:custGeom>
            <a:avLst/>
            <a:gdLst/>
            <a:ahLst/>
            <a:rect l="0" t="0" r="r" b="b"/>
            <a:pathLst>
              <a:path w="3811" h="3890">
                <a:moveTo>
                  <a:pt x="0" y="0"/>
                </a:moveTo>
                <a:lnTo>
                  <a:pt x="3811" y="0"/>
                </a:lnTo>
                <a:lnTo>
                  <a:pt x="3811" y="3890"/>
                </a:lnTo>
                <a:lnTo>
                  <a:pt x="0" y="38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8" name=""/>
          <p:cNvSpPr/>
          <p:nvPr/>
        </p:nvSpPr>
        <p:spPr>
          <a:xfrm>
            <a:off x="7505640" y="1590480"/>
            <a:ext cx="1371960" cy="1400400"/>
          </a:xfrm>
          <a:custGeom>
            <a:avLst/>
            <a:gdLst/>
            <a:ahLst/>
            <a:rect l="0" t="0" r="r" b="b"/>
            <a:pathLst>
              <a:path w="3811" h="3890">
                <a:moveTo>
                  <a:pt x="0" y="0"/>
                </a:moveTo>
                <a:lnTo>
                  <a:pt x="3811" y="0"/>
                </a:lnTo>
                <a:lnTo>
                  <a:pt x="3811" y="3890"/>
                </a:lnTo>
                <a:lnTo>
                  <a:pt x="0" y="38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9" name=""/>
          <p:cNvSpPr/>
          <p:nvPr/>
        </p:nvSpPr>
        <p:spPr>
          <a:xfrm>
            <a:off x="7505640" y="1590480"/>
            <a:ext cx="1371960" cy="1400400"/>
          </a:xfrm>
          <a:custGeom>
            <a:avLst/>
            <a:gdLst/>
            <a:ahLst/>
            <a:rect l="0" t="0" r="r" b="b"/>
            <a:pathLst>
              <a:path w="3811" h="3890">
                <a:moveTo>
                  <a:pt x="0" y="0"/>
                </a:moveTo>
                <a:lnTo>
                  <a:pt x="3811" y="0"/>
                </a:lnTo>
                <a:lnTo>
                  <a:pt x="3811" y="3890"/>
                </a:lnTo>
                <a:lnTo>
                  <a:pt x="0" y="389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7252560" y="215964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7819560" y="1784880"/>
            <a:ext cx="860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Functionele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8024400" y="1984680"/>
            <a:ext cx="392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eisen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7971840" y="2203200"/>
            <a:ext cx="488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planbare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7876800" y="2365200"/>
            <a:ext cx="681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speciﬁcaties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7814880" y="2536560"/>
            <a:ext cx="866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melden aan het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6" name=""/>
          <p:cNvSpPr/>
          <p:nvPr/>
        </p:nvSpPr>
        <p:spPr>
          <a:xfrm>
            <a:off x="456840" y="3171600"/>
            <a:ext cx="4124880" cy="1229040"/>
          </a:xfrm>
          <a:custGeom>
            <a:avLst/>
            <a:gdLst/>
            <a:ahLst/>
            <a:rect l="0" t="0" r="r" b="b"/>
            <a:pathLst>
              <a:path w="11458" h="3414">
                <a:moveTo>
                  <a:pt x="0" y="0"/>
                </a:moveTo>
                <a:lnTo>
                  <a:pt x="11458" y="0"/>
                </a:lnTo>
                <a:lnTo>
                  <a:pt x="11458" y="3414"/>
                </a:lnTo>
                <a:lnTo>
                  <a:pt x="0" y="34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7" name=""/>
          <p:cNvSpPr/>
          <p:nvPr/>
        </p:nvSpPr>
        <p:spPr>
          <a:xfrm>
            <a:off x="456840" y="3171600"/>
            <a:ext cx="4124880" cy="38520"/>
          </a:xfrm>
          <a:custGeom>
            <a:avLst/>
            <a:gdLst/>
            <a:ahLst/>
            <a:rect l="0" t="0" r="r" b="b"/>
            <a:pathLst>
              <a:path w="11458" h="107">
                <a:moveTo>
                  <a:pt x="0" y="0"/>
                </a:moveTo>
                <a:lnTo>
                  <a:pt x="11458" y="0"/>
                </a:lnTo>
                <a:lnTo>
                  <a:pt x="114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8" name=""/>
          <p:cNvSpPr/>
          <p:nvPr/>
        </p:nvSpPr>
        <p:spPr>
          <a:xfrm>
            <a:off x="456840" y="4390920"/>
            <a:ext cx="4124880" cy="9720"/>
          </a:xfrm>
          <a:custGeom>
            <a:avLst/>
            <a:gdLst/>
            <a:ahLst/>
            <a:rect l="0" t="0" r="r" b="b"/>
            <a:pathLst>
              <a:path w="11458" h="27">
                <a:moveTo>
                  <a:pt x="0" y="0"/>
                </a:moveTo>
                <a:lnTo>
                  <a:pt x="11458" y="0"/>
                </a:lnTo>
                <a:lnTo>
                  <a:pt x="114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9" name=""/>
          <p:cNvSpPr/>
          <p:nvPr/>
        </p:nvSpPr>
        <p:spPr>
          <a:xfrm>
            <a:off x="4571640" y="3171600"/>
            <a:ext cx="10080" cy="1229040"/>
          </a:xfrm>
          <a:custGeom>
            <a:avLst/>
            <a:gdLst/>
            <a:ahLst/>
            <a:rect l="0" t="0" r="r" b="b"/>
            <a:pathLst>
              <a:path w="28" h="3414">
                <a:moveTo>
                  <a:pt x="0" y="106"/>
                </a:moveTo>
                <a:lnTo>
                  <a:pt x="0" y="3414"/>
                </a:lnTo>
                <a:lnTo>
                  <a:pt x="28" y="341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0" name=""/>
          <p:cNvSpPr/>
          <p:nvPr/>
        </p:nvSpPr>
        <p:spPr>
          <a:xfrm>
            <a:off x="456840" y="3171600"/>
            <a:ext cx="10080" cy="1229040"/>
          </a:xfrm>
          <a:custGeom>
            <a:avLst/>
            <a:gdLst/>
            <a:ahLst/>
            <a:rect l="0" t="0" r="r" b="b"/>
            <a:pathLst>
              <a:path w="28" h="3414">
                <a:moveTo>
                  <a:pt x="0" y="0"/>
                </a:moveTo>
                <a:lnTo>
                  <a:pt x="0" y="3414"/>
                </a:lnTo>
                <a:lnTo>
                  <a:pt x="28" y="341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7729200" y="2698560"/>
            <a:ext cx="1001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planningssysteem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634320" y="3396960"/>
            <a:ext cx="38185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De sector levert de input: via de opdracht Leren zonder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634320" y="3616200"/>
            <a:ext cx="41140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Drempels, en via de adviesgroep als features en stories. De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634320" y="3835080"/>
            <a:ext cx="42253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kerngroep techniek vertaalt die naar de functionele eisen per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5" name=""/>
          <p:cNvSpPr/>
          <p:nvPr/>
        </p:nvSpPr>
        <p:spPr>
          <a:xfrm>
            <a:off x="4752720" y="3171600"/>
            <a:ext cx="4124880" cy="790920"/>
          </a:xfrm>
          <a:custGeom>
            <a:avLst/>
            <a:gdLst/>
            <a:ahLst/>
            <a:rect l="0" t="0" r="r" b="b"/>
            <a:pathLst>
              <a:path w="11458" h="2197">
                <a:moveTo>
                  <a:pt x="0" y="0"/>
                </a:moveTo>
                <a:lnTo>
                  <a:pt x="11458" y="0"/>
                </a:lnTo>
                <a:lnTo>
                  <a:pt x="11458" y="2197"/>
                </a:lnTo>
                <a:lnTo>
                  <a:pt x="0" y="21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6" name=""/>
          <p:cNvSpPr/>
          <p:nvPr/>
        </p:nvSpPr>
        <p:spPr>
          <a:xfrm>
            <a:off x="4752720" y="3171600"/>
            <a:ext cx="4124880" cy="38520"/>
          </a:xfrm>
          <a:custGeom>
            <a:avLst/>
            <a:gdLst/>
            <a:ahLst/>
            <a:rect l="0" t="0" r="r" b="b"/>
            <a:pathLst>
              <a:path w="11458" h="107">
                <a:moveTo>
                  <a:pt x="0" y="0"/>
                </a:moveTo>
                <a:lnTo>
                  <a:pt x="11458" y="0"/>
                </a:lnTo>
                <a:lnTo>
                  <a:pt x="114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7" name=""/>
          <p:cNvSpPr/>
          <p:nvPr/>
        </p:nvSpPr>
        <p:spPr>
          <a:xfrm>
            <a:off x="4752720" y="3952800"/>
            <a:ext cx="4124880" cy="9720"/>
          </a:xfrm>
          <a:custGeom>
            <a:avLst/>
            <a:gdLst/>
            <a:ahLst/>
            <a:rect l="0" t="0" r="r" b="b"/>
            <a:pathLst>
              <a:path w="11458" h="27">
                <a:moveTo>
                  <a:pt x="0" y="0"/>
                </a:moveTo>
                <a:lnTo>
                  <a:pt x="11458" y="0"/>
                </a:lnTo>
                <a:lnTo>
                  <a:pt x="114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8" name=""/>
          <p:cNvSpPr/>
          <p:nvPr/>
        </p:nvSpPr>
        <p:spPr>
          <a:xfrm>
            <a:off x="8867520" y="317160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106"/>
                </a:moveTo>
                <a:lnTo>
                  <a:pt x="0" y="2197"/>
                </a:lnTo>
                <a:lnTo>
                  <a:pt x="28" y="219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9" name=""/>
          <p:cNvSpPr/>
          <p:nvPr/>
        </p:nvSpPr>
        <p:spPr>
          <a:xfrm>
            <a:off x="4752720" y="317160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0"/>
                </a:moveTo>
                <a:lnTo>
                  <a:pt x="0" y="2197"/>
                </a:lnTo>
                <a:lnTo>
                  <a:pt x="28" y="219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634320" y="4054320"/>
            <a:ext cx="7855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koppelvlak.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4928040" y="3396960"/>
            <a:ext cx="42177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Elke functionele eis wordt herleidbaar tot de wens waaruit hij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4928040" y="3616200"/>
            <a:ext cx="36234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voortkomt. En andersom: geen eis zonder herkomst.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9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0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01" name=""/>
          <p:cNvSpPr txBox="1"/>
          <p:nvPr/>
        </p:nvSpPr>
        <p:spPr>
          <a:xfrm>
            <a:off x="440496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3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2312640" y="2566440"/>
            <a:ext cx="556344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Release management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0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1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11" name=""/>
          <p:cNvSpPr/>
          <p:nvPr/>
        </p:nvSpPr>
        <p:spPr>
          <a:xfrm>
            <a:off x="785520" y="1238040"/>
            <a:ext cx="2372040" cy="1033920"/>
          </a:xfrm>
          <a:custGeom>
            <a:avLst/>
            <a:gdLst/>
            <a:ahLst/>
            <a:rect l="0" t="0" r="r" b="b"/>
            <a:pathLst>
              <a:path w="6589" h="2872">
                <a:moveTo>
                  <a:pt x="0" y="2568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79"/>
                  <a:pt x="23" y="163"/>
                </a:cubicBezTo>
                <a:cubicBezTo>
                  <a:pt x="31" y="147"/>
                  <a:pt x="40" y="132"/>
                  <a:pt x="52" y="118"/>
                </a:cubicBezTo>
                <a:cubicBezTo>
                  <a:pt x="63" y="103"/>
                  <a:pt x="75" y="90"/>
                  <a:pt x="89" y="78"/>
                </a:cubicBezTo>
                <a:cubicBezTo>
                  <a:pt x="104" y="65"/>
                  <a:pt x="119" y="54"/>
                  <a:pt x="136" y="45"/>
                </a:cubicBezTo>
                <a:cubicBezTo>
                  <a:pt x="152" y="35"/>
                  <a:pt x="170" y="27"/>
                  <a:pt x="188" y="20"/>
                </a:cubicBezTo>
                <a:cubicBezTo>
                  <a:pt x="207" y="14"/>
                  <a:pt x="226" y="9"/>
                  <a:pt x="245" y="5"/>
                </a:cubicBezTo>
                <a:cubicBezTo>
                  <a:pt x="265" y="2"/>
                  <a:pt x="285" y="0"/>
                  <a:pt x="305" y="0"/>
                </a:cubicBezTo>
                <a:lnTo>
                  <a:pt x="6285" y="0"/>
                </a:lnTo>
                <a:cubicBezTo>
                  <a:pt x="6305" y="0"/>
                  <a:pt x="6325" y="2"/>
                  <a:pt x="6345" y="5"/>
                </a:cubicBezTo>
                <a:cubicBezTo>
                  <a:pt x="6364" y="9"/>
                  <a:pt x="6383" y="14"/>
                  <a:pt x="6402" y="20"/>
                </a:cubicBezTo>
                <a:cubicBezTo>
                  <a:pt x="6420" y="27"/>
                  <a:pt x="6438" y="35"/>
                  <a:pt x="6454" y="45"/>
                </a:cubicBezTo>
                <a:cubicBezTo>
                  <a:pt x="6471" y="54"/>
                  <a:pt x="6486" y="65"/>
                  <a:pt x="6500" y="78"/>
                </a:cubicBezTo>
                <a:cubicBezTo>
                  <a:pt x="6514" y="90"/>
                  <a:pt x="6527" y="103"/>
                  <a:pt x="6538" y="118"/>
                </a:cubicBezTo>
                <a:cubicBezTo>
                  <a:pt x="6549" y="132"/>
                  <a:pt x="6559" y="147"/>
                  <a:pt x="6566" y="163"/>
                </a:cubicBezTo>
                <a:cubicBezTo>
                  <a:pt x="6574" y="179"/>
                  <a:pt x="6580" y="196"/>
                  <a:pt x="6584" y="213"/>
                </a:cubicBezTo>
                <a:cubicBezTo>
                  <a:pt x="6587" y="230"/>
                  <a:pt x="6589" y="247"/>
                  <a:pt x="6589" y="265"/>
                </a:cubicBezTo>
                <a:lnTo>
                  <a:pt x="6589" y="2568"/>
                </a:lnTo>
                <a:cubicBezTo>
                  <a:pt x="6589" y="2588"/>
                  <a:pt x="6587" y="2607"/>
                  <a:pt x="6584" y="2627"/>
                </a:cubicBezTo>
                <a:cubicBezTo>
                  <a:pt x="6580" y="2646"/>
                  <a:pt x="6574" y="2666"/>
                  <a:pt x="6566" y="2684"/>
                </a:cubicBezTo>
                <a:cubicBezTo>
                  <a:pt x="6559" y="2702"/>
                  <a:pt x="6549" y="2720"/>
                  <a:pt x="6538" y="2737"/>
                </a:cubicBezTo>
                <a:cubicBezTo>
                  <a:pt x="6527" y="2753"/>
                  <a:pt x="6514" y="2769"/>
                  <a:pt x="6500" y="2783"/>
                </a:cubicBezTo>
                <a:cubicBezTo>
                  <a:pt x="6486" y="2797"/>
                  <a:pt x="6471" y="2809"/>
                  <a:pt x="6454" y="2821"/>
                </a:cubicBezTo>
                <a:cubicBezTo>
                  <a:pt x="6438" y="2832"/>
                  <a:pt x="6420" y="2841"/>
                  <a:pt x="6402" y="2849"/>
                </a:cubicBezTo>
                <a:cubicBezTo>
                  <a:pt x="6383" y="2856"/>
                  <a:pt x="6364" y="2862"/>
                  <a:pt x="6345" y="2866"/>
                </a:cubicBezTo>
                <a:cubicBezTo>
                  <a:pt x="6325" y="2870"/>
                  <a:pt x="6305" y="2872"/>
                  <a:pt x="6285" y="2872"/>
                </a:cubicBezTo>
                <a:lnTo>
                  <a:pt x="305" y="2872"/>
                </a:lnTo>
                <a:cubicBezTo>
                  <a:pt x="285" y="2872"/>
                  <a:pt x="265" y="2870"/>
                  <a:pt x="245" y="2866"/>
                </a:cubicBezTo>
                <a:cubicBezTo>
                  <a:pt x="226" y="2862"/>
                  <a:pt x="207" y="2856"/>
                  <a:pt x="188" y="2849"/>
                </a:cubicBezTo>
                <a:cubicBezTo>
                  <a:pt x="170" y="2841"/>
                  <a:pt x="152" y="2832"/>
                  <a:pt x="136" y="2821"/>
                </a:cubicBezTo>
                <a:cubicBezTo>
                  <a:pt x="119" y="2809"/>
                  <a:pt x="104" y="2797"/>
                  <a:pt x="89" y="2783"/>
                </a:cubicBezTo>
                <a:cubicBezTo>
                  <a:pt x="75" y="2769"/>
                  <a:pt x="63" y="2753"/>
                  <a:pt x="52" y="2737"/>
                </a:cubicBezTo>
                <a:cubicBezTo>
                  <a:pt x="40" y="2720"/>
                  <a:pt x="31" y="2702"/>
                  <a:pt x="23" y="2684"/>
                </a:cubicBezTo>
                <a:cubicBezTo>
                  <a:pt x="16" y="2666"/>
                  <a:pt x="10" y="2646"/>
                  <a:pt x="6" y="2627"/>
                </a:cubicBezTo>
                <a:cubicBezTo>
                  <a:pt x="2" y="2607"/>
                  <a:pt x="0" y="2588"/>
                  <a:pt x="0" y="256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2" name=""/>
          <p:cNvSpPr/>
          <p:nvPr/>
        </p:nvSpPr>
        <p:spPr>
          <a:xfrm>
            <a:off x="780840" y="1218960"/>
            <a:ext cx="2381760" cy="1057680"/>
          </a:xfrm>
          <a:custGeom>
            <a:avLst/>
            <a:gdLst/>
            <a:ahLst/>
            <a:rect l="0" t="0" r="r" b="b"/>
            <a:pathLst>
              <a:path w="6616" h="2938">
                <a:moveTo>
                  <a:pt x="0" y="0"/>
                </a:moveTo>
                <a:lnTo>
                  <a:pt x="6616" y="0"/>
                </a:lnTo>
                <a:lnTo>
                  <a:pt x="6616" y="2938"/>
                </a:lnTo>
                <a:lnTo>
                  <a:pt x="0" y="2938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3" name=""/>
          <p:cNvSpPr/>
          <p:nvPr/>
        </p:nvSpPr>
        <p:spPr>
          <a:xfrm>
            <a:off x="780840" y="1218960"/>
            <a:ext cx="2381760" cy="1057680"/>
          </a:xfrm>
          <a:custGeom>
            <a:avLst/>
            <a:gdLst/>
            <a:ahLst/>
            <a:rect l="0" t="0" r="r" b="b"/>
            <a:pathLst>
              <a:path w="6616" h="2938">
                <a:moveTo>
                  <a:pt x="0" y="0"/>
                </a:moveTo>
                <a:lnTo>
                  <a:pt x="6616" y="0"/>
                </a:lnTo>
                <a:lnTo>
                  <a:pt x="6616" y="2938"/>
                </a:lnTo>
                <a:lnTo>
                  <a:pt x="0" y="29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4" name=""/>
          <p:cNvSpPr/>
          <p:nvPr/>
        </p:nvSpPr>
        <p:spPr>
          <a:xfrm>
            <a:off x="780840" y="1218960"/>
            <a:ext cx="2381760" cy="1057680"/>
          </a:xfrm>
          <a:custGeom>
            <a:avLst/>
            <a:gdLst/>
            <a:ahLst/>
            <a:rect l="0" t="0" r="r" b="b"/>
            <a:pathLst>
              <a:path w="6616" h="2938">
                <a:moveTo>
                  <a:pt x="0" y="0"/>
                </a:moveTo>
                <a:lnTo>
                  <a:pt x="6616" y="0"/>
                </a:lnTo>
                <a:lnTo>
                  <a:pt x="6616" y="2938"/>
                </a:lnTo>
                <a:lnTo>
                  <a:pt x="0" y="29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5" name=""/>
          <p:cNvSpPr/>
          <p:nvPr/>
        </p:nvSpPr>
        <p:spPr>
          <a:xfrm>
            <a:off x="780840" y="1218960"/>
            <a:ext cx="2381760" cy="1057680"/>
          </a:xfrm>
          <a:custGeom>
            <a:avLst/>
            <a:gdLst/>
            <a:ahLst/>
            <a:rect l="0" t="0" r="r" b="b"/>
            <a:pathLst>
              <a:path w="6616" h="2938">
                <a:moveTo>
                  <a:pt x="0" y="0"/>
                </a:moveTo>
                <a:lnTo>
                  <a:pt x="6616" y="0"/>
                </a:lnTo>
                <a:lnTo>
                  <a:pt x="6616" y="2938"/>
                </a:lnTo>
                <a:lnTo>
                  <a:pt x="0" y="29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439920" y="510480"/>
            <a:ext cx="56228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Van bron naar releasepakket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1501200" y="1422360"/>
            <a:ext cx="10951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Publieke bron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1044000" y="1660320"/>
            <a:ext cx="20811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bronbestanden per onderwerp: eisen,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1077480" y="1822320"/>
            <a:ext cx="1983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applicatiecomponenten, interacties,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0" name=""/>
          <p:cNvSpPr txBox="1"/>
          <p:nvPr/>
        </p:nvSpPr>
        <p:spPr>
          <a:xfrm>
            <a:off x="1215360" y="1993680"/>
            <a:ext cx="16923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endpoints, datamodellen, auth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1" name=""/>
          <p:cNvSpPr/>
          <p:nvPr/>
        </p:nvSpPr>
        <p:spPr>
          <a:xfrm>
            <a:off x="3481200" y="1218960"/>
            <a:ext cx="2372040" cy="1081440"/>
          </a:xfrm>
          <a:custGeom>
            <a:avLst/>
            <a:gdLst/>
            <a:ahLst/>
            <a:rect l="0" t="0" r="r" b="b"/>
            <a:pathLst>
              <a:path w="6589" h="3004">
                <a:moveTo>
                  <a:pt x="0" y="2700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80"/>
                  <a:pt x="23" y="163"/>
                </a:cubicBezTo>
                <a:cubicBezTo>
                  <a:pt x="31" y="147"/>
                  <a:pt x="40" y="132"/>
                  <a:pt x="51" y="118"/>
                </a:cubicBezTo>
                <a:cubicBezTo>
                  <a:pt x="62" y="103"/>
                  <a:pt x="75" y="90"/>
                  <a:pt x="89" y="78"/>
                </a:cubicBezTo>
                <a:cubicBezTo>
                  <a:pt x="103" y="65"/>
                  <a:pt x="119" y="54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4"/>
                  <a:pt x="226" y="9"/>
                  <a:pt x="246" y="5"/>
                </a:cubicBezTo>
                <a:cubicBezTo>
                  <a:pt x="266" y="2"/>
                  <a:pt x="285" y="0"/>
                  <a:pt x="305" y="0"/>
                </a:cubicBezTo>
                <a:lnTo>
                  <a:pt x="6285" y="0"/>
                </a:lnTo>
                <a:cubicBezTo>
                  <a:pt x="6305" y="0"/>
                  <a:pt x="6325" y="2"/>
                  <a:pt x="6344" y="5"/>
                </a:cubicBezTo>
                <a:cubicBezTo>
                  <a:pt x="6364" y="9"/>
                  <a:pt x="6383" y="14"/>
                  <a:pt x="6401" y="20"/>
                </a:cubicBezTo>
                <a:cubicBezTo>
                  <a:pt x="6420" y="27"/>
                  <a:pt x="6437" y="35"/>
                  <a:pt x="6454" y="45"/>
                </a:cubicBezTo>
                <a:cubicBezTo>
                  <a:pt x="6471" y="54"/>
                  <a:pt x="6486" y="65"/>
                  <a:pt x="6500" y="78"/>
                </a:cubicBezTo>
                <a:cubicBezTo>
                  <a:pt x="6514" y="90"/>
                  <a:pt x="6527" y="103"/>
                  <a:pt x="6538" y="118"/>
                </a:cubicBezTo>
                <a:cubicBezTo>
                  <a:pt x="6549" y="132"/>
                  <a:pt x="6558" y="147"/>
                  <a:pt x="6566" y="163"/>
                </a:cubicBezTo>
                <a:cubicBezTo>
                  <a:pt x="6574" y="180"/>
                  <a:pt x="6579" y="196"/>
                  <a:pt x="6583" y="213"/>
                </a:cubicBezTo>
                <a:cubicBezTo>
                  <a:pt x="6587" y="230"/>
                  <a:pt x="6589" y="247"/>
                  <a:pt x="6589" y="265"/>
                </a:cubicBezTo>
                <a:lnTo>
                  <a:pt x="6589" y="2700"/>
                </a:lnTo>
                <a:cubicBezTo>
                  <a:pt x="6589" y="2720"/>
                  <a:pt x="6587" y="2740"/>
                  <a:pt x="6583" y="2759"/>
                </a:cubicBezTo>
                <a:cubicBezTo>
                  <a:pt x="6579" y="2779"/>
                  <a:pt x="6574" y="2798"/>
                  <a:pt x="6566" y="2816"/>
                </a:cubicBezTo>
                <a:cubicBezTo>
                  <a:pt x="6558" y="2835"/>
                  <a:pt x="6549" y="2852"/>
                  <a:pt x="6538" y="2869"/>
                </a:cubicBezTo>
                <a:cubicBezTo>
                  <a:pt x="6527" y="2886"/>
                  <a:pt x="6514" y="2901"/>
                  <a:pt x="6500" y="2915"/>
                </a:cubicBezTo>
                <a:cubicBezTo>
                  <a:pt x="6486" y="2929"/>
                  <a:pt x="6471" y="2942"/>
                  <a:pt x="6454" y="2953"/>
                </a:cubicBezTo>
                <a:cubicBezTo>
                  <a:pt x="6437" y="2964"/>
                  <a:pt x="6420" y="2973"/>
                  <a:pt x="6401" y="2981"/>
                </a:cubicBezTo>
                <a:cubicBezTo>
                  <a:pt x="6383" y="2989"/>
                  <a:pt x="6364" y="2994"/>
                  <a:pt x="6344" y="2998"/>
                </a:cubicBezTo>
                <a:cubicBezTo>
                  <a:pt x="6325" y="3002"/>
                  <a:pt x="6305" y="3004"/>
                  <a:pt x="6285" y="3004"/>
                </a:cubicBezTo>
                <a:lnTo>
                  <a:pt x="305" y="3004"/>
                </a:lnTo>
                <a:cubicBezTo>
                  <a:pt x="285" y="3004"/>
                  <a:pt x="266" y="3002"/>
                  <a:pt x="246" y="2998"/>
                </a:cubicBezTo>
                <a:cubicBezTo>
                  <a:pt x="226" y="2994"/>
                  <a:pt x="206" y="2989"/>
                  <a:pt x="188" y="2981"/>
                </a:cubicBezTo>
                <a:cubicBezTo>
                  <a:pt x="169" y="2973"/>
                  <a:pt x="152" y="2964"/>
                  <a:pt x="135" y="2953"/>
                </a:cubicBezTo>
                <a:cubicBezTo>
                  <a:pt x="119" y="2942"/>
                  <a:pt x="103" y="2929"/>
                  <a:pt x="89" y="2915"/>
                </a:cubicBezTo>
                <a:cubicBezTo>
                  <a:pt x="75" y="2901"/>
                  <a:pt x="62" y="2886"/>
                  <a:pt x="51" y="2869"/>
                </a:cubicBezTo>
                <a:cubicBezTo>
                  <a:pt x="40" y="2852"/>
                  <a:pt x="31" y="2835"/>
                  <a:pt x="23" y="2816"/>
                </a:cubicBezTo>
                <a:cubicBezTo>
                  <a:pt x="16" y="2798"/>
                  <a:pt x="10" y="2779"/>
                  <a:pt x="6" y="2759"/>
                </a:cubicBezTo>
                <a:cubicBezTo>
                  <a:pt x="2" y="2740"/>
                  <a:pt x="0" y="2720"/>
                  <a:pt x="0" y="270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2" name=""/>
          <p:cNvSpPr/>
          <p:nvPr/>
        </p:nvSpPr>
        <p:spPr>
          <a:xfrm>
            <a:off x="3476520" y="1199880"/>
            <a:ext cx="2381400" cy="1105200"/>
          </a:xfrm>
          <a:custGeom>
            <a:avLst/>
            <a:gdLst/>
            <a:ahLst/>
            <a:rect l="0" t="0" r="r" b="b"/>
            <a:pathLst>
              <a:path w="6615" h="3070">
                <a:moveTo>
                  <a:pt x="0" y="0"/>
                </a:moveTo>
                <a:lnTo>
                  <a:pt x="6615" y="0"/>
                </a:lnTo>
                <a:lnTo>
                  <a:pt x="6615" y="3070"/>
                </a:lnTo>
                <a:lnTo>
                  <a:pt x="0" y="3070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3" name=""/>
          <p:cNvSpPr/>
          <p:nvPr/>
        </p:nvSpPr>
        <p:spPr>
          <a:xfrm>
            <a:off x="3476520" y="1199880"/>
            <a:ext cx="2381400" cy="1105200"/>
          </a:xfrm>
          <a:custGeom>
            <a:avLst/>
            <a:gdLst/>
            <a:ahLst/>
            <a:rect l="0" t="0" r="r" b="b"/>
            <a:pathLst>
              <a:path w="6615" h="3070">
                <a:moveTo>
                  <a:pt x="0" y="0"/>
                </a:moveTo>
                <a:lnTo>
                  <a:pt x="6615" y="0"/>
                </a:lnTo>
                <a:lnTo>
                  <a:pt x="6615" y="3070"/>
                </a:lnTo>
                <a:lnTo>
                  <a:pt x="0" y="307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4" name=""/>
          <p:cNvSpPr/>
          <p:nvPr/>
        </p:nvSpPr>
        <p:spPr>
          <a:xfrm>
            <a:off x="3476520" y="1199880"/>
            <a:ext cx="2381400" cy="1105200"/>
          </a:xfrm>
          <a:custGeom>
            <a:avLst/>
            <a:gdLst/>
            <a:ahLst/>
            <a:rect l="0" t="0" r="r" b="b"/>
            <a:pathLst>
              <a:path w="6615" h="3070">
                <a:moveTo>
                  <a:pt x="0" y="0"/>
                </a:moveTo>
                <a:lnTo>
                  <a:pt x="6615" y="0"/>
                </a:lnTo>
                <a:lnTo>
                  <a:pt x="6615" y="3070"/>
                </a:lnTo>
                <a:lnTo>
                  <a:pt x="0" y="307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5" name=""/>
          <p:cNvSpPr/>
          <p:nvPr/>
        </p:nvSpPr>
        <p:spPr>
          <a:xfrm>
            <a:off x="3476520" y="1199880"/>
            <a:ext cx="2381400" cy="1105200"/>
          </a:xfrm>
          <a:custGeom>
            <a:avLst/>
            <a:gdLst/>
            <a:ahLst/>
            <a:rect l="0" t="0" r="r" b="b"/>
            <a:pathLst>
              <a:path w="6615" h="3070">
                <a:moveTo>
                  <a:pt x="0" y="0"/>
                </a:moveTo>
                <a:lnTo>
                  <a:pt x="6615" y="0"/>
                </a:lnTo>
                <a:lnTo>
                  <a:pt x="6615" y="3070"/>
                </a:lnTo>
                <a:lnTo>
                  <a:pt x="0" y="307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3224160" y="162612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3786120" y="1393920"/>
            <a:ext cx="2033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Automatische controle 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4481640" y="1603440"/>
            <a:ext cx="425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bouw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3666960" y="1850760"/>
            <a:ext cx="2216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tot het koppelvlakspeciﬁcatie-document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4462560" y="2012760"/>
            <a:ext cx="3909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(CI/CD)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1" name=""/>
          <p:cNvSpPr/>
          <p:nvPr/>
        </p:nvSpPr>
        <p:spPr>
          <a:xfrm>
            <a:off x="6176880" y="1409400"/>
            <a:ext cx="2372040" cy="700560"/>
          </a:xfrm>
          <a:custGeom>
            <a:avLst/>
            <a:gdLst/>
            <a:ahLst/>
            <a:rect l="0" t="0" r="r" b="b"/>
            <a:pathLst>
              <a:path w="6589" h="1946">
                <a:moveTo>
                  <a:pt x="0" y="1642"/>
                </a:moveTo>
                <a:lnTo>
                  <a:pt x="0" y="265"/>
                </a:lnTo>
                <a:cubicBezTo>
                  <a:pt x="0" y="248"/>
                  <a:pt x="2" y="230"/>
                  <a:pt x="6" y="213"/>
                </a:cubicBezTo>
                <a:cubicBezTo>
                  <a:pt x="9" y="196"/>
                  <a:pt x="15" y="180"/>
                  <a:pt x="23" y="164"/>
                </a:cubicBezTo>
                <a:cubicBezTo>
                  <a:pt x="31" y="148"/>
                  <a:pt x="40" y="132"/>
                  <a:pt x="51" y="118"/>
                </a:cubicBezTo>
                <a:cubicBezTo>
                  <a:pt x="62" y="103"/>
                  <a:pt x="75" y="90"/>
                  <a:pt x="89" y="78"/>
                </a:cubicBezTo>
                <a:cubicBezTo>
                  <a:pt x="103" y="66"/>
                  <a:pt x="118" y="55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4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6285" y="0"/>
                </a:lnTo>
                <a:cubicBezTo>
                  <a:pt x="6305" y="0"/>
                  <a:pt x="6324" y="2"/>
                  <a:pt x="6344" y="5"/>
                </a:cubicBezTo>
                <a:cubicBezTo>
                  <a:pt x="6364" y="9"/>
                  <a:pt x="6383" y="14"/>
                  <a:pt x="6401" y="20"/>
                </a:cubicBezTo>
                <a:cubicBezTo>
                  <a:pt x="6419" y="27"/>
                  <a:pt x="6437" y="35"/>
                  <a:pt x="6454" y="45"/>
                </a:cubicBezTo>
                <a:cubicBezTo>
                  <a:pt x="6470" y="55"/>
                  <a:pt x="6486" y="66"/>
                  <a:pt x="6500" y="78"/>
                </a:cubicBezTo>
                <a:cubicBezTo>
                  <a:pt x="6514" y="90"/>
                  <a:pt x="6526" y="103"/>
                  <a:pt x="6538" y="118"/>
                </a:cubicBezTo>
                <a:cubicBezTo>
                  <a:pt x="6549" y="132"/>
                  <a:pt x="6558" y="148"/>
                  <a:pt x="6566" y="164"/>
                </a:cubicBezTo>
                <a:cubicBezTo>
                  <a:pt x="6573" y="180"/>
                  <a:pt x="6579" y="196"/>
                  <a:pt x="6583" y="213"/>
                </a:cubicBezTo>
                <a:cubicBezTo>
                  <a:pt x="6587" y="230"/>
                  <a:pt x="6589" y="248"/>
                  <a:pt x="6589" y="265"/>
                </a:cubicBezTo>
                <a:lnTo>
                  <a:pt x="6589" y="1642"/>
                </a:lnTo>
                <a:cubicBezTo>
                  <a:pt x="6589" y="1662"/>
                  <a:pt x="6587" y="1682"/>
                  <a:pt x="6583" y="1701"/>
                </a:cubicBezTo>
                <a:cubicBezTo>
                  <a:pt x="6579" y="1721"/>
                  <a:pt x="6573" y="1740"/>
                  <a:pt x="6566" y="1758"/>
                </a:cubicBezTo>
                <a:cubicBezTo>
                  <a:pt x="6558" y="1777"/>
                  <a:pt x="6549" y="1794"/>
                  <a:pt x="6538" y="1811"/>
                </a:cubicBezTo>
                <a:cubicBezTo>
                  <a:pt x="6526" y="1827"/>
                  <a:pt x="6514" y="1843"/>
                  <a:pt x="6500" y="1857"/>
                </a:cubicBezTo>
                <a:cubicBezTo>
                  <a:pt x="6486" y="1871"/>
                  <a:pt x="6470" y="1884"/>
                  <a:pt x="6454" y="1895"/>
                </a:cubicBezTo>
                <a:cubicBezTo>
                  <a:pt x="6437" y="1906"/>
                  <a:pt x="6419" y="1915"/>
                  <a:pt x="6401" y="1923"/>
                </a:cubicBezTo>
                <a:cubicBezTo>
                  <a:pt x="6383" y="1931"/>
                  <a:pt x="6364" y="1936"/>
                  <a:pt x="6344" y="1940"/>
                </a:cubicBezTo>
                <a:cubicBezTo>
                  <a:pt x="6324" y="1944"/>
                  <a:pt x="6305" y="1946"/>
                  <a:pt x="6285" y="1946"/>
                </a:cubicBezTo>
                <a:lnTo>
                  <a:pt x="304" y="1946"/>
                </a:lnTo>
                <a:cubicBezTo>
                  <a:pt x="284" y="1946"/>
                  <a:pt x="264" y="1944"/>
                  <a:pt x="245" y="1940"/>
                </a:cubicBezTo>
                <a:cubicBezTo>
                  <a:pt x="225" y="1936"/>
                  <a:pt x="206" y="1931"/>
                  <a:pt x="188" y="1923"/>
                </a:cubicBezTo>
                <a:cubicBezTo>
                  <a:pt x="169" y="1915"/>
                  <a:pt x="152" y="1906"/>
                  <a:pt x="135" y="1895"/>
                </a:cubicBezTo>
                <a:cubicBezTo>
                  <a:pt x="118" y="1884"/>
                  <a:pt x="103" y="1871"/>
                  <a:pt x="89" y="1857"/>
                </a:cubicBezTo>
                <a:cubicBezTo>
                  <a:pt x="75" y="1843"/>
                  <a:pt x="62" y="1827"/>
                  <a:pt x="51" y="1811"/>
                </a:cubicBezTo>
                <a:cubicBezTo>
                  <a:pt x="40" y="1794"/>
                  <a:pt x="31" y="1777"/>
                  <a:pt x="23" y="1758"/>
                </a:cubicBezTo>
                <a:cubicBezTo>
                  <a:pt x="15" y="1740"/>
                  <a:pt x="9" y="1721"/>
                  <a:pt x="6" y="1701"/>
                </a:cubicBezTo>
                <a:cubicBezTo>
                  <a:pt x="2" y="1682"/>
                  <a:pt x="0" y="1662"/>
                  <a:pt x="0" y="164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2" name=""/>
          <p:cNvSpPr/>
          <p:nvPr/>
        </p:nvSpPr>
        <p:spPr>
          <a:xfrm>
            <a:off x="6171840" y="1390320"/>
            <a:ext cx="2381760" cy="724320"/>
          </a:xfrm>
          <a:custGeom>
            <a:avLst/>
            <a:gdLst/>
            <a:ahLst/>
            <a:rect l="0" t="0" r="r" b="b"/>
            <a:pathLst>
              <a:path w="6616" h="2012">
                <a:moveTo>
                  <a:pt x="0" y="0"/>
                </a:moveTo>
                <a:lnTo>
                  <a:pt x="6616" y="0"/>
                </a:lnTo>
                <a:lnTo>
                  <a:pt x="6616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3" name=""/>
          <p:cNvSpPr/>
          <p:nvPr/>
        </p:nvSpPr>
        <p:spPr>
          <a:xfrm>
            <a:off x="6171840" y="1390320"/>
            <a:ext cx="2381760" cy="724320"/>
          </a:xfrm>
          <a:custGeom>
            <a:avLst/>
            <a:gdLst/>
            <a:ahLst/>
            <a:rect l="0" t="0" r="r" b="b"/>
            <a:pathLst>
              <a:path w="6616" h="2012">
                <a:moveTo>
                  <a:pt x="0" y="0"/>
                </a:moveTo>
                <a:lnTo>
                  <a:pt x="6616" y="0"/>
                </a:lnTo>
                <a:lnTo>
                  <a:pt x="6616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4" name=""/>
          <p:cNvSpPr/>
          <p:nvPr/>
        </p:nvSpPr>
        <p:spPr>
          <a:xfrm>
            <a:off x="6171840" y="1390320"/>
            <a:ext cx="2381760" cy="724320"/>
          </a:xfrm>
          <a:custGeom>
            <a:avLst/>
            <a:gdLst/>
            <a:ahLst/>
            <a:rect l="0" t="0" r="r" b="b"/>
            <a:pathLst>
              <a:path w="6616" h="2012">
                <a:moveTo>
                  <a:pt x="0" y="0"/>
                </a:moveTo>
                <a:lnTo>
                  <a:pt x="6616" y="0"/>
                </a:lnTo>
                <a:lnTo>
                  <a:pt x="6616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5" name=""/>
          <p:cNvSpPr/>
          <p:nvPr/>
        </p:nvSpPr>
        <p:spPr>
          <a:xfrm>
            <a:off x="6171840" y="1390320"/>
            <a:ext cx="2381760" cy="724320"/>
          </a:xfrm>
          <a:custGeom>
            <a:avLst/>
            <a:gdLst/>
            <a:ahLst/>
            <a:rect l="0" t="0" r="r" b="b"/>
            <a:pathLst>
              <a:path w="6616" h="2012">
                <a:moveTo>
                  <a:pt x="0" y="0"/>
                </a:moveTo>
                <a:lnTo>
                  <a:pt x="6616" y="0"/>
                </a:lnTo>
                <a:lnTo>
                  <a:pt x="6616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5918760" y="162612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6852240" y="1584360"/>
            <a:ext cx="11620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Releasepakket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8" name=""/>
          <p:cNvSpPr/>
          <p:nvPr/>
        </p:nvSpPr>
        <p:spPr>
          <a:xfrm>
            <a:off x="461880" y="2442960"/>
            <a:ext cx="8410680" cy="429120"/>
          </a:xfrm>
          <a:custGeom>
            <a:avLst/>
            <a:gdLst/>
            <a:ahLst/>
            <a:rect l="0" t="0" r="r" b="b"/>
            <a:pathLst>
              <a:path w="23363" h="1192">
                <a:moveTo>
                  <a:pt x="0" y="886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9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23059" y="0"/>
                </a:lnTo>
                <a:cubicBezTo>
                  <a:pt x="23079" y="0"/>
                  <a:pt x="23099" y="2"/>
                  <a:pt x="23119" y="6"/>
                </a:cubicBezTo>
                <a:cubicBezTo>
                  <a:pt x="23138" y="10"/>
                  <a:pt x="23157" y="16"/>
                  <a:pt x="23176" y="23"/>
                </a:cubicBezTo>
                <a:cubicBezTo>
                  <a:pt x="23194" y="31"/>
                  <a:pt x="23212" y="40"/>
                  <a:pt x="23228" y="51"/>
                </a:cubicBezTo>
                <a:cubicBezTo>
                  <a:pt x="23245" y="62"/>
                  <a:pt x="23260" y="75"/>
                  <a:pt x="23274" y="89"/>
                </a:cubicBezTo>
                <a:cubicBezTo>
                  <a:pt x="23288" y="103"/>
                  <a:pt x="23301" y="119"/>
                  <a:pt x="23312" y="135"/>
                </a:cubicBezTo>
                <a:cubicBezTo>
                  <a:pt x="23323" y="152"/>
                  <a:pt x="23333" y="169"/>
                  <a:pt x="23340" y="188"/>
                </a:cubicBezTo>
                <a:cubicBezTo>
                  <a:pt x="23348" y="206"/>
                  <a:pt x="23354" y="225"/>
                  <a:pt x="23358" y="245"/>
                </a:cubicBezTo>
                <a:cubicBezTo>
                  <a:pt x="23361" y="265"/>
                  <a:pt x="23363" y="284"/>
                  <a:pt x="23363" y="304"/>
                </a:cubicBezTo>
                <a:lnTo>
                  <a:pt x="23363" y="886"/>
                </a:lnTo>
                <a:cubicBezTo>
                  <a:pt x="23363" y="906"/>
                  <a:pt x="23361" y="926"/>
                  <a:pt x="23358" y="946"/>
                </a:cubicBezTo>
                <a:cubicBezTo>
                  <a:pt x="23354" y="966"/>
                  <a:pt x="23348" y="985"/>
                  <a:pt x="23340" y="1004"/>
                </a:cubicBezTo>
                <a:cubicBezTo>
                  <a:pt x="23333" y="1022"/>
                  <a:pt x="23323" y="1040"/>
                  <a:pt x="23312" y="1056"/>
                </a:cubicBezTo>
                <a:cubicBezTo>
                  <a:pt x="23301" y="1073"/>
                  <a:pt x="23288" y="1088"/>
                  <a:pt x="23274" y="1103"/>
                </a:cubicBezTo>
                <a:cubicBezTo>
                  <a:pt x="23260" y="1117"/>
                  <a:pt x="23245" y="1129"/>
                  <a:pt x="23228" y="1140"/>
                </a:cubicBezTo>
                <a:cubicBezTo>
                  <a:pt x="23212" y="1152"/>
                  <a:pt x="23194" y="1161"/>
                  <a:pt x="23176" y="1169"/>
                </a:cubicBezTo>
                <a:cubicBezTo>
                  <a:pt x="23157" y="1176"/>
                  <a:pt x="23138" y="1182"/>
                  <a:pt x="23119" y="1186"/>
                </a:cubicBezTo>
                <a:cubicBezTo>
                  <a:pt x="23099" y="1190"/>
                  <a:pt x="23079" y="1192"/>
                  <a:pt x="23059" y="1192"/>
                </a:cubicBezTo>
                <a:lnTo>
                  <a:pt x="304" y="1192"/>
                </a:lnTo>
                <a:cubicBezTo>
                  <a:pt x="284" y="1192"/>
                  <a:pt x="264" y="1190"/>
                  <a:pt x="245" y="1186"/>
                </a:cubicBezTo>
                <a:cubicBezTo>
                  <a:pt x="225" y="1182"/>
                  <a:pt x="206" y="1176"/>
                  <a:pt x="188" y="1169"/>
                </a:cubicBezTo>
                <a:cubicBezTo>
                  <a:pt x="169" y="1161"/>
                  <a:pt x="152" y="1152"/>
                  <a:pt x="135" y="1140"/>
                </a:cubicBezTo>
                <a:cubicBezTo>
                  <a:pt x="118" y="1129"/>
                  <a:pt x="103" y="1117"/>
                  <a:pt x="89" y="1103"/>
                </a:cubicBezTo>
                <a:cubicBezTo>
                  <a:pt x="75" y="1088"/>
                  <a:pt x="62" y="1073"/>
                  <a:pt x="51" y="1056"/>
                </a:cubicBezTo>
                <a:cubicBezTo>
                  <a:pt x="40" y="1040"/>
                  <a:pt x="31" y="1022"/>
                  <a:pt x="23" y="1004"/>
                </a:cubicBezTo>
                <a:cubicBezTo>
                  <a:pt x="15" y="985"/>
                  <a:pt x="9" y="966"/>
                  <a:pt x="6" y="946"/>
                </a:cubicBezTo>
                <a:cubicBezTo>
                  <a:pt x="2" y="926"/>
                  <a:pt x="0" y="906"/>
                  <a:pt x="0" y="886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9" name=""/>
          <p:cNvSpPr/>
          <p:nvPr/>
        </p:nvSpPr>
        <p:spPr>
          <a:xfrm>
            <a:off x="461880" y="2442960"/>
            <a:ext cx="8410680" cy="429120"/>
          </a:xfrm>
          <a:custGeom>
            <a:avLst/>
            <a:gdLst/>
            <a:ahLst/>
            <a:rect l="0" t="0" r="r" b="b"/>
            <a:pathLst>
              <a:path w="23363" h="1192">
                <a:moveTo>
                  <a:pt x="0" y="886"/>
                </a:moveTo>
                <a:lnTo>
                  <a:pt x="0" y="304"/>
                </a:lnTo>
                <a:cubicBezTo>
                  <a:pt x="0" y="284"/>
                  <a:pt x="2" y="265"/>
                  <a:pt x="6" y="245"/>
                </a:cubicBezTo>
                <a:cubicBezTo>
                  <a:pt x="9" y="225"/>
                  <a:pt x="15" y="206"/>
                  <a:pt x="23" y="188"/>
                </a:cubicBezTo>
                <a:cubicBezTo>
                  <a:pt x="31" y="169"/>
                  <a:pt x="40" y="152"/>
                  <a:pt x="51" y="135"/>
                </a:cubicBezTo>
                <a:cubicBezTo>
                  <a:pt x="62" y="119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1"/>
                  <a:pt x="188" y="23"/>
                </a:cubicBezTo>
                <a:cubicBezTo>
                  <a:pt x="206" y="16"/>
                  <a:pt x="225" y="10"/>
                  <a:pt x="245" y="6"/>
                </a:cubicBezTo>
                <a:cubicBezTo>
                  <a:pt x="264" y="2"/>
                  <a:pt x="284" y="0"/>
                  <a:pt x="304" y="0"/>
                </a:cubicBezTo>
                <a:lnTo>
                  <a:pt x="23059" y="0"/>
                </a:lnTo>
                <a:cubicBezTo>
                  <a:pt x="23079" y="0"/>
                  <a:pt x="23099" y="2"/>
                  <a:pt x="23119" y="6"/>
                </a:cubicBezTo>
                <a:cubicBezTo>
                  <a:pt x="23138" y="10"/>
                  <a:pt x="23157" y="16"/>
                  <a:pt x="23176" y="23"/>
                </a:cubicBezTo>
                <a:cubicBezTo>
                  <a:pt x="23194" y="31"/>
                  <a:pt x="23212" y="40"/>
                  <a:pt x="23228" y="51"/>
                </a:cubicBezTo>
                <a:cubicBezTo>
                  <a:pt x="23245" y="62"/>
                  <a:pt x="23260" y="75"/>
                  <a:pt x="23274" y="89"/>
                </a:cubicBezTo>
                <a:cubicBezTo>
                  <a:pt x="23288" y="103"/>
                  <a:pt x="23301" y="119"/>
                  <a:pt x="23312" y="135"/>
                </a:cubicBezTo>
                <a:cubicBezTo>
                  <a:pt x="23323" y="152"/>
                  <a:pt x="23333" y="169"/>
                  <a:pt x="23340" y="188"/>
                </a:cubicBezTo>
                <a:cubicBezTo>
                  <a:pt x="23348" y="206"/>
                  <a:pt x="23354" y="225"/>
                  <a:pt x="23358" y="245"/>
                </a:cubicBezTo>
                <a:cubicBezTo>
                  <a:pt x="23361" y="265"/>
                  <a:pt x="23363" y="284"/>
                  <a:pt x="23363" y="304"/>
                </a:cubicBezTo>
                <a:lnTo>
                  <a:pt x="23363" y="886"/>
                </a:lnTo>
                <a:cubicBezTo>
                  <a:pt x="23363" y="906"/>
                  <a:pt x="23361" y="926"/>
                  <a:pt x="23358" y="946"/>
                </a:cubicBezTo>
                <a:cubicBezTo>
                  <a:pt x="23354" y="966"/>
                  <a:pt x="23348" y="985"/>
                  <a:pt x="23340" y="1004"/>
                </a:cubicBezTo>
                <a:cubicBezTo>
                  <a:pt x="23333" y="1022"/>
                  <a:pt x="23323" y="1040"/>
                  <a:pt x="23312" y="1056"/>
                </a:cubicBezTo>
                <a:cubicBezTo>
                  <a:pt x="23301" y="1073"/>
                  <a:pt x="23288" y="1088"/>
                  <a:pt x="23274" y="1103"/>
                </a:cubicBezTo>
                <a:cubicBezTo>
                  <a:pt x="23260" y="1117"/>
                  <a:pt x="23245" y="1129"/>
                  <a:pt x="23228" y="1140"/>
                </a:cubicBezTo>
                <a:cubicBezTo>
                  <a:pt x="23212" y="1152"/>
                  <a:pt x="23194" y="1161"/>
                  <a:pt x="23176" y="1169"/>
                </a:cubicBezTo>
                <a:cubicBezTo>
                  <a:pt x="23157" y="1176"/>
                  <a:pt x="23138" y="1182"/>
                  <a:pt x="23119" y="1186"/>
                </a:cubicBezTo>
                <a:cubicBezTo>
                  <a:pt x="23099" y="1190"/>
                  <a:pt x="23079" y="1192"/>
                  <a:pt x="23059" y="1192"/>
                </a:cubicBezTo>
                <a:lnTo>
                  <a:pt x="304" y="1192"/>
                </a:lnTo>
                <a:cubicBezTo>
                  <a:pt x="284" y="1192"/>
                  <a:pt x="264" y="1190"/>
                  <a:pt x="245" y="1186"/>
                </a:cubicBezTo>
                <a:cubicBezTo>
                  <a:pt x="225" y="1182"/>
                  <a:pt x="206" y="1176"/>
                  <a:pt x="188" y="1169"/>
                </a:cubicBezTo>
                <a:cubicBezTo>
                  <a:pt x="169" y="1161"/>
                  <a:pt x="152" y="1152"/>
                  <a:pt x="135" y="1140"/>
                </a:cubicBezTo>
                <a:cubicBezTo>
                  <a:pt x="118" y="1129"/>
                  <a:pt x="103" y="1117"/>
                  <a:pt x="89" y="1103"/>
                </a:cubicBezTo>
                <a:cubicBezTo>
                  <a:pt x="75" y="1088"/>
                  <a:pt x="62" y="1073"/>
                  <a:pt x="51" y="1056"/>
                </a:cubicBezTo>
                <a:cubicBezTo>
                  <a:pt x="40" y="1040"/>
                  <a:pt x="31" y="1022"/>
                  <a:pt x="23" y="1004"/>
                </a:cubicBezTo>
                <a:cubicBezTo>
                  <a:pt x="15" y="985"/>
                  <a:pt x="9" y="966"/>
                  <a:pt x="6" y="946"/>
                </a:cubicBezTo>
                <a:cubicBezTo>
                  <a:pt x="2" y="926"/>
                  <a:pt x="0" y="906"/>
                  <a:pt x="0" y="886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0" name=""/>
          <p:cNvSpPr/>
          <p:nvPr/>
        </p:nvSpPr>
        <p:spPr>
          <a:xfrm>
            <a:off x="1971360" y="2562120"/>
            <a:ext cx="191160" cy="190800"/>
          </a:xfrm>
          <a:custGeom>
            <a:avLst/>
            <a:gdLst/>
            <a:ahLst/>
            <a:rect l="0" t="0" r="r" b="b"/>
            <a:pathLst>
              <a:path w="531" h="530">
                <a:moveTo>
                  <a:pt x="531" y="265"/>
                </a:moveTo>
                <a:cubicBezTo>
                  <a:pt x="531" y="283"/>
                  <a:pt x="529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4" y="383"/>
                  <a:pt x="496" y="398"/>
                  <a:pt x="486" y="412"/>
                </a:cubicBezTo>
                <a:cubicBezTo>
                  <a:pt x="476" y="427"/>
                  <a:pt x="465" y="440"/>
                  <a:pt x="453" y="452"/>
                </a:cubicBezTo>
                <a:cubicBezTo>
                  <a:pt x="441" y="465"/>
                  <a:pt x="427" y="476"/>
                  <a:pt x="413" y="485"/>
                </a:cubicBezTo>
                <a:cubicBezTo>
                  <a:pt x="399" y="495"/>
                  <a:pt x="383" y="503"/>
                  <a:pt x="367" y="510"/>
                </a:cubicBezTo>
                <a:cubicBezTo>
                  <a:pt x="351" y="516"/>
                  <a:pt x="335" y="521"/>
                  <a:pt x="318" y="525"/>
                </a:cubicBezTo>
                <a:cubicBezTo>
                  <a:pt x="301" y="528"/>
                  <a:pt x="283" y="530"/>
                  <a:pt x="266" y="530"/>
                </a:cubicBezTo>
                <a:cubicBezTo>
                  <a:pt x="249" y="530"/>
                  <a:pt x="231" y="528"/>
                  <a:pt x="214" y="525"/>
                </a:cubicBezTo>
                <a:cubicBezTo>
                  <a:pt x="197" y="521"/>
                  <a:pt x="181" y="516"/>
                  <a:pt x="165" y="510"/>
                </a:cubicBezTo>
                <a:cubicBezTo>
                  <a:pt x="149" y="503"/>
                  <a:pt x="133" y="495"/>
                  <a:pt x="119" y="485"/>
                </a:cubicBezTo>
                <a:cubicBezTo>
                  <a:pt x="105" y="476"/>
                  <a:pt x="91" y="465"/>
                  <a:pt x="78" y="452"/>
                </a:cubicBezTo>
                <a:cubicBezTo>
                  <a:pt x="66" y="440"/>
                  <a:pt x="55" y="427"/>
                  <a:pt x="45" y="412"/>
                </a:cubicBezTo>
                <a:cubicBezTo>
                  <a:pt x="35" y="398"/>
                  <a:pt x="27" y="383"/>
                  <a:pt x="21" y="367"/>
                </a:cubicBezTo>
                <a:cubicBezTo>
                  <a:pt x="14" y="351"/>
                  <a:pt x="9" y="334"/>
                  <a:pt x="5" y="317"/>
                </a:cubicBezTo>
                <a:cubicBezTo>
                  <a:pt x="2" y="300"/>
                  <a:pt x="0" y="283"/>
                  <a:pt x="0" y="265"/>
                </a:cubicBezTo>
                <a:cubicBezTo>
                  <a:pt x="0" y="248"/>
                  <a:pt x="2" y="231"/>
                  <a:pt x="5" y="214"/>
                </a:cubicBezTo>
                <a:cubicBezTo>
                  <a:pt x="9" y="197"/>
                  <a:pt x="14" y="180"/>
                  <a:pt x="21" y="164"/>
                </a:cubicBezTo>
                <a:cubicBezTo>
                  <a:pt x="27" y="148"/>
                  <a:pt x="35" y="133"/>
                  <a:pt x="45" y="118"/>
                </a:cubicBezTo>
                <a:cubicBezTo>
                  <a:pt x="55" y="104"/>
                  <a:pt x="66" y="91"/>
                  <a:pt x="78" y="78"/>
                </a:cubicBezTo>
                <a:cubicBezTo>
                  <a:pt x="91" y="66"/>
                  <a:pt x="105" y="55"/>
                  <a:pt x="119" y="45"/>
                </a:cubicBezTo>
                <a:cubicBezTo>
                  <a:pt x="133" y="36"/>
                  <a:pt x="149" y="28"/>
                  <a:pt x="165" y="20"/>
                </a:cubicBezTo>
                <a:cubicBezTo>
                  <a:pt x="181" y="13"/>
                  <a:pt x="197" y="8"/>
                  <a:pt x="214" y="5"/>
                </a:cubicBezTo>
                <a:cubicBezTo>
                  <a:pt x="231" y="1"/>
                  <a:pt x="249" y="0"/>
                  <a:pt x="266" y="0"/>
                </a:cubicBezTo>
                <a:cubicBezTo>
                  <a:pt x="283" y="0"/>
                  <a:pt x="301" y="1"/>
                  <a:pt x="318" y="5"/>
                </a:cubicBezTo>
                <a:cubicBezTo>
                  <a:pt x="335" y="8"/>
                  <a:pt x="351" y="13"/>
                  <a:pt x="367" y="20"/>
                </a:cubicBezTo>
                <a:cubicBezTo>
                  <a:pt x="383" y="28"/>
                  <a:pt x="399" y="36"/>
                  <a:pt x="413" y="45"/>
                </a:cubicBezTo>
                <a:cubicBezTo>
                  <a:pt x="427" y="55"/>
                  <a:pt x="441" y="66"/>
                  <a:pt x="453" y="78"/>
                </a:cubicBezTo>
                <a:cubicBezTo>
                  <a:pt x="465" y="91"/>
                  <a:pt x="476" y="104"/>
                  <a:pt x="486" y="118"/>
                </a:cubicBezTo>
                <a:cubicBezTo>
                  <a:pt x="496" y="133"/>
                  <a:pt x="504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9" y="231"/>
                  <a:pt x="531" y="248"/>
                  <a:pt x="531" y="265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6694920" y="1822320"/>
            <a:ext cx="15141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één document, docx en pdf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2023560" y="2596680"/>
            <a:ext cx="106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DejaVuSans"/>
                <a:ea typeface="DejaVuSans"/>
              </a:rPr>
              <a:t>✓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3" name=""/>
          <p:cNvSpPr/>
          <p:nvPr/>
        </p:nvSpPr>
        <p:spPr>
          <a:xfrm>
            <a:off x="5305320" y="2552400"/>
            <a:ext cx="9720" cy="209880"/>
          </a:xfrm>
          <a:custGeom>
            <a:avLst/>
            <a:gdLst/>
            <a:ahLst/>
            <a:rect l="0" t="0" r="r" b="b"/>
            <a:pathLst>
              <a:path w="27" h="583">
                <a:moveTo>
                  <a:pt x="0" y="0"/>
                </a:moveTo>
                <a:lnTo>
                  <a:pt x="27" y="0"/>
                </a:lnTo>
                <a:lnTo>
                  <a:pt x="27" y="583"/>
                </a:lnTo>
                <a:lnTo>
                  <a:pt x="0" y="58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4" name=""/>
          <p:cNvSpPr/>
          <p:nvPr/>
        </p:nvSpPr>
        <p:spPr>
          <a:xfrm>
            <a:off x="5495760" y="2562120"/>
            <a:ext cx="190800" cy="190800"/>
          </a:xfrm>
          <a:custGeom>
            <a:avLst/>
            <a:gdLst/>
            <a:ahLst/>
            <a:rect l="0" t="0" r="r" b="b"/>
            <a:pathLst>
              <a:path w="530" h="530">
                <a:moveTo>
                  <a:pt x="530" y="265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2" y="334"/>
                  <a:pt x="517" y="351"/>
                  <a:pt x="510" y="367"/>
                </a:cubicBezTo>
                <a:cubicBezTo>
                  <a:pt x="503" y="383"/>
                  <a:pt x="495" y="398"/>
                  <a:pt x="486" y="412"/>
                </a:cubicBezTo>
                <a:cubicBezTo>
                  <a:pt x="476" y="427"/>
                  <a:pt x="465" y="440"/>
                  <a:pt x="453" y="452"/>
                </a:cubicBezTo>
                <a:cubicBezTo>
                  <a:pt x="440" y="465"/>
                  <a:pt x="427" y="476"/>
                  <a:pt x="413" y="485"/>
                </a:cubicBezTo>
                <a:cubicBezTo>
                  <a:pt x="398" y="495"/>
                  <a:pt x="383" y="503"/>
                  <a:pt x="367" y="510"/>
                </a:cubicBezTo>
                <a:cubicBezTo>
                  <a:pt x="351" y="516"/>
                  <a:pt x="333" y="521"/>
                  <a:pt x="316" y="525"/>
                </a:cubicBezTo>
                <a:cubicBezTo>
                  <a:pt x="299" y="528"/>
                  <a:pt x="282" y="530"/>
                  <a:pt x="265" y="530"/>
                </a:cubicBezTo>
                <a:cubicBezTo>
                  <a:pt x="247" y="530"/>
                  <a:pt x="230" y="528"/>
                  <a:pt x="213" y="525"/>
                </a:cubicBezTo>
                <a:cubicBezTo>
                  <a:pt x="196" y="521"/>
                  <a:pt x="179" y="516"/>
                  <a:pt x="163" y="510"/>
                </a:cubicBezTo>
                <a:cubicBezTo>
                  <a:pt x="147" y="503"/>
                  <a:pt x="132" y="495"/>
                  <a:pt x="118" y="485"/>
                </a:cubicBezTo>
                <a:cubicBezTo>
                  <a:pt x="103" y="476"/>
                  <a:pt x="90" y="465"/>
                  <a:pt x="77" y="452"/>
                </a:cubicBezTo>
                <a:cubicBezTo>
                  <a:pt x="65" y="440"/>
                  <a:pt x="54" y="427"/>
                  <a:pt x="45" y="412"/>
                </a:cubicBezTo>
                <a:cubicBezTo>
                  <a:pt x="35" y="398"/>
                  <a:pt x="27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2" y="300"/>
                  <a:pt x="0" y="283"/>
                  <a:pt x="0" y="265"/>
                </a:cubicBezTo>
                <a:cubicBezTo>
                  <a:pt x="0" y="248"/>
                  <a:pt x="2" y="231"/>
                  <a:pt x="5" y="214"/>
                </a:cubicBezTo>
                <a:cubicBezTo>
                  <a:pt x="8" y="197"/>
                  <a:pt x="13" y="180"/>
                  <a:pt x="20" y="164"/>
                </a:cubicBezTo>
                <a:cubicBezTo>
                  <a:pt x="27" y="148"/>
                  <a:pt x="35" y="133"/>
                  <a:pt x="45" y="118"/>
                </a:cubicBezTo>
                <a:cubicBezTo>
                  <a:pt x="54" y="104"/>
                  <a:pt x="65" y="91"/>
                  <a:pt x="77" y="78"/>
                </a:cubicBezTo>
                <a:cubicBezTo>
                  <a:pt x="90" y="66"/>
                  <a:pt x="103" y="55"/>
                  <a:pt x="118" y="45"/>
                </a:cubicBezTo>
                <a:cubicBezTo>
                  <a:pt x="132" y="36"/>
                  <a:pt x="147" y="28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5" y="0"/>
                </a:cubicBezTo>
                <a:cubicBezTo>
                  <a:pt x="282" y="0"/>
                  <a:pt x="299" y="1"/>
                  <a:pt x="316" y="5"/>
                </a:cubicBezTo>
                <a:cubicBezTo>
                  <a:pt x="333" y="8"/>
                  <a:pt x="351" y="13"/>
                  <a:pt x="367" y="20"/>
                </a:cubicBezTo>
                <a:cubicBezTo>
                  <a:pt x="383" y="28"/>
                  <a:pt x="398" y="36"/>
                  <a:pt x="413" y="45"/>
                </a:cubicBezTo>
                <a:cubicBezTo>
                  <a:pt x="427" y="55"/>
                  <a:pt x="440" y="66"/>
                  <a:pt x="453" y="78"/>
                </a:cubicBezTo>
                <a:cubicBezTo>
                  <a:pt x="465" y="91"/>
                  <a:pt x="476" y="104"/>
                  <a:pt x="486" y="118"/>
                </a:cubicBezTo>
                <a:cubicBezTo>
                  <a:pt x="495" y="133"/>
                  <a:pt x="503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8" y="231"/>
                  <a:pt x="530" y="248"/>
                  <a:pt x="530" y="265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2232000" y="2579760"/>
            <a:ext cx="33490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74151"/>
                </a:solidFill>
                <a:latin typeface="Arial"/>
                <a:ea typeface="Arial"/>
              </a:rPr>
              <a:t>Links en conventies automatisch gecontroleerd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5543640" y="2596680"/>
            <a:ext cx="106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DejaVuSans"/>
                <a:ea typeface="DejaVuSans"/>
              </a:rPr>
              <a:t>✓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7" name=""/>
          <p:cNvSpPr/>
          <p:nvPr/>
        </p:nvSpPr>
        <p:spPr>
          <a:xfrm>
            <a:off x="456840" y="3019320"/>
            <a:ext cx="4124880" cy="943200"/>
          </a:xfrm>
          <a:custGeom>
            <a:avLst/>
            <a:gdLst/>
            <a:ahLst/>
            <a:rect l="0" t="0" r="r" b="b"/>
            <a:pathLst>
              <a:path w="11458" h="2620">
                <a:moveTo>
                  <a:pt x="0" y="0"/>
                </a:moveTo>
                <a:lnTo>
                  <a:pt x="11458" y="0"/>
                </a:lnTo>
                <a:lnTo>
                  <a:pt x="11458" y="2620"/>
                </a:lnTo>
                <a:lnTo>
                  <a:pt x="0" y="26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8" name=""/>
          <p:cNvSpPr/>
          <p:nvPr/>
        </p:nvSpPr>
        <p:spPr>
          <a:xfrm>
            <a:off x="456840" y="3019320"/>
            <a:ext cx="4124880" cy="38520"/>
          </a:xfrm>
          <a:custGeom>
            <a:avLst/>
            <a:gdLst/>
            <a:ahLst/>
            <a:rect l="0" t="0" r="r" b="b"/>
            <a:pathLst>
              <a:path w="11458" h="107">
                <a:moveTo>
                  <a:pt x="0" y="0"/>
                </a:moveTo>
                <a:lnTo>
                  <a:pt x="11458" y="0"/>
                </a:lnTo>
                <a:lnTo>
                  <a:pt x="114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9" name=""/>
          <p:cNvSpPr/>
          <p:nvPr/>
        </p:nvSpPr>
        <p:spPr>
          <a:xfrm>
            <a:off x="456840" y="3952800"/>
            <a:ext cx="4124880" cy="9720"/>
          </a:xfrm>
          <a:custGeom>
            <a:avLst/>
            <a:gdLst/>
            <a:ahLst/>
            <a:rect l="0" t="0" r="r" b="b"/>
            <a:pathLst>
              <a:path w="11458" h="27">
                <a:moveTo>
                  <a:pt x="0" y="0"/>
                </a:moveTo>
                <a:lnTo>
                  <a:pt x="11458" y="0"/>
                </a:lnTo>
                <a:lnTo>
                  <a:pt x="114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0" name=""/>
          <p:cNvSpPr/>
          <p:nvPr/>
        </p:nvSpPr>
        <p:spPr>
          <a:xfrm>
            <a:off x="4571640" y="3019320"/>
            <a:ext cx="10080" cy="943200"/>
          </a:xfrm>
          <a:custGeom>
            <a:avLst/>
            <a:gdLst/>
            <a:ahLst/>
            <a:rect l="0" t="0" r="r" b="b"/>
            <a:pathLst>
              <a:path w="28" h="2620">
                <a:moveTo>
                  <a:pt x="0" y="106"/>
                </a:moveTo>
                <a:lnTo>
                  <a:pt x="0" y="2620"/>
                </a:lnTo>
                <a:lnTo>
                  <a:pt x="28" y="262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1" name=""/>
          <p:cNvSpPr/>
          <p:nvPr/>
        </p:nvSpPr>
        <p:spPr>
          <a:xfrm>
            <a:off x="456840" y="3019320"/>
            <a:ext cx="10080" cy="943200"/>
          </a:xfrm>
          <a:custGeom>
            <a:avLst/>
            <a:gdLst/>
            <a:ahLst/>
            <a:rect l="0" t="0" r="r" b="b"/>
            <a:pathLst>
              <a:path w="28" h="2620">
                <a:moveTo>
                  <a:pt x="0" y="0"/>
                </a:moveTo>
                <a:lnTo>
                  <a:pt x="0" y="2620"/>
                </a:lnTo>
                <a:lnTo>
                  <a:pt x="28" y="262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5752080" y="2579760"/>
            <a:ext cx="18874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374151"/>
                </a:solidFill>
                <a:latin typeface="Arial"/>
                <a:ea typeface="Arial"/>
              </a:rPr>
              <a:t>Diagrammen meegebouwd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634320" y="3275640"/>
            <a:ext cx="18370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b2a6b"/>
                </a:solidFill>
                <a:latin typeface="Arial"/>
                <a:ea typeface="Arial"/>
              </a:rPr>
              <a:t>v0.0.1 staat: de aftrap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4" name=""/>
          <p:cNvSpPr/>
          <p:nvPr/>
        </p:nvSpPr>
        <p:spPr>
          <a:xfrm>
            <a:off x="4752720" y="3019320"/>
            <a:ext cx="4124880" cy="1171800"/>
          </a:xfrm>
          <a:custGeom>
            <a:avLst/>
            <a:gdLst/>
            <a:ahLst/>
            <a:rect l="0" t="0" r="r" b="b"/>
            <a:pathLst>
              <a:path w="11458" h="3255">
                <a:moveTo>
                  <a:pt x="0" y="0"/>
                </a:moveTo>
                <a:lnTo>
                  <a:pt x="11458" y="0"/>
                </a:lnTo>
                <a:lnTo>
                  <a:pt x="11458" y="3255"/>
                </a:lnTo>
                <a:lnTo>
                  <a:pt x="0" y="32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5" name=""/>
          <p:cNvSpPr/>
          <p:nvPr/>
        </p:nvSpPr>
        <p:spPr>
          <a:xfrm>
            <a:off x="4752720" y="3019320"/>
            <a:ext cx="4124880" cy="38520"/>
          </a:xfrm>
          <a:custGeom>
            <a:avLst/>
            <a:gdLst/>
            <a:ahLst/>
            <a:rect l="0" t="0" r="r" b="b"/>
            <a:pathLst>
              <a:path w="11458" h="107">
                <a:moveTo>
                  <a:pt x="0" y="0"/>
                </a:moveTo>
                <a:lnTo>
                  <a:pt x="11458" y="0"/>
                </a:lnTo>
                <a:lnTo>
                  <a:pt x="114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6" name=""/>
          <p:cNvSpPr/>
          <p:nvPr/>
        </p:nvSpPr>
        <p:spPr>
          <a:xfrm>
            <a:off x="4752720" y="4181400"/>
            <a:ext cx="4124880" cy="9720"/>
          </a:xfrm>
          <a:custGeom>
            <a:avLst/>
            <a:gdLst/>
            <a:ahLst/>
            <a:rect l="0" t="0" r="r" b="b"/>
            <a:pathLst>
              <a:path w="11458" h="27">
                <a:moveTo>
                  <a:pt x="0" y="0"/>
                </a:moveTo>
                <a:lnTo>
                  <a:pt x="11458" y="0"/>
                </a:lnTo>
                <a:lnTo>
                  <a:pt x="114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7" name=""/>
          <p:cNvSpPr/>
          <p:nvPr/>
        </p:nvSpPr>
        <p:spPr>
          <a:xfrm>
            <a:off x="8867520" y="3019320"/>
            <a:ext cx="10080" cy="1171800"/>
          </a:xfrm>
          <a:custGeom>
            <a:avLst/>
            <a:gdLst/>
            <a:ahLst/>
            <a:rect l="0" t="0" r="r" b="b"/>
            <a:pathLst>
              <a:path w="28" h="3255">
                <a:moveTo>
                  <a:pt x="0" y="106"/>
                </a:moveTo>
                <a:lnTo>
                  <a:pt x="0" y="3255"/>
                </a:lnTo>
                <a:lnTo>
                  <a:pt x="28" y="325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8" name=""/>
          <p:cNvSpPr/>
          <p:nvPr/>
        </p:nvSpPr>
        <p:spPr>
          <a:xfrm>
            <a:off x="4752720" y="3019320"/>
            <a:ext cx="10080" cy="1171800"/>
          </a:xfrm>
          <a:custGeom>
            <a:avLst/>
            <a:gdLst/>
            <a:ahLst/>
            <a:rect l="0" t="0" r="r" b="b"/>
            <a:pathLst>
              <a:path w="28" h="3255">
                <a:moveTo>
                  <a:pt x="0" y="0"/>
                </a:moveTo>
                <a:lnTo>
                  <a:pt x="0" y="3255"/>
                </a:lnTo>
                <a:lnTo>
                  <a:pt x="28" y="3255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634320" y="3618000"/>
            <a:ext cx="33732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Elke release hierna groeit door wat we samen vinden.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4928040" y="3275640"/>
            <a:ext cx="12898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b2a6b"/>
                </a:solidFill>
                <a:latin typeface="Arial"/>
                <a:ea typeface="Arial"/>
              </a:rPr>
              <a:t>v1.0.0 betekent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4928040" y="3618000"/>
            <a:ext cx="39081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Alle koppelvlakken gespeciﬁceerd. Tussentijds bouwen op een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2" name=""/>
          <p:cNvSpPr/>
          <p:nvPr/>
        </p:nvSpPr>
        <p:spPr>
          <a:xfrm>
            <a:off x="1800000" y="4295520"/>
            <a:ext cx="5734440" cy="448200"/>
          </a:xfrm>
          <a:custGeom>
            <a:avLst/>
            <a:gdLst/>
            <a:ahLst/>
            <a:rect l="0" t="0" r="r" b="b"/>
            <a:pathLst>
              <a:path w="15929" h="1245">
                <a:moveTo>
                  <a:pt x="0" y="0"/>
                </a:moveTo>
                <a:lnTo>
                  <a:pt x="15929" y="0"/>
                </a:lnTo>
                <a:lnTo>
                  <a:pt x="15929" y="1245"/>
                </a:lnTo>
                <a:lnTo>
                  <a:pt x="0" y="124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3" name=""/>
          <p:cNvSpPr/>
          <p:nvPr/>
        </p:nvSpPr>
        <p:spPr>
          <a:xfrm>
            <a:off x="1800000" y="4295520"/>
            <a:ext cx="5734440" cy="38520"/>
          </a:xfrm>
          <a:custGeom>
            <a:avLst/>
            <a:gdLst/>
            <a:ahLst/>
            <a:rect l="0" t="0" r="r" b="b"/>
            <a:pathLst>
              <a:path w="15929" h="107">
                <a:moveTo>
                  <a:pt x="0" y="0"/>
                </a:moveTo>
                <a:lnTo>
                  <a:pt x="15929" y="0"/>
                </a:lnTo>
                <a:lnTo>
                  <a:pt x="15929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4" name=""/>
          <p:cNvSpPr/>
          <p:nvPr/>
        </p:nvSpPr>
        <p:spPr>
          <a:xfrm>
            <a:off x="1800000" y="4733640"/>
            <a:ext cx="5734440" cy="10080"/>
          </a:xfrm>
          <a:custGeom>
            <a:avLst/>
            <a:gdLst/>
            <a:ahLst/>
            <a:rect l="0" t="0" r="r" b="b"/>
            <a:pathLst>
              <a:path w="15929" h="28">
                <a:moveTo>
                  <a:pt x="0" y="0"/>
                </a:moveTo>
                <a:lnTo>
                  <a:pt x="15929" y="0"/>
                </a:lnTo>
                <a:lnTo>
                  <a:pt x="159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5" name=""/>
          <p:cNvSpPr/>
          <p:nvPr/>
        </p:nvSpPr>
        <p:spPr>
          <a:xfrm>
            <a:off x="7524720" y="4295520"/>
            <a:ext cx="9720" cy="448200"/>
          </a:xfrm>
          <a:custGeom>
            <a:avLst/>
            <a:gdLst/>
            <a:ahLst/>
            <a:rect l="0" t="0" r="r" b="b"/>
            <a:pathLst>
              <a:path w="27" h="1245">
                <a:moveTo>
                  <a:pt x="0" y="106"/>
                </a:moveTo>
                <a:lnTo>
                  <a:pt x="0" y="1245"/>
                </a:lnTo>
                <a:lnTo>
                  <a:pt x="27" y="1245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6" name=""/>
          <p:cNvSpPr/>
          <p:nvPr/>
        </p:nvSpPr>
        <p:spPr>
          <a:xfrm>
            <a:off x="1800000" y="4295520"/>
            <a:ext cx="10080" cy="448200"/>
          </a:xfrm>
          <a:custGeom>
            <a:avLst/>
            <a:gdLst/>
            <a:ahLst/>
            <a:rect l="0" t="0" r="r" b="b"/>
            <a:pathLst>
              <a:path w="28" h="1245">
                <a:moveTo>
                  <a:pt x="0" y="0"/>
                </a:moveTo>
                <a:lnTo>
                  <a:pt x="0" y="1245"/>
                </a:lnTo>
                <a:lnTo>
                  <a:pt x="28" y="1245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7" name=""/>
          <p:cNvSpPr/>
          <p:nvPr/>
        </p:nvSpPr>
        <p:spPr>
          <a:xfrm>
            <a:off x="1952280" y="4448160"/>
            <a:ext cx="724320" cy="219240"/>
          </a:xfrm>
          <a:custGeom>
            <a:avLst/>
            <a:gdLst/>
            <a:ahLst/>
            <a:rect l="0" t="0" r="r" b="b"/>
            <a:pathLst>
              <a:path w="2012" h="609">
                <a:moveTo>
                  <a:pt x="0" y="305"/>
                </a:move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4" y="188"/>
                </a:cubicBezTo>
                <a:cubicBezTo>
                  <a:pt x="31" y="170"/>
                  <a:pt x="41" y="152"/>
                  <a:pt x="52" y="136"/>
                </a:cubicBezTo>
                <a:cubicBezTo>
                  <a:pt x="63" y="119"/>
                  <a:pt x="75" y="103"/>
                  <a:pt x="90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1"/>
                  <a:pt x="285" y="0"/>
                  <a:pt x="305" y="0"/>
                </a:cubicBezTo>
                <a:lnTo>
                  <a:pt x="1708" y="0"/>
                </a:lnTo>
                <a:cubicBezTo>
                  <a:pt x="1728" y="0"/>
                  <a:pt x="1748" y="1"/>
                  <a:pt x="1767" y="5"/>
                </a:cubicBezTo>
                <a:cubicBezTo>
                  <a:pt x="1787" y="9"/>
                  <a:pt x="1806" y="15"/>
                  <a:pt x="1824" y="23"/>
                </a:cubicBezTo>
                <a:cubicBezTo>
                  <a:pt x="1843" y="30"/>
                  <a:pt x="1860" y="40"/>
                  <a:pt x="1877" y="51"/>
                </a:cubicBezTo>
                <a:cubicBezTo>
                  <a:pt x="1894" y="62"/>
                  <a:pt x="1909" y="75"/>
                  <a:pt x="1923" y="89"/>
                </a:cubicBezTo>
                <a:cubicBezTo>
                  <a:pt x="1937" y="103"/>
                  <a:pt x="1950" y="119"/>
                  <a:pt x="1961" y="136"/>
                </a:cubicBezTo>
                <a:cubicBezTo>
                  <a:pt x="1972" y="152"/>
                  <a:pt x="1981" y="170"/>
                  <a:pt x="1989" y="188"/>
                </a:cubicBezTo>
                <a:cubicBezTo>
                  <a:pt x="1997" y="207"/>
                  <a:pt x="2003" y="226"/>
                  <a:pt x="2006" y="245"/>
                </a:cubicBezTo>
                <a:cubicBezTo>
                  <a:pt x="2010" y="265"/>
                  <a:pt x="2012" y="285"/>
                  <a:pt x="2012" y="305"/>
                </a:cubicBezTo>
                <a:cubicBezTo>
                  <a:pt x="2012" y="325"/>
                  <a:pt x="2010" y="345"/>
                  <a:pt x="2006" y="364"/>
                </a:cubicBezTo>
                <a:cubicBezTo>
                  <a:pt x="2003" y="384"/>
                  <a:pt x="1997" y="403"/>
                  <a:pt x="1989" y="421"/>
                </a:cubicBezTo>
                <a:cubicBezTo>
                  <a:pt x="1981" y="440"/>
                  <a:pt x="1972" y="457"/>
                  <a:pt x="1961" y="474"/>
                </a:cubicBezTo>
                <a:cubicBezTo>
                  <a:pt x="1950" y="490"/>
                  <a:pt x="1937" y="506"/>
                  <a:pt x="1923" y="520"/>
                </a:cubicBezTo>
                <a:cubicBezTo>
                  <a:pt x="1909" y="534"/>
                  <a:pt x="1894" y="547"/>
                  <a:pt x="1877" y="558"/>
                </a:cubicBezTo>
                <a:cubicBezTo>
                  <a:pt x="1860" y="569"/>
                  <a:pt x="1843" y="578"/>
                  <a:pt x="1824" y="586"/>
                </a:cubicBezTo>
                <a:cubicBezTo>
                  <a:pt x="1806" y="594"/>
                  <a:pt x="1787" y="599"/>
                  <a:pt x="1767" y="603"/>
                </a:cubicBezTo>
                <a:cubicBezTo>
                  <a:pt x="1748" y="607"/>
                  <a:pt x="1728" y="609"/>
                  <a:pt x="1708" y="609"/>
                </a:cubicBezTo>
                <a:lnTo>
                  <a:pt x="305" y="609"/>
                </a:lnTo>
                <a:cubicBezTo>
                  <a:pt x="285" y="609"/>
                  <a:pt x="265" y="607"/>
                  <a:pt x="245" y="603"/>
                </a:cubicBezTo>
                <a:cubicBezTo>
                  <a:pt x="226" y="599"/>
                  <a:pt x="207" y="594"/>
                  <a:pt x="188" y="586"/>
                </a:cubicBezTo>
                <a:cubicBezTo>
                  <a:pt x="170" y="578"/>
                  <a:pt x="152" y="569"/>
                  <a:pt x="136" y="558"/>
                </a:cubicBezTo>
                <a:cubicBezTo>
                  <a:pt x="119" y="547"/>
                  <a:pt x="104" y="534"/>
                  <a:pt x="90" y="520"/>
                </a:cubicBezTo>
                <a:cubicBezTo>
                  <a:pt x="75" y="506"/>
                  <a:pt x="63" y="490"/>
                  <a:pt x="52" y="474"/>
                </a:cubicBezTo>
                <a:cubicBezTo>
                  <a:pt x="41" y="457"/>
                  <a:pt x="31" y="440"/>
                  <a:pt x="24" y="421"/>
                </a:cubicBezTo>
                <a:cubicBezTo>
                  <a:pt x="16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4928040" y="3846600"/>
            <a:ext cx="34387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minor- of patchversie kan, als we dat samen besluiten.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2053440" y="4498920"/>
            <a:ext cx="576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Opdracht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2756880" y="4481640"/>
            <a:ext cx="519444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10" spc="-1" strike="noStrike">
                <a:solidFill>
                  <a:srgbClr val="374151"/>
                </a:solidFill>
                <a:latin typeface="Arial"/>
                <a:ea typeface="Arial"/>
              </a:rPr>
              <a:t>Vind de release v0.0.1 op github.com/Npuls-OKx/Public. Waar staan de releases?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7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7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79" name=""/>
          <p:cNvSpPr txBox="1"/>
          <p:nvPr/>
        </p:nvSpPr>
        <p:spPr>
          <a:xfrm>
            <a:off x="440496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4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1" name=""/>
          <p:cNvSpPr txBox="1"/>
          <p:nvPr/>
        </p:nvSpPr>
        <p:spPr>
          <a:xfrm>
            <a:off x="1526760" y="2566440"/>
            <a:ext cx="755820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Koppelvlakspeciﬁcatie v0.0.1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8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89" name=""/>
          <p:cNvSpPr txBox="1"/>
          <p:nvPr/>
        </p:nvSpPr>
        <p:spPr>
          <a:xfrm>
            <a:off x="439920" y="758160"/>
            <a:ext cx="90792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Koppelvlakspeciﬁcatie-document: de structuur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0" name=""/>
          <p:cNvSpPr/>
          <p:nvPr/>
        </p:nvSpPr>
        <p:spPr>
          <a:xfrm>
            <a:off x="456840" y="2199960"/>
            <a:ext cx="2753280" cy="695880"/>
          </a:xfrm>
          <a:custGeom>
            <a:avLst/>
            <a:gdLst/>
            <a:ahLst/>
            <a:rect l="0" t="0" r="r" b="b"/>
            <a:pathLst>
              <a:path w="7648" h="1933">
                <a:moveTo>
                  <a:pt x="0" y="0"/>
                </a:moveTo>
                <a:lnTo>
                  <a:pt x="7648" y="0"/>
                </a:lnTo>
                <a:lnTo>
                  <a:pt x="7648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1" name=""/>
          <p:cNvSpPr/>
          <p:nvPr/>
        </p:nvSpPr>
        <p:spPr>
          <a:xfrm>
            <a:off x="456840" y="2199960"/>
            <a:ext cx="2753280" cy="38520"/>
          </a:xfrm>
          <a:custGeom>
            <a:avLst/>
            <a:gdLst/>
            <a:ahLst/>
            <a:rect l="0" t="0" r="r" b="b"/>
            <a:pathLst>
              <a:path w="7648" h="107">
                <a:moveTo>
                  <a:pt x="0" y="0"/>
                </a:moveTo>
                <a:lnTo>
                  <a:pt x="7648" y="0"/>
                </a:lnTo>
                <a:lnTo>
                  <a:pt x="764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2" name=""/>
          <p:cNvSpPr/>
          <p:nvPr/>
        </p:nvSpPr>
        <p:spPr>
          <a:xfrm>
            <a:off x="456840" y="2885760"/>
            <a:ext cx="2753280" cy="10080"/>
          </a:xfrm>
          <a:custGeom>
            <a:avLst/>
            <a:gdLst/>
            <a:ahLst/>
            <a:rect l="0" t="0" r="r" b="b"/>
            <a:pathLst>
              <a:path w="7648" h="28">
                <a:moveTo>
                  <a:pt x="0" y="0"/>
                </a:moveTo>
                <a:lnTo>
                  <a:pt x="7648" y="0"/>
                </a:lnTo>
                <a:lnTo>
                  <a:pt x="7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3" name=""/>
          <p:cNvSpPr/>
          <p:nvPr/>
        </p:nvSpPr>
        <p:spPr>
          <a:xfrm>
            <a:off x="3200040" y="2199960"/>
            <a:ext cx="10080" cy="695880"/>
          </a:xfrm>
          <a:custGeom>
            <a:avLst/>
            <a:gdLst/>
            <a:ahLst/>
            <a:rect l="0" t="0" r="r" b="b"/>
            <a:pathLst>
              <a:path w="28" h="1933">
                <a:moveTo>
                  <a:pt x="0" y="106"/>
                </a:moveTo>
                <a:lnTo>
                  <a:pt x="0" y="1933"/>
                </a:lnTo>
                <a:lnTo>
                  <a:pt x="28" y="193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4" name=""/>
          <p:cNvSpPr/>
          <p:nvPr/>
        </p:nvSpPr>
        <p:spPr>
          <a:xfrm>
            <a:off x="456840" y="2199960"/>
            <a:ext cx="10080" cy="695880"/>
          </a:xfrm>
          <a:custGeom>
            <a:avLst/>
            <a:gdLst/>
            <a:ahLst/>
            <a:rect l="0" t="0" r="r" b="b"/>
            <a:pathLst>
              <a:path w="28" h="1933">
                <a:moveTo>
                  <a:pt x="0" y="0"/>
                </a:moveTo>
                <a:lnTo>
                  <a:pt x="0" y="1933"/>
                </a:lnTo>
                <a:lnTo>
                  <a:pt x="28" y="193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439920" y="1139040"/>
            <a:ext cx="997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staat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573120" y="2385000"/>
            <a:ext cx="17366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Inleiding en afbakening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7" name=""/>
          <p:cNvSpPr/>
          <p:nvPr/>
        </p:nvSpPr>
        <p:spPr>
          <a:xfrm>
            <a:off x="3286080" y="2199960"/>
            <a:ext cx="2762640" cy="695880"/>
          </a:xfrm>
          <a:custGeom>
            <a:avLst/>
            <a:gdLst/>
            <a:ahLst/>
            <a:rect l="0" t="0" r="r" b="b"/>
            <a:pathLst>
              <a:path w="7674" h="1933">
                <a:moveTo>
                  <a:pt x="0" y="0"/>
                </a:moveTo>
                <a:lnTo>
                  <a:pt x="7674" y="0"/>
                </a:lnTo>
                <a:lnTo>
                  <a:pt x="7674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8" name=""/>
          <p:cNvSpPr/>
          <p:nvPr/>
        </p:nvSpPr>
        <p:spPr>
          <a:xfrm>
            <a:off x="3286080" y="2199960"/>
            <a:ext cx="2762640" cy="38520"/>
          </a:xfrm>
          <a:custGeom>
            <a:avLst/>
            <a:gdLst/>
            <a:ahLst/>
            <a:rect l="0" t="0" r="r" b="b"/>
            <a:pathLst>
              <a:path w="7674" h="107">
                <a:moveTo>
                  <a:pt x="0" y="0"/>
                </a:moveTo>
                <a:lnTo>
                  <a:pt x="7674" y="0"/>
                </a:lnTo>
                <a:lnTo>
                  <a:pt x="767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9" name=""/>
          <p:cNvSpPr/>
          <p:nvPr/>
        </p:nvSpPr>
        <p:spPr>
          <a:xfrm>
            <a:off x="3286080" y="2885760"/>
            <a:ext cx="2762640" cy="10080"/>
          </a:xfrm>
          <a:custGeom>
            <a:avLst/>
            <a:gdLst/>
            <a:ahLst/>
            <a:rect l="0" t="0" r="r" b="b"/>
            <a:pathLst>
              <a:path w="7674" h="28">
                <a:moveTo>
                  <a:pt x="0" y="0"/>
                </a:moveTo>
                <a:lnTo>
                  <a:pt x="7674" y="0"/>
                </a:lnTo>
                <a:lnTo>
                  <a:pt x="767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0" name=""/>
          <p:cNvSpPr/>
          <p:nvPr/>
        </p:nvSpPr>
        <p:spPr>
          <a:xfrm>
            <a:off x="6038640" y="2199960"/>
            <a:ext cx="10080" cy="695880"/>
          </a:xfrm>
          <a:custGeom>
            <a:avLst/>
            <a:gdLst/>
            <a:ahLst/>
            <a:rect l="0" t="0" r="r" b="b"/>
            <a:pathLst>
              <a:path w="28" h="1933">
                <a:moveTo>
                  <a:pt x="0" y="106"/>
                </a:moveTo>
                <a:lnTo>
                  <a:pt x="0" y="1933"/>
                </a:lnTo>
                <a:lnTo>
                  <a:pt x="28" y="193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1" name=""/>
          <p:cNvSpPr/>
          <p:nvPr/>
        </p:nvSpPr>
        <p:spPr>
          <a:xfrm>
            <a:off x="3286080" y="2199960"/>
            <a:ext cx="9720" cy="695880"/>
          </a:xfrm>
          <a:custGeom>
            <a:avLst/>
            <a:gdLst/>
            <a:ahLst/>
            <a:rect l="0" t="0" r="r" b="b"/>
            <a:pathLst>
              <a:path w="27" h="1933">
                <a:moveTo>
                  <a:pt x="0" y="0"/>
                </a:moveTo>
                <a:lnTo>
                  <a:pt x="0" y="1933"/>
                </a:lnTo>
                <a:lnTo>
                  <a:pt x="27" y="1933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573120" y="2646720"/>
            <a:ext cx="12747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b7280"/>
                </a:solidFill>
                <a:latin typeface="Arial"/>
                <a:ea typeface="Arial"/>
              </a:rPr>
              <a:t>de eisen aan de keten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3405240" y="2385000"/>
            <a:ext cx="17334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Applicatiecomponenten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4" name=""/>
          <p:cNvSpPr/>
          <p:nvPr/>
        </p:nvSpPr>
        <p:spPr>
          <a:xfrm>
            <a:off x="6124320" y="2199960"/>
            <a:ext cx="2753280" cy="695880"/>
          </a:xfrm>
          <a:custGeom>
            <a:avLst/>
            <a:gdLst/>
            <a:ahLst/>
            <a:rect l="0" t="0" r="r" b="b"/>
            <a:pathLst>
              <a:path w="7648" h="1933">
                <a:moveTo>
                  <a:pt x="0" y="0"/>
                </a:moveTo>
                <a:lnTo>
                  <a:pt x="7648" y="0"/>
                </a:lnTo>
                <a:lnTo>
                  <a:pt x="7648" y="1933"/>
                </a:lnTo>
                <a:lnTo>
                  <a:pt x="0" y="19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5" name=""/>
          <p:cNvSpPr/>
          <p:nvPr/>
        </p:nvSpPr>
        <p:spPr>
          <a:xfrm>
            <a:off x="6124320" y="2199960"/>
            <a:ext cx="2753280" cy="38520"/>
          </a:xfrm>
          <a:custGeom>
            <a:avLst/>
            <a:gdLst/>
            <a:ahLst/>
            <a:rect l="0" t="0" r="r" b="b"/>
            <a:pathLst>
              <a:path w="7648" h="107">
                <a:moveTo>
                  <a:pt x="0" y="0"/>
                </a:moveTo>
                <a:lnTo>
                  <a:pt x="7648" y="0"/>
                </a:lnTo>
                <a:lnTo>
                  <a:pt x="764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6" name=""/>
          <p:cNvSpPr/>
          <p:nvPr/>
        </p:nvSpPr>
        <p:spPr>
          <a:xfrm>
            <a:off x="6124320" y="2885760"/>
            <a:ext cx="2753280" cy="10080"/>
          </a:xfrm>
          <a:custGeom>
            <a:avLst/>
            <a:gdLst/>
            <a:ahLst/>
            <a:rect l="0" t="0" r="r" b="b"/>
            <a:pathLst>
              <a:path w="7648" h="28">
                <a:moveTo>
                  <a:pt x="0" y="0"/>
                </a:moveTo>
                <a:lnTo>
                  <a:pt x="7648" y="0"/>
                </a:lnTo>
                <a:lnTo>
                  <a:pt x="764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7" name=""/>
          <p:cNvSpPr/>
          <p:nvPr/>
        </p:nvSpPr>
        <p:spPr>
          <a:xfrm>
            <a:off x="8867520" y="2199960"/>
            <a:ext cx="10080" cy="695880"/>
          </a:xfrm>
          <a:custGeom>
            <a:avLst/>
            <a:gdLst/>
            <a:ahLst/>
            <a:rect l="0" t="0" r="r" b="b"/>
            <a:pathLst>
              <a:path w="28" h="1933">
                <a:moveTo>
                  <a:pt x="0" y="106"/>
                </a:moveTo>
                <a:lnTo>
                  <a:pt x="0" y="1933"/>
                </a:lnTo>
                <a:lnTo>
                  <a:pt x="28" y="193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8" name=""/>
          <p:cNvSpPr/>
          <p:nvPr/>
        </p:nvSpPr>
        <p:spPr>
          <a:xfrm>
            <a:off x="6124320" y="2199960"/>
            <a:ext cx="10080" cy="695880"/>
          </a:xfrm>
          <a:custGeom>
            <a:avLst/>
            <a:gdLst/>
            <a:ahLst/>
            <a:rect l="0" t="0" r="r" b="b"/>
            <a:pathLst>
              <a:path w="28" h="1933">
                <a:moveTo>
                  <a:pt x="0" y="0"/>
                </a:moveTo>
                <a:lnTo>
                  <a:pt x="0" y="1933"/>
                </a:lnTo>
                <a:lnTo>
                  <a:pt x="28" y="193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3405240" y="2646720"/>
            <a:ext cx="10872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b7280"/>
                </a:solidFill>
                <a:latin typeface="Arial"/>
                <a:ea typeface="Arial"/>
              </a:rPr>
              <a:t>met hun endpoints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6237360" y="2385000"/>
            <a:ext cx="13845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Interactiepatronen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1" name=""/>
          <p:cNvSpPr/>
          <p:nvPr/>
        </p:nvSpPr>
        <p:spPr>
          <a:xfrm>
            <a:off x="456840" y="2971440"/>
            <a:ext cx="2753280" cy="705240"/>
          </a:xfrm>
          <a:custGeom>
            <a:avLst/>
            <a:gdLst/>
            <a:ahLst/>
            <a:rect l="0" t="0" r="r" b="b"/>
            <a:pathLst>
              <a:path w="7648" h="1959">
                <a:moveTo>
                  <a:pt x="0" y="0"/>
                </a:moveTo>
                <a:lnTo>
                  <a:pt x="7648" y="0"/>
                </a:lnTo>
                <a:lnTo>
                  <a:pt x="7648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2" name=""/>
          <p:cNvSpPr/>
          <p:nvPr/>
        </p:nvSpPr>
        <p:spPr>
          <a:xfrm>
            <a:off x="456840" y="2971440"/>
            <a:ext cx="2753280" cy="38520"/>
          </a:xfrm>
          <a:custGeom>
            <a:avLst/>
            <a:gdLst/>
            <a:ahLst/>
            <a:rect l="0" t="0" r="r" b="b"/>
            <a:pathLst>
              <a:path w="7648" h="107">
                <a:moveTo>
                  <a:pt x="0" y="0"/>
                </a:moveTo>
                <a:lnTo>
                  <a:pt x="7648" y="0"/>
                </a:lnTo>
                <a:lnTo>
                  <a:pt x="764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3" name=""/>
          <p:cNvSpPr/>
          <p:nvPr/>
        </p:nvSpPr>
        <p:spPr>
          <a:xfrm>
            <a:off x="456840" y="3666960"/>
            <a:ext cx="2753280" cy="9720"/>
          </a:xfrm>
          <a:custGeom>
            <a:avLst/>
            <a:gdLst/>
            <a:ahLst/>
            <a:rect l="0" t="0" r="r" b="b"/>
            <a:pathLst>
              <a:path w="7648" h="27">
                <a:moveTo>
                  <a:pt x="0" y="0"/>
                </a:moveTo>
                <a:lnTo>
                  <a:pt x="7648" y="0"/>
                </a:lnTo>
                <a:lnTo>
                  <a:pt x="76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4" name=""/>
          <p:cNvSpPr/>
          <p:nvPr/>
        </p:nvSpPr>
        <p:spPr>
          <a:xfrm>
            <a:off x="3200040" y="2971440"/>
            <a:ext cx="10080" cy="705240"/>
          </a:xfrm>
          <a:custGeom>
            <a:avLst/>
            <a:gdLst/>
            <a:ahLst/>
            <a:rect l="0" t="0" r="r" b="b"/>
            <a:pathLst>
              <a:path w="28" h="1959">
                <a:moveTo>
                  <a:pt x="0" y="106"/>
                </a:moveTo>
                <a:lnTo>
                  <a:pt x="0" y="1959"/>
                </a:lnTo>
                <a:lnTo>
                  <a:pt x="28" y="1959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5" name=""/>
          <p:cNvSpPr/>
          <p:nvPr/>
        </p:nvSpPr>
        <p:spPr>
          <a:xfrm>
            <a:off x="456840" y="2971440"/>
            <a:ext cx="10080" cy="705240"/>
          </a:xfrm>
          <a:custGeom>
            <a:avLst/>
            <a:gdLst/>
            <a:ahLst/>
            <a:rect l="0" t="0" r="r" b="b"/>
            <a:pathLst>
              <a:path w="28" h="1959">
                <a:moveTo>
                  <a:pt x="0" y="0"/>
                </a:moveTo>
                <a:lnTo>
                  <a:pt x="0" y="1959"/>
                </a:lnTo>
                <a:lnTo>
                  <a:pt x="28" y="1959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6237360" y="2646720"/>
            <a:ext cx="21067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b7280"/>
                </a:solidFill>
                <a:latin typeface="Arial"/>
                <a:ea typeface="Arial"/>
              </a:rPr>
              <a:t>met functionele eisen, per koppeling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573120" y="3156480"/>
            <a:ext cx="17395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Authenticatiestandaard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8" name=""/>
          <p:cNvSpPr/>
          <p:nvPr/>
        </p:nvSpPr>
        <p:spPr>
          <a:xfrm>
            <a:off x="3286080" y="2971440"/>
            <a:ext cx="2762640" cy="705240"/>
          </a:xfrm>
          <a:custGeom>
            <a:avLst/>
            <a:gdLst/>
            <a:ahLst/>
            <a:rect l="0" t="0" r="r" b="b"/>
            <a:pathLst>
              <a:path w="7674" h="1959">
                <a:moveTo>
                  <a:pt x="0" y="0"/>
                </a:moveTo>
                <a:lnTo>
                  <a:pt x="7674" y="0"/>
                </a:lnTo>
                <a:lnTo>
                  <a:pt x="7674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9" name=""/>
          <p:cNvSpPr/>
          <p:nvPr/>
        </p:nvSpPr>
        <p:spPr>
          <a:xfrm>
            <a:off x="3286080" y="2971440"/>
            <a:ext cx="2762640" cy="38520"/>
          </a:xfrm>
          <a:custGeom>
            <a:avLst/>
            <a:gdLst/>
            <a:ahLst/>
            <a:rect l="0" t="0" r="r" b="b"/>
            <a:pathLst>
              <a:path w="7674" h="107">
                <a:moveTo>
                  <a:pt x="0" y="0"/>
                </a:moveTo>
                <a:lnTo>
                  <a:pt x="7674" y="0"/>
                </a:lnTo>
                <a:lnTo>
                  <a:pt x="7674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0" name=""/>
          <p:cNvSpPr/>
          <p:nvPr/>
        </p:nvSpPr>
        <p:spPr>
          <a:xfrm>
            <a:off x="3286080" y="3666960"/>
            <a:ext cx="2762640" cy="9720"/>
          </a:xfrm>
          <a:custGeom>
            <a:avLst/>
            <a:gdLst/>
            <a:ahLst/>
            <a:rect l="0" t="0" r="r" b="b"/>
            <a:pathLst>
              <a:path w="7674" h="27">
                <a:moveTo>
                  <a:pt x="0" y="0"/>
                </a:moveTo>
                <a:lnTo>
                  <a:pt x="7674" y="0"/>
                </a:lnTo>
                <a:lnTo>
                  <a:pt x="767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1" name=""/>
          <p:cNvSpPr/>
          <p:nvPr/>
        </p:nvSpPr>
        <p:spPr>
          <a:xfrm>
            <a:off x="6038640" y="2971440"/>
            <a:ext cx="10080" cy="705240"/>
          </a:xfrm>
          <a:custGeom>
            <a:avLst/>
            <a:gdLst/>
            <a:ahLst/>
            <a:rect l="0" t="0" r="r" b="b"/>
            <a:pathLst>
              <a:path w="28" h="1959">
                <a:moveTo>
                  <a:pt x="0" y="106"/>
                </a:moveTo>
                <a:lnTo>
                  <a:pt x="0" y="1959"/>
                </a:lnTo>
                <a:lnTo>
                  <a:pt x="28" y="1959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2" name=""/>
          <p:cNvSpPr/>
          <p:nvPr/>
        </p:nvSpPr>
        <p:spPr>
          <a:xfrm>
            <a:off x="3286080" y="2971440"/>
            <a:ext cx="9720" cy="705240"/>
          </a:xfrm>
          <a:custGeom>
            <a:avLst/>
            <a:gdLst/>
            <a:ahLst/>
            <a:rect l="0" t="0" r="r" b="b"/>
            <a:pathLst>
              <a:path w="27" h="1959">
                <a:moveTo>
                  <a:pt x="0" y="0"/>
                </a:moveTo>
                <a:lnTo>
                  <a:pt x="0" y="1959"/>
                </a:lnTo>
                <a:lnTo>
                  <a:pt x="27" y="1959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573120" y="3427560"/>
            <a:ext cx="19332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b7280"/>
                </a:solidFill>
                <a:latin typeface="Arial"/>
                <a:ea typeface="Arial"/>
              </a:rPr>
              <a:t>één pijler voor alle koppelvlakken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3405240" y="3156480"/>
            <a:ext cx="146988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Datamodelschema's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5" name=""/>
          <p:cNvSpPr/>
          <p:nvPr/>
        </p:nvSpPr>
        <p:spPr>
          <a:xfrm>
            <a:off x="6124320" y="2971440"/>
            <a:ext cx="2753280" cy="705240"/>
          </a:xfrm>
          <a:custGeom>
            <a:avLst/>
            <a:gdLst/>
            <a:ahLst/>
            <a:rect l="0" t="0" r="r" b="b"/>
            <a:pathLst>
              <a:path w="7648" h="1959">
                <a:moveTo>
                  <a:pt x="0" y="0"/>
                </a:moveTo>
                <a:lnTo>
                  <a:pt x="7648" y="0"/>
                </a:lnTo>
                <a:lnTo>
                  <a:pt x="7648" y="1959"/>
                </a:lnTo>
                <a:lnTo>
                  <a:pt x="0" y="19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6" name=""/>
          <p:cNvSpPr/>
          <p:nvPr/>
        </p:nvSpPr>
        <p:spPr>
          <a:xfrm>
            <a:off x="6124320" y="2971440"/>
            <a:ext cx="2753280" cy="38520"/>
          </a:xfrm>
          <a:custGeom>
            <a:avLst/>
            <a:gdLst/>
            <a:ahLst/>
            <a:rect l="0" t="0" r="r" b="b"/>
            <a:pathLst>
              <a:path w="7648" h="107">
                <a:moveTo>
                  <a:pt x="0" y="0"/>
                </a:moveTo>
                <a:lnTo>
                  <a:pt x="7648" y="0"/>
                </a:lnTo>
                <a:lnTo>
                  <a:pt x="764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7" name=""/>
          <p:cNvSpPr/>
          <p:nvPr/>
        </p:nvSpPr>
        <p:spPr>
          <a:xfrm>
            <a:off x="6124320" y="3666960"/>
            <a:ext cx="2753280" cy="9720"/>
          </a:xfrm>
          <a:custGeom>
            <a:avLst/>
            <a:gdLst/>
            <a:ahLst/>
            <a:rect l="0" t="0" r="r" b="b"/>
            <a:pathLst>
              <a:path w="7648" h="27">
                <a:moveTo>
                  <a:pt x="0" y="0"/>
                </a:moveTo>
                <a:lnTo>
                  <a:pt x="7648" y="0"/>
                </a:lnTo>
                <a:lnTo>
                  <a:pt x="764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8" name=""/>
          <p:cNvSpPr/>
          <p:nvPr/>
        </p:nvSpPr>
        <p:spPr>
          <a:xfrm>
            <a:off x="8867520" y="2971440"/>
            <a:ext cx="10080" cy="705240"/>
          </a:xfrm>
          <a:custGeom>
            <a:avLst/>
            <a:gdLst/>
            <a:ahLst/>
            <a:rect l="0" t="0" r="r" b="b"/>
            <a:pathLst>
              <a:path w="28" h="1959">
                <a:moveTo>
                  <a:pt x="0" y="106"/>
                </a:moveTo>
                <a:lnTo>
                  <a:pt x="0" y="1959"/>
                </a:lnTo>
                <a:lnTo>
                  <a:pt x="28" y="1959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9" name=""/>
          <p:cNvSpPr/>
          <p:nvPr/>
        </p:nvSpPr>
        <p:spPr>
          <a:xfrm>
            <a:off x="6124320" y="2971440"/>
            <a:ext cx="10080" cy="705240"/>
          </a:xfrm>
          <a:custGeom>
            <a:avLst/>
            <a:gdLst/>
            <a:ahLst/>
            <a:rect l="0" t="0" r="r" b="b"/>
            <a:pathLst>
              <a:path w="28" h="1959">
                <a:moveTo>
                  <a:pt x="0" y="0"/>
                </a:moveTo>
                <a:lnTo>
                  <a:pt x="0" y="1959"/>
                </a:lnTo>
                <a:lnTo>
                  <a:pt x="28" y="1959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3405240" y="3427560"/>
            <a:ext cx="13510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b7280"/>
                </a:solidFill>
                <a:latin typeface="Arial"/>
                <a:ea typeface="Arial"/>
              </a:rPr>
              <a:t>met voorbeeldpayloads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6237360" y="3156480"/>
            <a:ext cx="20901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Uitgangspunten en mapping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32" name="" descr=""/>
          <p:cNvPicPr/>
          <p:nvPr/>
        </p:nvPicPr>
        <p:blipFill>
          <a:blip r:embed="rId2"/>
          <a:stretch/>
        </p:blipFill>
        <p:spPr>
          <a:xfrm>
            <a:off x="457200" y="3809880"/>
            <a:ext cx="8419680" cy="685440"/>
          </a:xfrm>
          <a:prstGeom prst="rect">
            <a:avLst/>
          </a:prstGeom>
          <a:ln w="0">
            <a:noFill/>
          </a:ln>
        </p:spPr>
      </p:pic>
      <p:sp>
        <p:nvSpPr>
          <p:cNvPr id="733" name=""/>
          <p:cNvSpPr txBox="1"/>
          <p:nvPr/>
        </p:nvSpPr>
        <p:spPr>
          <a:xfrm>
            <a:off x="6237360" y="3427560"/>
            <a:ext cx="16344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6b7280"/>
                </a:solidFill>
                <a:latin typeface="Arial"/>
                <a:ea typeface="Arial"/>
              </a:rPr>
              <a:t>de aannames en veldnamen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1305000" y="3951720"/>
            <a:ext cx="78904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Het belangrijkste gat: de </a:t>
            </a:r>
            <a:r>
              <a:rPr b="1" lang="en-US" sz="1140" spc="-1" strike="noStrike">
                <a:solidFill>
                  <a:srgbClr val="f4d74b"/>
                </a:solidFill>
                <a:latin typeface="Arial"/>
                <a:ea typeface="Arial"/>
              </a:rPr>
              <a:t>kaderstelling en sectorverantwoording</a:t>
            </a:r>
            <a:r>
              <a:rPr b="0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. De eerstvolgende iteratie daarop is de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3986280" y="4170960"/>
            <a:ext cx="1602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4d74b"/>
                </a:solidFill>
                <a:latin typeface="Arial"/>
                <a:ea typeface="Arial"/>
              </a:rPr>
              <a:t>requirementsboom</a:t>
            </a:r>
            <a:r>
              <a:rPr b="0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457200" y="1770480"/>
            <a:ext cx="43441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74151"/>
                </a:solidFill>
                <a:latin typeface="Arial"/>
                <a:ea typeface="Arial"/>
              </a:rPr>
              <a:t>De inhoud is bewust nog niet af: die geven we samen vorm.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4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745" name=""/>
          <p:cNvSpPr/>
          <p:nvPr/>
        </p:nvSpPr>
        <p:spPr>
          <a:xfrm>
            <a:off x="447480" y="199044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439920" y="1205640"/>
            <a:ext cx="54550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Authenticatie en autorisatie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639360" y="1936800"/>
            <a:ext cx="4353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Doel: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standaarden vaststellen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voor de API-endpoints en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639360" y="2184480"/>
            <a:ext cx="3507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koppelvlakspeciﬁcatielaag, niet hoe een partij dat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9" name=""/>
          <p:cNvSpPr/>
          <p:nvPr/>
        </p:nvSpPr>
        <p:spPr>
          <a:xfrm>
            <a:off x="447480" y="2790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639360" y="2441520"/>
            <a:ext cx="10461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implementeert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639360" y="2737080"/>
            <a:ext cx="3775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Uitgangspunt: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hoofdstuk 5 van het OKE-proﬁel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in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639360" y="2994120"/>
            <a:ext cx="4525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combinatie met het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Edukoppeling OAuth client credentials-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3" name=""/>
          <p:cNvSpPr/>
          <p:nvPr/>
        </p:nvSpPr>
        <p:spPr>
          <a:xfrm>
            <a:off x="447480" y="359064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639360" y="3241800"/>
            <a:ext cx="512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proﬁel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639360" y="3537000"/>
            <a:ext cx="42451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Dat blijft het uitgangspunt tot de kerngroep techniek anders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6" name=""/>
          <p:cNvSpPr/>
          <p:nvPr/>
        </p:nvSpPr>
        <p:spPr>
          <a:xfrm>
            <a:off x="5790960" y="3057480"/>
            <a:ext cx="2038680" cy="9720"/>
          </a:xfrm>
          <a:custGeom>
            <a:avLst/>
            <a:gdLst/>
            <a:ahLst/>
            <a:rect l="0" t="0" r="r" b="b"/>
            <a:pathLst>
              <a:path w="5663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6" y="0"/>
                </a:moveTo>
                <a:lnTo>
                  <a:pt x="345" y="0"/>
                </a:lnTo>
                <a:lnTo>
                  <a:pt x="345" y="27"/>
                </a:lnTo>
                <a:lnTo>
                  <a:pt x="266" y="27"/>
                </a:lnTo>
                <a:lnTo>
                  <a:pt x="266" y="0"/>
                </a:lnTo>
                <a:moveTo>
                  <a:pt x="399" y="0"/>
                </a:moveTo>
                <a:lnTo>
                  <a:pt x="478" y="0"/>
                </a:lnTo>
                <a:lnTo>
                  <a:pt x="478" y="27"/>
                </a:lnTo>
                <a:lnTo>
                  <a:pt x="399" y="27"/>
                </a:lnTo>
                <a:lnTo>
                  <a:pt x="399" y="0"/>
                </a:lnTo>
                <a:moveTo>
                  <a:pt x="532" y="0"/>
                </a:moveTo>
                <a:lnTo>
                  <a:pt x="611" y="0"/>
                </a:lnTo>
                <a:lnTo>
                  <a:pt x="611" y="27"/>
                </a:lnTo>
                <a:lnTo>
                  <a:pt x="532" y="27"/>
                </a:lnTo>
                <a:lnTo>
                  <a:pt x="532" y="0"/>
                </a:lnTo>
                <a:moveTo>
                  <a:pt x="665" y="0"/>
                </a:moveTo>
                <a:lnTo>
                  <a:pt x="744" y="0"/>
                </a:lnTo>
                <a:lnTo>
                  <a:pt x="744" y="27"/>
                </a:lnTo>
                <a:lnTo>
                  <a:pt x="665" y="27"/>
                </a:lnTo>
                <a:lnTo>
                  <a:pt x="665" y="0"/>
                </a:lnTo>
                <a:moveTo>
                  <a:pt x="798" y="0"/>
                </a:moveTo>
                <a:lnTo>
                  <a:pt x="877" y="0"/>
                </a:lnTo>
                <a:lnTo>
                  <a:pt x="877" y="27"/>
                </a:lnTo>
                <a:lnTo>
                  <a:pt x="798" y="27"/>
                </a:lnTo>
                <a:lnTo>
                  <a:pt x="798" y="0"/>
                </a:lnTo>
                <a:moveTo>
                  <a:pt x="931" y="0"/>
                </a:moveTo>
                <a:lnTo>
                  <a:pt x="1010" y="0"/>
                </a:lnTo>
                <a:lnTo>
                  <a:pt x="1010" y="27"/>
                </a:lnTo>
                <a:lnTo>
                  <a:pt x="931" y="27"/>
                </a:lnTo>
                <a:lnTo>
                  <a:pt x="931" y="0"/>
                </a:lnTo>
                <a:moveTo>
                  <a:pt x="1064" y="0"/>
                </a:moveTo>
                <a:lnTo>
                  <a:pt x="1143" y="0"/>
                </a:lnTo>
                <a:lnTo>
                  <a:pt x="1143" y="27"/>
                </a:lnTo>
                <a:lnTo>
                  <a:pt x="1064" y="27"/>
                </a:lnTo>
                <a:lnTo>
                  <a:pt x="1064" y="0"/>
                </a:lnTo>
                <a:moveTo>
                  <a:pt x="1196" y="0"/>
                </a:moveTo>
                <a:lnTo>
                  <a:pt x="1276" y="0"/>
                </a:lnTo>
                <a:lnTo>
                  <a:pt x="1276" y="27"/>
                </a:lnTo>
                <a:lnTo>
                  <a:pt x="1196" y="27"/>
                </a:lnTo>
                <a:lnTo>
                  <a:pt x="1196" y="0"/>
                </a:lnTo>
                <a:moveTo>
                  <a:pt x="1329" y="0"/>
                </a:moveTo>
                <a:lnTo>
                  <a:pt x="1409" y="0"/>
                </a:lnTo>
                <a:lnTo>
                  <a:pt x="1409" y="27"/>
                </a:lnTo>
                <a:lnTo>
                  <a:pt x="1329" y="27"/>
                </a:lnTo>
                <a:lnTo>
                  <a:pt x="1329" y="0"/>
                </a:lnTo>
                <a:moveTo>
                  <a:pt x="1462" y="0"/>
                </a:moveTo>
                <a:lnTo>
                  <a:pt x="1542" y="0"/>
                </a:lnTo>
                <a:lnTo>
                  <a:pt x="1542" y="27"/>
                </a:lnTo>
                <a:lnTo>
                  <a:pt x="1462" y="27"/>
                </a:lnTo>
                <a:lnTo>
                  <a:pt x="1462" y="0"/>
                </a:lnTo>
                <a:moveTo>
                  <a:pt x="1595" y="0"/>
                </a:moveTo>
                <a:lnTo>
                  <a:pt x="1675" y="0"/>
                </a:lnTo>
                <a:lnTo>
                  <a:pt x="1675" y="27"/>
                </a:lnTo>
                <a:lnTo>
                  <a:pt x="1595" y="27"/>
                </a:lnTo>
                <a:lnTo>
                  <a:pt x="1595" y="0"/>
                </a:lnTo>
                <a:moveTo>
                  <a:pt x="1728" y="0"/>
                </a:moveTo>
                <a:lnTo>
                  <a:pt x="1808" y="0"/>
                </a:lnTo>
                <a:lnTo>
                  <a:pt x="1808" y="27"/>
                </a:lnTo>
                <a:lnTo>
                  <a:pt x="1728" y="27"/>
                </a:lnTo>
                <a:lnTo>
                  <a:pt x="1728" y="0"/>
                </a:lnTo>
                <a:moveTo>
                  <a:pt x="1861" y="0"/>
                </a:moveTo>
                <a:lnTo>
                  <a:pt x="1940" y="0"/>
                </a:lnTo>
                <a:lnTo>
                  <a:pt x="1940" y="27"/>
                </a:lnTo>
                <a:lnTo>
                  <a:pt x="1861" y="27"/>
                </a:lnTo>
                <a:lnTo>
                  <a:pt x="1861" y="0"/>
                </a:lnTo>
                <a:moveTo>
                  <a:pt x="1994" y="0"/>
                </a:moveTo>
                <a:lnTo>
                  <a:pt x="2073" y="0"/>
                </a:lnTo>
                <a:lnTo>
                  <a:pt x="2073" y="27"/>
                </a:lnTo>
                <a:lnTo>
                  <a:pt x="1994" y="27"/>
                </a:lnTo>
                <a:lnTo>
                  <a:pt x="1994" y="0"/>
                </a:lnTo>
                <a:moveTo>
                  <a:pt x="2127" y="0"/>
                </a:moveTo>
                <a:lnTo>
                  <a:pt x="2206" y="0"/>
                </a:lnTo>
                <a:lnTo>
                  <a:pt x="2206" y="27"/>
                </a:lnTo>
                <a:lnTo>
                  <a:pt x="2127" y="27"/>
                </a:lnTo>
                <a:lnTo>
                  <a:pt x="2127" y="0"/>
                </a:lnTo>
                <a:moveTo>
                  <a:pt x="2260" y="0"/>
                </a:moveTo>
                <a:lnTo>
                  <a:pt x="2339" y="0"/>
                </a:lnTo>
                <a:lnTo>
                  <a:pt x="2339" y="27"/>
                </a:lnTo>
                <a:lnTo>
                  <a:pt x="2260" y="27"/>
                </a:lnTo>
                <a:lnTo>
                  <a:pt x="2260" y="0"/>
                </a:lnTo>
                <a:moveTo>
                  <a:pt x="2393" y="0"/>
                </a:moveTo>
                <a:lnTo>
                  <a:pt x="2472" y="0"/>
                </a:lnTo>
                <a:lnTo>
                  <a:pt x="2472" y="27"/>
                </a:lnTo>
                <a:lnTo>
                  <a:pt x="2393" y="27"/>
                </a:lnTo>
                <a:lnTo>
                  <a:pt x="2393" y="0"/>
                </a:lnTo>
                <a:moveTo>
                  <a:pt x="2526" y="0"/>
                </a:moveTo>
                <a:lnTo>
                  <a:pt x="2605" y="0"/>
                </a:lnTo>
                <a:lnTo>
                  <a:pt x="2605" y="27"/>
                </a:lnTo>
                <a:lnTo>
                  <a:pt x="2526" y="27"/>
                </a:lnTo>
                <a:lnTo>
                  <a:pt x="2526" y="0"/>
                </a:lnTo>
                <a:moveTo>
                  <a:pt x="2659" y="0"/>
                </a:moveTo>
                <a:lnTo>
                  <a:pt x="2738" y="0"/>
                </a:lnTo>
                <a:lnTo>
                  <a:pt x="2738" y="27"/>
                </a:lnTo>
                <a:lnTo>
                  <a:pt x="2659" y="27"/>
                </a:lnTo>
                <a:lnTo>
                  <a:pt x="2659" y="0"/>
                </a:lnTo>
                <a:moveTo>
                  <a:pt x="2792" y="0"/>
                </a:moveTo>
                <a:lnTo>
                  <a:pt x="2871" y="0"/>
                </a:lnTo>
                <a:lnTo>
                  <a:pt x="2871" y="27"/>
                </a:lnTo>
                <a:lnTo>
                  <a:pt x="2792" y="27"/>
                </a:lnTo>
                <a:lnTo>
                  <a:pt x="2792" y="0"/>
                </a:lnTo>
                <a:moveTo>
                  <a:pt x="2924" y="0"/>
                </a:moveTo>
                <a:lnTo>
                  <a:pt x="3004" y="0"/>
                </a:lnTo>
                <a:lnTo>
                  <a:pt x="3004" y="27"/>
                </a:lnTo>
                <a:lnTo>
                  <a:pt x="2924" y="27"/>
                </a:lnTo>
                <a:lnTo>
                  <a:pt x="2924" y="0"/>
                </a:lnTo>
                <a:moveTo>
                  <a:pt x="3057" y="0"/>
                </a:moveTo>
                <a:lnTo>
                  <a:pt x="3137" y="0"/>
                </a:lnTo>
                <a:lnTo>
                  <a:pt x="3137" y="27"/>
                </a:lnTo>
                <a:lnTo>
                  <a:pt x="3057" y="27"/>
                </a:lnTo>
                <a:lnTo>
                  <a:pt x="3057" y="0"/>
                </a:lnTo>
                <a:moveTo>
                  <a:pt x="3190" y="0"/>
                </a:moveTo>
                <a:lnTo>
                  <a:pt x="3270" y="0"/>
                </a:lnTo>
                <a:lnTo>
                  <a:pt x="3270" y="27"/>
                </a:lnTo>
                <a:lnTo>
                  <a:pt x="3190" y="27"/>
                </a:lnTo>
                <a:lnTo>
                  <a:pt x="3190" y="0"/>
                </a:lnTo>
                <a:moveTo>
                  <a:pt x="3323" y="0"/>
                </a:moveTo>
                <a:lnTo>
                  <a:pt x="3403" y="0"/>
                </a:lnTo>
                <a:lnTo>
                  <a:pt x="3403" y="27"/>
                </a:lnTo>
                <a:lnTo>
                  <a:pt x="3323" y="27"/>
                </a:lnTo>
                <a:lnTo>
                  <a:pt x="3323" y="0"/>
                </a:lnTo>
                <a:moveTo>
                  <a:pt x="3456" y="0"/>
                </a:moveTo>
                <a:lnTo>
                  <a:pt x="3536" y="0"/>
                </a:lnTo>
                <a:lnTo>
                  <a:pt x="3536" y="27"/>
                </a:lnTo>
                <a:lnTo>
                  <a:pt x="3456" y="27"/>
                </a:lnTo>
                <a:lnTo>
                  <a:pt x="3456" y="0"/>
                </a:lnTo>
                <a:moveTo>
                  <a:pt x="3589" y="0"/>
                </a:moveTo>
                <a:lnTo>
                  <a:pt x="3668" y="0"/>
                </a:lnTo>
                <a:lnTo>
                  <a:pt x="3668" y="27"/>
                </a:lnTo>
                <a:lnTo>
                  <a:pt x="3589" y="27"/>
                </a:lnTo>
                <a:lnTo>
                  <a:pt x="3589" y="0"/>
                </a:lnTo>
                <a:moveTo>
                  <a:pt x="3722" y="0"/>
                </a:moveTo>
                <a:lnTo>
                  <a:pt x="3802" y="0"/>
                </a:lnTo>
                <a:lnTo>
                  <a:pt x="3802" y="27"/>
                </a:lnTo>
                <a:lnTo>
                  <a:pt x="3722" y="27"/>
                </a:lnTo>
                <a:lnTo>
                  <a:pt x="3722" y="0"/>
                </a:lnTo>
                <a:moveTo>
                  <a:pt x="3856" y="0"/>
                </a:moveTo>
                <a:lnTo>
                  <a:pt x="3935" y="0"/>
                </a:lnTo>
                <a:lnTo>
                  <a:pt x="3935" y="27"/>
                </a:lnTo>
                <a:lnTo>
                  <a:pt x="3856" y="27"/>
                </a:lnTo>
                <a:lnTo>
                  <a:pt x="3856" y="0"/>
                </a:lnTo>
                <a:moveTo>
                  <a:pt x="3989" y="0"/>
                </a:moveTo>
                <a:lnTo>
                  <a:pt x="4068" y="0"/>
                </a:lnTo>
                <a:lnTo>
                  <a:pt x="4068" y="27"/>
                </a:lnTo>
                <a:lnTo>
                  <a:pt x="3989" y="27"/>
                </a:lnTo>
                <a:lnTo>
                  <a:pt x="3989" y="0"/>
                </a:lnTo>
                <a:moveTo>
                  <a:pt x="4122" y="0"/>
                </a:moveTo>
                <a:lnTo>
                  <a:pt x="4201" y="0"/>
                </a:lnTo>
                <a:lnTo>
                  <a:pt x="4201" y="27"/>
                </a:lnTo>
                <a:lnTo>
                  <a:pt x="4122" y="27"/>
                </a:lnTo>
                <a:lnTo>
                  <a:pt x="4122" y="0"/>
                </a:lnTo>
                <a:moveTo>
                  <a:pt x="4255" y="0"/>
                </a:moveTo>
                <a:lnTo>
                  <a:pt x="4334" y="0"/>
                </a:lnTo>
                <a:lnTo>
                  <a:pt x="4334" y="27"/>
                </a:lnTo>
                <a:lnTo>
                  <a:pt x="4255" y="27"/>
                </a:lnTo>
                <a:lnTo>
                  <a:pt x="4255" y="0"/>
                </a:lnTo>
                <a:moveTo>
                  <a:pt x="4388" y="0"/>
                </a:moveTo>
                <a:lnTo>
                  <a:pt x="4467" y="0"/>
                </a:lnTo>
                <a:lnTo>
                  <a:pt x="4467" y="27"/>
                </a:lnTo>
                <a:lnTo>
                  <a:pt x="4388" y="27"/>
                </a:lnTo>
                <a:lnTo>
                  <a:pt x="4388" y="0"/>
                </a:lnTo>
                <a:moveTo>
                  <a:pt x="4521" y="0"/>
                </a:moveTo>
                <a:lnTo>
                  <a:pt x="4600" y="0"/>
                </a:lnTo>
                <a:lnTo>
                  <a:pt x="4600" y="27"/>
                </a:lnTo>
                <a:lnTo>
                  <a:pt x="4521" y="27"/>
                </a:lnTo>
                <a:lnTo>
                  <a:pt x="4521" y="0"/>
                </a:lnTo>
                <a:moveTo>
                  <a:pt x="4653" y="0"/>
                </a:moveTo>
                <a:lnTo>
                  <a:pt x="4733" y="0"/>
                </a:lnTo>
                <a:lnTo>
                  <a:pt x="4733" y="27"/>
                </a:lnTo>
                <a:lnTo>
                  <a:pt x="4653" y="27"/>
                </a:lnTo>
                <a:lnTo>
                  <a:pt x="4653" y="0"/>
                </a:lnTo>
                <a:moveTo>
                  <a:pt x="4786" y="0"/>
                </a:moveTo>
                <a:lnTo>
                  <a:pt x="4866" y="0"/>
                </a:lnTo>
                <a:lnTo>
                  <a:pt x="4866" y="27"/>
                </a:lnTo>
                <a:lnTo>
                  <a:pt x="4786" y="27"/>
                </a:lnTo>
                <a:lnTo>
                  <a:pt x="4786" y="0"/>
                </a:lnTo>
                <a:moveTo>
                  <a:pt x="4919" y="0"/>
                </a:moveTo>
                <a:lnTo>
                  <a:pt x="4999" y="0"/>
                </a:lnTo>
                <a:lnTo>
                  <a:pt x="4999" y="27"/>
                </a:lnTo>
                <a:lnTo>
                  <a:pt x="4919" y="27"/>
                </a:lnTo>
                <a:lnTo>
                  <a:pt x="4919" y="0"/>
                </a:lnTo>
                <a:moveTo>
                  <a:pt x="5052" y="0"/>
                </a:moveTo>
                <a:lnTo>
                  <a:pt x="5132" y="0"/>
                </a:lnTo>
                <a:lnTo>
                  <a:pt x="5132" y="27"/>
                </a:lnTo>
                <a:lnTo>
                  <a:pt x="5052" y="27"/>
                </a:lnTo>
                <a:lnTo>
                  <a:pt x="5052" y="0"/>
                </a:lnTo>
                <a:moveTo>
                  <a:pt x="5185" y="0"/>
                </a:moveTo>
                <a:lnTo>
                  <a:pt x="5264" y="0"/>
                </a:lnTo>
                <a:lnTo>
                  <a:pt x="5264" y="27"/>
                </a:lnTo>
                <a:lnTo>
                  <a:pt x="5185" y="27"/>
                </a:lnTo>
                <a:lnTo>
                  <a:pt x="5185" y="0"/>
                </a:lnTo>
                <a:moveTo>
                  <a:pt x="5318" y="0"/>
                </a:moveTo>
                <a:lnTo>
                  <a:pt x="5397" y="0"/>
                </a:lnTo>
                <a:lnTo>
                  <a:pt x="5397" y="27"/>
                </a:lnTo>
                <a:lnTo>
                  <a:pt x="5318" y="27"/>
                </a:lnTo>
                <a:lnTo>
                  <a:pt x="5318" y="0"/>
                </a:lnTo>
                <a:moveTo>
                  <a:pt x="5451" y="0"/>
                </a:moveTo>
                <a:lnTo>
                  <a:pt x="5530" y="0"/>
                </a:lnTo>
                <a:lnTo>
                  <a:pt x="5530" y="27"/>
                </a:lnTo>
                <a:lnTo>
                  <a:pt x="5451" y="27"/>
                </a:lnTo>
                <a:lnTo>
                  <a:pt x="5451" y="0"/>
                </a:lnTo>
                <a:moveTo>
                  <a:pt x="5584" y="0"/>
                </a:moveTo>
                <a:lnTo>
                  <a:pt x="5663" y="0"/>
                </a:lnTo>
                <a:lnTo>
                  <a:pt x="5663" y="27"/>
                </a:lnTo>
                <a:lnTo>
                  <a:pt x="5584" y="27"/>
                </a:lnTo>
                <a:lnTo>
                  <a:pt x="558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7" name=""/>
          <p:cNvSpPr/>
          <p:nvPr/>
        </p:nvSpPr>
        <p:spPr>
          <a:xfrm>
            <a:off x="6319800" y="1871640"/>
            <a:ext cx="990720" cy="990720"/>
          </a:xfrm>
          <a:custGeom>
            <a:avLst/>
            <a:gdLst/>
            <a:ahLst/>
            <a:rect l="0" t="0" r="r" b="b"/>
            <a:pathLst>
              <a:path w="2752" h="2752">
                <a:moveTo>
                  <a:pt x="0" y="2607"/>
                </a:moveTo>
                <a:lnTo>
                  <a:pt x="0" y="145"/>
                </a:lnTo>
                <a:cubicBezTo>
                  <a:pt x="0" y="136"/>
                  <a:pt x="1" y="126"/>
                  <a:pt x="2" y="117"/>
                </a:cubicBezTo>
                <a:cubicBezTo>
                  <a:pt x="4" y="107"/>
                  <a:pt x="7" y="98"/>
                  <a:pt x="11" y="89"/>
                </a:cubicBezTo>
                <a:cubicBezTo>
                  <a:pt x="14" y="81"/>
                  <a:pt x="19" y="72"/>
                  <a:pt x="24" y="64"/>
                </a:cubicBezTo>
                <a:cubicBezTo>
                  <a:pt x="29" y="56"/>
                  <a:pt x="35" y="49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1" y="14"/>
                  <a:pt x="89" y="11"/>
                </a:cubicBezTo>
                <a:cubicBezTo>
                  <a:pt x="98" y="7"/>
                  <a:pt x="107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lnTo>
                  <a:pt x="2607" y="0"/>
                </a:lnTo>
                <a:cubicBezTo>
                  <a:pt x="2616" y="0"/>
                  <a:pt x="2626" y="0"/>
                  <a:pt x="2635" y="2"/>
                </a:cubicBezTo>
                <a:cubicBezTo>
                  <a:pt x="2645" y="4"/>
                  <a:pt x="2654" y="7"/>
                  <a:pt x="2662" y="11"/>
                </a:cubicBezTo>
                <a:cubicBezTo>
                  <a:pt x="2671" y="14"/>
                  <a:pt x="2680" y="19"/>
                  <a:pt x="2688" y="24"/>
                </a:cubicBezTo>
                <a:cubicBezTo>
                  <a:pt x="2696" y="29"/>
                  <a:pt x="2703" y="35"/>
                  <a:pt x="2710" y="42"/>
                </a:cubicBezTo>
                <a:cubicBezTo>
                  <a:pt x="2716" y="49"/>
                  <a:pt x="2722" y="56"/>
                  <a:pt x="2728" y="64"/>
                </a:cubicBezTo>
                <a:cubicBezTo>
                  <a:pt x="2733" y="72"/>
                  <a:pt x="2738" y="81"/>
                  <a:pt x="2741" y="89"/>
                </a:cubicBezTo>
                <a:cubicBezTo>
                  <a:pt x="2745" y="98"/>
                  <a:pt x="2748" y="107"/>
                  <a:pt x="2749" y="117"/>
                </a:cubicBezTo>
                <a:cubicBezTo>
                  <a:pt x="2751" y="126"/>
                  <a:pt x="2752" y="136"/>
                  <a:pt x="2752" y="145"/>
                </a:cubicBezTo>
                <a:lnTo>
                  <a:pt x="2752" y="2607"/>
                </a:lnTo>
                <a:cubicBezTo>
                  <a:pt x="2752" y="2616"/>
                  <a:pt x="2751" y="2626"/>
                  <a:pt x="2749" y="2635"/>
                </a:cubicBezTo>
                <a:cubicBezTo>
                  <a:pt x="2748" y="2644"/>
                  <a:pt x="2745" y="2654"/>
                  <a:pt x="2741" y="2662"/>
                </a:cubicBezTo>
                <a:cubicBezTo>
                  <a:pt x="2738" y="2671"/>
                  <a:pt x="2733" y="2680"/>
                  <a:pt x="2728" y="2688"/>
                </a:cubicBezTo>
                <a:cubicBezTo>
                  <a:pt x="2722" y="2695"/>
                  <a:pt x="2716" y="2703"/>
                  <a:pt x="2710" y="2710"/>
                </a:cubicBezTo>
                <a:cubicBezTo>
                  <a:pt x="2703" y="2716"/>
                  <a:pt x="2696" y="2722"/>
                  <a:pt x="2688" y="2728"/>
                </a:cubicBezTo>
                <a:cubicBezTo>
                  <a:pt x="2680" y="2733"/>
                  <a:pt x="2671" y="2737"/>
                  <a:pt x="2662" y="2741"/>
                </a:cubicBezTo>
                <a:cubicBezTo>
                  <a:pt x="2654" y="2745"/>
                  <a:pt x="2645" y="2748"/>
                  <a:pt x="2635" y="2749"/>
                </a:cubicBezTo>
                <a:cubicBezTo>
                  <a:pt x="2626" y="2751"/>
                  <a:pt x="2616" y="2752"/>
                  <a:pt x="2607" y="2752"/>
                </a:cubicBezTo>
                <a:lnTo>
                  <a:pt x="145" y="2752"/>
                </a:lnTo>
                <a:cubicBezTo>
                  <a:pt x="136" y="2752"/>
                  <a:pt x="126" y="2751"/>
                  <a:pt x="117" y="2749"/>
                </a:cubicBezTo>
                <a:cubicBezTo>
                  <a:pt x="107" y="2748"/>
                  <a:pt x="98" y="2745"/>
                  <a:pt x="89" y="2741"/>
                </a:cubicBezTo>
                <a:cubicBezTo>
                  <a:pt x="81" y="2737"/>
                  <a:pt x="72" y="2733"/>
                  <a:pt x="64" y="2728"/>
                </a:cubicBezTo>
                <a:cubicBezTo>
                  <a:pt x="56" y="2722"/>
                  <a:pt x="49" y="2716"/>
                  <a:pt x="42" y="2710"/>
                </a:cubicBezTo>
                <a:cubicBezTo>
                  <a:pt x="35" y="2703"/>
                  <a:pt x="29" y="2695"/>
                  <a:pt x="24" y="2688"/>
                </a:cubicBezTo>
                <a:cubicBezTo>
                  <a:pt x="19" y="2680"/>
                  <a:pt x="14" y="2671"/>
                  <a:pt x="11" y="2662"/>
                </a:cubicBezTo>
                <a:cubicBezTo>
                  <a:pt x="7" y="2654"/>
                  <a:pt x="4" y="2644"/>
                  <a:pt x="2" y="2635"/>
                </a:cubicBezTo>
                <a:cubicBezTo>
                  <a:pt x="1" y="2626"/>
                  <a:pt x="0" y="2616"/>
                  <a:pt x="0" y="2607"/>
                </a:cubicBezTo>
                <a:close/>
              </a:path>
            </a:pathLst>
          </a:custGeom>
          <a:noFill/>
          <a:ln w="9360">
            <a:solidFill>
              <a:srgbClr val="e2e8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58" name="" descr=""/>
          <p:cNvPicPr/>
          <p:nvPr/>
        </p:nvPicPr>
        <p:blipFill>
          <a:blip r:embed="rId2"/>
          <a:stretch/>
        </p:blipFill>
        <p:spPr>
          <a:xfrm>
            <a:off x="6324480" y="1876320"/>
            <a:ext cx="980640" cy="980640"/>
          </a:xfrm>
          <a:prstGeom prst="rect">
            <a:avLst/>
          </a:prstGeom>
          <a:ln w="0">
            <a:noFill/>
          </a:ln>
        </p:spPr>
      </p:pic>
      <p:sp>
        <p:nvSpPr>
          <p:cNvPr id="759" name=""/>
          <p:cNvSpPr txBox="1"/>
          <p:nvPr/>
        </p:nvSpPr>
        <p:spPr>
          <a:xfrm>
            <a:off x="639360" y="3794040"/>
            <a:ext cx="471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besluit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5794920" y="2910960"/>
            <a:ext cx="2320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Edukoppeling-proﬁel (pdf, edustandaard.nl)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6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769" name=""/>
          <p:cNvSpPr/>
          <p:nvPr/>
        </p:nvSpPr>
        <p:spPr>
          <a:xfrm>
            <a:off x="447480" y="22381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439920" y="1272600"/>
            <a:ext cx="7011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Gevraagd: feedback op de structuur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639360" y="2184480"/>
            <a:ext cx="3942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Vandaag vooral: is het document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logisch te volgen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2" name=""/>
          <p:cNvSpPr/>
          <p:nvPr/>
        </p:nvSpPr>
        <p:spPr>
          <a:xfrm>
            <a:off x="447480" y="2790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639360" y="2441520"/>
            <a:ext cx="1008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navigeerbaar?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639360" y="2737080"/>
            <a:ext cx="40788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Inhoudelijke feedback trappen we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vanaf nu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af; modellen,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5" name=""/>
          <p:cNvSpPr/>
          <p:nvPr/>
        </p:nvSpPr>
        <p:spPr>
          <a:xfrm>
            <a:off x="447480" y="33429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639360" y="2994120"/>
            <a:ext cx="3856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authenticatielagen en interactiepatronen itereren door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639360" y="3289320"/>
            <a:ext cx="41871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Alle feedback, structuur en inhoud: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leg het vast als issue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8" name=""/>
          <p:cNvSpPr/>
          <p:nvPr/>
        </p:nvSpPr>
        <p:spPr>
          <a:xfrm>
            <a:off x="5910120" y="1938240"/>
            <a:ext cx="1800720" cy="1800360"/>
          </a:xfrm>
          <a:custGeom>
            <a:avLst/>
            <a:gdLst/>
            <a:ahLst/>
            <a:rect l="0" t="0" r="r" b="b"/>
            <a:pathLst>
              <a:path w="5002" h="5001">
                <a:moveTo>
                  <a:pt x="0" y="4803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9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60" y="4"/>
                </a:cubicBezTo>
                <a:cubicBezTo>
                  <a:pt x="172" y="1"/>
                  <a:pt x="185" y="0"/>
                  <a:pt x="198" y="0"/>
                </a:cubicBezTo>
                <a:lnTo>
                  <a:pt x="4803" y="0"/>
                </a:lnTo>
                <a:cubicBezTo>
                  <a:pt x="4816" y="0"/>
                  <a:pt x="4829" y="1"/>
                  <a:pt x="4842" y="4"/>
                </a:cubicBezTo>
                <a:cubicBezTo>
                  <a:pt x="4855" y="6"/>
                  <a:pt x="4867" y="10"/>
                  <a:pt x="4879" y="15"/>
                </a:cubicBezTo>
                <a:cubicBezTo>
                  <a:pt x="4891" y="20"/>
                  <a:pt x="4902" y="26"/>
                  <a:pt x="4913" y="33"/>
                </a:cubicBezTo>
                <a:cubicBezTo>
                  <a:pt x="4924" y="40"/>
                  <a:pt x="4934" y="49"/>
                  <a:pt x="4943" y="58"/>
                </a:cubicBezTo>
                <a:cubicBezTo>
                  <a:pt x="4953" y="67"/>
                  <a:pt x="4961" y="77"/>
                  <a:pt x="4968" y="88"/>
                </a:cubicBezTo>
                <a:cubicBezTo>
                  <a:pt x="4975" y="99"/>
                  <a:pt x="4981" y="110"/>
                  <a:pt x="4986" y="122"/>
                </a:cubicBezTo>
                <a:cubicBezTo>
                  <a:pt x="4991" y="134"/>
                  <a:pt x="4995" y="147"/>
                  <a:pt x="4998" y="159"/>
                </a:cubicBezTo>
                <a:cubicBezTo>
                  <a:pt x="5000" y="172"/>
                  <a:pt x="5002" y="185"/>
                  <a:pt x="5002" y="198"/>
                </a:cubicBezTo>
                <a:lnTo>
                  <a:pt x="5002" y="4803"/>
                </a:lnTo>
                <a:cubicBezTo>
                  <a:pt x="5002" y="4816"/>
                  <a:pt x="5000" y="4829"/>
                  <a:pt x="4998" y="4842"/>
                </a:cubicBezTo>
                <a:cubicBezTo>
                  <a:pt x="4995" y="4854"/>
                  <a:pt x="4991" y="4867"/>
                  <a:pt x="4986" y="4879"/>
                </a:cubicBezTo>
                <a:cubicBezTo>
                  <a:pt x="4981" y="4891"/>
                  <a:pt x="4975" y="4902"/>
                  <a:pt x="4968" y="4913"/>
                </a:cubicBezTo>
                <a:cubicBezTo>
                  <a:pt x="4961" y="4924"/>
                  <a:pt x="4953" y="4934"/>
                  <a:pt x="4943" y="4943"/>
                </a:cubicBezTo>
                <a:cubicBezTo>
                  <a:pt x="4934" y="4952"/>
                  <a:pt x="4924" y="4961"/>
                  <a:pt x="4913" y="4968"/>
                </a:cubicBezTo>
                <a:cubicBezTo>
                  <a:pt x="4902" y="4975"/>
                  <a:pt x="4891" y="4981"/>
                  <a:pt x="4879" y="4986"/>
                </a:cubicBezTo>
                <a:cubicBezTo>
                  <a:pt x="4867" y="4991"/>
                  <a:pt x="4855" y="4995"/>
                  <a:pt x="4842" y="4998"/>
                </a:cubicBezTo>
                <a:cubicBezTo>
                  <a:pt x="4829" y="5000"/>
                  <a:pt x="4816" y="5001"/>
                  <a:pt x="4803" y="5001"/>
                </a:cubicBezTo>
                <a:lnTo>
                  <a:pt x="198" y="5001"/>
                </a:lnTo>
                <a:cubicBezTo>
                  <a:pt x="185" y="5001"/>
                  <a:pt x="172" y="5000"/>
                  <a:pt x="160" y="4998"/>
                </a:cubicBezTo>
                <a:cubicBezTo>
                  <a:pt x="147" y="4995"/>
                  <a:pt x="134" y="4991"/>
                  <a:pt x="122" y="4986"/>
                </a:cubicBezTo>
                <a:cubicBezTo>
                  <a:pt x="110" y="4981"/>
                  <a:pt x="99" y="4975"/>
                  <a:pt x="88" y="4968"/>
                </a:cubicBezTo>
                <a:cubicBezTo>
                  <a:pt x="77" y="4961"/>
                  <a:pt x="67" y="4952"/>
                  <a:pt x="58" y="4943"/>
                </a:cubicBezTo>
                <a:cubicBezTo>
                  <a:pt x="49" y="4934"/>
                  <a:pt x="41" y="4924"/>
                  <a:pt x="33" y="4913"/>
                </a:cubicBezTo>
                <a:cubicBezTo>
                  <a:pt x="26" y="4902"/>
                  <a:pt x="20" y="4891"/>
                  <a:pt x="15" y="4879"/>
                </a:cubicBezTo>
                <a:cubicBezTo>
                  <a:pt x="10" y="4867"/>
                  <a:pt x="6" y="4854"/>
                  <a:pt x="4" y="4842"/>
                </a:cubicBezTo>
                <a:cubicBezTo>
                  <a:pt x="1" y="4829"/>
                  <a:pt x="0" y="4816"/>
                  <a:pt x="0" y="4803"/>
                </a:cubicBezTo>
                <a:close/>
              </a:path>
            </a:pathLst>
          </a:custGeom>
          <a:noFill/>
          <a:ln w="9360">
            <a:solidFill>
              <a:srgbClr val="e2e8f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79" name="" descr=""/>
          <p:cNvPicPr/>
          <p:nvPr/>
        </p:nvPicPr>
        <p:blipFill>
          <a:blip r:embed="rId2"/>
          <a:stretch/>
        </p:blipFill>
        <p:spPr>
          <a:xfrm>
            <a:off x="5915160" y="1942920"/>
            <a:ext cx="1790280" cy="1790280"/>
          </a:xfrm>
          <a:prstGeom prst="rect">
            <a:avLst/>
          </a:prstGeom>
          <a:ln w="0">
            <a:noFill/>
          </a:ln>
        </p:spPr>
      </p:pic>
      <p:sp>
        <p:nvSpPr>
          <p:cNvPr id="780" name=""/>
          <p:cNvSpPr txBox="1"/>
          <p:nvPr/>
        </p:nvSpPr>
        <p:spPr>
          <a:xfrm>
            <a:off x="639360" y="3537000"/>
            <a:ext cx="13572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onder OKx Public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5970960" y="3820680"/>
            <a:ext cx="17715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github.com/Npuls-OKx/Public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8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8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790" name=""/>
          <p:cNvSpPr txBox="1"/>
          <p:nvPr/>
        </p:nvSpPr>
        <p:spPr>
          <a:xfrm>
            <a:off x="440964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5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3722400" y="2566440"/>
            <a:ext cx="226404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Planning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9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9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00" name=""/>
          <p:cNvSpPr/>
          <p:nvPr/>
        </p:nvSpPr>
        <p:spPr>
          <a:xfrm>
            <a:off x="928440" y="2390760"/>
            <a:ext cx="2277000" cy="700200"/>
          </a:xfrm>
          <a:custGeom>
            <a:avLst/>
            <a:gdLst/>
            <a:ahLst/>
            <a:rect l="0" t="0" r="r" b="b"/>
            <a:pathLst>
              <a:path w="6325" h="1945">
                <a:moveTo>
                  <a:pt x="0" y="1641"/>
                </a:moveTo>
                <a:lnTo>
                  <a:pt x="0" y="265"/>
                </a:lnTo>
                <a:cubicBezTo>
                  <a:pt x="0" y="248"/>
                  <a:pt x="2" y="231"/>
                  <a:pt x="6" y="214"/>
                </a:cubicBezTo>
                <a:cubicBezTo>
                  <a:pt x="10" y="196"/>
                  <a:pt x="16" y="180"/>
                  <a:pt x="23" y="164"/>
                </a:cubicBezTo>
                <a:cubicBezTo>
                  <a:pt x="31" y="147"/>
                  <a:pt x="40" y="132"/>
                  <a:pt x="51" y="117"/>
                </a:cubicBezTo>
                <a:cubicBezTo>
                  <a:pt x="63" y="103"/>
                  <a:pt x="75" y="89"/>
                  <a:pt x="89" y="77"/>
                </a:cubicBezTo>
                <a:cubicBezTo>
                  <a:pt x="103" y="65"/>
                  <a:pt x="119" y="54"/>
                  <a:pt x="135" y="44"/>
                </a:cubicBezTo>
                <a:cubicBezTo>
                  <a:pt x="152" y="34"/>
                  <a:pt x="170" y="26"/>
                  <a:pt x="188" y="20"/>
                </a:cubicBezTo>
                <a:cubicBezTo>
                  <a:pt x="206" y="13"/>
                  <a:pt x="226" y="8"/>
                  <a:pt x="245" y="5"/>
                </a:cubicBezTo>
                <a:cubicBezTo>
                  <a:pt x="265" y="1"/>
                  <a:pt x="284" y="0"/>
                  <a:pt x="304" y="0"/>
                </a:cubicBezTo>
                <a:lnTo>
                  <a:pt x="6020" y="0"/>
                </a:lnTo>
                <a:cubicBezTo>
                  <a:pt x="6040" y="0"/>
                  <a:pt x="6060" y="1"/>
                  <a:pt x="6080" y="5"/>
                </a:cubicBezTo>
                <a:cubicBezTo>
                  <a:pt x="6099" y="8"/>
                  <a:pt x="6118" y="13"/>
                  <a:pt x="6137" y="20"/>
                </a:cubicBezTo>
                <a:cubicBezTo>
                  <a:pt x="6155" y="26"/>
                  <a:pt x="6173" y="34"/>
                  <a:pt x="6190" y="44"/>
                </a:cubicBezTo>
                <a:cubicBezTo>
                  <a:pt x="6206" y="54"/>
                  <a:pt x="6221" y="65"/>
                  <a:pt x="6236" y="77"/>
                </a:cubicBezTo>
                <a:cubicBezTo>
                  <a:pt x="6250" y="89"/>
                  <a:pt x="6262" y="103"/>
                  <a:pt x="6273" y="117"/>
                </a:cubicBezTo>
                <a:cubicBezTo>
                  <a:pt x="6285" y="132"/>
                  <a:pt x="6294" y="147"/>
                  <a:pt x="6302" y="164"/>
                </a:cubicBezTo>
                <a:cubicBezTo>
                  <a:pt x="6309" y="180"/>
                  <a:pt x="6315" y="196"/>
                  <a:pt x="6319" y="214"/>
                </a:cubicBezTo>
                <a:cubicBezTo>
                  <a:pt x="6323" y="231"/>
                  <a:pt x="6325" y="248"/>
                  <a:pt x="6325" y="265"/>
                </a:cubicBezTo>
                <a:lnTo>
                  <a:pt x="6325" y="1641"/>
                </a:lnTo>
                <a:cubicBezTo>
                  <a:pt x="6325" y="1661"/>
                  <a:pt x="6323" y="1681"/>
                  <a:pt x="6319" y="1700"/>
                </a:cubicBezTo>
                <a:cubicBezTo>
                  <a:pt x="6315" y="1720"/>
                  <a:pt x="6309" y="1739"/>
                  <a:pt x="6302" y="1757"/>
                </a:cubicBezTo>
                <a:cubicBezTo>
                  <a:pt x="6294" y="1776"/>
                  <a:pt x="6285" y="1793"/>
                  <a:pt x="6273" y="1810"/>
                </a:cubicBezTo>
                <a:cubicBezTo>
                  <a:pt x="6262" y="1827"/>
                  <a:pt x="6250" y="1842"/>
                  <a:pt x="6236" y="1856"/>
                </a:cubicBezTo>
                <a:cubicBezTo>
                  <a:pt x="6221" y="1870"/>
                  <a:pt x="6206" y="1883"/>
                  <a:pt x="6190" y="1894"/>
                </a:cubicBezTo>
                <a:cubicBezTo>
                  <a:pt x="6173" y="1905"/>
                  <a:pt x="6155" y="1914"/>
                  <a:pt x="6137" y="1922"/>
                </a:cubicBezTo>
                <a:cubicBezTo>
                  <a:pt x="6118" y="1930"/>
                  <a:pt x="6099" y="1935"/>
                  <a:pt x="6080" y="1939"/>
                </a:cubicBezTo>
                <a:cubicBezTo>
                  <a:pt x="6060" y="1943"/>
                  <a:pt x="6040" y="1945"/>
                  <a:pt x="6020" y="1945"/>
                </a:cubicBezTo>
                <a:lnTo>
                  <a:pt x="304" y="1945"/>
                </a:lnTo>
                <a:cubicBezTo>
                  <a:pt x="284" y="1945"/>
                  <a:pt x="265" y="1943"/>
                  <a:pt x="245" y="1939"/>
                </a:cubicBezTo>
                <a:cubicBezTo>
                  <a:pt x="226" y="1935"/>
                  <a:pt x="206" y="1930"/>
                  <a:pt x="188" y="1922"/>
                </a:cubicBezTo>
                <a:cubicBezTo>
                  <a:pt x="170" y="1914"/>
                  <a:pt x="152" y="1905"/>
                  <a:pt x="135" y="1894"/>
                </a:cubicBezTo>
                <a:cubicBezTo>
                  <a:pt x="119" y="1883"/>
                  <a:pt x="103" y="1870"/>
                  <a:pt x="89" y="1856"/>
                </a:cubicBezTo>
                <a:cubicBezTo>
                  <a:pt x="75" y="1842"/>
                  <a:pt x="63" y="1827"/>
                  <a:pt x="51" y="1810"/>
                </a:cubicBezTo>
                <a:cubicBezTo>
                  <a:pt x="40" y="1793"/>
                  <a:pt x="31" y="1776"/>
                  <a:pt x="23" y="1757"/>
                </a:cubicBezTo>
                <a:cubicBezTo>
                  <a:pt x="16" y="1739"/>
                  <a:pt x="10" y="1720"/>
                  <a:pt x="6" y="1700"/>
                </a:cubicBezTo>
                <a:cubicBezTo>
                  <a:pt x="2" y="1681"/>
                  <a:pt x="0" y="1661"/>
                  <a:pt x="0" y="16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1" name=""/>
          <p:cNvSpPr/>
          <p:nvPr/>
        </p:nvSpPr>
        <p:spPr>
          <a:xfrm>
            <a:off x="92376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2" name=""/>
          <p:cNvSpPr/>
          <p:nvPr/>
        </p:nvSpPr>
        <p:spPr>
          <a:xfrm>
            <a:off x="92376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3" name=""/>
          <p:cNvSpPr/>
          <p:nvPr/>
        </p:nvSpPr>
        <p:spPr>
          <a:xfrm>
            <a:off x="92376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4" name=""/>
          <p:cNvSpPr/>
          <p:nvPr/>
        </p:nvSpPr>
        <p:spPr>
          <a:xfrm>
            <a:off x="92376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5" name=""/>
          <p:cNvSpPr txBox="1"/>
          <p:nvPr/>
        </p:nvSpPr>
        <p:spPr>
          <a:xfrm>
            <a:off x="439920" y="1586880"/>
            <a:ext cx="1695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Planning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6" name=""/>
          <p:cNvSpPr txBox="1"/>
          <p:nvPr/>
        </p:nvSpPr>
        <p:spPr>
          <a:xfrm>
            <a:off x="1729800" y="2565360"/>
            <a:ext cx="7794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Issuebord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1467720" y="2812680"/>
            <a:ext cx="13539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openbaar, op OKx Public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8" name=""/>
          <p:cNvSpPr/>
          <p:nvPr/>
        </p:nvSpPr>
        <p:spPr>
          <a:xfrm>
            <a:off x="3528720" y="2390760"/>
            <a:ext cx="2277000" cy="700200"/>
          </a:xfrm>
          <a:custGeom>
            <a:avLst/>
            <a:gdLst/>
            <a:ahLst/>
            <a:rect l="0" t="0" r="r" b="b"/>
            <a:pathLst>
              <a:path w="6325" h="1945">
                <a:moveTo>
                  <a:pt x="0" y="1641"/>
                </a:moveTo>
                <a:lnTo>
                  <a:pt x="0" y="265"/>
                </a:lnTo>
                <a:cubicBezTo>
                  <a:pt x="0" y="248"/>
                  <a:pt x="2" y="231"/>
                  <a:pt x="6" y="214"/>
                </a:cubicBezTo>
                <a:cubicBezTo>
                  <a:pt x="10" y="196"/>
                  <a:pt x="16" y="180"/>
                  <a:pt x="23" y="164"/>
                </a:cubicBezTo>
                <a:cubicBezTo>
                  <a:pt x="31" y="147"/>
                  <a:pt x="40" y="132"/>
                  <a:pt x="52" y="117"/>
                </a:cubicBezTo>
                <a:cubicBezTo>
                  <a:pt x="63" y="103"/>
                  <a:pt x="75" y="89"/>
                  <a:pt x="89" y="77"/>
                </a:cubicBezTo>
                <a:cubicBezTo>
                  <a:pt x="104" y="65"/>
                  <a:pt x="119" y="54"/>
                  <a:pt x="136" y="44"/>
                </a:cubicBezTo>
                <a:cubicBezTo>
                  <a:pt x="152" y="34"/>
                  <a:pt x="170" y="26"/>
                  <a:pt x="188" y="20"/>
                </a:cubicBezTo>
                <a:cubicBezTo>
                  <a:pt x="207" y="13"/>
                  <a:pt x="226" y="8"/>
                  <a:pt x="245" y="5"/>
                </a:cubicBezTo>
                <a:cubicBezTo>
                  <a:pt x="265" y="1"/>
                  <a:pt x="285" y="0"/>
                  <a:pt x="305" y="0"/>
                </a:cubicBezTo>
                <a:lnTo>
                  <a:pt x="6021" y="0"/>
                </a:lnTo>
                <a:cubicBezTo>
                  <a:pt x="6041" y="0"/>
                  <a:pt x="6060" y="1"/>
                  <a:pt x="6080" y="5"/>
                </a:cubicBezTo>
                <a:cubicBezTo>
                  <a:pt x="6100" y="8"/>
                  <a:pt x="6119" y="13"/>
                  <a:pt x="6137" y="20"/>
                </a:cubicBezTo>
                <a:cubicBezTo>
                  <a:pt x="6155" y="26"/>
                  <a:pt x="6173" y="34"/>
                  <a:pt x="6190" y="44"/>
                </a:cubicBezTo>
                <a:cubicBezTo>
                  <a:pt x="6206" y="54"/>
                  <a:pt x="6222" y="65"/>
                  <a:pt x="6236" y="77"/>
                </a:cubicBezTo>
                <a:cubicBezTo>
                  <a:pt x="6250" y="89"/>
                  <a:pt x="6262" y="103"/>
                  <a:pt x="6274" y="117"/>
                </a:cubicBezTo>
                <a:cubicBezTo>
                  <a:pt x="6285" y="132"/>
                  <a:pt x="6294" y="147"/>
                  <a:pt x="6302" y="164"/>
                </a:cubicBezTo>
                <a:cubicBezTo>
                  <a:pt x="6309" y="180"/>
                  <a:pt x="6315" y="196"/>
                  <a:pt x="6319" y="214"/>
                </a:cubicBezTo>
                <a:cubicBezTo>
                  <a:pt x="6323" y="231"/>
                  <a:pt x="6325" y="248"/>
                  <a:pt x="6325" y="265"/>
                </a:cubicBezTo>
                <a:lnTo>
                  <a:pt x="6325" y="1641"/>
                </a:lnTo>
                <a:cubicBezTo>
                  <a:pt x="6325" y="1661"/>
                  <a:pt x="6323" y="1681"/>
                  <a:pt x="6319" y="1700"/>
                </a:cubicBezTo>
                <a:cubicBezTo>
                  <a:pt x="6315" y="1720"/>
                  <a:pt x="6309" y="1739"/>
                  <a:pt x="6302" y="1757"/>
                </a:cubicBezTo>
                <a:cubicBezTo>
                  <a:pt x="6294" y="1776"/>
                  <a:pt x="6285" y="1793"/>
                  <a:pt x="6274" y="1810"/>
                </a:cubicBezTo>
                <a:cubicBezTo>
                  <a:pt x="6262" y="1827"/>
                  <a:pt x="6250" y="1842"/>
                  <a:pt x="6236" y="1856"/>
                </a:cubicBezTo>
                <a:cubicBezTo>
                  <a:pt x="6222" y="1870"/>
                  <a:pt x="6206" y="1883"/>
                  <a:pt x="6190" y="1894"/>
                </a:cubicBezTo>
                <a:cubicBezTo>
                  <a:pt x="6173" y="1905"/>
                  <a:pt x="6155" y="1914"/>
                  <a:pt x="6137" y="1922"/>
                </a:cubicBezTo>
                <a:cubicBezTo>
                  <a:pt x="6119" y="1930"/>
                  <a:pt x="6100" y="1935"/>
                  <a:pt x="6080" y="1939"/>
                </a:cubicBezTo>
                <a:cubicBezTo>
                  <a:pt x="6060" y="1943"/>
                  <a:pt x="6041" y="1945"/>
                  <a:pt x="6021" y="1945"/>
                </a:cubicBezTo>
                <a:lnTo>
                  <a:pt x="305" y="1945"/>
                </a:lnTo>
                <a:cubicBezTo>
                  <a:pt x="285" y="1945"/>
                  <a:pt x="265" y="1943"/>
                  <a:pt x="245" y="1939"/>
                </a:cubicBezTo>
                <a:cubicBezTo>
                  <a:pt x="226" y="1935"/>
                  <a:pt x="207" y="1930"/>
                  <a:pt x="188" y="1922"/>
                </a:cubicBezTo>
                <a:cubicBezTo>
                  <a:pt x="170" y="1914"/>
                  <a:pt x="152" y="1905"/>
                  <a:pt x="136" y="1894"/>
                </a:cubicBezTo>
                <a:cubicBezTo>
                  <a:pt x="119" y="1883"/>
                  <a:pt x="104" y="1870"/>
                  <a:pt x="89" y="1856"/>
                </a:cubicBezTo>
                <a:cubicBezTo>
                  <a:pt x="75" y="1842"/>
                  <a:pt x="63" y="1827"/>
                  <a:pt x="52" y="1810"/>
                </a:cubicBezTo>
                <a:cubicBezTo>
                  <a:pt x="40" y="1793"/>
                  <a:pt x="31" y="1776"/>
                  <a:pt x="23" y="1757"/>
                </a:cubicBezTo>
                <a:cubicBezTo>
                  <a:pt x="16" y="1739"/>
                  <a:pt x="10" y="1720"/>
                  <a:pt x="6" y="1700"/>
                </a:cubicBezTo>
                <a:cubicBezTo>
                  <a:pt x="2" y="1681"/>
                  <a:pt x="0" y="1661"/>
                  <a:pt x="0" y="16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9" name=""/>
          <p:cNvSpPr/>
          <p:nvPr/>
        </p:nvSpPr>
        <p:spPr>
          <a:xfrm>
            <a:off x="352404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0" name=""/>
          <p:cNvSpPr/>
          <p:nvPr/>
        </p:nvSpPr>
        <p:spPr>
          <a:xfrm>
            <a:off x="352404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1" name=""/>
          <p:cNvSpPr/>
          <p:nvPr/>
        </p:nvSpPr>
        <p:spPr>
          <a:xfrm>
            <a:off x="352404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2" name=""/>
          <p:cNvSpPr/>
          <p:nvPr/>
        </p:nvSpPr>
        <p:spPr>
          <a:xfrm>
            <a:off x="352404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3271680" y="260712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3919680" y="2565360"/>
            <a:ext cx="1745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Reﬁnen en prioriteren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4281480" y="2812680"/>
            <a:ext cx="875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in de kerngroep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6" name=""/>
          <p:cNvSpPr/>
          <p:nvPr/>
        </p:nvSpPr>
        <p:spPr>
          <a:xfrm>
            <a:off x="6129000" y="2390760"/>
            <a:ext cx="2277000" cy="700200"/>
          </a:xfrm>
          <a:custGeom>
            <a:avLst/>
            <a:gdLst/>
            <a:ahLst/>
            <a:rect l="0" t="0" r="r" b="b"/>
            <a:pathLst>
              <a:path w="6325" h="1945">
                <a:moveTo>
                  <a:pt x="0" y="1641"/>
                </a:moveTo>
                <a:lnTo>
                  <a:pt x="0" y="265"/>
                </a:lnTo>
                <a:cubicBezTo>
                  <a:pt x="0" y="248"/>
                  <a:pt x="2" y="231"/>
                  <a:pt x="6" y="214"/>
                </a:cubicBezTo>
                <a:cubicBezTo>
                  <a:pt x="10" y="196"/>
                  <a:pt x="16" y="180"/>
                  <a:pt x="24" y="164"/>
                </a:cubicBezTo>
                <a:cubicBezTo>
                  <a:pt x="31" y="147"/>
                  <a:pt x="41" y="132"/>
                  <a:pt x="52" y="117"/>
                </a:cubicBezTo>
                <a:cubicBezTo>
                  <a:pt x="63" y="103"/>
                  <a:pt x="75" y="89"/>
                  <a:pt x="90" y="77"/>
                </a:cubicBezTo>
                <a:cubicBezTo>
                  <a:pt x="104" y="65"/>
                  <a:pt x="119" y="54"/>
                  <a:pt x="136" y="44"/>
                </a:cubicBezTo>
                <a:cubicBezTo>
                  <a:pt x="152" y="34"/>
                  <a:pt x="170" y="26"/>
                  <a:pt x="188" y="20"/>
                </a:cubicBezTo>
                <a:cubicBezTo>
                  <a:pt x="207" y="13"/>
                  <a:pt x="226" y="8"/>
                  <a:pt x="245" y="5"/>
                </a:cubicBezTo>
                <a:cubicBezTo>
                  <a:pt x="265" y="1"/>
                  <a:pt x="285" y="0"/>
                  <a:pt x="305" y="0"/>
                </a:cubicBezTo>
                <a:lnTo>
                  <a:pt x="6021" y="0"/>
                </a:lnTo>
                <a:cubicBezTo>
                  <a:pt x="6041" y="0"/>
                  <a:pt x="6060" y="1"/>
                  <a:pt x="6080" y="5"/>
                </a:cubicBezTo>
                <a:cubicBezTo>
                  <a:pt x="6100" y="8"/>
                  <a:pt x="6119" y="13"/>
                  <a:pt x="6137" y="20"/>
                </a:cubicBezTo>
                <a:cubicBezTo>
                  <a:pt x="6156" y="26"/>
                  <a:pt x="6173" y="34"/>
                  <a:pt x="6190" y="44"/>
                </a:cubicBezTo>
                <a:cubicBezTo>
                  <a:pt x="6206" y="54"/>
                  <a:pt x="6222" y="65"/>
                  <a:pt x="6236" y="77"/>
                </a:cubicBezTo>
                <a:cubicBezTo>
                  <a:pt x="6250" y="89"/>
                  <a:pt x="6263" y="103"/>
                  <a:pt x="6274" y="117"/>
                </a:cubicBezTo>
                <a:cubicBezTo>
                  <a:pt x="6285" y="132"/>
                  <a:pt x="6294" y="147"/>
                  <a:pt x="6302" y="164"/>
                </a:cubicBezTo>
                <a:cubicBezTo>
                  <a:pt x="6309" y="180"/>
                  <a:pt x="6315" y="196"/>
                  <a:pt x="6319" y="214"/>
                </a:cubicBezTo>
                <a:cubicBezTo>
                  <a:pt x="6323" y="231"/>
                  <a:pt x="6325" y="248"/>
                  <a:pt x="6325" y="265"/>
                </a:cubicBezTo>
                <a:lnTo>
                  <a:pt x="6325" y="1641"/>
                </a:lnTo>
                <a:cubicBezTo>
                  <a:pt x="6325" y="1661"/>
                  <a:pt x="6323" y="1681"/>
                  <a:pt x="6319" y="1700"/>
                </a:cubicBezTo>
                <a:cubicBezTo>
                  <a:pt x="6315" y="1720"/>
                  <a:pt x="6309" y="1739"/>
                  <a:pt x="6302" y="1757"/>
                </a:cubicBezTo>
                <a:cubicBezTo>
                  <a:pt x="6294" y="1776"/>
                  <a:pt x="6285" y="1793"/>
                  <a:pt x="6274" y="1810"/>
                </a:cubicBezTo>
                <a:cubicBezTo>
                  <a:pt x="6263" y="1827"/>
                  <a:pt x="6250" y="1842"/>
                  <a:pt x="6236" y="1856"/>
                </a:cubicBezTo>
                <a:cubicBezTo>
                  <a:pt x="6222" y="1870"/>
                  <a:pt x="6206" y="1883"/>
                  <a:pt x="6190" y="1894"/>
                </a:cubicBezTo>
                <a:cubicBezTo>
                  <a:pt x="6173" y="1905"/>
                  <a:pt x="6156" y="1914"/>
                  <a:pt x="6137" y="1922"/>
                </a:cubicBezTo>
                <a:cubicBezTo>
                  <a:pt x="6119" y="1930"/>
                  <a:pt x="6100" y="1935"/>
                  <a:pt x="6080" y="1939"/>
                </a:cubicBezTo>
                <a:cubicBezTo>
                  <a:pt x="6060" y="1943"/>
                  <a:pt x="6041" y="1945"/>
                  <a:pt x="6021" y="1945"/>
                </a:cubicBezTo>
                <a:lnTo>
                  <a:pt x="305" y="1945"/>
                </a:lnTo>
                <a:cubicBezTo>
                  <a:pt x="285" y="1945"/>
                  <a:pt x="265" y="1943"/>
                  <a:pt x="245" y="1939"/>
                </a:cubicBezTo>
                <a:cubicBezTo>
                  <a:pt x="226" y="1935"/>
                  <a:pt x="207" y="1930"/>
                  <a:pt x="188" y="1922"/>
                </a:cubicBezTo>
                <a:cubicBezTo>
                  <a:pt x="170" y="1914"/>
                  <a:pt x="152" y="1905"/>
                  <a:pt x="136" y="1894"/>
                </a:cubicBezTo>
                <a:cubicBezTo>
                  <a:pt x="119" y="1883"/>
                  <a:pt x="104" y="1870"/>
                  <a:pt x="90" y="1856"/>
                </a:cubicBezTo>
                <a:cubicBezTo>
                  <a:pt x="75" y="1842"/>
                  <a:pt x="63" y="1827"/>
                  <a:pt x="52" y="1810"/>
                </a:cubicBezTo>
                <a:cubicBezTo>
                  <a:pt x="41" y="1793"/>
                  <a:pt x="31" y="1776"/>
                  <a:pt x="24" y="1757"/>
                </a:cubicBezTo>
                <a:cubicBezTo>
                  <a:pt x="16" y="1739"/>
                  <a:pt x="10" y="1720"/>
                  <a:pt x="6" y="1700"/>
                </a:cubicBezTo>
                <a:cubicBezTo>
                  <a:pt x="2" y="1681"/>
                  <a:pt x="0" y="1661"/>
                  <a:pt x="0" y="164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7" name=""/>
          <p:cNvSpPr/>
          <p:nvPr/>
        </p:nvSpPr>
        <p:spPr>
          <a:xfrm>
            <a:off x="612432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8" name=""/>
          <p:cNvSpPr/>
          <p:nvPr/>
        </p:nvSpPr>
        <p:spPr>
          <a:xfrm>
            <a:off x="612432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9" name=""/>
          <p:cNvSpPr/>
          <p:nvPr/>
        </p:nvSpPr>
        <p:spPr>
          <a:xfrm>
            <a:off x="612432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0" name=""/>
          <p:cNvSpPr/>
          <p:nvPr/>
        </p:nvSpPr>
        <p:spPr>
          <a:xfrm>
            <a:off x="6124320" y="2371680"/>
            <a:ext cx="2286360" cy="723960"/>
          </a:xfrm>
          <a:custGeom>
            <a:avLst/>
            <a:gdLst/>
            <a:ahLst/>
            <a:rect l="0" t="0" r="r" b="b"/>
            <a:pathLst>
              <a:path w="6351" h="2011">
                <a:moveTo>
                  <a:pt x="0" y="0"/>
                </a:moveTo>
                <a:lnTo>
                  <a:pt x="6351" y="0"/>
                </a:lnTo>
                <a:lnTo>
                  <a:pt x="6351" y="2011"/>
                </a:lnTo>
                <a:lnTo>
                  <a:pt x="0" y="201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5871240" y="260712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6914160" y="2565360"/>
            <a:ext cx="794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Oppakken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6876000" y="2812680"/>
            <a:ext cx="9061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wie ruimte heeft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2862360" y="3327840"/>
            <a:ext cx="40269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6b7280"/>
                </a:solidFill>
                <a:latin typeface="Arial"/>
                <a:ea typeface="Arial"/>
              </a:rPr>
              <a:t>Zichtbaar voor iedereen, zonder claim op andermans agenda.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30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32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33" name=""/>
          <p:cNvSpPr/>
          <p:nvPr/>
        </p:nvSpPr>
        <p:spPr>
          <a:xfrm>
            <a:off x="461880" y="1971360"/>
            <a:ext cx="1857600" cy="691200"/>
          </a:xfrm>
          <a:custGeom>
            <a:avLst/>
            <a:gdLst/>
            <a:ahLst/>
            <a:rect l="0" t="0" r="r" b="b"/>
            <a:pathLst>
              <a:path w="5160" h="1920">
                <a:moveTo>
                  <a:pt x="0" y="1615"/>
                </a:moveTo>
                <a:lnTo>
                  <a:pt x="0" y="265"/>
                </a:lnTo>
                <a:cubicBezTo>
                  <a:pt x="0" y="248"/>
                  <a:pt x="2" y="230"/>
                  <a:pt x="6" y="213"/>
                </a:cubicBezTo>
                <a:cubicBezTo>
                  <a:pt x="9" y="196"/>
                  <a:pt x="15" y="180"/>
                  <a:pt x="23" y="164"/>
                </a:cubicBezTo>
                <a:cubicBezTo>
                  <a:pt x="31" y="148"/>
                  <a:pt x="40" y="132"/>
                  <a:pt x="51" y="118"/>
                </a:cubicBezTo>
                <a:cubicBezTo>
                  <a:pt x="62" y="104"/>
                  <a:pt x="75" y="90"/>
                  <a:pt x="89" y="78"/>
                </a:cubicBezTo>
                <a:cubicBezTo>
                  <a:pt x="103" y="66"/>
                  <a:pt x="118" y="55"/>
                  <a:pt x="135" y="45"/>
                </a:cubicBezTo>
                <a:cubicBezTo>
                  <a:pt x="152" y="35"/>
                  <a:pt x="169" y="27"/>
                  <a:pt x="188" y="21"/>
                </a:cubicBezTo>
                <a:cubicBezTo>
                  <a:pt x="206" y="14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4856" y="0"/>
                </a:lnTo>
                <a:cubicBezTo>
                  <a:pt x="4876" y="0"/>
                  <a:pt x="4896" y="2"/>
                  <a:pt x="4915" y="5"/>
                </a:cubicBezTo>
                <a:cubicBezTo>
                  <a:pt x="4935" y="9"/>
                  <a:pt x="4954" y="14"/>
                  <a:pt x="4972" y="21"/>
                </a:cubicBezTo>
                <a:cubicBezTo>
                  <a:pt x="4991" y="27"/>
                  <a:pt x="5008" y="35"/>
                  <a:pt x="5025" y="45"/>
                </a:cubicBezTo>
                <a:cubicBezTo>
                  <a:pt x="5041" y="55"/>
                  <a:pt x="5057" y="66"/>
                  <a:pt x="5071" y="78"/>
                </a:cubicBezTo>
                <a:cubicBezTo>
                  <a:pt x="5085" y="90"/>
                  <a:pt x="5098" y="104"/>
                  <a:pt x="5109" y="118"/>
                </a:cubicBezTo>
                <a:cubicBezTo>
                  <a:pt x="5120" y="132"/>
                  <a:pt x="5129" y="148"/>
                  <a:pt x="5137" y="164"/>
                </a:cubicBezTo>
                <a:cubicBezTo>
                  <a:pt x="5145" y="180"/>
                  <a:pt x="5150" y="196"/>
                  <a:pt x="5154" y="213"/>
                </a:cubicBezTo>
                <a:cubicBezTo>
                  <a:pt x="5158" y="230"/>
                  <a:pt x="5160" y="248"/>
                  <a:pt x="5160" y="265"/>
                </a:cubicBezTo>
                <a:lnTo>
                  <a:pt x="5160" y="1615"/>
                </a:lnTo>
                <a:cubicBezTo>
                  <a:pt x="5160" y="1635"/>
                  <a:pt x="5158" y="1655"/>
                  <a:pt x="5154" y="1675"/>
                </a:cubicBezTo>
                <a:cubicBezTo>
                  <a:pt x="5150" y="1694"/>
                  <a:pt x="5145" y="1713"/>
                  <a:pt x="5137" y="1732"/>
                </a:cubicBezTo>
                <a:cubicBezTo>
                  <a:pt x="5129" y="1750"/>
                  <a:pt x="5120" y="1768"/>
                  <a:pt x="5109" y="1784"/>
                </a:cubicBezTo>
                <a:cubicBezTo>
                  <a:pt x="5098" y="1801"/>
                  <a:pt x="5085" y="1816"/>
                  <a:pt x="5071" y="1830"/>
                </a:cubicBezTo>
                <a:cubicBezTo>
                  <a:pt x="5057" y="1845"/>
                  <a:pt x="5041" y="1857"/>
                  <a:pt x="5025" y="1868"/>
                </a:cubicBezTo>
                <a:cubicBezTo>
                  <a:pt x="5008" y="1879"/>
                  <a:pt x="4991" y="1889"/>
                  <a:pt x="4972" y="1896"/>
                </a:cubicBezTo>
                <a:cubicBezTo>
                  <a:pt x="4954" y="1904"/>
                  <a:pt x="4935" y="1910"/>
                  <a:pt x="4915" y="1914"/>
                </a:cubicBezTo>
                <a:cubicBezTo>
                  <a:pt x="4896" y="1918"/>
                  <a:pt x="4876" y="1920"/>
                  <a:pt x="4856" y="1920"/>
                </a:cubicBezTo>
                <a:lnTo>
                  <a:pt x="304" y="1920"/>
                </a:lnTo>
                <a:cubicBezTo>
                  <a:pt x="284" y="1920"/>
                  <a:pt x="264" y="1918"/>
                  <a:pt x="245" y="1914"/>
                </a:cubicBezTo>
                <a:cubicBezTo>
                  <a:pt x="225" y="1910"/>
                  <a:pt x="206" y="1904"/>
                  <a:pt x="188" y="1896"/>
                </a:cubicBezTo>
                <a:cubicBezTo>
                  <a:pt x="169" y="1889"/>
                  <a:pt x="152" y="1879"/>
                  <a:pt x="135" y="1868"/>
                </a:cubicBezTo>
                <a:cubicBezTo>
                  <a:pt x="118" y="1857"/>
                  <a:pt x="103" y="1845"/>
                  <a:pt x="89" y="1830"/>
                </a:cubicBezTo>
                <a:cubicBezTo>
                  <a:pt x="75" y="1816"/>
                  <a:pt x="62" y="1801"/>
                  <a:pt x="51" y="1784"/>
                </a:cubicBezTo>
                <a:cubicBezTo>
                  <a:pt x="40" y="1768"/>
                  <a:pt x="31" y="1750"/>
                  <a:pt x="23" y="1732"/>
                </a:cubicBezTo>
                <a:cubicBezTo>
                  <a:pt x="15" y="1713"/>
                  <a:pt x="9" y="1694"/>
                  <a:pt x="6" y="1675"/>
                </a:cubicBezTo>
                <a:cubicBezTo>
                  <a:pt x="2" y="1655"/>
                  <a:pt x="0" y="1635"/>
                  <a:pt x="0" y="16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4" name=""/>
          <p:cNvSpPr/>
          <p:nvPr/>
        </p:nvSpPr>
        <p:spPr>
          <a:xfrm>
            <a:off x="456840" y="1952280"/>
            <a:ext cx="1867320" cy="714960"/>
          </a:xfrm>
          <a:custGeom>
            <a:avLst/>
            <a:gdLst/>
            <a:ahLst/>
            <a:rect l="0" t="0" r="r" b="b"/>
            <a:pathLst>
              <a:path w="5187" h="1986">
                <a:moveTo>
                  <a:pt x="0" y="0"/>
                </a:moveTo>
                <a:lnTo>
                  <a:pt x="5187" y="0"/>
                </a:lnTo>
                <a:lnTo>
                  <a:pt x="5187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5" name=""/>
          <p:cNvSpPr/>
          <p:nvPr/>
        </p:nvSpPr>
        <p:spPr>
          <a:xfrm>
            <a:off x="456840" y="1952280"/>
            <a:ext cx="1867320" cy="714960"/>
          </a:xfrm>
          <a:custGeom>
            <a:avLst/>
            <a:gdLst/>
            <a:ahLst/>
            <a:rect l="0" t="0" r="r" b="b"/>
            <a:pathLst>
              <a:path w="5187" h="1986">
                <a:moveTo>
                  <a:pt x="0" y="0"/>
                </a:moveTo>
                <a:lnTo>
                  <a:pt x="5187" y="0"/>
                </a:lnTo>
                <a:lnTo>
                  <a:pt x="5187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6" name=""/>
          <p:cNvSpPr/>
          <p:nvPr/>
        </p:nvSpPr>
        <p:spPr>
          <a:xfrm>
            <a:off x="456840" y="1952280"/>
            <a:ext cx="1867320" cy="714960"/>
          </a:xfrm>
          <a:custGeom>
            <a:avLst/>
            <a:gdLst/>
            <a:ahLst/>
            <a:rect l="0" t="0" r="r" b="b"/>
            <a:pathLst>
              <a:path w="5187" h="1986">
                <a:moveTo>
                  <a:pt x="0" y="0"/>
                </a:moveTo>
                <a:lnTo>
                  <a:pt x="5187" y="0"/>
                </a:lnTo>
                <a:lnTo>
                  <a:pt x="5187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7" name=""/>
          <p:cNvSpPr/>
          <p:nvPr/>
        </p:nvSpPr>
        <p:spPr>
          <a:xfrm>
            <a:off x="456840" y="1952280"/>
            <a:ext cx="1867320" cy="714960"/>
          </a:xfrm>
          <a:custGeom>
            <a:avLst/>
            <a:gdLst/>
            <a:ahLst/>
            <a:rect l="0" t="0" r="r" b="b"/>
            <a:pathLst>
              <a:path w="5187" h="1986">
                <a:moveTo>
                  <a:pt x="0" y="0"/>
                </a:moveTo>
                <a:lnTo>
                  <a:pt x="5187" y="0"/>
                </a:lnTo>
                <a:lnTo>
                  <a:pt x="5187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439920" y="1243800"/>
            <a:ext cx="6110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de backlog vandaan komt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954000" y="2146680"/>
            <a:ext cx="10249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Leerroutes en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1077840" y="2346840"/>
            <a:ext cx="7369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scenario's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1" name=""/>
          <p:cNvSpPr/>
          <p:nvPr/>
        </p:nvSpPr>
        <p:spPr>
          <a:xfrm>
            <a:off x="2643120" y="2066760"/>
            <a:ext cx="1867320" cy="491040"/>
          </a:xfrm>
          <a:custGeom>
            <a:avLst/>
            <a:gdLst/>
            <a:ahLst/>
            <a:rect l="0" t="0" r="r" b="b"/>
            <a:pathLst>
              <a:path w="5187" h="1364">
                <a:moveTo>
                  <a:pt x="0" y="1059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9" y="196"/>
                  <a:pt x="15" y="179"/>
                  <a:pt x="23" y="163"/>
                </a:cubicBezTo>
                <a:cubicBezTo>
                  <a:pt x="30" y="147"/>
                  <a:pt x="40" y="132"/>
                  <a:pt x="51" y="118"/>
                </a:cubicBezTo>
                <a:cubicBezTo>
                  <a:pt x="62" y="103"/>
                  <a:pt x="75" y="90"/>
                  <a:pt x="89" y="77"/>
                </a:cubicBezTo>
                <a:cubicBezTo>
                  <a:pt x="103" y="65"/>
                  <a:pt x="118" y="54"/>
                  <a:pt x="135" y="45"/>
                </a:cubicBezTo>
                <a:cubicBezTo>
                  <a:pt x="152" y="35"/>
                  <a:pt x="169" y="27"/>
                  <a:pt x="188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4882" y="0"/>
                </a:lnTo>
                <a:cubicBezTo>
                  <a:pt x="4902" y="0"/>
                  <a:pt x="4922" y="2"/>
                  <a:pt x="4942" y="5"/>
                </a:cubicBezTo>
                <a:cubicBezTo>
                  <a:pt x="4961" y="8"/>
                  <a:pt x="4980" y="13"/>
                  <a:pt x="4999" y="20"/>
                </a:cubicBezTo>
                <a:cubicBezTo>
                  <a:pt x="5017" y="27"/>
                  <a:pt x="5035" y="35"/>
                  <a:pt x="5051" y="45"/>
                </a:cubicBezTo>
                <a:cubicBezTo>
                  <a:pt x="5068" y="54"/>
                  <a:pt x="5083" y="65"/>
                  <a:pt x="5097" y="77"/>
                </a:cubicBezTo>
                <a:cubicBezTo>
                  <a:pt x="5112" y="90"/>
                  <a:pt x="5124" y="103"/>
                  <a:pt x="5135" y="118"/>
                </a:cubicBezTo>
                <a:cubicBezTo>
                  <a:pt x="5146" y="132"/>
                  <a:pt x="5156" y="147"/>
                  <a:pt x="5163" y="163"/>
                </a:cubicBezTo>
                <a:cubicBezTo>
                  <a:pt x="5171" y="179"/>
                  <a:pt x="5177" y="196"/>
                  <a:pt x="5181" y="213"/>
                </a:cubicBezTo>
                <a:cubicBezTo>
                  <a:pt x="5185" y="230"/>
                  <a:pt x="5187" y="247"/>
                  <a:pt x="5187" y="265"/>
                </a:cubicBezTo>
                <a:lnTo>
                  <a:pt x="5187" y="1059"/>
                </a:lnTo>
                <a:cubicBezTo>
                  <a:pt x="5187" y="1079"/>
                  <a:pt x="5185" y="1099"/>
                  <a:pt x="5181" y="1119"/>
                </a:cubicBezTo>
                <a:cubicBezTo>
                  <a:pt x="5177" y="1138"/>
                  <a:pt x="5171" y="1157"/>
                  <a:pt x="5163" y="1176"/>
                </a:cubicBezTo>
                <a:cubicBezTo>
                  <a:pt x="5156" y="1194"/>
                  <a:pt x="5146" y="1212"/>
                  <a:pt x="5135" y="1228"/>
                </a:cubicBezTo>
                <a:cubicBezTo>
                  <a:pt x="5124" y="1245"/>
                  <a:pt x="5112" y="1260"/>
                  <a:pt x="5097" y="1274"/>
                </a:cubicBezTo>
                <a:cubicBezTo>
                  <a:pt x="5083" y="1289"/>
                  <a:pt x="5068" y="1301"/>
                  <a:pt x="5051" y="1312"/>
                </a:cubicBezTo>
                <a:cubicBezTo>
                  <a:pt x="5035" y="1323"/>
                  <a:pt x="5017" y="1333"/>
                  <a:pt x="4999" y="1340"/>
                </a:cubicBezTo>
                <a:cubicBezTo>
                  <a:pt x="4980" y="1348"/>
                  <a:pt x="4961" y="1354"/>
                  <a:pt x="4942" y="1358"/>
                </a:cubicBezTo>
                <a:cubicBezTo>
                  <a:pt x="4922" y="1362"/>
                  <a:pt x="4902" y="1364"/>
                  <a:pt x="4882" y="1364"/>
                </a:cubicBezTo>
                <a:lnTo>
                  <a:pt x="304" y="1364"/>
                </a:lnTo>
                <a:cubicBezTo>
                  <a:pt x="284" y="1364"/>
                  <a:pt x="264" y="1362"/>
                  <a:pt x="245" y="1358"/>
                </a:cubicBezTo>
                <a:cubicBezTo>
                  <a:pt x="225" y="1354"/>
                  <a:pt x="206" y="1348"/>
                  <a:pt x="188" y="1340"/>
                </a:cubicBezTo>
                <a:cubicBezTo>
                  <a:pt x="169" y="1333"/>
                  <a:pt x="152" y="1323"/>
                  <a:pt x="135" y="1312"/>
                </a:cubicBezTo>
                <a:cubicBezTo>
                  <a:pt x="118" y="1301"/>
                  <a:pt x="103" y="1289"/>
                  <a:pt x="89" y="1274"/>
                </a:cubicBezTo>
                <a:cubicBezTo>
                  <a:pt x="75" y="1260"/>
                  <a:pt x="62" y="1245"/>
                  <a:pt x="51" y="1228"/>
                </a:cubicBezTo>
                <a:cubicBezTo>
                  <a:pt x="40" y="1212"/>
                  <a:pt x="30" y="1194"/>
                  <a:pt x="23" y="1176"/>
                </a:cubicBezTo>
                <a:cubicBezTo>
                  <a:pt x="15" y="1157"/>
                  <a:pt x="9" y="1138"/>
                  <a:pt x="6" y="1119"/>
                </a:cubicBezTo>
                <a:cubicBezTo>
                  <a:pt x="2" y="1099"/>
                  <a:pt x="0" y="1079"/>
                  <a:pt x="0" y="10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2" name=""/>
          <p:cNvSpPr/>
          <p:nvPr/>
        </p:nvSpPr>
        <p:spPr>
          <a:xfrm>
            <a:off x="2638080" y="2047680"/>
            <a:ext cx="1877040" cy="514800"/>
          </a:xfrm>
          <a:custGeom>
            <a:avLst/>
            <a:gdLst/>
            <a:ahLst/>
            <a:rect l="0" t="0" r="r" b="b"/>
            <a:pathLst>
              <a:path w="5214" h="1430">
                <a:moveTo>
                  <a:pt x="0" y="0"/>
                </a:moveTo>
                <a:lnTo>
                  <a:pt x="5214" y="0"/>
                </a:lnTo>
                <a:lnTo>
                  <a:pt x="5214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3" name=""/>
          <p:cNvSpPr/>
          <p:nvPr/>
        </p:nvSpPr>
        <p:spPr>
          <a:xfrm>
            <a:off x="2638080" y="2047680"/>
            <a:ext cx="1877040" cy="514800"/>
          </a:xfrm>
          <a:custGeom>
            <a:avLst/>
            <a:gdLst/>
            <a:ahLst/>
            <a:rect l="0" t="0" r="r" b="b"/>
            <a:pathLst>
              <a:path w="5214" h="1430">
                <a:moveTo>
                  <a:pt x="0" y="0"/>
                </a:moveTo>
                <a:lnTo>
                  <a:pt x="5214" y="0"/>
                </a:lnTo>
                <a:lnTo>
                  <a:pt x="5214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4" name=""/>
          <p:cNvSpPr/>
          <p:nvPr/>
        </p:nvSpPr>
        <p:spPr>
          <a:xfrm>
            <a:off x="2638080" y="2047680"/>
            <a:ext cx="1877040" cy="514800"/>
          </a:xfrm>
          <a:custGeom>
            <a:avLst/>
            <a:gdLst/>
            <a:ahLst/>
            <a:rect l="0" t="0" r="r" b="b"/>
            <a:pathLst>
              <a:path w="5214" h="1430">
                <a:moveTo>
                  <a:pt x="0" y="0"/>
                </a:moveTo>
                <a:lnTo>
                  <a:pt x="5214" y="0"/>
                </a:lnTo>
                <a:lnTo>
                  <a:pt x="5214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5" name=""/>
          <p:cNvSpPr/>
          <p:nvPr/>
        </p:nvSpPr>
        <p:spPr>
          <a:xfrm>
            <a:off x="2638080" y="2047680"/>
            <a:ext cx="1877040" cy="514800"/>
          </a:xfrm>
          <a:custGeom>
            <a:avLst/>
            <a:gdLst/>
            <a:ahLst/>
            <a:rect l="0" t="0" r="r" b="b"/>
            <a:pathLst>
              <a:path w="5214" h="1430">
                <a:moveTo>
                  <a:pt x="0" y="0"/>
                </a:moveTo>
                <a:lnTo>
                  <a:pt x="5214" y="0"/>
                </a:lnTo>
                <a:lnTo>
                  <a:pt x="5214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2388240" y="217872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2975400" y="2251440"/>
            <a:ext cx="14256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Features en stories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8" name=""/>
          <p:cNvSpPr/>
          <p:nvPr/>
        </p:nvSpPr>
        <p:spPr>
          <a:xfrm>
            <a:off x="4824360" y="2066760"/>
            <a:ext cx="1866960" cy="491040"/>
          </a:xfrm>
          <a:custGeom>
            <a:avLst/>
            <a:gdLst/>
            <a:ahLst/>
            <a:rect l="0" t="0" r="r" b="b"/>
            <a:pathLst>
              <a:path w="5186" h="1364">
                <a:moveTo>
                  <a:pt x="0" y="1059"/>
                </a:moveTo>
                <a:lnTo>
                  <a:pt x="0" y="265"/>
                </a:lnTo>
                <a:cubicBezTo>
                  <a:pt x="0" y="247"/>
                  <a:pt x="2" y="230"/>
                  <a:pt x="5" y="213"/>
                </a:cubicBezTo>
                <a:cubicBezTo>
                  <a:pt x="9" y="196"/>
                  <a:pt x="15" y="179"/>
                  <a:pt x="23" y="163"/>
                </a:cubicBezTo>
                <a:cubicBezTo>
                  <a:pt x="30" y="147"/>
                  <a:pt x="40" y="132"/>
                  <a:pt x="51" y="118"/>
                </a:cubicBezTo>
                <a:cubicBezTo>
                  <a:pt x="62" y="103"/>
                  <a:pt x="75" y="90"/>
                  <a:pt x="89" y="77"/>
                </a:cubicBezTo>
                <a:cubicBezTo>
                  <a:pt x="103" y="65"/>
                  <a:pt x="118" y="54"/>
                  <a:pt x="135" y="45"/>
                </a:cubicBezTo>
                <a:cubicBezTo>
                  <a:pt x="151" y="35"/>
                  <a:pt x="169" y="27"/>
                  <a:pt x="187" y="20"/>
                </a:cubicBezTo>
                <a:cubicBezTo>
                  <a:pt x="206" y="13"/>
                  <a:pt x="225" y="8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4882" y="0"/>
                </a:lnTo>
                <a:cubicBezTo>
                  <a:pt x="4902" y="0"/>
                  <a:pt x="4922" y="2"/>
                  <a:pt x="4942" y="5"/>
                </a:cubicBezTo>
                <a:cubicBezTo>
                  <a:pt x="4961" y="8"/>
                  <a:pt x="4980" y="13"/>
                  <a:pt x="4999" y="20"/>
                </a:cubicBezTo>
                <a:cubicBezTo>
                  <a:pt x="5017" y="27"/>
                  <a:pt x="5035" y="35"/>
                  <a:pt x="5051" y="45"/>
                </a:cubicBezTo>
                <a:cubicBezTo>
                  <a:pt x="5068" y="54"/>
                  <a:pt x="5083" y="65"/>
                  <a:pt x="5097" y="77"/>
                </a:cubicBezTo>
                <a:cubicBezTo>
                  <a:pt x="5111" y="90"/>
                  <a:pt x="5124" y="103"/>
                  <a:pt x="5135" y="118"/>
                </a:cubicBezTo>
                <a:cubicBezTo>
                  <a:pt x="5146" y="132"/>
                  <a:pt x="5156" y="147"/>
                  <a:pt x="5163" y="163"/>
                </a:cubicBezTo>
                <a:cubicBezTo>
                  <a:pt x="5171" y="179"/>
                  <a:pt x="5177" y="196"/>
                  <a:pt x="5181" y="213"/>
                </a:cubicBezTo>
                <a:cubicBezTo>
                  <a:pt x="5185" y="230"/>
                  <a:pt x="5186" y="247"/>
                  <a:pt x="5186" y="265"/>
                </a:cubicBezTo>
                <a:lnTo>
                  <a:pt x="5186" y="1059"/>
                </a:lnTo>
                <a:cubicBezTo>
                  <a:pt x="5186" y="1079"/>
                  <a:pt x="5185" y="1099"/>
                  <a:pt x="5181" y="1119"/>
                </a:cubicBezTo>
                <a:cubicBezTo>
                  <a:pt x="5177" y="1138"/>
                  <a:pt x="5171" y="1157"/>
                  <a:pt x="5163" y="1176"/>
                </a:cubicBezTo>
                <a:cubicBezTo>
                  <a:pt x="5156" y="1194"/>
                  <a:pt x="5146" y="1212"/>
                  <a:pt x="5135" y="1228"/>
                </a:cubicBezTo>
                <a:cubicBezTo>
                  <a:pt x="5124" y="1245"/>
                  <a:pt x="5111" y="1260"/>
                  <a:pt x="5097" y="1274"/>
                </a:cubicBezTo>
                <a:cubicBezTo>
                  <a:pt x="5083" y="1289"/>
                  <a:pt x="5068" y="1301"/>
                  <a:pt x="5051" y="1312"/>
                </a:cubicBezTo>
                <a:cubicBezTo>
                  <a:pt x="5035" y="1323"/>
                  <a:pt x="5017" y="1333"/>
                  <a:pt x="4999" y="1340"/>
                </a:cubicBezTo>
                <a:cubicBezTo>
                  <a:pt x="4980" y="1348"/>
                  <a:pt x="4961" y="1354"/>
                  <a:pt x="4942" y="1358"/>
                </a:cubicBezTo>
                <a:cubicBezTo>
                  <a:pt x="4922" y="1362"/>
                  <a:pt x="4902" y="1364"/>
                  <a:pt x="4882" y="1364"/>
                </a:cubicBezTo>
                <a:lnTo>
                  <a:pt x="304" y="1364"/>
                </a:lnTo>
                <a:cubicBezTo>
                  <a:pt x="284" y="1364"/>
                  <a:pt x="264" y="1362"/>
                  <a:pt x="245" y="1358"/>
                </a:cubicBezTo>
                <a:cubicBezTo>
                  <a:pt x="225" y="1354"/>
                  <a:pt x="206" y="1348"/>
                  <a:pt x="187" y="1340"/>
                </a:cubicBezTo>
                <a:cubicBezTo>
                  <a:pt x="169" y="1333"/>
                  <a:pt x="151" y="1323"/>
                  <a:pt x="135" y="1312"/>
                </a:cubicBezTo>
                <a:cubicBezTo>
                  <a:pt x="118" y="1301"/>
                  <a:pt x="103" y="1289"/>
                  <a:pt x="89" y="1274"/>
                </a:cubicBezTo>
                <a:cubicBezTo>
                  <a:pt x="75" y="1260"/>
                  <a:pt x="62" y="1245"/>
                  <a:pt x="51" y="1228"/>
                </a:cubicBezTo>
                <a:cubicBezTo>
                  <a:pt x="40" y="1212"/>
                  <a:pt x="30" y="1194"/>
                  <a:pt x="23" y="1176"/>
                </a:cubicBezTo>
                <a:cubicBezTo>
                  <a:pt x="15" y="1157"/>
                  <a:pt x="9" y="1138"/>
                  <a:pt x="5" y="1119"/>
                </a:cubicBezTo>
                <a:cubicBezTo>
                  <a:pt x="2" y="1099"/>
                  <a:pt x="0" y="1079"/>
                  <a:pt x="0" y="10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9" name=""/>
          <p:cNvSpPr/>
          <p:nvPr/>
        </p:nvSpPr>
        <p:spPr>
          <a:xfrm>
            <a:off x="4819320" y="2047680"/>
            <a:ext cx="1877040" cy="514800"/>
          </a:xfrm>
          <a:custGeom>
            <a:avLst/>
            <a:gdLst/>
            <a:ahLst/>
            <a:rect l="0" t="0" r="r" b="b"/>
            <a:pathLst>
              <a:path w="5214" h="1430">
                <a:moveTo>
                  <a:pt x="0" y="0"/>
                </a:moveTo>
                <a:lnTo>
                  <a:pt x="5214" y="0"/>
                </a:lnTo>
                <a:lnTo>
                  <a:pt x="5214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0" name=""/>
          <p:cNvSpPr/>
          <p:nvPr/>
        </p:nvSpPr>
        <p:spPr>
          <a:xfrm>
            <a:off x="4819320" y="2047680"/>
            <a:ext cx="1877040" cy="514800"/>
          </a:xfrm>
          <a:custGeom>
            <a:avLst/>
            <a:gdLst/>
            <a:ahLst/>
            <a:rect l="0" t="0" r="r" b="b"/>
            <a:pathLst>
              <a:path w="5214" h="1430">
                <a:moveTo>
                  <a:pt x="0" y="0"/>
                </a:moveTo>
                <a:lnTo>
                  <a:pt x="5214" y="0"/>
                </a:lnTo>
                <a:lnTo>
                  <a:pt x="5214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1" name=""/>
          <p:cNvSpPr/>
          <p:nvPr/>
        </p:nvSpPr>
        <p:spPr>
          <a:xfrm>
            <a:off x="4819320" y="2047680"/>
            <a:ext cx="1877040" cy="514800"/>
          </a:xfrm>
          <a:custGeom>
            <a:avLst/>
            <a:gdLst/>
            <a:ahLst/>
            <a:rect l="0" t="0" r="r" b="b"/>
            <a:pathLst>
              <a:path w="5214" h="1430">
                <a:moveTo>
                  <a:pt x="0" y="0"/>
                </a:moveTo>
                <a:lnTo>
                  <a:pt x="5214" y="0"/>
                </a:lnTo>
                <a:lnTo>
                  <a:pt x="5214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2" name=""/>
          <p:cNvSpPr/>
          <p:nvPr/>
        </p:nvSpPr>
        <p:spPr>
          <a:xfrm>
            <a:off x="4819320" y="2047680"/>
            <a:ext cx="1877040" cy="514800"/>
          </a:xfrm>
          <a:custGeom>
            <a:avLst/>
            <a:gdLst/>
            <a:ahLst/>
            <a:rect l="0" t="0" r="r" b="b"/>
            <a:pathLst>
              <a:path w="5214" h="1430">
                <a:moveTo>
                  <a:pt x="0" y="0"/>
                </a:moveTo>
                <a:lnTo>
                  <a:pt x="5214" y="0"/>
                </a:lnTo>
                <a:lnTo>
                  <a:pt x="5214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4571640" y="217872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5206320" y="2251440"/>
            <a:ext cx="12978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Functionele eisen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5" name=""/>
          <p:cNvSpPr/>
          <p:nvPr/>
        </p:nvSpPr>
        <p:spPr>
          <a:xfrm>
            <a:off x="7014960" y="1971360"/>
            <a:ext cx="1857600" cy="691200"/>
          </a:xfrm>
          <a:custGeom>
            <a:avLst/>
            <a:gdLst/>
            <a:ahLst/>
            <a:rect l="0" t="0" r="r" b="b"/>
            <a:pathLst>
              <a:path w="5160" h="1920">
                <a:moveTo>
                  <a:pt x="0" y="1615"/>
                </a:moveTo>
                <a:lnTo>
                  <a:pt x="0" y="265"/>
                </a:lnTo>
                <a:cubicBezTo>
                  <a:pt x="0" y="248"/>
                  <a:pt x="2" y="230"/>
                  <a:pt x="6" y="213"/>
                </a:cubicBezTo>
                <a:cubicBezTo>
                  <a:pt x="10" y="196"/>
                  <a:pt x="16" y="180"/>
                  <a:pt x="23" y="164"/>
                </a:cubicBezTo>
                <a:cubicBezTo>
                  <a:pt x="31" y="148"/>
                  <a:pt x="40" y="132"/>
                  <a:pt x="51" y="118"/>
                </a:cubicBezTo>
                <a:cubicBezTo>
                  <a:pt x="62" y="104"/>
                  <a:pt x="75" y="90"/>
                  <a:pt x="89" y="78"/>
                </a:cubicBezTo>
                <a:cubicBezTo>
                  <a:pt x="103" y="66"/>
                  <a:pt x="119" y="55"/>
                  <a:pt x="135" y="45"/>
                </a:cubicBezTo>
                <a:cubicBezTo>
                  <a:pt x="152" y="35"/>
                  <a:pt x="169" y="27"/>
                  <a:pt x="188" y="21"/>
                </a:cubicBezTo>
                <a:cubicBezTo>
                  <a:pt x="206" y="14"/>
                  <a:pt x="225" y="9"/>
                  <a:pt x="245" y="5"/>
                </a:cubicBezTo>
                <a:cubicBezTo>
                  <a:pt x="265" y="2"/>
                  <a:pt x="284" y="0"/>
                  <a:pt x="304" y="0"/>
                </a:cubicBezTo>
                <a:lnTo>
                  <a:pt x="4856" y="0"/>
                </a:lnTo>
                <a:cubicBezTo>
                  <a:pt x="4876" y="0"/>
                  <a:pt x="4896" y="2"/>
                  <a:pt x="4916" y="5"/>
                </a:cubicBezTo>
                <a:cubicBezTo>
                  <a:pt x="4935" y="9"/>
                  <a:pt x="4954" y="14"/>
                  <a:pt x="4973" y="21"/>
                </a:cubicBezTo>
                <a:cubicBezTo>
                  <a:pt x="4991" y="27"/>
                  <a:pt x="5009" y="35"/>
                  <a:pt x="5025" y="45"/>
                </a:cubicBezTo>
                <a:cubicBezTo>
                  <a:pt x="5042" y="55"/>
                  <a:pt x="5057" y="66"/>
                  <a:pt x="5071" y="78"/>
                </a:cubicBezTo>
                <a:cubicBezTo>
                  <a:pt x="5085" y="90"/>
                  <a:pt x="5098" y="104"/>
                  <a:pt x="5109" y="118"/>
                </a:cubicBezTo>
                <a:cubicBezTo>
                  <a:pt x="5120" y="132"/>
                  <a:pt x="5130" y="148"/>
                  <a:pt x="5137" y="164"/>
                </a:cubicBezTo>
                <a:cubicBezTo>
                  <a:pt x="5145" y="180"/>
                  <a:pt x="5151" y="196"/>
                  <a:pt x="5155" y="213"/>
                </a:cubicBezTo>
                <a:cubicBezTo>
                  <a:pt x="5158" y="230"/>
                  <a:pt x="5160" y="248"/>
                  <a:pt x="5160" y="265"/>
                </a:cubicBezTo>
                <a:lnTo>
                  <a:pt x="5160" y="1615"/>
                </a:lnTo>
                <a:cubicBezTo>
                  <a:pt x="5160" y="1635"/>
                  <a:pt x="5158" y="1655"/>
                  <a:pt x="5155" y="1675"/>
                </a:cubicBezTo>
                <a:cubicBezTo>
                  <a:pt x="5151" y="1694"/>
                  <a:pt x="5145" y="1713"/>
                  <a:pt x="5137" y="1732"/>
                </a:cubicBezTo>
                <a:cubicBezTo>
                  <a:pt x="5130" y="1750"/>
                  <a:pt x="5120" y="1768"/>
                  <a:pt x="5109" y="1784"/>
                </a:cubicBezTo>
                <a:cubicBezTo>
                  <a:pt x="5098" y="1801"/>
                  <a:pt x="5085" y="1816"/>
                  <a:pt x="5071" y="1830"/>
                </a:cubicBezTo>
                <a:cubicBezTo>
                  <a:pt x="5057" y="1845"/>
                  <a:pt x="5042" y="1857"/>
                  <a:pt x="5025" y="1868"/>
                </a:cubicBezTo>
                <a:cubicBezTo>
                  <a:pt x="5009" y="1879"/>
                  <a:pt x="4991" y="1889"/>
                  <a:pt x="4973" y="1896"/>
                </a:cubicBezTo>
                <a:cubicBezTo>
                  <a:pt x="4954" y="1904"/>
                  <a:pt x="4935" y="1910"/>
                  <a:pt x="4916" y="1914"/>
                </a:cubicBezTo>
                <a:cubicBezTo>
                  <a:pt x="4896" y="1918"/>
                  <a:pt x="4876" y="1920"/>
                  <a:pt x="4856" y="1920"/>
                </a:cubicBezTo>
                <a:lnTo>
                  <a:pt x="304" y="1920"/>
                </a:lnTo>
                <a:cubicBezTo>
                  <a:pt x="284" y="1920"/>
                  <a:pt x="265" y="1918"/>
                  <a:pt x="245" y="1914"/>
                </a:cubicBezTo>
                <a:cubicBezTo>
                  <a:pt x="225" y="1910"/>
                  <a:pt x="206" y="1904"/>
                  <a:pt x="188" y="1896"/>
                </a:cubicBezTo>
                <a:cubicBezTo>
                  <a:pt x="169" y="1889"/>
                  <a:pt x="152" y="1879"/>
                  <a:pt x="135" y="1868"/>
                </a:cubicBezTo>
                <a:cubicBezTo>
                  <a:pt x="119" y="1857"/>
                  <a:pt x="103" y="1845"/>
                  <a:pt x="89" y="1830"/>
                </a:cubicBezTo>
                <a:cubicBezTo>
                  <a:pt x="75" y="1816"/>
                  <a:pt x="62" y="1801"/>
                  <a:pt x="51" y="1784"/>
                </a:cubicBezTo>
                <a:cubicBezTo>
                  <a:pt x="40" y="1768"/>
                  <a:pt x="31" y="1750"/>
                  <a:pt x="23" y="1732"/>
                </a:cubicBezTo>
                <a:cubicBezTo>
                  <a:pt x="16" y="1713"/>
                  <a:pt x="10" y="1694"/>
                  <a:pt x="6" y="1675"/>
                </a:cubicBezTo>
                <a:cubicBezTo>
                  <a:pt x="2" y="1655"/>
                  <a:pt x="0" y="1635"/>
                  <a:pt x="0" y="161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6" name=""/>
          <p:cNvSpPr/>
          <p:nvPr/>
        </p:nvSpPr>
        <p:spPr>
          <a:xfrm>
            <a:off x="7010280" y="1952280"/>
            <a:ext cx="1867320" cy="714960"/>
          </a:xfrm>
          <a:custGeom>
            <a:avLst/>
            <a:gdLst/>
            <a:ahLst/>
            <a:rect l="0" t="0" r="r" b="b"/>
            <a:pathLst>
              <a:path w="5187" h="1986">
                <a:moveTo>
                  <a:pt x="0" y="0"/>
                </a:moveTo>
                <a:lnTo>
                  <a:pt x="5187" y="0"/>
                </a:lnTo>
                <a:lnTo>
                  <a:pt x="5187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7" name=""/>
          <p:cNvSpPr/>
          <p:nvPr/>
        </p:nvSpPr>
        <p:spPr>
          <a:xfrm>
            <a:off x="7010280" y="1952280"/>
            <a:ext cx="1867320" cy="714960"/>
          </a:xfrm>
          <a:custGeom>
            <a:avLst/>
            <a:gdLst/>
            <a:ahLst/>
            <a:rect l="0" t="0" r="r" b="b"/>
            <a:pathLst>
              <a:path w="5187" h="1986">
                <a:moveTo>
                  <a:pt x="0" y="0"/>
                </a:moveTo>
                <a:lnTo>
                  <a:pt x="5187" y="0"/>
                </a:lnTo>
                <a:lnTo>
                  <a:pt x="5187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8" name=""/>
          <p:cNvSpPr/>
          <p:nvPr/>
        </p:nvSpPr>
        <p:spPr>
          <a:xfrm>
            <a:off x="7010280" y="1952280"/>
            <a:ext cx="1867320" cy="714960"/>
          </a:xfrm>
          <a:custGeom>
            <a:avLst/>
            <a:gdLst/>
            <a:ahLst/>
            <a:rect l="0" t="0" r="r" b="b"/>
            <a:pathLst>
              <a:path w="5187" h="1986">
                <a:moveTo>
                  <a:pt x="0" y="0"/>
                </a:moveTo>
                <a:lnTo>
                  <a:pt x="5187" y="0"/>
                </a:lnTo>
                <a:lnTo>
                  <a:pt x="5187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9" name=""/>
          <p:cNvSpPr/>
          <p:nvPr/>
        </p:nvSpPr>
        <p:spPr>
          <a:xfrm>
            <a:off x="7010280" y="1952280"/>
            <a:ext cx="1867320" cy="714960"/>
          </a:xfrm>
          <a:custGeom>
            <a:avLst/>
            <a:gdLst/>
            <a:ahLst/>
            <a:rect l="0" t="0" r="r" b="b"/>
            <a:pathLst>
              <a:path w="5187" h="1986">
                <a:moveTo>
                  <a:pt x="0" y="0"/>
                </a:moveTo>
                <a:lnTo>
                  <a:pt x="5187" y="0"/>
                </a:lnTo>
                <a:lnTo>
                  <a:pt x="5187" y="1986"/>
                </a:lnTo>
                <a:lnTo>
                  <a:pt x="0" y="198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0" name=""/>
          <p:cNvSpPr txBox="1"/>
          <p:nvPr/>
        </p:nvSpPr>
        <p:spPr>
          <a:xfrm>
            <a:off x="6755040" y="2178720"/>
            <a:ext cx="22824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dd784b"/>
                </a:solidFill>
                <a:latin typeface="DejaVuSans"/>
                <a:ea typeface="DejaVuSans"/>
              </a:rPr>
              <a:t>→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7542000" y="2146680"/>
            <a:ext cx="9608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Endpoints en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2" name=""/>
          <p:cNvSpPr/>
          <p:nvPr/>
        </p:nvSpPr>
        <p:spPr>
          <a:xfrm>
            <a:off x="456840" y="2828880"/>
            <a:ext cx="4124880" cy="1181160"/>
          </a:xfrm>
          <a:custGeom>
            <a:avLst/>
            <a:gdLst/>
            <a:ahLst/>
            <a:rect l="0" t="0" r="r" b="b"/>
            <a:pathLst>
              <a:path w="11458" h="3281">
                <a:moveTo>
                  <a:pt x="0" y="0"/>
                </a:moveTo>
                <a:lnTo>
                  <a:pt x="11458" y="0"/>
                </a:lnTo>
                <a:lnTo>
                  <a:pt x="11458" y="3281"/>
                </a:lnTo>
                <a:lnTo>
                  <a:pt x="0" y="32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3" name=""/>
          <p:cNvSpPr/>
          <p:nvPr/>
        </p:nvSpPr>
        <p:spPr>
          <a:xfrm>
            <a:off x="456840" y="2828880"/>
            <a:ext cx="4124880" cy="38160"/>
          </a:xfrm>
          <a:custGeom>
            <a:avLst/>
            <a:gdLst/>
            <a:ahLst/>
            <a:rect l="0" t="0" r="r" b="b"/>
            <a:pathLst>
              <a:path w="11458" h="106">
                <a:moveTo>
                  <a:pt x="0" y="0"/>
                </a:moveTo>
                <a:lnTo>
                  <a:pt x="11458" y="0"/>
                </a:lnTo>
                <a:lnTo>
                  <a:pt x="11458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4" name=""/>
          <p:cNvSpPr/>
          <p:nvPr/>
        </p:nvSpPr>
        <p:spPr>
          <a:xfrm>
            <a:off x="456840" y="4000320"/>
            <a:ext cx="4124880" cy="9720"/>
          </a:xfrm>
          <a:custGeom>
            <a:avLst/>
            <a:gdLst/>
            <a:ahLst/>
            <a:rect l="0" t="0" r="r" b="b"/>
            <a:pathLst>
              <a:path w="11458" h="27">
                <a:moveTo>
                  <a:pt x="0" y="0"/>
                </a:moveTo>
                <a:lnTo>
                  <a:pt x="11458" y="0"/>
                </a:lnTo>
                <a:lnTo>
                  <a:pt x="114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5" name=""/>
          <p:cNvSpPr/>
          <p:nvPr/>
        </p:nvSpPr>
        <p:spPr>
          <a:xfrm>
            <a:off x="4571640" y="2828880"/>
            <a:ext cx="10080" cy="1181160"/>
          </a:xfrm>
          <a:custGeom>
            <a:avLst/>
            <a:gdLst/>
            <a:ahLst/>
            <a:rect l="0" t="0" r="r" b="b"/>
            <a:pathLst>
              <a:path w="28" h="3281">
                <a:moveTo>
                  <a:pt x="0" y="105"/>
                </a:moveTo>
                <a:lnTo>
                  <a:pt x="0" y="3281"/>
                </a:lnTo>
                <a:lnTo>
                  <a:pt x="28" y="3281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6" name=""/>
          <p:cNvSpPr/>
          <p:nvPr/>
        </p:nvSpPr>
        <p:spPr>
          <a:xfrm>
            <a:off x="456840" y="2828880"/>
            <a:ext cx="10080" cy="1181160"/>
          </a:xfrm>
          <a:custGeom>
            <a:avLst/>
            <a:gdLst/>
            <a:ahLst/>
            <a:rect l="0" t="0" r="r" b="b"/>
            <a:pathLst>
              <a:path w="28" h="3281">
                <a:moveTo>
                  <a:pt x="0" y="0"/>
                </a:moveTo>
                <a:lnTo>
                  <a:pt x="0" y="3281"/>
                </a:lnTo>
                <a:lnTo>
                  <a:pt x="28" y="3281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7203960" y="2346840"/>
            <a:ext cx="17197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applicatiecomponenten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8" name=""/>
          <p:cNvSpPr txBox="1"/>
          <p:nvPr/>
        </p:nvSpPr>
        <p:spPr>
          <a:xfrm>
            <a:off x="634320" y="3085200"/>
            <a:ext cx="39067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1b2a6b"/>
                </a:solidFill>
                <a:latin typeface="Arial"/>
                <a:ea typeface="Arial"/>
              </a:rPr>
              <a:t>Eerste item, al gestart: keuzeregels en regelset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634320" y="3436920"/>
            <a:ext cx="38520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De vraag uit de sector: hoe leggen we vast welke keuzedelen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0" name=""/>
          <p:cNvSpPr/>
          <p:nvPr/>
        </p:nvSpPr>
        <p:spPr>
          <a:xfrm>
            <a:off x="4752720" y="2828880"/>
            <a:ext cx="4124880" cy="1171800"/>
          </a:xfrm>
          <a:custGeom>
            <a:avLst/>
            <a:gdLst/>
            <a:ahLst/>
            <a:rect l="0" t="0" r="r" b="b"/>
            <a:pathLst>
              <a:path w="11458" h="3255">
                <a:moveTo>
                  <a:pt x="0" y="0"/>
                </a:moveTo>
                <a:lnTo>
                  <a:pt x="11458" y="0"/>
                </a:lnTo>
                <a:lnTo>
                  <a:pt x="11458" y="3255"/>
                </a:lnTo>
                <a:lnTo>
                  <a:pt x="0" y="325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1" name=""/>
          <p:cNvSpPr/>
          <p:nvPr/>
        </p:nvSpPr>
        <p:spPr>
          <a:xfrm>
            <a:off x="4752720" y="2828880"/>
            <a:ext cx="4124880" cy="19440"/>
          </a:xfrm>
          <a:custGeom>
            <a:avLst/>
            <a:gdLst/>
            <a:ahLst/>
            <a:rect l="0" t="0" r="r" b="b"/>
            <a:pathLst>
              <a:path w="11458" h="54">
                <a:moveTo>
                  <a:pt x="0" y="0"/>
                </a:moveTo>
                <a:lnTo>
                  <a:pt x="11458" y="0"/>
                </a:lnTo>
                <a:lnTo>
                  <a:pt x="1145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2" name=""/>
          <p:cNvSpPr/>
          <p:nvPr/>
        </p:nvSpPr>
        <p:spPr>
          <a:xfrm>
            <a:off x="4752720" y="3981240"/>
            <a:ext cx="4124880" cy="19440"/>
          </a:xfrm>
          <a:custGeom>
            <a:avLst/>
            <a:gdLst/>
            <a:ahLst/>
            <a:rect l="0" t="0" r="r" b="b"/>
            <a:pathLst>
              <a:path w="11458" h="54">
                <a:moveTo>
                  <a:pt x="0" y="0"/>
                </a:moveTo>
                <a:lnTo>
                  <a:pt x="11458" y="0"/>
                </a:lnTo>
                <a:lnTo>
                  <a:pt x="11458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3" name=""/>
          <p:cNvSpPr/>
          <p:nvPr/>
        </p:nvSpPr>
        <p:spPr>
          <a:xfrm>
            <a:off x="8858160" y="2828880"/>
            <a:ext cx="19440" cy="1171800"/>
          </a:xfrm>
          <a:custGeom>
            <a:avLst/>
            <a:gdLst/>
            <a:ahLst/>
            <a:rect l="0" t="0" r="r" b="b"/>
            <a:pathLst>
              <a:path w="54" h="3255">
                <a:moveTo>
                  <a:pt x="0" y="53"/>
                </a:moveTo>
                <a:lnTo>
                  <a:pt x="0" y="3255"/>
                </a:lnTo>
                <a:lnTo>
                  <a:pt x="54" y="3255"/>
                </a:lnTo>
                <a:lnTo>
                  <a:pt x="54" y="0"/>
                </a:lnTo>
                <a:lnTo>
                  <a:pt x="0" y="53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4" name=""/>
          <p:cNvSpPr/>
          <p:nvPr/>
        </p:nvSpPr>
        <p:spPr>
          <a:xfrm>
            <a:off x="4752720" y="2828880"/>
            <a:ext cx="19440" cy="1171800"/>
          </a:xfrm>
          <a:custGeom>
            <a:avLst/>
            <a:gdLst/>
            <a:ahLst/>
            <a:rect l="0" t="0" r="r" b="b"/>
            <a:pathLst>
              <a:path w="54" h="3255">
                <a:moveTo>
                  <a:pt x="0" y="0"/>
                </a:moveTo>
                <a:lnTo>
                  <a:pt x="0" y="3255"/>
                </a:lnTo>
                <a:lnTo>
                  <a:pt x="54" y="3255"/>
                </a:lnTo>
                <a:lnTo>
                  <a:pt x="54" y="5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634320" y="3665520"/>
            <a:ext cx="38944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6b7280"/>
                </a:solidFill>
                <a:latin typeface="Arial"/>
                <a:ea typeface="Arial"/>
              </a:rPr>
              <a:t>gekozen mogen worden, binnen welke opleiding en instelling?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4937760" y="3061440"/>
            <a:ext cx="327420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b2a6b"/>
                </a:solidFill>
                <a:latin typeface="Arial"/>
                <a:ea typeface="Arial"/>
              </a:rPr>
              <a:t>❓ </a:t>
            </a:r>
            <a:r>
              <a:rPr b="1" lang="en-US" sz="1260" spc="-1" strike="noStrike">
                <a:solidFill>
                  <a:srgbClr val="1b2a6b"/>
                </a:solidFill>
                <a:latin typeface="Arial"/>
                <a:ea typeface="Arial"/>
              </a:rPr>
              <a:t>Vraag aan de kerngroep techniek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4937760" y="3416040"/>
            <a:ext cx="43912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Klopt deze route? En wat verdient als eerste een plek op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9" name=""/>
          <p:cNvSpPr txBox="1"/>
          <p:nvPr/>
        </p:nvSpPr>
        <p:spPr>
          <a:xfrm>
            <a:off x="4937760" y="3644640"/>
            <a:ext cx="739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het bord?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8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8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87" name=""/>
          <p:cNvSpPr/>
          <p:nvPr/>
        </p:nvSpPr>
        <p:spPr>
          <a:xfrm>
            <a:off x="447480" y="2114280"/>
            <a:ext cx="47880" cy="48600"/>
          </a:xfrm>
          <a:custGeom>
            <a:avLst/>
            <a:gdLst/>
            <a:ahLst/>
            <a:rect l="0" t="0" r="r" b="b"/>
            <a:pathLst>
              <a:path w="133" h="135">
                <a:moveTo>
                  <a:pt x="0" y="0"/>
                </a:moveTo>
                <a:lnTo>
                  <a:pt x="133" y="0"/>
                </a:lnTo>
                <a:lnTo>
                  <a:pt x="133" y="135"/>
                </a:lnTo>
                <a:lnTo>
                  <a:pt x="0" y="135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8" name=""/>
          <p:cNvSpPr txBox="1"/>
          <p:nvPr/>
        </p:nvSpPr>
        <p:spPr>
          <a:xfrm>
            <a:off x="439920" y="1329480"/>
            <a:ext cx="1476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Tot slot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9" name=""/>
          <p:cNvSpPr txBox="1"/>
          <p:nvPr/>
        </p:nvSpPr>
        <p:spPr>
          <a:xfrm>
            <a:off x="639360" y="2060640"/>
            <a:ext cx="4142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structuur staat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gereleased als koppelvlakspeciﬁcatie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0" name=""/>
          <p:cNvSpPr/>
          <p:nvPr/>
        </p:nvSpPr>
        <p:spPr>
          <a:xfrm>
            <a:off x="447480" y="26668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639360" y="2317680"/>
            <a:ext cx="441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v0.0.1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639360" y="2613240"/>
            <a:ext cx="3803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werkwijze is versimpeld: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één publieke bron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met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3" name=""/>
          <p:cNvSpPr/>
          <p:nvPr/>
        </p:nvSpPr>
        <p:spPr>
          <a:xfrm>
            <a:off x="447480" y="321912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639360" y="2860560"/>
            <a:ext cx="26874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genummerde releases als vast ijkpunt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639360" y="3165480"/>
            <a:ext cx="3150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Belangrijk: sectorwensen en het eindproduct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639360" y="3413160"/>
            <a:ext cx="3603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koppelvlakspeciﬁcatie </a:t>
            </a:r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sterker verbinden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met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7" name=""/>
          <p:cNvSpPr/>
          <p:nvPr/>
        </p:nvSpPr>
        <p:spPr>
          <a:xfrm>
            <a:off x="4752720" y="2180880"/>
            <a:ext cx="4124880" cy="1553040"/>
          </a:xfrm>
          <a:custGeom>
            <a:avLst/>
            <a:gdLst/>
            <a:ahLst/>
            <a:rect l="0" t="0" r="r" b="b"/>
            <a:pathLst>
              <a:path w="11458" h="4314">
                <a:moveTo>
                  <a:pt x="0" y="0"/>
                </a:moveTo>
                <a:lnTo>
                  <a:pt x="11458" y="0"/>
                </a:lnTo>
                <a:lnTo>
                  <a:pt x="11458" y="4314"/>
                </a:lnTo>
                <a:lnTo>
                  <a:pt x="0" y="43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8" name=""/>
          <p:cNvSpPr/>
          <p:nvPr/>
        </p:nvSpPr>
        <p:spPr>
          <a:xfrm>
            <a:off x="4752720" y="2180880"/>
            <a:ext cx="4124880" cy="38520"/>
          </a:xfrm>
          <a:custGeom>
            <a:avLst/>
            <a:gdLst/>
            <a:ahLst/>
            <a:rect l="0" t="0" r="r" b="b"/>
            <a:pathLst>
              <a:path w="11458" h="107">
                <a:moveTo>
                  <a:pt x="0" y="0"/>
                </a:moveTo>
                <a:lnTo>
                  <a:pt x="11458" y="0"/>
                </a:lnTo>
                <a:lnTo>
                  <a:pt x="114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9" name=""/>
          <p:cNvSpPr/>
          <p:nvPr/>
        </p:nvSpPr>
        <p:spPr>
          <a:xfrm>
            <a:off x="4752720" y="3724200"/>
            <a:ext cx="4124880" cy="9720"/>
          </a:xfrm>
          <a:custGeom>
            <a:avLst/>
            <a:gdLst/>
            <a:ahLst/>
            <a:rect l="0" t="0" r="r" b="b"/>
            <a:pathLst>
              <a:path w="11458" h="27">
                <a:moveTo>
                  <a:pt x="0" y="0"/>
                </a:moveTo>
                <a:lnTo>
                  <a:pt x="11458" y="0"/>
                </a:lnTo>
                <a:lnTo>
                  <a:pt x="114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0" name=""/>
          <p:cNvSpPr/>
          <p:nvPr/>
        </p:nvSpPr>
        <p:spPr>
          <a:xfrm>
            <a:off x="8867520" y="2180880"/>
            <a:ext cx="10080" cy="1553040"/>
          </a:xfrm>
          <a:custGeom>
            <a:avLst/>
            <a:gdLst/>
            <a:ahLst/>
            <a:rect l="0" t="0" r="r" b="b"/>
            <a:pathLst>
              <a:path w="28" h="4314">
                <a:moveTo>
                  <a:pt x="0" y="106"/>
                </a:moveTo>
                <a:lnTo>
                  <a:pt x="0" y="4314"/>
                </a:lnTo>
                <a:lnTo>
                  <a:pt x="28" y="431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1" name=""/>
          <p:cNvSpPr/>
          <p:nvPr/>
        </p:nvSpPr>
        <p:spPr>
          <a:xfrm>
            <a:off x="4752720" y="2180880"/>
            <a:ext cx="10080" cy="1553040"/>
          </a:xfrm>
          <a:custGeom>
            <a:avLst/>
            <a:gdLst/>
            <a:ahLst/>
            <a:rect l="0" t="0" r="r" b="b"/>
            <a:pathLst>
              <a:path w="28" h="4314">
                <a:moveTo>
                  <a:pt x="0" y="0"/>
                </a:moveTo>
                <a:lnTo>
                  <a:pt x="0" y="4314"/>
                </a:lnTo>
                <a:lnTo>
                  <a:pt x="28" y="431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2" name=""/>
          <p:cNvSpPr/>
          <p:nvPr/>
        </p:nvSpPr>
        <p:spPr>
          <a:xfrm>
            <a:off x="4924080" y="2409480"/>
            <a:ext cx="1524600" cy="219600"/>
          </a:xfrm>
          <a:custGeom>
            <a:avLst/>
            <a:gdLst/>
            <a:ahLst/>
            <a:rect l="0" t="0" r="r" b="b"/>
            <a:pathLst>
              <a:path w="4235" h="610">
                <a:moveTo>
                  <a:pt x="0" y="306"/>
                </a:moveTo>
                <a:cubicBezTo>
                  <a:pt x="0" y="285"/>
                  <a:pt x="2" y="265"/>
                  <a:pt x="6" y="245"/>
                </a:cubicBezTo>
                <a:cubicBezTo>
                  <a:pt x="10" y="226"/>
                  <a:pt x="16" y="207"/>
                  <a:pt x="24" y="188"/>
                </a:cubicBezTo>
                <a:cubicBezTo>
                  <a:pt x="31" y="170"/>
                  <a:pt x="41" y="152"/>
                  <a:pt x="52" y="136"/>
                </a:cubicBezTo>
                <a:cubicBezTo>
                  <a:pt x="63" y="119"/>
                  <a:pt x="75" y="104"/>
                  <a:pt x="90" y="90"/>
                </a:cubicBezTo>
                <a:cubicBezTo>
                  <a:pt x="104" y="75"/>
                  <a:pt x="119" y="63"/>
                  <a:pt x="136" y="52"/>
                </a:cubicBezTo>
                <a:cubicBezTo>
                  <a:pt x="152" y="41"/>
                  <a:pt x="170" y="31"/>
                  <a:pt x="188" y="24"/>
                </a:cubicBezTo>
                <a:cubicBezTo>
                  <a:pt x="207" y="16"/>
                  <a:pt x="226" y="10"/>
                  <a:pt x="245" y="6"/>
                </a:cubicBezTo>
                <a:cubicBezTo>
                  <a:pt x="265" y="2"/>
                  <a:pt x="285" y="0"/>
                  <a:pt x="305" y="0"/>
                </a:cubicBezTo>
                <a:lnTo>
                  <a:pt x="3931" y="0"/>
                </a:lnTo>
                <a:cubicBezTo>
                  <a:pt x="3950" y="0"/>
                  <a:pt x="3970" y="2"/>
                  <a:pt x="3990" y="6"/>
                </a:cubicBezTo>
                <a:cubicBezTo>
                  <a:pt x="4009" y="10"/>
                  <a:pt x="4029" y="16"/>
                  <a:pt x="4047" y="24"/>
                </a:cubicBezTo>
                <a:cubicBezTo>
                  <a:pt x="4065" y="31"/>
                  <a:pt x="4083" y="41"/>
                  <a:pt x="4100" y="52"/>
                </a:cubicBezTo>
                <a:cubicBezTo>
                  <a:pt x="4116" y="63"/>
                  <a:pt x="4132" y="75"/>
                  <a:pt x="4146" y="90"/>
                </a:cubicBezTo>
                <a:cubicBezTo>
                  <a:pt x="4160" y="104"/>
                  <a:pt x="4172" y="119"/>
                  <a:pt x="4184" y="136"/>
                </a:cubicBezTo>
                <a:cubicBezTo>
                  <a:pt x="4195" y="152"/>
                  <a:pt x="4204" y="170"/>
                  <a:pt x="4212" y="188"/>
                </a:cubicBezTo>
                <a:cubicBezTo>
                  <a:pt x="4219" y="207"/>
                  <a:pt x="4225" y="226"/>
                  <a:pt x="4229" y="245"/>
                </a:cubicBezTo>
                <a:cubicBezTo>
                  <a:pt x="4233" y="265"/>
                  <a:pt x="4235" y="285"/>
                  <a:pt x="4235" y="306"/>
                </a:cubicBezTo>
                <a:cubicBezTo>
                  <a:pt x="4235" y="326"/>
                  <a:pt x="4233" y="345"/>
                  <a:pt x="4229" y="365"/>
                </a:cubicBezTo>
                <a:cubicBezTo>
                  <a:pt x="4225" y="385"/>
                  <a:pt x="4219" y="404"/>
                  <a:pt x="4212" y="422"/>
                </a:cubicBezTo>
                <a:cubicBezTo>
                  <a:pt x="4204" y="441"/>
                  <a:pt x="4195" y="458"/>
                  <a:pt x="4184" y="475"/>
                </a:cubicBezTo>
                <a:cubicBezTo>
                  <a:pt x="4172" y="491"/>
                  <a:pt x="4160" y="507"/>
                  <a:pt x="4146" y="521"/>
                </a:cubicBezTo>
                <a:cubicBezTo>
                  <a:pt x="4132" y="535"/>
                  <a:pt x="4116" y="548"/>
                  <a:pt x="4100" y="559"/>
                </a:cubicBezTo>
                <a:cubicBezTo>
                  <a:pt x="4083" y="570"/>
                  <a:pt x="4065" y="579"/>
                  <a:pt x="4047" y="587"/>
                </a:cubicBezTo>
                <a:cubicBezTo>
                  <a:pt x="4029" y="594"/>
                  <a:pt x="4009" y="600"/>
                  <a:pt x="3990" y="604"/>
                </a:cubicBezTo>
                <a:cubicBezTo>
                  <a:pt x="3970" y="608"/>
                  <a:pt x="3950" y="610"/>
                  <a:pt x="3931" y="610"/>
                </a:cubicBezTo>
                <a:lnTo>
                  <a:pt x="305" y="610"/>
                </a:lnTo>
                <a:cubicBezTo>
                  <a:pt x="285" y="610"/>
                  <a:pt x="265" y="608"/>
                  <a:pt x="245" y="604"/>
                </a:cubicBezTo>
                <a:cubicBezTo>
                  <a:pt x="226" y="600"/>
                  <a:pt x="207" y="594"/>
                  <a:pt x="188" y="587"/>
                </a:cubicBezTo>
                <a:cubicBezTo>
                  <a:pt x="170" y="579"/>
                  <a:pt x="152" y="570"/>
                  <a:pt x="136" y="559"/>
                </a:cubicBezTo>
                <a:cubicBezTo>
                  <a:pt x="119" y="548"/>
                  <a:pt x="104" y="535"/>
                  <a:pt x="90" y="521"/>
                </a:cubicBezTo>
                <a:cubicBezTo>
                  <a:pt x="75" y="507"/>
                  <a:pt x="63" y="491"/>
                  <a:pt x="52" y="475"/>
                </a:cubicBezTo>
                <a:cubicBezTo>
                  <a:pt x="41" y="458"/>
                  <a:pt x="31" y="441"/>
                  <a:pt x="24" y="422"/>
                </a:cubicBezTo>
                <a:cubicBezTo>
                  <a:pt x="16" y="404"/>
                  <a:pt x="10" y="385"/>
                  <a:pt x="6" y="365"/>
                </a:cubicBezTo>
                <a:cubicBezTo>
                  <a:pt x="2" y="345"/>
                  <a:pt x="0" y="326"/>
                  <a:pt x="0" y="306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639360" y="3670200"/>
            <a:ext cx="27774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requirementsboom als proof of concept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5032800" y="2460240"/>
            <a:ext cx="15123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Voor de volgende sessie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4928040" y="2730240"/>
            <a:ext cx="42876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Werk de release door, review hem en maak issues aan; vooral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6" name=""/>
          <p:cNvSpPr txBox="1"/>
          <p:nvPr/>
        </p:nvSpPr>
        <p:spPr>
          <a:xfrm>
            <a:off x="4928040" y="2949120"/>
            <a:ext cx="4071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op de structuur. Inhoudelijke feedback is altijd welkom. En: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4928040" y="3168360"/>
            <a:ext cx="3771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geef akkoord op het referentiemateriaal in de publieke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4928040" y="3387600"/>
            <a:ext cx="739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repository.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1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1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