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364120" y="2195280"/>
            <a:ext cx="5442840" cy="5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840" spc="-1" strike="noStrike">
                <a:solidFill>
                  <a:srgbClr val="1a1a2e"/>
                </a:solidFill>
                <a:latin typeface="Arial"/>
                <a:ea typeface="Arial"/>
              </a:rPr>
              <a:t>Kerngroep techniek</a:t>
            </a:r>
            <a:endParaRPr b="0" lang="en-US" sz="38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81360" y="2875680"/>
            <a:ext cx="2303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OKx · Npuls · 1 september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2153160" y="1647720"/>
            <a:ext cx="438120" cy="0"/>
          </a:xfrm>
          <a:custGeom>
            <a:avLst/>
            <a:gdLst/>
            <a:ahLst/>
            <a:rect l="0" t="0" r="r" b="b"/>
            <a:pathLst>
              <a:path fill="none" w="1217" h="0">
                <a:moveTo>
                  <a:pt x="0" y="0"/>
                </a:moveTo>
                <a:lnTo>
                  <a:pt x="110" y="0"/>
                </a:lnTo>
                <a:cubicBezTo>
                  <a:pt x="221" y="0"/>
                  <a:pt x="441" y="0"/>
                  <a:pt x="644" y="0"/>
                </a:cubicBezTo>
                <a:cubicBezTo>
                  <a:pt x="847" y="0"/>
                  <a:pt x="1032" y="0"/>
                  <a:pt x="1125" y="0"/>
                </a:cubicBezTo>
                <a:lnTo>
                  <a:pt x="1217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2553120" y="1609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0" y="0"/>
                </a:moveTo>
                <a:lnTo>
                  <a:pt x="213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" name=""/>
          <p:cNvSpPr/>
          <p:nvPr/>
        </p:nvSpPr>
        <p:spPr>
          <a:xfrm>
            <a:off x="2549520" y="160344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3" y="26"/>
                </a:moveTo>
                <a:lnTo>
                  <a:pt x="72" y="36"/>
                </a:lnTo>
                <a:lnTo>
                  <a:pt x="62" y="55"/>
                </a:lnTo>
                <a:lnTo>
                  <a:pt x="44" y="45"/>
                </a:lnTo>
                <a:lnTo>
                  <a:pt x="53" y="26"/>
                </a:lnTo>
                <a:moveTo>
                  <a:pt x="72" y="36"/>
                </a:moveTo>
                <a:lnTo>
                  <a:pt x="91" y="45"/>
                </a:lnTo>
                <a:lnTo>
                  <a:pt x="81" y="64"/>
                </a:lnTo>
                <a:lnTo>
                  <a:pt x="62" y="55"/>
                </a:lnTo>
                <a:lnTo>
                  <a:pt x="72" y="36"/>
                </a:lnTo>
                <a:moveTo>
                  <a:pt x="91" y="45"/>
                </a:moveTo>
                <a:lnTo>
                  <a:pt x="110" y="55"/>
                </a:lnTo>
                <a:lnTo>
                  <a:pt x="100" y="74"/>
                </a:lnTo>
                <a:lnTo>
                  <a:pt x="81" y="64"/>
                </a:lnTo>
                <a:lnTo>
                  <a:pt x="91" y="45"/>
                </a:lnTo>
                <a:moveTo>
                  <a:pt x="110" y="55"/>
                </a:moveTo>
                <a:lnTo>
                  <a:pt x="129" y="64"/>
                </a:lnTo>
                <a:lnTo>
                  <a:pt x="119" y="84"/>
                </a:lnTo>
                <a:lnTo>
                  <a:pt x="100" y="74"/>
                </a:lnTo>
                <a:lnTo>
                  <a:pt x="110" y="55"/>
                </a:lnTo>
                <a:moveTo>
                  <a:pt x="129" y="64"/>
                </a:moveTo>
                <a:lnTo>
                  <a:pt x="149" y="74"/>
                </a:lnTo>
                <a:lnTo>
                  <a:pt x="138" y="94"/>
                </a:lnTo>
                <a:lnTo>
                  <a:pt x="119" y="84"/>
                </a:lnTo>
                <a:lnTo>
                  <a:pt x="129" y="64"/>
                </a:lnTo>
                <a:moveTo>
                  <a:pt x="149" y="74"/>
                </a:moveTo>
                <a:lnTo>
                  <a:pt x="168" y="84"/>
                </a:lnTo>
                <a:lnTo>
                  <a:pt x="158" y="103"/>
                </a:lnTo>
                <a:lnTo>
                  <a:pt x="138" y="94"/>
                </a:lnTo>
                <a:lnTo>
                  <a:pt x="149" y="74"/>
                </a:lnTo>
                <a:moveTo>
                  <a:pt x="168" y="84"/>
                </a:moveTo>
                <a:lnTo>
                  <a:pt x="187" y="94"/>
                </a:lnTo>
                <a:lnTo>
                  <a:pt x="177" y="113"/>
                </a:lnTo>
                <a:lnTo>
                  <a:pt x="158" y="103"/>
                </a:lnTo>
                <a:lnTo>
                  <a:pt x="168" y="84"/>
                </a:lnTo>
                <a:moveTo>
                  <a:pt x="187" y="94"/>
                </a:moveTo>
                <a:lnTo>
                  <a:pt x="205" y="103"/>
                </a:lnTo>
                <a:lnTo>
                  <a:pt x="196" y="122"/>
                </a:lnTo>
                <a:lnTo>
                  <a:pt x="177" y="113"/>
                </a:lnTo>
                <a:lnTo>
                  <a:pt x="187" y="94"/>
                </a:lnTo>
                <a:moveTo>
                  <a:pt x="205" y="103"/>
                </a:moveTo>
                <a:lnTo>
                  <a:pt x="224" y="113"/>
                </a:lnTo>
                <a:lnTo>
                  <a:pt x="215" y="132"/>
                </a:lnTo>
                <a:lnTo>
                  <a:pt x="196" y="122"/>
                </a:lnTo>
                <a:lnTo>
                  <a:pt x="205" y="103"/>
                </a:lnTo>
                <a:moveTo>
                  <a:pt x="224" y="113"/>
                </a:moveTo>
                <a:lnTo>
                  <a:pt x="247" y="124"/>
                </a:lnTo>
                <a:lnTo>
                  <a:pt x="212" y="141"/>
                </a:lnTo>
                <a:lnTo>
                  <a:pt x="203" y="122"/>
                </a:lnTo>
                <a:lnTo>
                  <a:pt x="218" y="114"/>
                </a:lnTo>
                <a:lnTo>
                  <a:pt x="223" y="124"/>
                </a:lnTo>
                <a:lnTo>
                  <a:pt x="218" y="133"/>
                </a:lnTo>
                <a:lnTo>
                  <a:pt x="215" y="132"/>
                </a:lnTo>
                <a:lnTo>
                  <a:pt x="224" y="113"/>
                </a:lnTo>
                <a:moveTo>
                  <a:pt x="212" y="141"/>
                </a:moveTo>
                <a:lnTo>
                  <a:pt x="193" y="150"/>
                </a:lnTo>
                <a:lnTo>
                  <a:pt x="184" y="132"/>
                </a:lnTo>
                <a:lnTo>
                  <a:pt x="203" y="122"/>
                </a:lnTo>
                <a:lnTo>
                  <a:pt x="212" y="141"/>
                </a:lnTo>
                <a:moveTo>
                  <a:pt x="193" y="150"/>
                </a:moveTo>
                <a:lnTo>
                  <a:pt x="174" y="160"/>
                </a:lnTo>
                <a:lnTo>
                  <a:pt x="165" y="141"/>
                </a:lnTo>
                <a:lnTo>
                  <a:pt x="184" y="132"/>
                </a:lnTo>
                <a:lnTo>
                  <a:pt x="193" y="150"/>
                </a:lnTo>
                <a:moveTo>
                  <a:pt x="174" y="160"/>
                </a:moveTo>
                <a:lnTo>
                  <a:pt x="155" y="169"/>
                </a:lnTo>
                <a:lnTo>
                  <a:pt x="145" y="150"/>
                </a:lnTo>
                <a:lnTo>
                  <a:pt x="165" y="141"/>
                </a:lnTo>
                <a:lnTo>
                  <a:pt x="174" y="160"/>
                </a:lnTo>
                <a:moveTo>
                  <a:pt x="155" y="169"/>
                </a:moveTo>
                <a:lnTo>
                  <a:pt x="136" y="179"/>
                </a:lnTo>
                <a:lnTo>
                  <a:pt x="126" y="160"/>
                </a:lnTo>
                <a:lnTo>
                  <a:pt x="145" y="150"/>
                </a:lnTo>
                <a:lnTo>
                  <a:pt x="155" y="169"/>
                </a:lnTo>
                <a:moveTo>
                  <a:pt x="136" y="179"/>
                </a:moveTo>
                <a:lnTo>
                  <a:pt x="117" y="188"/>
                </a:lnTo>
                <a:lnTo>
                  <a:pt x="107" y="169"/>
                </a:lnTo>
                <a:lnTo>
                  <a:pt x="126" y="160"/>
                </a:lnTo>
                <a:lnTo>
                  <a:pt x="136" y="179"/>
                </a:lnTo>
                <a:moveTo>
                  <a:pt x="117" y="188"/>
                </a:moveTo>
                <a:lnTo>
                  <a:pt x="98" y="198"/>
                </a:lnTo>
                <a:lnTo>
                  <a:pt x="88" y="179"/>
                </a:lnTo>
                <a:lnTo>
                  <a:pt x="107" y="169"/>
                </a:lnTo>
                <a:lnTo>
                  <a:pt x="117" y="188"/>
                </a:lnTo>
                <a:moveTo>
                  <a:pt x="98" y="198"/>
                </a:moveTo>
                <a:lnTo>
                  <a:pt x="79" y="207"/>
                </a:lnTo>
                <a:lnTo>
                  <a:pt x="69" y="188"/>
                </a:lnTo>
                <a:lnTo>
                  <a:pt x="88" y="179"/>
                </a:lnTo>
                <a:lnTo>
                  <a:pt x="98" y="198"/>
                </a:lnTo>
                <a:moveTo>
                  <a:pt x="79" y="207"/>
                </a:moveTo>
                <a:lnTo>
                  <a:pt x="60" y="217"/>
                </a:lnTo>
                <a:lnTo>
                  <a:pt x="50" y="198"/>
                </a:lnTo>
                <a:lnTo>
                  <a:pt x="69" y="188"/>
                </a:lnTo>
                <a:lnTo>
                  <a:pt x="79" y="207"/>
                </a:lnTo>
                <a:moveTo>
                  <a:pt x="60" y="217"/>
                </a:moveTo>
                <a:lnTo>
                  <a:pt x="41" y="226"/>
                </a:lnTo>
                <a:lnTo>
                  <a:pt x="31" y="207"/>
                </a:lnTo>
                <a:lnTo>
                  <a:pt x="50" y="198"/>
                </a:lnTo>
                <a:lnTo>
                  <a:pt x="60" y="217"/>
                </a:lnTo>
                <a:moveTo>
                  <a:pt x="41" y="226"/>
                </a:moveTo>
                <a:lnTo>
                  <a:pt x="22" y="236"/>
                </a:lnTo>
                <a:lnTo>
                  <a:pt x="12" y="217"/>
                </a:lnTo>
                <a:lnTo>
                  <a:pt x="31" y="207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6"/>
                </a:lnTo>
                <a:lnTo>
                  <a:pt x="21" y="216"/>
                </a:lnTo>
                <a:lnTo>
                  <a:pt x="21" y="230"/>
                </a:lnTo>
                <a:lnTo>
                  <a:pt x="10" y="230"/>
                </a:lnTo>
                <a:lnTo>
                  <a:pt x="6" y="220"/>
                </a:lnTo>
                <a:lnTo>
                  <a:pt x="12" y="217"/>
                </a:lnTo>
                <a:lnTo>
                  <a:pt x="22" y="236"/>
                </a:lnTo>
                <a:moveTo>
                  <a:pt x="0" y="216"/>
                </a:moveTo>
                <a:lnTo>
                  <a:pt x="0" y="195"/>
                </a:lnTo>
                <a:lnTo>
                  <a:pt x="21" y="195"/>
                </a:lnTo>
                <a:lnTo>
                  <a:pt x="21" y="216"/>
                </a:lnTo>
                <a:lnTo>
                  <a:pt x="0" y="216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1"/>
                </a:lnTo>
                <a:lnTo>
                  <a:pt x="21" y="131"/>
                </a:lnTo>
                <a:lnTo>
                  <a:pt x="21" y="153"/>
                </a:lnTo>
                <a:lnTo>
                  <a:pt x="0" y="153"/>
                </a:lnTo>
                <a:moveTo>
                  <a:pt x="0" y="131"/>
                </a:moveTo>
                <a:lnTo>
                  <a:pt x="0" y="110"/>
                </a:lnTo>
                <a:lnTo>
                  <a:pt x="21" y="110"/>
                </a:lnTo>
                <a:lnTo>
                  <a:pt x="21" y="131"/>
                </a:lnTo>
                <a:lnTo>
                  <a:pt x="0" y="131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0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" name=""/>
          <p:cNvSpPr/>
          <p:nvPr/>
        </p:nvSpPr>
        <p:spPr>
          <a:xfrm>
            <a:off x="3678840" y="1647720"/>
            <a:ext cx="438480" cy="0"/>
          </a:xfrm>
          <a:custGeom>
            <a:avLst/>
            <a:gdLst/>
            <a:ahLst/>
            <a:rect l="0" t="0" r="r" b="b"/>
            <a:pathLst>
              <a:path fill="none" w="1218" h="0">
                <a:moveTo>
                  <a:pt x="0" y="0"/>
                </a:moveTo>
                <a:lnTo>
                  <a:pt x="111" y="0"/>
                </a:lnTo>
                <a:cubicBezTo>
                  <a:pt x="221" y="0"/>
                  <a:pt x="441" y="0"/>
                  <a:pt x="644" y="0"/>
                </a:cubicBezTo>
                <a:cubicBezTo>
                  <a:pt x="847" y="0"/>
                  <a:pt x="1032" y="0"/>
                  <a:pt x="1125" y="0"/>
                </a:cubicBezTo>
                <a:lnTo>
                  <a:pt x="1218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/>
          <p:nvPr/>
        </p:nvSpPr>
        <p:spPr>
          <a:xfrm>
            <a:off x="4079160" y="160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0" y="0"/>
                </a:moveTo>
                <a:lnTo>
                  <a:pt x="212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" name=""/>
          <p:cNvSpPr/>
          <p:nvPr/>
        </p:nvSpPr>
        <p:spPr>
          <a:xfrm>
            <a:off x="4075200" y="160344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3" y="26"/>
                </a:moveTo>
                <a:lnTo>
                  <a:pt x="72" y="36"/>
                </a:lnTo>
                <a:lnTo>
                  <a:pt x="63" y="55"/>
                </a:lnTo>
                <a:lnTo>
                  <a:pt x="44" y="45"/>
                </a:lnTo>
                <a:lnTo>
                  <a:pt x="53" y="26"/>
                </a:lnTo>
                <a:moveTo>
                  <a:pt x="72" y="36"/>
                </a:moveTo>
                <a:lnTo>
                  <a:pt x="92" y="45"/>
                </a:lnTo>
                <a:lnTo>
                  <a:pt x="83" y="64"/>
                </a:lnTo>
                <a:lnTo>
                  <a:pt x="63" y="55"/>
                </a:lnTo>
                <a:lnTo>
                  <a:pt x="72" y="36"/>
                </a:lnTo>
                <a:moveTo>
                  <a:pt x="92" y="45"/>
                </a:moveTo>
                <a:lnTo>
                  <a:pt x="111" y="55"/>
                </a:lnTo>
                <a:lnTo>
                  <a:pt x="102" y="74"/>
                </a:lnTo>
                <a:lnTo>
                  <a:pt x="83" y="64"/>
                </a:lnTo>
                <a:lnTo>
                  <a:pt x="92" y="45"/>
                </a:lnTo>
                <a:moveTo>
                  <a:pt x="111" y="55"/>
                </a:moveTo>
                <a:lnTo>
                  <a:pt x="130" y="64"/>
                </a:lnTo>
                <a:lnTo>
                  <a:pt x="121" y="84"/>
                </a:lnTo>
                <a:lnTo>
                  <a:pt x="102" y="74"/>
                </a:lnTo>
                <a:lnTo>
                  <a:pt x="111" y="55"/>
                </a:lnTo>
                <a:moveTo>
                  <a:pt x="130" y="64"/>
                </a:moveTo>
                <a:lnTo>
                  <a:pt x="149" y="74"/>
                </a:lnTo>
                <a:lnTo>
                  <a:pt x="139" y="94"/>
                </a:lnTo>
                <a:lnTo>
                  <a:pt x="121" y="84"/>
                </a:lnTo>
                <a:lnTo>
                  <a:pt x="130" y="64"/>
                </a:lnTo>
                <a:moveTo>
                  <a:pt x="149" y="74"/>
                </a:moveTo>
                <a:lnTo>
                  <a:pt x="168" y="84"/>
                </a:lnTo>
                <a:lnTo>
                  <a:pt x="158" y="103"/>
                </a:lnTo>
                <a:lnTo>
                  <a:pt x="139" y="94"/>
                </a:lnTo>
                <a:lnTo>
                  <a:pt x="149" y="74"/>
                </a:lnTo>
                <a:moveTo>
                  <a:pt x="168" y="84"/>
                </a:moveTo>
                <a:lnTo>
                  <a:pt x="187" y="94"/>
                </a:lnTo>
                <a:lnTo>
                  <a:pt x="177" y="113"/>
                </a:lnTo>
                <a:lnTo>
                  <a:pt x="158" y="103"/>
                </a:lnTo>
                <a:lnTo>
                  <a:pt x="168" y="84"/>
                </a:lnTo>
                <a:moveTo>
                  <a:pt x="187" y="94"/>
                </a:moveTo>
                <a:lnTo>
                  <a:pt x="206" y="103"/>
                </a:lnTo>
                <a:lnTo>
                  <a:pt x="196" y="122"/>
                </a:lnTo>
                <a:lnTo>
                  <a:pt x="177" y="113"/>
                </a:lnTo>
                <a:lnTo>
                  <a:pt x="187" y="94"/>
                </a:lnTo>
                <a:moveTo>
                  <a:pt x="206" y="103"/>
                </a:moveTo>
                <a:lnTo>
                  <a:pt x="225" y="113"/>
                </a:lnTo>
                <a:lnTo>
                  <a:pt x="215" y="132"/>
                </a:lnTo>
                <a:lnTo>
                  <a:pt x="196" y="122"/>
                </a:lnTo>
                <a:lnTo>
                  <a:pt x="206" y="103"/>
                </a:lnTo>
                <a:moveTo>
                  <a:pt x="225" y="113"/>
                </a:moveTo>
                <a:lnTo>
                  <a:pt x="247" y="124"/>
                </a:lnTo>
                <a:lnTo>
                  <a:pt x="213" y="141"/>
                </a:lnTo>
                <a:lnTo>
                  <a:pt x="203" y="122"/>
                </a:lnTo>
                <a:lnTo>
                  <a:pt x="219" y="114"/>
                </a:lnTo>
                <a:lnTo>
                  <a:pt x="223" y="124"/>
                </a:lnTo>
                <a:lnTo>
                  <a:pt x="219" y="133"/>
                </a:lnTo>
                <a:lnTo>
                  <a:pt x="215" y="132"/>
                </a:lnTo>
                <a:lnTo>
                  <a:pt x="225" y="113"/>
                </a:lnTo>
                <a:moveTo>
                  <a:pt x="213" y="141"/>
                </a:moveTo>
                <a:lnTo>
                  <a:pt x="194" y="150"/>
                </a:lnTo>
                <a:lnTo>
                  <a:pt x="184" y="132"/>
                </a:lnTo>
                <a:lnTo>
                  <a:pt x="203" y="122"/>
                </a:lnTo>
                <a:lnTo>
                  <a:pt x="213" y="141"/>
                </a:lnTo>
                <a:moveTo>
                  <a:pt x="194" y="150"/>
                </a:moveTo>
                <a:lnTo>
                  <a:pt x="175" y="160"/>
                </a:lnTo>
                <a:lnTo>
                  <a:pt x="165" y="141"/>
                </a:lnTo>
                <a:lnTo>
                  <a:pt x="184" y="132"/>
                </a:lnTo>
                <a:lnTo>
                  <a:pt x="194" y="150"/>
                </a:lnTo>
                <a:moveTo>
                  <a:pt x="175" y="160"/>
                </a:moveTo>
                <a:lnTo>
                  <a:pt x="156" y="169"/>
                </a:lnTo>
                <a:lnTo>
                  <a:pt x="146" y="150"/>
                </a:lnTo>
                <a:lnTo>
                  <a:pt x="165" y="141"/>
                </a:lnTo>
                <a:lnTo>
                  <a:pt x="175" y="160"/>
                </a:lnTo>
                <a:moveTo>
                  <a:pt x="156" y="169"/>
                </a:moveTo>
                <a:lnTo>
                  <a:pt x="137" y="179"/>
                </a:lnTo>
                <a:lnTo>
                  <a:pt x="127" y="160"/>
                </a:lnTo>
                <a:lnTo>
                  <a:pt x="146" y="150"/>
                </a:lnTo>
                <a:lnTo>
                  <a:pt x="156" y="169"/>
                </a:lnTo>
                <a:moveTo>
                  <a:pt x="137" y="179"/>
                </a:moveTo>
                <a:lnTo>
                  <a:pt x="118" y="188"/>
                </a:lnTo>
                <a:lnTo>
                  <a:pt x="108" y="169"/>
                </a:lnTo>
                <a:lnTo>
                  <a:pt x="127" y="160"/>
                </a:lnTo>
                <a:lnTo>
                  <a:pt x="137" y="179"/>
                </a:lnTo>
                <a:moveTo>
                  <a:pt x="118" y="188"/>
                </a:moveTo>
                <a:lnTo>
                  <a:pt x="99" y="198"/>
                </a:lnTo>
                <a:lnTo>
                  <a:pt x="90" y="179"/>
                </a:lnTo>
                <a:lnTo>
                  <a:pt x="108" y="169"/>
                </a:lnTo>
                <a:lnTo>
                  <a:pt x="118" y="188"/>
                </a:lnTo>
                <a:moveTo>
                  <a:pt x="99" y="198"/>
                </a:moveTo>
                <a:lnTo>
                  <a:pt x="80" y="207"/>
                </a:lnTo>
                <a:lnTo>
                  <a:pt x="70" y="188"/>
                </a:lnTo>
                <a:lnTo>
                  <a:pt x="90" y="179"/>
                </a:lnTo>
                <a:lnTo>
                  <a:pt x="99" y="198"/>
                </a:lnTo>
                <a:moveTo>
                  <a:pt x="80" y="207"/>
                </a:moveTo>
                <a:lnTo>
                  <a:pt x="60" y="217"/>
                </a:lnTo>
                <a:lnTo>
                  <a:pt x="51" y="198"/>
                </a:lnTo>
                <a:lnTo>
                  <a:pt x="70" y="188"/>
                </a:lnTo>
                <a:lnTo>
                  <a:pt x="80" y="207"/>
                </a:lnTo>
                <a:moveTo>
                  <a:pt x="60" y="217"/>
                </a:moveTo>
                <a:lnTo>
                  <a:pt x="41" y="226"/>
                </a:lnTo>
                <a:lnTo>
                  <a:pt x="32" y="207"/>
                </a:lnTo>
                <a:lnTo>
                  <a:pt x="51" y="198"/>
                </a:lnTo>
                <a:lnTo>
                  <a:pt x="60" y="217"/>
                </a:lnTo>
                <a:moveTo>
                  <a:pt x="41" y="226"/>
                </a:moveTo>
                <a:lnTo>
                  <a:pt x="22" y="236"/>
                </a:lnTo>
                <a:lnTo>
                  <a:pt x="13" y="217"/>
                </a:lnTo>
                <a:lnTo>
                  <a:pt x="32" y="207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6"/>
                </a:lnTo>
                <a:lnTo>
                  <a:pt x="21" y="216"/>
                </a:lnTo>
                <a:lnTo>
                  <a:pt x="21" y="230"/>
                </a:lnTo>
                <a:lnTo>
                  <a:pt x="11" y="230"/>
                </a:lnTo>
                <a:lnTo>
                  <a:pt x="6" y="220"/>
                </a:lnTo>
                <a:lnTo>
                  <a:pt x="13" y="217"/>
                </a:lnTo>
                <a:lnTo>
                  <a:pt x="22" y="236"/>
                </a:lnTo>
                <a:moveTo>
                  <a:pt x="0" y="216"/>
                </a:moveTo>
                <a:lnTo>
                  <a:pt x="0" y="195"/>
                </a:lnTo>
                <a:lnTo>
                  <a:pt x="21" y="195"/>
                </a:lnTo>
                <a:lnTo>
                  <a:pt x="21" y="216"/>
                </a:lnTo>
                <a:lnTo>
                  <a:pt x="0" y="216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1"/>
                </a:lnTo>
                <a:lnTo>
                  <a:pt x="21" y="131"/>
                </a:lnTo>
                <a:lnTo>
                  <a:pt x="21" y="153"/>
                </a:lnTo>
                <a:lnTo>
                  <a:pt x="0" y="153"/>
                </a:lnTo>
                <a:moveTo>
                  <a:pt x="0" y="131"/>
                </a:moveTo>
                <a:lnTo>
                  <a:pt x="0" y="110"/>
                </a:lnTo>
                <a:lnTo>
                  <a:pt x="21" y="110"/>
                </a:lnTo>
                <a:lnTo>
                  <a:pt x="21" y="131"/>
                </a:lnTo>
                <a:lnTo>
                  <a:pt x="0" y="131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1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" name=""/>
          <p:cNvSpPr/>
          <p:nvPr/>
        </p:nvSpPr>
        <p:spPr>
          <a:xfrm>
            <a:off x="5107680" y="1647720"/>
            <a:ext cx="438120" cy="0"/>
          </a:xfrm>
          <a:custGeom>
            <a:avLst/>
            <a:gdLst/>
            <a:ahLst/>
            <a:rect l="0" t="0" r="r" b="b"/>
            <a:pathLst>
              <a:path fill="none" w="1217" h="0">
                <a:moveTo>
                  <a:pt x="0" y="0"/>
                </a:moveTo>
                <a:lnTo>
                  <a:pt x="110" y="0"/>
                </a:lnTo>
                <a:cubicBezTo>
                  <a:pt x="221" y="0"/>
                  <a:pt x="441" y="0"/>
                  <a:pt x="644" y="0"/>
                </a:cubicBezTo>
                <a:cubicBezTo>
                  <a:pt x="847" y="0"/>
                  <a:pt x="1032" y="0"/>
                  <a:pt x="1125" y="0"/>
                </a:cubicBezTo>
                <a:lnTo>
                  <a:pt x="1217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5507640" y="1609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0" y="0"/>
                </a:moveTo>
                <a:lnTo>
                  <a:pt x="213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" name=""/>
          <p:cNvSpPr/>
          <p:nvPr/>
        </p:nvSpPr>
        <p:spPr>
          <a:xfrm>
            <a:off x="5504040" y="160344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5" y="17"/>
                </a:moveTo>
                <a:lnTo>
                  <a:pt x="54" y="26"/>
                </a:lnTo>
                <a:lnTo>
                  <a:pt x="45" y="45"/>
                </a:lnTo>
                <a:lnTo>
                  <a:pt x="26" y="36"/>
                </a:lnTo>
                <a:lnTo>
                  <a:pt x="35" y="17"/>
                </a:lnTo>
                <a:moveTo>
                  <a:pt x="54" y="26"/>
                </a:moveTo>
                <a:lnTo>
                  <a:pt x="73" y="36"/>
                </a:lnTo>
                <a:lnTo>
                  <a:pt x="64" y="55"/>
                </a:lnTo>
                <a:lnTo>
                  <a:pt x="45" y="45"/>
                </a:lnTo>
                <a:lnTo>
                  <a:pt x="54" y="26"/>
                </a:lnTo>
                <a:moveTo>
                  <a:pt x="73" y="36"/>
                </a:moveTo>
                <a:lnTo>
                  <a:pt x="92" y="45"/>
                </a:lnTo>
                <a:lnTo>
                  <a:pt x="82" y="64"/>
                </a:lnTo>
                <a:lnTo>
                  <a:pt x="64" y="55"/>
                </a:lnTo>
                <a:lnTo>
                  <a:pt x="73" y="36"/>
                </a:lnTo>
                <a:moveTo>
                  <a:pt x="92" y="45"/>
                </a:moveTo>
                <a:lnTo>
                  <a:pt x="111" y="55"/>
                </a:lnTo>
                <a:lnTo>
                  <a:pt x="101" y="74"/>
                </a:lnTo>
                <a:lnTo>
                  <a:pt x="82" y="64"/>
                </a:lnTo>
                <a:lnTo>
                  <a:pt x="92" y="45"/>
                </a:lnTo>
                <a:moveTo>
                  <a:pt x="111" y="55"/>
                </a:moveTo>
                <a:lnTo>
                  <a:pt x="130" y="64"/>
                </a:lnTo>
                <a:lnTo>
                  <a:pt x="120" y="84"/>
                </a:lnTo>
                <a:lnTo>
                  <a:pt x="101" y="74"/>
                </a:lnTo>
                <a:lnTo>
                  <a:pt x="111" y="55"/>
                </a:lnTo>
                <a:moveTo>
                  <a:pt x="130" y="64"/>
                </a:moveTo>
                <a:lnTo>
                  <a:pt x="149" y="74"/>
                </a:lnTo>
                <a:lnTo>
                  <a:pt x="139" y="94"/>
                </a:lnTo>
                <a:lnTo>
                  <a:pt x="120" y="84"/>
                </a:lnTo>
                <a:lnTo>
                  <a:pt x="130" y="64"/>
                </a:lnTo>
                <a:moveTo>
                  <a:pt x="149" y="74"/>
                </a:moveTo>
                <a:lnTo>
                  <a:pt x="168" y="84"/>
                </a:lnTo>
                <a:lnTo>
                  <a:pt x="158" y="103"/>
                </a:lnTo>
                <a:lnTo>
                  <a:pt x="139" y="94"/>
                </a:lnTo>
                <a:lnTo>
                  <a:pt x="149" y="74"/>
                </a:lnTo>
                <a:moveTo>
                  <a:pt x="168" y="84"/>
                </a:moveTo>
                <a:lnTo>
                  <a:pt x="187" y="94"/>
                </a:lnTo>
                <a:lnTo>
                  <a:pt x="177" y="113"/>
                </a:lnTo>
                <a:lnTo>
                  <a:pt x="158" y="103"/>
                </a:lnTo>
                <a:lnTo>
                  <a:pt x="168" y="84"/>
                </a:lnTo>
                <a:moveTo>
                  <a:pt x="187" y="94"/>
                </a:moveTo>
                <a:lnTo>
                  <a:pt x="206" y="103"/>
                </a:lnTo>
                <a:lnTo>
                  <a:pt x="196" y="122"/>
                </a:lnTo>
                <a:lnTo>
                  <a:pt x="177" y="113"/>
                </a:lnTo>
                <a:lnTo>
                  <a:pt x="187" y="94"/>
                </a:lnTo>
                <a:moveTo>
                  <a:pt x="206" y="103"/>
                </a:moveTo>
                <a:lnTo>
                  <a:pt x="224" y="113"/>
                </a:lnTo>
                <a:lnTo>
                  <a:pt x="215" y="132"/>
                </a:lnTo>
                <a:lnTo>
                  <a:pt x="196" y="122"/>
                </a:lnTo>
                <a:lnTo>
                  <a:pt x="206" y="103"/>
                </a:lnTo>
                <a:moveTo>
                  <a:pt x="224" y="113"/>
                </a:moveTo>
                <a:lnTo>
                  <a:pt x="247" y="124"/>
                </a:lnTo>
                <a:lnTo>
                  <a:pt x="212" y="141"/>
                </a:lnTo>
                <a:lnTo>
                  <a:pt x="203" y="122"/>
                </a:lnTo>
                <a:lnTo>
                  <a:pt x="218" y="114"/>
                </a:lnTo>
                <a:lnTo>
                  <a:pt x="223" y="124"/>
                </a:lnTo>
                <a:lnTo>
                  <a:pt x="218" y="133"/>
                </a:lnTo>
                <a:lnTo>
                  <a:pt x="215" y="132"/>
                </a:lnTo>
                <a:lnTo>
                  <a:pt x="224" y="113"/>
                </a:lnTo>
                <a:moveTo>
                  <a:pt x="212" y="141"/>
                </a:moveTo>
                <a:lnTo>
                  <a:pt x="193" y="150"/>
                </a:lnTo>
                <a:lnTo>
                  <a:pt x="184" y="132"/>
                </a:lnTo>
                <a:lnTo>
                  <a:pt x="203" y="122"/>
                </a:lnTo>
                <a:lnTo>
                  <a:pt x="212" y="141"/>
                </a:lnTo>
                <a:moveTo>
                  <a:pt x="193" y="150"/>
                </a:moveTo>
                <a:lnTo>
                  <a:pt x="174" y="160"/>
                </a:lnTo>
                <a:lnTo>
                  <a:pt x="165" y="141"/>
                </a:lnTo>
                <a:lnTo>
                  <a:pt x="184" y="132"/>
                </a:lnTo>
                <a:lnTo>
                  <a:pt x="193" y="150"/>
                </a:lnTo>
                <a:moveTo>
                  <a:pt x="174" y="160"/>
                </a:moveTo>
                <a:lnTo>
                  <a:pt x="156" y="169"/>
                </a:lnTo>
                <a:lnTo>
                  <a:pt x="146" y="150"/>
                </a:lnTo>
                <a:lnTo>
                  <a:pt x="165" y="141"/>
                </a:lnTo>
                <a:lnTo>
                  <a:pt x="174" y="160"/>
                </a:lnTo>
                <a:moveTo>
                  <a:pt x="156" y="169"/>
                </a:moveTo>
                <a:lnTo>
                  <a:pt x="137" y="179"/>
                </a:lnTo>
                <a:lnTo>
                  <a:pt x="127" y="160"/>
                </a:lnTo>
                <a:lnTo>
                  <a:pt x="146" y="150"/>
                </a:lnTo>
                <a:lnTo>
                  <a:pt x="156" y="169"/>
                </a:lnTo>
                <a:moveTo>
                  <a:pt x="137" y="179"/>
                </a:moveTo>
                <a:lnTo>
                  <a:pt x="118" y="188"/>
                </a:lnTo>
                <a:lnTo>
                  <a:pt x="108" y="169"/>
                </a:lnTo>
                <a:lnTo>
                  <a:pt x="127" y="160"/>
                </a:lnTo>
                <a:lnTo>
                  <a:pt x="137" y="179"/>
                </a:lnTo>
                <a:moveTo>
                  <a:pt x="118" y="188"/>
                </a:moveTo>
                <a:lnTo>
                  <a:pt x="99" y="198"/>
                </a:lnTo>
                <a:lnTo>
                  <a:pt x="89" y="179"/>
                </a:lnTo>
                <a:lnTo>
                  <a:pt x="108" y="169"/>
                </a:lnTo>
                <a:lnTo>
                  <a:pt x="118" y="188"/>
                </a:lnTo>
                <a:moveTo>
                  <a:pt x="99" y="198"/>
                </a:moveTo>
                <a:lnTo>
                  <a:pt x="80" y="207"/>
                </a:lnTo>
                <a:lnTo>
                  <a:pt x="70" y="188"/>
                </a:lnTo>
                <a:lnTo>
                  <a:pt x="89" y="179"/>
                </a:lnTo>
                <a:lnTo>
                  <a:pt x="99" y="198"/>
                </a:lnTo>
                <a:moveTo>
                  <a:pt x="80" y="207"/>
                </a:moveTo>
                <a:lnTo>
                  <a:pt x="61" y="217"/>
                </a:lnTo>
                <a:lnTo>
                  <a:pt x="51" y="198"/>
                </a:lnTo>
                <a:lnTo>
                  <a:pt x="70" y="188"/>
                </a:lnTo>
                <a:lnTo>
                  <a:pt x="80" y="207"/>
                </a:lnTo>
                <a:moveTo>
                  <a:pt x="61" y="217"/>
                </a:moveTo>
                <a:lnTo>
                  <a:pt x="42" y="226"/>
                </a:lnTo>
                <a:lnTo>
                  <a:pt x="32" y="207"/>
                </a:lnTo>
                <a:lnTo>
                  <a:pt x="51" y="198"/>
                </a:lnTo>
                <a:lnTo>
                  <a:pt x="61" y="217"/>
                </a:lnTo>
                <a:moveTo>
                  <a:pt x="42" y="226"/>
                </a:moveTo>
                <a:lnTo>
                  <a:pt x="22" y="236"/>
                </a:lnTo>
                <a:lnTo>
                  <a:pt x="13" y="217"/>
                </a:lnTo>
                <a:lnTo>
                  <a:pt x="32" y="207"/>
                </a:lnTo>
                <a:lnTo>
                  <a:pt x="42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6"/>
                </a:lnTo>
                <a:lnTo>
                  <a:pt x="21" y="216"/>
                </a:lnTo>
                <a:lnTo>
                  <a:pt x="21" y="230"/>
                </a:lnTo>
                <a:lnTo>
                  <a:pt x="10" y="230"/>
                </a:lnTo>
                <a:lnTo>
                  <a:pt x="6" y="220"/>
                </a:lnTo>
                <a:lnTo>
                  <a:pt x="13" y="217"/>
                </a:lnTo>
                <a:lnTo>
                  <a:pt x="22" y="236"/>
                </a:lnTo>
                <a:moveTo>
                  <a:pt x="0" y="216"/>
                </a:moveTo>
                <a:lnTo>
                  <a:pt x="0" y="195"/>
                </a:lnTo>
                <a:lnTo>
                  <a:pt x="21" y="195"/>
                </a:lnTo>
                <a:lnTo>
                  <a:pt x="21" y="216"/>
                </a:lnTo>
                <a:lnTo>
                  <a:pt x="0" y="216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1"/>
                </a:lnTo>
                <a:lnTo>
                  <a:pt x="21" y="131"/>
                </a:lnTo>
                <a:lnTo>
                  <a:pt x="21" y="153"/>
                </a:lnTo>
                <a:lnTo>
                  <a:pt x="0" y="153"/>
                </a:lnTo>
                <a:moveTo>
                  <a:pt x="0" y="131"/>
                </a:moveTo>
                <a:lnTo>
                  <a:pt x="0" y="110"/>
                </a:lnTo>
                <a:lnTo>
                  <a:pt x="21" y="110"/>
                </a:lnTo>
                <a:lnTo>
                  <a:pt x="21" y="131"/>
                </a:lnTo>
                <a:lnTo>
                  <a:pt x="0" y="131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5" y="17"/>
                </a:lnTo>
                <a:lnTo>
                  <a:pt x="26" y="36"/>
                </a:lnTo>
                <a:lnTo>
                  <a:pt x="6" y="26"/>
                </a:lnTo>
                <a:lnTo>
                  <a:pt x="10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" name=""/>
          <p:cNvSpPr/>
          <p:nvPr/>
        </p:nvSpPr>
        <p:spPr>
          <a:xfrm>
            <a:off x="7025400" y="1647720"/>
            <a:ext cx="438120" cy="0"/>
          </a:xfrm>
          <a:custGeom>
            <a:avLst/>
            <a:gdLst/>
            <a:ahLst/>
            <a:rect l="0" t="0" r="r" b="b"/>
            <a:pathLst>
              <a:path fill="none" w="1217" h="0">
                <a:moveTo>
                  <a:pt x="0" y="0"/>
                </a:moveTo>
                <a:lnTo>
                  <a:pt x="111" y="0"/>
                </a:lnTo>
                <a:cubicBezTo>
                  <a:pt x="221" y="0"/>
                  <a:pt x="441" y="0"/>
                  <a:pt x="644" y="0"/>
                </a:cubicBezTo>
                <a:cubicBezTo>
                  <a:pt x="847" y="0"/>
                  <a:pt x="1032" y="0"/>
                  <a:pt x="1125" y="0"/>
                </a:cubicBezTo>
                <a:lnTo>
                  <a:pt x="1217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/>
          <p:nvPr/>
        </p:nvSpPr>
        <p:spPr>
          <a:xfrm>
            <a:off x="7425720" y="160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0" y="0"/>
                </a:moveTo>
                <a:lnTo>
                  <a:pt x="212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7421760" y="160344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3" y="26"/>
                </a:moveTo>
                <a:lnTo>
                  <a:pt x="72" y="36"/>
                </a:lnTo>
                <a:lnTo>
                  <a:pt x="63" y="55"/>
                </a:lnTo>
                <a:lnTo>
                  <a:pt x="44" y="45"/>
                </a:lnTo>
                <a:lnTo>
                  <a:pt x="53" y="26"/>
                </a:lnTo>
                <a:moveTo>
                  <a:pt x="72" y="36"/>
                </a:moveTo>
                <a:lnTo>
                  <a:pt x="92" y="45"/>
                </a:lnTo>
                <a:lnTo>
                  <a:pt x="82" y="64"/>
                </a:lnTo>
                <a:lnTo>
                  <a:pt x="63" y="55"/>
                </a:lnTo>
                <a:lnTo>
                  <a:pt x="72" y="36"/>
                </a:lnTo>
                <a:moveTo>
                  <a:pt x="92" y="45"/>
                </a:moveTo>
                <a:lnTo>
                  <a:pt x="111" y="55"/>
                </a:lnTo>
                <a:lnTo>
                  <a:pt x="102" y="74"/>
                </a:lnTo>
                <a:lnTo>
                  <a:pt x="82" y="64"/>
                </a:lnTo>
                <a:lnTo>
                  <a:pt x="92" y="45"/>
                </a:lnTo>
                <a:moveTo>
                  <a:pt x="111" y="55"/>
                </a:moveTo>
                <a:lnTo>
                  <a:pt x="130" y="64"/>
                </a:lnTo>
                <a:lnTo>
                  <a:pt x="121" y="84"/>
                </a:lnTo>
                <a:lnTo>
                  <a:pt x="102" y="74"/>
                </a:lnTo>
                <a:lnTo>
                  <a:pt x="111" y="55"/>
                </a:lnTo>
                <a:moveTo>
                  <a:pt x="130" y="64"/>
                </a:moveTo>
                <a:lnTo>
                  <a:pt x="149" y="74"/>
                </a:lnTo>
                <a:lnTo>
                  <a:pt x="139" y="94"/>
                </a:lnTo>
                <a:lnTo>
                  <a:pt x="121" y="84"/>
                </a:lnTo>
                <a:lnTo>
                  <a:pt x="130" y="64"/>
                </a:lnTo>
                <a:moveTo>
                  <a:pt x="149" y="74"/>
                </a:moveTo>
                <a:lnTo>
                  <a:pt x="168" y="84"/>
                </a:lnTo>
                <a:lnTo>
                  <a:pt x="158" y="103"/>
                </a:lnTo>
                <a:lnTo>
                  <a:pt x="139" y="94"/>
                </a:lnTo>
                <a:lnTo>
                  <a:pt x="149" y="74"/>
                </a:lnTo>
                <a:moveTo>
                  <a:pt x="168" y="84"/>
                </a:moveTo>
                <a:lnTo>
                  <a:pt x="187" y="94"/>
                </a:lnTo>
                <a:lnTo>
                  <a:pt x="177" y="113"/>
                </a:lnTo>
                <a:lnTo>
                  <a:pt x="158" y="103"/>
                </a:lnTo>
                <a:lnTo>
                  <a:pt x="168" y="84"/>
                </a:lnTo>
                <a:moveTo>
                  <a:pt x="187" y="94"/>
                </a:moveTo>
                <a:lnTo>
                  <a:pt x="206" y="103"/>
                </a:lnTo>
                <a:lnTo>
                  <a:pt x="196" y="122"/>
                </a:lnTo>
                <a:lnTo>
                  <a:pt x="177" y="113"/>
                </a:lnTo>
                <a:lnTo>
                  <a:pt x="187" y="94"/>
                </a:lnTo>
                <a:moveTo>
                  <a:pt x="206" y="103"/>
                </a:moveTo>
                <a:lnTo>
                  <a:pt x="225" y="113"/>
                </a:lnTo>
                <a:lnTo>
                  <a:pt x="215" y="132"/>
                </a:lnTo>
                <a:lnTo>
                  <a:pt x="196" y="122"/>
                </a:lnTo>
                <a:lnTo>
                  <a:pt x="206" y="103"/>
                </a:lnTo>
                <a:moveTo>
                  <a:pt x="225" y="113"/>
                </a:moveTo>
                <a:lnTo>
                  <a:pt x="247" y="124"/>
                </a:lnTo>
                <a:lnTo>
                  <a:pt x="213" y="141"/>
                </a:lnTo>
                <a:lnTo>
                  <a:pt x="203" y="122"/>
                </a:lnTo>
                <a:lnTo>
                  <a:pt x="219" y="114"/>
                </a:lnTo>
                <a:lnTo>
                  <a:pt x="223" y="124"/>
                </a:lnTo>
                <a:lnTo>
                  <a:pt x="219" y="133"/>
                </a:lnTo>
                <a:lnTo>
                  <a:pt x="215" y="132"/>
                </a:lnTo>
                <a:lnTo>
                  <a:pt x="225" y="113"/>
                </a:lnTo>
                <a:moveTo>
                  <a:pt x="213" y="141"/>
                </a:moveTo>
                <a:lnTo>
                  <a:pt x="194" y="150"/>
                </a:lnTo>
                <a:lnTo>
                  <a:pt x="184" y="132"/>
                </a:lnTo>
                <a:lnTo>
                  <a:pt x="203" y="122"/>
                </a:lnTo>
                <a:lnTo>
                  <a:pt x="213" y="141"/>
                </a:lnTo>
                <a:moveTo>
                  <a:pt x="194" y="150"/>
                </a:moveTo>
                <a:lnTo>
                  <a:pt x="175" y="160"/>
                </a:lnTo>
                <a:lnTo>
                  <a:pt x="165" y="141"/>
                </a:lnTo>
                <a:lnTo>
                  <a:pt x="184" y="132"/>
                </a:lnTo>
                <a:lnTo>
                  <a:pt x="194" y="150"/>
                </a:lnTo>
                <a:moveTo>
                  <a:pt x="175" y="160"/>
                </a:moveTo>
                <a:lnTo>
                  <a:pt x="156" y="169"/>
                </a:lnTo>
                <a:lnTo>
                  <a:pt x="146" y="150"/>
                </a:lnTo>
                <a:lnTo>
                  <a:pt x="165" y="141"/>
                </a:lnTo>
                <a:lnTo>
                  <a:pt x="175" y="160"/>
                </a:lnTo>
                <a:moveTo>
                  <a:pt x="156" y="169"/>
                </a:moveTo>
                <a:lnTo>
                  <a:pt x="137" y="179"/>
                </a:lnTo>
                <a:lnTo>
                  <a:pt x="127" y="160"/>
                </a:lnTo>
                <a:lnTo>
                  <a:pt x="146" y="150"/>
                </a:lnTo>
                <a:lnTo>
                  <a:pt x="156" y="169"/>
                </a:lnTo>
                <a:moveTo>
                  <a:pt x="137" y="179"/>
                </a:moveTo>
                <a:lnTo>
                  <a:pt x="118" y="188"/>
                </a:lnTo>
                <a:lnTo>
                  <a:pt x="108" y="169"/>
                </a:lnTo>
                <a:lnTo>
                  <a:pt x="127" y="160"/>
                </a:lnTo>
                <a:lnTo>
                  <a:pt x="137" y="179"/>
                </a:lnTo>
                <a:moveTo>
                  <a:pt x="118" y="188"/>
                </a:moveTo>
                <a:lnTo>
                  <a:pt x="99" y="198"/>
                </a:lnTo>
                <a:lnTo>
                  <a:pt x="89" y="179"/>
                </a:lnTo>
                <a:lnTo>
                  <a:pt x="108" y="169"/>
                </a:lnTo>
                <a:lnTo>
                  <a:pt x="118" y="188"/>
                </a:lnTo>
                <a:moveTo>
                  <a:pt x="99" y="198"/>
                </a:moveTo>
                <a:lnTo>
                  <a:pt x="79" y="207"/>
                </a:lnTo>
                <a:lnTo>
                  <a:pt x="70" y="188"/>
                </a:lnTo>
                <a:lnTo>
                  <a:pt x="89" y="179"/>
                </a:lnTo>
                <a:lnTo>
                  <a:pt x="99" y="198"/>
                </a:lnTo>
                <a:moveTo>
                  <a:pt x="79" y="207"/>
                </a:moveTo>
                <a:lnTo>
                  <a:pt x="60" y="217"/>
                </a:lnTo>
                <a:lnTo>
                  <a:pt x="51" y="198"/>
                </a:lnTo>
                <a:lnTo>
                  <a:pt x="70" y="188"/>
                </a:lnTo>
                <a:lnTo>
                  <a:pt x="79" y="207"/>
                </a:lnTo>
                <a:moveTo>
                  <a:pt x="60" y="217"/>
                </a:moveTo>
                <a:lnTo>
                  <a:pt x="41" y="226"/>
                </a:lnTo>
                <a:lnTo>
                  <a:pt x="32" y="207"/>
                </a:lnTo>
                <a:lnTo>
                  <a:pt x="51" y="198"/>
                </a:lnTo>
                <a:lnTo>
                  <a:pt x="60" y="217"/>
                </a:lnTo>
                <a:moveTo>
                  <a:pt x="41" y="226"/>
                </a:moveTo>
                <a:lnTo>
                  <a:pt x="22" y="236"/>
                </a:lnTo>
                <a:lnTo>
                  <a:pt x="13" y="217"/>
                </a:lnTo>
                <a:lnTo>
                  <a:pt x="32" y="207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6"/>
                </a:lnTo>
                <a:lnTo>
                  <a:pt x="21" y="216"/>
                </a:lnTo>
                <a:lnTo>
                  <a:pt x="21" y="230"/>
                </a:lnTo>
                <a:lnTo>
                  <a:pt x="11" y="230"/>
                </a:lnTo>
                <a:lnTo>
                  <a:pt x="6" y="220"/>
                </a:lnTo>
                <a:lnTo>
                  <a:pt x="13" y="217"/>
                </a:lnTo>
                <a:lnTo>
                  <a:pt x="22" y="236"/>
                </a:lnTo>
                <a:moveTo>
                  <a:pt x="0" y="216"/>
                </a:moveTo>
                <a:lnTo>
                  <a:pt x="0" y="195"/>
                </a:lnTo>
                <a:lnTo>
                  <a:pt x="21" y="195"/>
                </a:lnTo>
                <a:lnTo>
                  <a:pt x="21" y="216"/>
                </a:lnTo>
                <a:lnTo>
                  <a:pt x="0" y="216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1"/>
                </a:lnTo>
                <a:lnTo>
                  <a:pt x="21" y="131"/>
                </a:lnTo>
                <a:lnTo>
                  <a:pt x="21" y="153"/>
                </a:lnTo>
                <a:lnTo>
                  <a:pt x="0" y="153"/>
                </a:lnTo>
                <a:moveTo>
                  <a:pt x="0" y="131"/>
                </a:moveTo>
                <a:lnTo>
                  <a:pt x="0" y="110"/>
                </a:lnTo>
                <a:lnTo>
                  <a:pt x="21" y="110"/>
                </a:lnTo>
                <a:lnTo>
                  <a:pt x="21" y="131"/>
                </a:lnTo>
                <a:lnTo>
                  <a:pt x="0" y="131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1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533160" y="1276200"/>
            <a:ext cx="1620360" cy="743400"/>
          </a:xfrm>
          <a:custGeom>
            <a:avLst/>
            <a:gdLst/>
            <a:ahLst/>
            <a:rect l="0" t="0" r="r" b="b"/>
            <a:pathLst>
              <a:path w="4501" h="2065">
                <a:moveTo>
                  <a:pt x="0" y="0"/>
                </a:moveTo>
                <a:lnTo>
                  <a:pt x="4501" y="0"/>
                </a:lnTo>
                <a:lnTo>
                  <a:pt x="4501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9360">
            <a:solidFill>
              <a:srgbClr val="0b4f6c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39920" y="662760"/>
            <a:ext cx="3207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Stand van zaken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104480" y="1439640"/>
            <a:ext cx="48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ffffff"/>
                </a:solidFill>
                <a:latin typeface="DejaVuSans"/>
                <a:ea typeface="DejaVuSans"/>
              </a:rPr>
              <a:t>v0.0.1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2629440" y="1276200"/>
            <a:ext cx="1049760" cy="743400"/>
          </a:xfrm>
          <a:custGeom>
            <a:avLst/>
            <a:gdLst/>
            <a:ahLst/>
            <a:rect l="0" t="0" r="r" b="b"/>
            <a:pathLst>
              <a:path w="2916" h="2065">
                <a:moveTo>
                  <a:pt x="0" y="0"/>
                </a:moveTo>
                <a:lnTo>
                  <a:pt x="2916" y="0"/>
                </a:lnTo>
                <a:lnTo>
                  <a:pt x="2916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/>
          <p:nvPr/>
        </p:nvSpPr>
        <p:spPr>
          <a:xfrm>
            <a:off x="2629440" y="1276200"/>
            <a:ext cx="1049760" cy="743400"/>
          </a:xfrm>
          <a:custGeom>
            <a:avLst/>
            <a:gdLst/>
            <a:ahLst/>
            <a:rect l="0" t="0" r="r" b="b"/>
            <a:pathLst>
              <a:path w="2916" h="2065">
                <a:moveTo>
                  <a:pt x="0" y="0"/>
                </a:moveTo>
                <a:lnTo>
                  <a:pt x="2916" y="0"/>
                </a:lnTo>
                <a:lnTo>
                  <a:pt x="2916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9000" y="1668240"/>
            <a:ext cx="1047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ffffff"/>
                </a:solidFill>
                <a:latin typeface="DejaVuSans"/>
                <a:ea typeface="DejaVuSans"/>
              </a:rPr>
              <a:t>alpha, 18 aug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915280" y="1439640"/>
            <a:ext cx="48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v0.0.2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4155120" y="1276200"/>
            <a:ext cx="952920" cy="743400"/>
          </a:xfrm>
          <a:custGeom>
            <a:avLst/>
            <a:gdLst/>
            <a:ahLst/>
            <a:rect l="0" t="0" r="r" b="b"/>
            <a:pathLst>
              <a:path w="2647" h="2065">
                <a:moveTo>
                  <a:pt x="0" y="0"/>
                </a:moveTo>
                <a:lnTo>
                  <a:pt x="2647" y="0"/>
                </a:lnTo>
                <a:lnTo>
                  <a:pt x="2647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/>
          <p:nvPr/>
        </p:nvSpPr>
        <p:spPr>
          <a:xfrm>
            <a:off x="4150440" y="1271520"/>
            <a:ext cx="962280" cy="752760"/>
          </a:xfrm>
          <a:custGeom>
            <a:avLst/>
            <a:gdLst/>
            <a:ahLst/>
            <a:rect l="0" t="0" r="r" b="b"/>
            <a:pathLst>
              <a:path w="2673" h="2091">
                <a:moveTo>
                  <a:pt x="172" y="0"/>
                </a:moveTo>
                <a:lnTo>
                  <a:pt x="251" y="0"/>
                </a:lnTo>
                <a:lnTo>
                  <a:pt x="251" y="26"/>
                </a:lnTo>
                <a:lnTo>
                  <a:pt x="172" y="26"/>
                </a:lnTo>
                <a:lnTo>
                  <a:pt x="172" y="0"/>
                </a:lnTo>
                <a:moveTo>
                  <a:pt x="331" y="0"/>
                </a:moveTo>
                <a:lnTo>
                  <a:pt x="410" y="0"/>
                </a:lnTo>
                <a:lnTo>
                  <a:pt x="410" y="26"/>
                </a:lnTo>
                <a:lnTo>
                  <a:pt x="331" y="26"/>
                </a:lnTo>
                <a:lnTo>
                  <a:pt x="331" y="0"/>
                </a:lnTo>
                <a:moveTo>
                  <a:pt x="490" y="0"/>
                </a:moveTo>
                <a:lnTo>
                  <a:pt x="570" y="0"/>
                </a:lnTo>
                <a:lnTo>
                  <a:pt x="570" y="26"/>
                </a:lnTo>
                <a:lnTo>
                  <a:pt x="490" y="26"/>
                </a:lnTo>
                <a:lnTo>
                  <a:pt x="490" y="0"/>
                </a:lnTo>
                <a:moveTo>
                  <a:pt x="649" y="0"/>
                </a:moveTo>
                <a:lnTo>
                  <a:pt x="729" y="0"/>
                </a:lnTo>
                <a:lnTo>
                  <a:pt x="729" y="26"/>
                </a:lnTo>
                <a:lnTo>
                  <a:pt x="649" y="26"/>
                </a:lnTo>
                <a:lnTo>
                  <a:pt x="649" y="0"/>
                </a:lnTo>
                <a:moveTo>
                  <a:pt x="808" y="0"/>
                </a:moveTo>
                <a:lnTo>
                  <a:pt x="887" y="0"/>
                </a:lnTo>
                <a:lnTo>
                  <a:pt x="887" y="26"/>
                </a:lnTo>
                <a:lnTo>
                  <a:pt x="808" y="26"/>
                </a:lnTo>
                <a:lnTo>
                  <a:pt x="808" y="0"/>
                </a:lnTo>
                <a:moveTo>
                  <a:pt x="967" y="0"/>
                </a:moveTo>
                <a:lnTo>
                  <a:pt x="1046" y="0"/>
                </a:lnTo>
                <a:lnTo>
                  <a:pt x="1046" y="26"/>
                </a:lnTo>
                <a:lnTo>
                  <a:pt x="967" y="26"/>
                </a:lnTo>
                <a:lnTo>
                  <a:pt x="967" y="0"/>
                </a:lnTo>
                <a:moveTo>
                  <a:pt x="1126" y="0"/>
                </a:moveTo>
                <a:lnTo>
                  <a:pt x="1205" y="0"/>
                </a:lnTo>
                <a:lnTo>
                  <a:pt x="1205" y="26"/>
                </a:lnTo>
                <a:lnTo>
                  <a:pt x="1126" y="26"/>
                </a:lnTo>
                <a:lnTo>
                  <a:pt x="1126" y="0"/>
                </a:lnTo>
                <a:moveTo>
                  <a:pt x="1284" y="0"/>
                </a:moveTo>
                <a:lnTo>
                  <a:pt x="1364" y="0"/>
                </a:lnTo>
                <a:lnTo>
                  <a:pt x="1364" y="26"/>
                </a:lnTo>
                <a:lnTo>
                  <a:pt x="1284" y="26"/>
                </a:lnTo>
                <a:lnTo>
                  <a:pt x="1284" y="0"/>
                </a:lnTo>
                <a:moveTo>
                  <a:pt x="1443" y="0"/>
                </a:moveTo>
                <a:lnTo>
                  <a:pt x="1522" y="0"/>
                </a:lnTo>
                <a:lnTo>
                  <a:pt x="1522" y="26"/>
                </a:lnTo>
                <a:lnTo>
                  <a:pt x="1443" y="26"/>
                </a:lnTo>
                <a:lnTo>
                  <a:pt x="1443" y="0"/>
                </a:lnTo>
                <a:moveTo>
                  <a:pt x="1602" y="0"/>
                </a:moveTo>
                <a:lnTo>
                  <a:pt x="1681" y="0"/>
                </a:lnTo>
                <a:lnTo>
                  <a:pt x="1681" y="26"/>
                </a:lnTo>
                <a:lnTo>
                  <a:pt x="1602" y="26"/>
                </a:lnTo>
                <a:lnTo>
                  <a:pt x="1602" y="0"/>
                </a:lnTo>
                <a:moveTo>
                  <a:pt x="1761" y="0"/>
                </a:moveTo>
                <a:lnTo>
                  <a:pt x="1840" y="0"/>
                </a:lnTo>
                <a:lnTo>
                  <a:pt x="1840" y="26"/>
                </a:lnTo>
                <a:lnTo>
                  <a:pt x="1761" y="26"/>
                </a:lnTo>
                <a:lnTo>
                  <a:pt x="1761" y="0"/>
                </a:lnTo>
                <a:moveTo>
                  <a:pt x="1919" y="0"/>
                </a:moveTo>
                <a:lnTo>
                  <a:pt x="1999" y="0"/>
                </a:lnTo>
                <a:lnTo>
                  <a:pt x="1999" y="26"/>
                </a:lnTo>
                <a:lnTo>
                  <a:pt x="1919" y="26"/>
                </a:lnTo>
                <a:lnTo>
                  <a:pt x="1919" y="0"/>
                </a:lnTo>
                <a:moveTo>
                  <a:pt x="2078" y="0"/>
                </a:moveTo>
                <a:lnTo>
                  <a:pt x="2157" y="0"/>
                </a:lnTo>
                <a:lnTo>
                  <a:pt x="2157" y="26"/>
                </a:lnTo>
                <a:lnTo>
                  <a:pt x="2078" y="26"/>
                </a:lnTo>
                <a:lnTo>
                  <a:pt x="2078" y="0"/>
                </a:lnTo>
                <a:moveTo>
                  <a:pt x="2237" y="0"/>
                </a:moveTo>
                <a:lnTo>
                  <a:pt x="2316" y="0"/>
                </a:lnTo>
                <a:lnTo>
                  <a:pt x="2316" y="26"/>
                </a:lnTo>
                <a:lnTo>
                  <a:pt x="2237" y="26"/>
                </a:lnTo>
                <a:lnTo>
                  <a:pt x="2237" y="0"/>
                </a:lnTo>
                <a:moveTo>
                  <a:pt x="2396" y="0"/>
                </a:moveTo>
                <a:lnTo>
                  <a:pt x="2475" y="0"/>
                </a:lnTo>
                <a:lnTo>
                  <a:pt x="2475" y="26"/>
                </a:lnTo>
                <a:lnTo>
                  <a:pt x="2396" y="26"/>
                </a:lnTo>
                <a:lnTo>
                  <a:pt x="2396" y="0"/>
                </a:lnTo>
                <a:moveTo>
                  <a:pt x="2554" y="0"/>
                </a:moveTo>
                <a:lnTo>
                  <a:pt x="2634" y="0"/>
                </a:lnTo>
                <a:lnTo>
                  <a:pt x="2634" y="26"/>
                </a:lnTo>
                <a:lnTo>
                  <a:pt x="2554" y="26"/>
                </a:lnTo>
                <a:lnTo>
                  <a:pt x="2554" y="0"/>
                </a:lnTo>
                <a:moveTo>
                  <a:pt x="2673" y="66"/>
                </a:moveTo>
                <a:lnTo>
                  <a:pt x="2673" y="145"/>
                </a:lnTo>
                <a:lnTo>
                  <a:pt x="2647" y="145"/>
                </a:lnTo>
                <a:lnTo>
                  <a:pt x="2647" y="66"/>
                </a:lnTo>
                <a:lnTo>
                  <a:pt x="2673" y="66"/>
                </a:lnTo>
                <a:moveTo>
                  <a:pt x="2673" y="225"/>
                </a:moveTo>
                <a:lnTo>
                  <a:pt x="2673" y="304"/>
                </a:lnTo>
                <a:lnTo>
                  <a:pt x="2647" y="304"/>
                </a:lnTo>
                <a:lnTo>
                  <a:pt x="2647" y="225"/>
                </a:lnTo>
                <a:lnTo>
                  <a:pt x="2673" y="225"/>
                </a:lnTo>
                <a:moveTo>
                  <a:pt x="2673" y="383"/>
                </a:moveTo>
                <a:lnTo>
                  <a:pt x="2673" y="463"/>
                </a:lnTo>
                <a:lnTo>
                  <a:pt x="2647" y="463"/>
                </a:lnTo>
                <a:lnTo>
                  <a:pt x="2647" y="383"/>
                </a:lnTo>
                <a:lnTo>
                  <a:pt x="2673" y="383"/>
                </a:lnTo>
                <a:moveTo>
                  <a:pt x="2673" y="542"/>
                </a:moveTo>
                <a:lnTo>
                  <a:pt x="2673" y="621"/>
                </a:lnTo>
                <a:lnTo>
                  <a:pt x="2647" y="621"/>
                </a:lnTo>
                <a:lnTo>
                  <a:pt x="2647" y="542"/>
                </a:lnTo>
                <a:lnTo>
                  <a:pt x="2673" y="542"/>
                </a:lnTo>
                <a:moveTo>
                  <a:pt x="2673" y="701"/>
                </a:moveTo>
                <a:lnTo>
                  <a:pt x="2673" y="780"/>
                </a:lnTo>
                <a:lnTo>
                  <a:pt x="2647" y="780"/>
                </a:lnTo>
                <a:lnTo>
                  <a:pt x="2647" y="701"/>
                </a:lnTo>
                <a:lnTo>
                  <a:pt x="2673" y="701"/>
                </a:lnTo>
                <a:moveTo>
                  <a:pt x="2673" y="860"/>
                </a:moveTo>
                <a:lnTo>
                  <a:pt x="2673" y="939"/>
                </a:lnTo>
                <a:lnTo>
                  <a:pt x="2647" y="939"/>
                </a:lnTo>
                <a:lnTo>
                  <a:pt x="2647" y="860"/>
                </a:lnTo>
                <a:lnTo>
                  <a:pt x="2673" y="860"/>
                </a:lnTo>
                <a:moveTo>
                  <a:pt x="2673" y="1018"/>
                </a:moveTo>
                <a:lnTo>
                  <a:pt x="2673" y="1098"/>
                </a:lnTo>
                <a:lnTo>
                  <a:pt x="2647" y="1098"/>
                </a:lnTo>
                <a:lnTo>
                  <a:pt x="2647" y="1018"/>
                </a:lnTo>
                <a:lnTo>
                  <a:pt x="2673" y="1018"/>
                </a:lnTo>
                <a:moveTo>
                  <a:pt x="2673" y="1177"/>
                </a:moveTo>
                <a:lnTo>
                  <a:pt x="2673" y="1256"/>
                </a:lnTo>
                <a:lnTo>
                  <a:pt x="2647" y="1256"/>
                </a:lnTo>
                <a:lnTo>
                  <a:pt x="2647" y="1177"/>
                </a:lnTo>
                <a:lnTo>
                  <a:pt x="2673" y="1177"/>
                </a:lnTo>
                <a:moveTo>
                  <a:pt x="2673" y="1336"/>
                </a:moveTo>
                <a:lnTo>
                  <a:pt x="2673" y="1415"/>
                </a:lnTo>
                <a:lnTo>
                  <a:pt x="2647" y="1415"/>
                </a:lnTo>
                <a:lnTo>
                  <a:pt x="2647" y="1336"/>
                </a:lnTo>
                <a:lnTo>
                  <a:pt x="2673" y="1336"/>
                </a:lnTo>
                <a:moveTo>
                  <a:pt x="2673" y="1495"/>
                </a:moveTo>
                <a:lnTo>
                  <a:pt x="2673" y="1574"/>
                </a:lnTo>
                <a:lnTo>
                  <a:pt x="2647" y="1574"/>
                </a:lnTo>
                <a:lnTo>
                  <a:pt x="2647" y="1495"/>
                </a:lnTo>
                <a:lnTo>
                  <a:pt x="2673" y="1495"/>
                </a:lnTo>
                <a:moveTo>
                  <a:pt x="2673" y="1653"/>
                </a:moveTo>
                <a:lnTo>
                  <a:pt x="2673" y="1734"/>
                </a:lnTo>
                <a:lnTo>
                  <a:pt x="2647" y="1734"/>
                </a:lnTo>
                <a:lnTo>
                  <a:pt x="2647" y="1653"/>
                </a:lnTo>
                <a:lnTo>
                  <a:pt x="2673" y="1653"/>
                </a:lnTo>
                <a:moveTo>
                  <a:pt x="2673" y="1813"/>
                </a:moveTo>
                <a:lnTo>
                  <a:pt x="2673" y="1892"/>
                </a:lnTo>
                <a:lnTo>
                  <a:pt x="2647" y="1892"/>
                </a:lnTo>
                <a:lnTo>
                  <a:pt x="2647" y="1813"/>
                </a:lnTo>
                <a:lnTo>
                  <a:pt x="2673" y="1813"/>
                </a:lnTo>
                <a:moveTo>
                  <a:pt x="2673" y="1972"/>
                </a:moveTo>
                <a:lnTo>
                  <a:pt x="2673" y="2051"/>
                </a:lnTo>
                <a:lnTo>
                  <a:pt x="2647" y="2051"/>
                </a:lnTo>
                <a:lnTo>
                  <a:pt x="2647" y="1972"/>
                </a:lnTo>
                <a:lnTo>
                  <a:pt x="2673" y="1972"/>
                </a:lnTo>
                <a:moveTo>
                  <a:pt x="2607" y="2091"/>
                </a:moveTo>
                <a:lnTo>
                  <a:pt x="2528" y="2091"/>
                </a:lnTo>
                <a:lnTo>
                  <a:pt x="2528" y="2064"/>
                </a:lnTo>
                <a:lnTo>
                  <a:pt x="2607" y="2064"/>
                </a:lnTo>
                <a:lnTo>
                  <a:pt x="2607" y="2091"/>
                </a:lnTo>
                <a:moveTo>
                  <a:pt x="2449" y="2091"/>
                </a:moveTo>
                <a:lnTo>
                  <a:pt x="2369" y="2091"/>
                </a:lnTo>
                <a:lnTo>
                  <a:pt x="2369" y="2064"/>
                </a:lnTo>
                <a:lnTo>
                  <a:pt x="2449" y="2064"/>
                </a:lnTo>
                <a:lnTo>
                  <a:pt x="2449" y="2091"/>
                </a:lnTo>
                <a:moveTo>
                  <a:pt x="2290" y="2091"/>
                </a:moveTo>
                <a:lnTo>
                  <a:pt x="2210" y="2091"/>
                </a:lnTo>
                <a:lnTo>
                  <a:pt x="2210" y="2064"/>
                </a:lnTo>
                <a:lnTo>
                  <a:pt x="2290" y="2064"/>
                </a:lnTo>
                <a:lnTo>
                  <a:pt x="2290" y="2091"/>
                </a:lnTo>
                <a:moveTo>
                  <a:pt x="2131" y="2091"/>
                </a:moveTo>
                <a:lnTo>
                  <a:pt x="2052" y="2091"/>
                </a:lnTo>
                <a:lnTo>
                  <a:pt x="2052" y="2064"/>
                </a:lnTo>
                <a:lnTo>
                  <a:pt x="2131" y="2064"/>
                </a:lnTo>
                <a:lnTo>
                  <a:pt x="2131" y="2091"/>
                </a:lnTo>
                <a:moveTo>
                  <a:pt x="1972" y="2091"/>
                </a:moveTo>
                <a:lnTo>
                  <a:pt x="1893" y="2091"/>
                </a:lnTo>
                <a:lnTo>
                  <a:pt x="1893" y="2064"/>
                </a:lnTo>
                <a:lnTo>
                  <a:pt x="1972" y="2064"/>
                </a:lnTo>
                <a:lnTo>
                  <a:pt x="1972" y="2091"/>
                </a:lnTo>
                <a:moveTo>
                  <a:pt x="1814" y="2091"/>
                </a:moveTo>
                <a:lnTo>
                  <a:pt x="1734" y="2091"/>
                </a:lnTo>
                <a:lnTo>
                  <a:pt x="1734" y="2064"/>
                </a:lnTo>
                <a:lnTo>
                  <a:pt x="1814" y="2064"/>
                </a:lnTo>
                <a:lnTo>
                  <a:pt x="1814" y="2091"/>
                </a:lnTo>
                <a:moveTo>
                  <a:pt x="1655" y="2091"/>
                </a:moveTo>
                <a:lnTo>
                  <a:pt x="1575" y="2091"/>
                </a:lnTo>
                <a:lnTo>
                  <a:pt x="1575" y="2064"/>
                </a:lnTo>
                <a:lnTo>
                  <a:pt x="1655" y="2064"/>
                </a:lnTo>
                <a:lnTo>
                  <a:pt x="1655" y="2091"/>
                </a:lnTo>
                <a:moveTo>
                  <a:pt x="1496" y="2091"/>
                </a:moveTo>
                <a:lnTo>
                  <a:pt x="1417" y="2091"/>
                </a:lnTo>
                <a:lnTo>
                  <a:pt x="1417" y="2064"/>
                </a:lnTo>
                <a:lnTo>
                  <a:pt x="1496" y="2064"/>
                </a:lnTo>
                <a:lnTo>
                  <a:pt x="1496" y="2091"/>
                </a:lnTo>
                <a:moveTo>
                  <a:pt x="1337" y="2091"/>
                </a:moveTo>
                <a:lnTo>
                  <a:pt x="1258" y="2091"/>
                </a:lnTo>
                <a:lnTo>
                  <a:pt x="1258" y="2064"/>
                </a:lnTo>
                <a:lnTo>
                  <a:pt x="1337" y="2064"/>
                </a:lnTo>
                <a:lnTo>
                  <a:pt x="1337" y="2091"/>
                </a:lnTo>
                <a:moveTo>
                  <a:pt x="1179" y="2091"/>
                </a:moveTo>
                <a:lnTo>
                  <a:pt x="1099" y="2091"/>
                </a:lnTo>
                <a:lnTo>
                  <a:pt x="1099" y="2064"/>
                </a:lnTo>
                <a:lnTo>
                  <a:pt x="1179" y="2064"/>
                </a:lnTo>
                <a:lnTo>
                  <a:pt x="1179" y="2091"/>
                </a:lnTo>
                <a:moveTo>
                  <a:pt x="1020" y="2091"/>
                </a:moveTo>
                <a:lnTo>
                  <a:pt x="940" y="2091"/>
                </a:lnTo>
                <a:lnTo>
                  <a:pt x="940" y="2064"/>
                </a:lnTo>
                <a:lnTo>
                  <a:pt x="1020" y="2064"/>
                </a:lnTo>
                <a:lnTo>
                  <a:pt x="1020" y="2091"/>
                </a:lnTo>
                <a:moveTo>
                  <a:pt x="861" y="2091"/>
                </a:moveTo>
                <a:lnTo>
                  <a:pt x="782" y="2091"/>
                </a:lnTo>
                <a:lnTo>
                  <a:pt x="782" y="2064"/>
                </a:lnTo>
                <a:lnTo>
                  <a:pt x="861" y="2064"/>
                </a:lnTo>
                <a:lnTo>
                  <a:pt x="861" y="2091"/>
                </a:lnTo>
                <a:moveTo>
                  <a:pt x="702" y="2091"/>
                </a:moveTo>
                <a:lnTo>
                  <a:pt x="623" y="2091"/>
                </a:lnTo>
                <a:lnTo>
                  <a:pt x="623" y="2064"/>
                </a:lnTo>
                <a:lnTo>
                  <a:pt x="702" y="2064"/>
                </a:lnTo>
                <a:lnTo>
                  <a:pt x="702" y="2091"/>
                </a:lnTo>
                <a:moveTo>
                  <a:pt x="544" y="2091"/>
                </a:moveTo>
                <a:lnTo>
                  <a:pt x="463" y="2091"/>
                </a:lnTo>
                <a:lnTo>
                  <a:pt x="463" y="2064"/>
                </a:lnTo>
                <a:lnTo>
                  <a:pt x="544" y="2064"/>
                </a:lnTo>
                <a:lnTo>
                  <a:pt x="544" y="2091"/>
                </a:lnTo>
                <a:moveTo>
                  <a:pt x="384" y="2091"/>
                </a:moveTo>
                <a:lnTo>
                  <a:pt x="304" y="2091"/>
                </a:lnTo>
                <a:lnTo>
                  <a:pt x="304" y="2064"/>
                </a:lnTo>
                <a:lnTo>
                  <a:pt x="384" y="2064"/>
                </a:lnTo>
                <a:lnTo>
                  <a:pt x="384" y="2091"/>
                </a:lnTo>
                <a:moveTo>
                  <a:pt x="225" y="2091"/>
                </a:moveTo>
                <a:lnTo>
                  <a:pt x="146" y="2091"/>
                </a:lnTo>
                <a:lnTo>
                  <a:pt x="146" y="2064"/>
                </a:lnTo>
                <a:lnTo>
                  <a:pt x="225" y="2064"/>
                </a:lnTo>
                <a:lnTo>
                  <a:pt x="225" y="2091"/>
                </a:lnTo>
                <a:moveTo>
                  <a:pt x="66" y="2091"/>
                </a:moveTo>
                <a:lnTo>
                  <a:pt x="0" y="2091"/>
                </a:lnTo>
                <a:lnTo>
                  <a:pt x="0" y="2051"/>
                </a:lnTo>
                <a:lnTo>
                  <a:pt x="27" y="2051"/>
                </a:lnTo>
                <a:lnTo>
                  <a:pt x="27" y="2078"/>
                </a:lnTo>
                <a:lnTo>
                  <a:pt x="13" y="2078"/>
                </a:lnTo>
                <a:lnTo>
                  <a:pt x="13" y="2064"/>
                </a:lnTo>
                <a:lnTo>
                  <a:pt x="66" y="2064"/>
                </a:lnTo>
                <a:lnTo>
                  <a:pt x="66" y="2091"/>
                </a:lnTo>
                <a:moveTo>
                  <a:pt x="0" y="1972"/>
                </a:moveTo>
                <a:lnTo>
                  <a:pt x="0" y="1892"/>
                </a:lnTo>
                <a:lnTo>
                  <a:pt x="27" y="1892"/>
                </a:lnTo>
                <a:lnTo>
                  <a:pt x="27" y="1972"/>
                </a:lnTo>
                <a:lnTo>
                  <a:pt x="0" y="1972"/>
                </a:lnTo>
                <a:moveTo>
                  <a:pt x="0" y="1813"/>
                </a:moveTo>
                <a:lnTo>
                  <a:pt x="0" y="1734"/>
                </a:lnTo>
                <a:lnTo>
                  <a:pt x="27" y="1734"/>
                </a:lnTo>
                <a:lnTo>
                  <a:pt x="27" y="1813"/>
                </a:lnTo>
                <a:lnTo>
                  <a:pt x="0" y="1813"/>
                </a:lnTo>
                <a:moveTo>
                  <a:pt x="0" y="1653"/>
                </a:moveTo>
                <a:lnTo>
                  <a:pt x="0" y="1574"/>
                </a:lnTo>
                <a:lnTo>
                  <a:pt x="27" y="1574"/>
                </a:lnTo>
                <a:lnTo>
                  <a:pt x="27" y="1653"/>
                </a:lnTo>
                <a:lnTo>
                  <a:pt x="0" y="1653"/>
                </a:lnTo>
                <a:moveTo>
                  <a:pt x="0" y="1495"/>
                </a:moveTo>
                <a:lnTo>
                  <a:pt x="0" y="1415"/>
                </a:lnTo>
                <a:lnTo>
                  <a:pt x="27" y="1415"/>
                </a:lnTo>
                <a:lnTo>
                  <a:pt x="27" y="1495"/>
                </a:lnTo>
                <a:lnTo>
                  <a:pt x="0" y="1495"/>
                </a:lnTo>
                <a:moveTo>
                  <a:pt x="0" y="1336"/>
                </a:moveTo>
                <a:lnTo>
                  <a:pt x="0" y="1256"/>
                </a:lnTo>
                <a:lnTo>
                  <a:pt x="27" y="1256"/>
                </a:lnTo>
                <a:lnTo>
                  <a:pt x="27" y="1336"/>
                </a:lnTo>
                <a:lnTo>
                  <a:pt x="0" y="1336"/>
                </a:lnTo>
                <a:moveTo>
                  <a:pt x="0" y="1177"/>
                </a:moveTo>
                <a:lnTo>
                  <a:pt x="0" y="1098"/>
                </a:lnTo>
                <a:lnTo>
                  <a:pt x="27" y="1098"/>
                </a:lnTo>
                <a:lnTo>
                  <a:pt x="27" y="1177"/>
                </a:lnTo>
                <a:lnTo>
                  <a:pt x="0" y="1177"/>
                </a:lnTo>
                <a:moveTo>
                  <a:pt x="0" y="1018"/>
                </a:moveTo>
                <a:lnTo>
                  <a:pt x="0" y="939"/>
                </a:lnTo>
                <a:lnTo>
                  <a:pt x="27" y="939"/>
                </a:lnTo>
                <a:lnTo>
                  <a:pt x="27" y="1018"/>
                </a:lnTo>
                <a:lnTo>
                  <a:pt x="0" y="1018"/>
                </a:lnTo>
                <a:moveTo>
                  <a:pt x="0" y="860"/>
                </a:moveTo>
                <a:lnTo>
                  <a:pt x="0" y="780"/>
                </a:lnTo>
                <a:lnTo>
                  <a:pt x="27" y="780"/>
                </a:lnTo>
                <a:lnTo>
                  <a:pt x="27" y="860"/>
                </a:lnTo>
                <a:lnTo>
                  <a:pt x="0" y="860"/>
                </a:lnTo>
                <a:moveTo>
                  <a:pt x="0" y="701"/>
                </a:moveTo>
                <a:lnTo>
                  <a:pt x="0" y="621"/>
                </a:lnTo>
                <a:lnTo>
                  <a:pt x="27" y="621"/>
                </a:lnTo>
                <a:lnTo>
                  <a:pt x="27" y="701"/>
                </a:lnTo>
                <a:lnTo>
                  <a:pt x="0" y="701"/>
                </a:lnTo>
                <a:moveTo>
                  <a:pt x="0" y="542"/>
                </a:moveTo>
                <a:lnTo>
                  <a:pt x="0" y="463"/>
                </a:lnTo>
                <a:lnTo>
                  <a:pt x="27" y="463"/>
                </a:lnTo>
                <a:lnTo>
                  <a:pt x="27" y="542"/>
                </a:lnTo>
                <a:lnTo>
                  <a:pt x="0" y="542"/>
                </a:lnTo>
                <a:moveTo>
                  <a:pt x="0" y="383"/>
                </a:moveTo>
                <a:lnTo>
                  <a:pt x="0" y="304"/>
                </a:lnTo>
                <a:lnTo>
                  <a:pt x="27" y="304"/>
                </a:lnTo>
                <a:lnTo>
                  <a:pt x="27" y="383"/>
                </a:lnTo>
                <a:lnTo>
                  <a:pt x="0" y="383"/>
                </a:lnTo>
                <a:moveTo>
                  <a:pt x="0" y="225"/>
                </a:moveTo>
                <a:lnTo>
                  <a:pt x="0" y="145"/>
                </a:lnTo>
                <a:lnTo>
                  <a:pt x="27" y="145"/>
                </a:lnTo>
                <a:lnTo>
                  <a:pt x="27" y="225"/>
                </a:lnTo>
                <a:lnTo>
                  <a:pt x="0" y="225"/>
                </a:lnTo>
                <a:moveTo>
                  <a:pt x="0" y="66"/>
                </a:moveTo>
                <a:lnTo>
                  <a:pt x="0" y="0"/>
                </a:lnTo>
                <a:lnTo>
                  <a:pt x="93" y="0"/>
                </a:lnTo>
                <a:lnTo>
                  <a:pt x="93" y="26"/>
                </a:lnTo>
                <a:lnTo>
                  <a:pt x="13" y="26"/>
                </a:lnTo>
                <a:lnTo>
                  <a:pt x="13" y="13"/>
                </a:lnTo>
                <a:lnTo>
                  <a:pt x="27" y="13"/>
                </a:lnTo>
                <a:lnTo>
                  <a:pt x="27" y="66"/>
                </a:lnTo>
                <a:lnTo>
                  <a:pt x="0" y="66"/>
                </a:lnTo>
                <a:close/>
              </a:path>
            </a:pathLst>
          </a:custGeom>
          <a:solidFill>
            <a:srgbClr val="937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934360" y="1668240"/>
            <a:ext cx="4410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PR 82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441320" y="1439640"/>
            <a:ext cx="3834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0.0.x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/>
          <p:nvPr/>
        </p:nvSpPr>
        <p:spPr>
          <a:xfrm>
            <a:off x="5583960" y="1276200"/>
            <a:ext cx="1441800" cy="743400"/>
          </a:xfrm>
          <a:custGeom>
            <a:avLst/>
            <a:gdLst/>
            <a:ahLst/>
            <a:rect l="0" t="0" r="r" b="b"/>
            <a:pathLst>
              <a:path w="4005" h="2065">
                <a:moveTo>
                  <a:pt x="0" y="0"/>
                </a:moveTo>
                <a:lnTo>
                  <a:pt x="4005" y="0"/>
                </a:lnTo>
                <a:lnTo>
                  <a:pt x="4005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/>
          <p:nvPr/>
        </p:nvSpPr>
        <p:spPr>
          <a:xfrm>
            <a:off x="5579280" y="1271520"/>
            <a:ext cx="1451520" cy="752760"/>
          </a:xfrm>
          <a:custGeom>
            <a:avLst/>
            <a:gdLst/>
            <a:ahLst/>
            <a:rect l="0" t="0" r="r" b="b"/>
            <a:pathLst>
              <a:path w="4032" h="2091">
                <a:moveTo>
                  <a:pt x="278" y="0"/>
                </a:moveTo>
                <a:lnTo>
                  <a:pt x="410" y="0"/>
                </a:lnTo>
                <a:lnTo>
                  <a:pt x="410" y="26"/>
                </a:lnTo>
                <a:lnTo>
                  <a:pt x="278" y="26"/>
                </a:lnTo>
                <a:lnTo>
                  <a:pt x="278" y="0"/>
                </a:lnTo>
                <a:moveTo>
                  <a:pt x="542" y="0"/>
                </a:moveTo>
                <a:lnTo>
                  <a:pt x="675" y="0"/>
                </a:lnTo>
                <a:lnTo>
                  <a:pt x="675" y="26"/>
                </a:lnTo>
                <a:lnTo>
                  <a:pt x="542" y="26"/>
                </a:lnTo>
                <a:lnTo>
                  <a:pt x="542" y="0"/>
                </a:lnTo>
                <a:moveTo>
                  <a:pt x="807" y="0"/>
                </a:moveTo>
                <a:lnTo>
                  <a:pt x="939" y="0"/>
                </a:lnTo>
                <a:lnTo>
                  <a:pt x="939" y="26"/>
                </a:lnTo>
                <a:lnTo>
                  <a:pt x="807" y="26"/>
                </a:lnTo>
                <a:lnTo>
                  <a:pt x="807" y="0"/>
                </a:lnTo>
                <a:moveTo>
                  <a:pt x="1071" y="0"/>
                </a:moveTo>
                <a:lnTo>
                  <a:pt x="1204" y="0"/>
                </a:lnTo>
                <a:lnTo>
                  <a:pt x="1204" y="26"/>
                </a:lnTo>
                <a:lnTo>
                  <a:pt x="1071" y="26"/>
                </a:lnTo>
                <a:lnTo>
                  <a:pt x="1071" y="0"/>
                </a:lnTo>
                <a:moveTo>
                  <a:pt x="1336" y="0"/>
                </a:moveTo>
                <a:lnTo>
                  <a:pt x="1468" y="0"/>
                </a:lnTo>
                <a:lnTo>
                  <a:pt x="1468" y="26"/>
                </a:lnTo>
                <a:lnTo>
                  <a:pt x="1336" y="26"/>
                </a:lnTo>
                <a:lnTo>
                  <a:pt x="1336" y="0"/>
                </a:lnTo>
                <a:moveTo>
                  <a:pt x="1601" y="0"/>
                </a:moveTo>
                <a:lnTo>
                  <a:pt x="1733" y="0"/>
                </a:lnTo>
                <a:lnTo>
                  <a:pt x="1733" y="26"/>
                </a:lnTo>
                <a:lnTo>
                  <a:pt x="1601" y="26"/>
                </a:lnTo>
                <a:lnTo>
                  <a:pt x="1601" y="0"/>
                </a:lnTo>
                <a:moveTo>
                  <a:pt x="1865" y="0"/>
                </a:moveTo>
                <a:lnTo>
                  <a:pt x="1997" y="0"/>
                </a:lnTo>
                <a:lnTo>
                  <a:pt x="1997" y="26"/>
                </a:lnTo>
                <a:lnTo>
                  <a:pt x="1865" y="26"/>
                </a:lnTo>
                <a:lnTo>
                  <a:pt x="1865" y="0"/>
                </a:lnTo>
                <a:moveTo>
                  <a:pt x="2130" y="0"/>
                </a:moveTo>
                <a:lnTo>
                  <a:pt x="2262" y="0"/>
                </a:lnTo>
                <a:lnTo>
                  <a:pt x="2262" y="26"/>
                </a:lnTo>
                <a:lnTo>
                  <a:pt x="2130" y="26"/>
                </a:lnTo>
                <a:lnTo>
                  <a:pt x="2130" y="0"/>
                </a:lnTo>
                <a:moveTo>
                  <a:pt x="2394" y="0"/>
                </a:moveTo>
                <a:lnTo>
                  <a:pt x="2527" y="0"/>
                </a:lnTo>
                <a:lnTo>
                  <a:pt x="2527" y="26"/>
                </a:lnTo>
                <a:lnTo>
                  <a:pt x="2394" y="26"/>
                </a:lnTo>
                <a:lnTo>
                  <a:pt x="2394" y="0"/>
                </a:lnTo>
                <a:moveTo>
                  <a:pt x="2660" y="0"/>
                </a:moveTo>
                <a:lnTo>
                  <a:pt x="2792" y="0"/>
                </a:lnTo>
                <a:lnTo>
                  <a:pt x="2792" y="26"/>
                </a:lnTo>
                <a:lnTo>
                  <a:pt x="2660" y="26"/>
                </a:lnTo>
                <a:lnTo>
                  <a:pt x="2660" y="0"/>
                </a:lnTo>
                <a:moveTo>
                  <a:pt x="2925" y="0"/>
                </a:moveTo>
                <a:lnTo>
                  <a:pt x="3057" y="0"/>
                </a:lnTo>
                <a:lnTo>
                  <a:pt x="3057" y="26"/>
                </a:lnTo>
                <a:lnTo>
                  <a:pt x="2925" y="26"/>
                </a:lnTo>
                <a:lnTo>
                  <a:pt x="2925" y="0"/>
                </a:lnTo>
                <a:moveTo>
                  <a:pt x="3189" y="0"/>
                </a:moveTo>
                <a:lnTo>
                  <a:pt x="3321" y="0"/>
                </a:lnTo>
                <a:lnTo>
                  <a:pt x="3321" y="26"/>
                </a:lnTo>
                <a:lnTo>
                  <a:pt x="3189" y="26"/>
                </a:lnTo>
                <a:lnTo>
                  <a:pt x="3189" y="0"/>
                </a:lnTo>
                <a:moveTo>
                  <a:pt x="3454" y="0"/>
                </a:moveTo>
                <a:lnTo>
                  <a:pt x="3586" y="0"/>
                </a:lnTo>
                <a:lnTo>
                  <a:pt x="3586" y="26"/>
                </a:lnTo>
                <a:lnTo>
                  <a:pt x="3454" y="26"/>
                </a:lnTo>
                <a:lnTo>
                  <a:pt x="3454" y="0"/>
                </a:lnTo>
                <a:moveTo>
                  <a:pt x="3718" y="0"/>
                </a:moveTo>
                <a:lnTo>
                  <a:pt x="3851" y="0"/>
                </a:lnTo>
                <a:lnTo>
                  <a:pt x="3851" y="26"/>
                </a:lnTo>
                <a:lnTo>
                  <a:pt x="3718" y="26"/>
                </a:lnTo>
                <a:lnTo>
                  <a:pt x="3718" y="0"/>
                </a:lnTo>
                <a:moveTo>
                  <a:pt x="3983" y="0"/>
                </a:moveTo>
                <a:lnTo>
                  <a:pt x="4032" y="0"/>
                </a:lnTo>
                <a:lnTo>
                  <a:pt x="4032" y="110"/>
                </a:lnTo>
                <a:lnTo>
                  <a:pt x="4005" y="110"/>
                </a:lnTo>
                <a:lnTo>
                  <a:pt x="4005" y="13"/>
                </a:lnTo>
                <a:lnTo>
                  <a:pt x="4018" y="13"/>
                </a:lnTo>
                <a:lnTo>
                  <a:pt x="4018" y="26"/>
                </a:lnTo>
                <a:lnTo>
                  <a:pt x="3983" y="26"/>
                </a:lnTo>
                <a:lnTo>
                  <a:pt x="3983" y="0"/>
                </a:lnTo>
                <a:moveTo>
                  <a:pt x="4032" y="242"/>
                </a:moveTo>
                <a:lnTo>
                  <a:pt x="4032" y="374"/>
                </a:lnTo>
                <a:lnTo>
                  <a:pt x="4005" y="374"/>
                </a:lnTo>
                <a:lnTo>
                  <a:pt x="4005" y="242"/>
                </a:lnTo>
                <a:lnTo>
                  <a:pt x="4032" y="242"/>
                </a:lnTo>
                <a:moveTo>
                  <a:pt x="4032" y="507"/>
                </a:moveTo>
                <a:lnTo>
                  <a:pt x="4032" y="639"/>
                </a:lnTo>
                <a:lnTo>
                  <a:pt x="4005" y="639"/>
                </a:lnTo>
                <a:lnTo>
                  <a:pt x="4005" y="507"/>
                </a:lnTo>
                <a:lnTo>
                  <a:pt x="4032" y="507"/>
                </a:lnTo>
                <a:moveTo>
                  <a:pt x="4032" y="771"/>
                </a:moveTo>
                <a:lnTo>
                  <a:pt x="4032" y="903"/>
                </a:lnTo>
                <a:lnTo>
                  <a:pt x="4005" y="903"/>
                </a:lnTo>
                <a:lnTo>
                  <a:pt x="4005" y="771"/>
                </a:lnTo>
                <a:lnTo>
                  <a:pt x="4032" y="771"/>
                </a:lnTo>
                <a:moveTo>
                  <a:pt x="4032" y="1036"/>
                </a:moveTo>
                <a:lnTo>
                  <a:pt x="4032" y="1168"/>
                </a:lnTo>
                <a:lnTo>
                  <a:pt x="4005" y="1168"/>
                </a:lnTo>
                <a:lnTo>
                  <a:pt x="4005" y="1036"/>
                </a:lnTo>
                <a:lnTo>
                  <a:pt x="4032" y="1036"/>
                </a:lnTo>
                <a:moveTo>
                  <a:pt x="4032" y="1300"/>
                </a:moveTo>
                <a:lnTo>
                  <a:pt x="4032" y="1433"/>
                </a:lnTo>
                <a:lnTo>
                  <a:pt x="4005" y="1433"/>
                </a:lnTo>
                <a:lnTo>
                  <a:pt x="4005" y="1300"/>
                </a:lnTo>
                <a:lnTo>
                  <a:pt x="4032" y="1300"/>
                </a:lnTo>
                <a:moveTo>
                  <a:pt x="4032" y="1565"/>
                </a:moveTo>
                <a:lnTo>
                  <a:pt x="4032" y="1698"/>
                </a:lnTo>
                <a:lnTo>
                  <a:pt x="4005" y="1698"/>
                </a:lnTo>
                <a:lnTo>
                  <a:pt x="4005" y="1565"/>
                </a:lnTo>
                <a:lnTo>
                  <a:pt x="4032" y="1565"/>
                </a:lnTo>
                <a:moveTo>
                  <a:pt x="4032" y="1830"/>
                </a:moveTo>
                <a:lnTo>
                  <a:pt x="4032" y="1963"/>
                </a:lnTo>
                <a:lnTo>
                  <a:pt x="4005" y="1963"/>
                </a:lnTo>
                <a:lnTo>
                  <a:pt x="4005" y="1830"/>
                </a:lnTo>
                <a:lnTo>
                  <a:pt x="4032" y="1830"/>
                </a:lnTo>
                <a:moveTo>
                  <a:pt x="4001" y="2091"/>
                </a:moveTo>
                <a:lnTo>
                  <a:pt x="3869" y="2091"/>
                </a:lnTo>
                <a:lnTo>
                  <a:pt x="3869" y="2064"/>
                </a:lnTo>
                <a:lnTo>
                  <a:pt x="4001" y="2064"/>
                </a:lnTo>
                <a:lnTo>
                  <a:pt x="4001" y="2091"/>
                </a:lnTo>
                <a:moveTo>
                  <a:pt x="3736" y="2091"/>
                </a:moveTo>
                <a:lnTo>
                  <a:pt x="3604" y="2091"/>
                </a:lnTo>
                <a:lnTo>
                  <a:pt x="3604" y="2064"/>
                </a:lnTo>
                <a:lnTo>
                  <a:pt x="3736" y="2064"/>
                </a:lnTo>
                <a:lnTo>
                  <a:pt x="3736" y="2091"/>
                </a:lnTo>
                <a:moveTo>
                  <a:pt x="3472" y="2091"/>
                </a:moveTo>
                <a:lnTo>
                  <a:pt x="3340" y="2091"/>
                </a:lnTo>
                <a:lnTo>
                  <a:pt x="3340" y="2064"/>
                </a:lnTo>
                <a:lnTo>
                  <a:pt x="3472" y="2064"/>
                </a:lnTo>
                <a:lnTo>
                  <a:pt x="3472" y="2091"/>
                </a:lnTo>
                <a:moveTo>
                  <a:pt x="3207" y="2091"/>
                </a:moveTo>
                <a:lnTo>
                  <a:pt x="3075" y="2091"/>
                </a:lnTo>
                <a:lnTo>
                  <a:pt x="3075" y="2064"/>
                </a:lnTo>
                <a:lnTo>
                  <a:pt x="3207" y="2064"/>
                </a:lnTo>
                <a:lnTo>
                  <a:pt x="3207" y="2091"/>
                </a:lnTo>
                <a:moveTo>
                  <a:pt x="2943" y="2091"/>
                </a:moveTo>
                <a:lnTo>
                  <a:pt x="2810" y="2091"/>
                </a:lnTo>
                <a:lnTo>
                  <a:pt x="2810" y="2064"/>
                </a:lnTo>
                <a:lnTo>
                  <a:pt x="2943" y="2064"/>
                </a:lnTo>
                <a:lnTo>
                  <a:pt x="2943" y="2091"/>
                </a:lnTo>
                <a:moveTo>
                  <a:pt x="2678" y="2091"/>
                </a:moveTo>
                <a:lnTo>
                  <a:pt x="2545" y="2091"/>
                </a:lnTo>
                <a:lnTo>
                  <a:pt x="2545" y="2064"/>
                </a:lnTo>
                <a:lnTo>
                  <a:pt x="2678" y="2064"/>
                </a:lnTo>
                <a:lnTo>
                  <a:pt x="2678" y="2091"/>
                </a:lnTo>
                <a:moveTo>
                  <a:pt x="2413" y="2091"/>
                </a:moveTo>
                <a:lnTo>
                  <a:pt x="2280" y="2091"/>
                </a:lnTo>
                <a:lnTo>
                  <a:pt x="2280" y="2064"/>
                </a:lnTo>
                <a:lnTo>
                  <a:pt x="2413" y="2064"/>
                </a:lnTo>
                <a:lnTo>
                  <a:pt x="2413" y="2091"/>
                </a:lnTo>
                <a:moveTo>
                  <a:pt x="2148" y="2091"/>
                </a:moveTo>
                <a:lnTo>
                  <a:pt x="2016" y="2091"/>
                </a:lnTo>
                <a:lnTo>
                  <a:pt x="2016" y="2064"/>
                </a:lnTo>
                <a:lnTo>
                  <a:pt x="2148" y="2064"/>
                </a:lnTo>
                <a:lnTo>
                  <a:pt x="2148" y="2091"/>
                </a:lnTo>
                <a:moveTo>
                  <a:pt x="1883" y="2091"/>
                </a:moveTo>
                <a:lnTo>
                  <a:pt x="1751" y="2091"/>
                </a:lnTo>
                <a:lnTo>
                  <a:pt x="1751" y="2064"/>
                </a:lnTo>
                <a:lnTo>
                  <a:pt x="1883" y="2064"/>
                </a:lnTo>
                <a:lnTo>
                  <a:pt x="1883" y="2091"/>
                </a:lnTo>
                <a:moveTo>
                  <a:pt x="1619" y="2091"/>
                </a:moveTo>
                <a:lnTo>
                  <a:pt x="1487" y="2091"/>
                </a:lnTo>
                <a:lnTo>
                  <a:pt x="1487" y="2064"/>
                </a:lnTo>
                <a:lnTo>
                  <a:pt x="1619" y="2064"/>
                </a:lnTo>
                <a:lnTo>
                  <a:pt x="1619" y="2091"/>
                </a:lnTo>
                <a:moveTo>
                  <a:pt x="1354" y="2091"/>
                </a:moveTo>
                <a:lnTo>
                  <a:pt x="1222" y="2091"/>
                </a:lnTo>
                <a:lnTo>
                  <a:pt x="1222" y="2064"/>
                </a:lnTo>
                <a:lnTo>
                  <a:pt x="1354" y="2064"/>
                </a:lnTo>
                <a:lnTo>
                  <a:pt x="1354" y="2091"/>
                </a:lnTo>
                <a:moveTo>
                  <a:pt x="1090" y="2091"/>
                </a:moveTo>
                <a:lnTo>
                  <a:pt x="957" y="2091"/>
                </a:lnTo>
                <a:lnTo>
                  <a:pt x="957" y="2064"/>
                </a:lnTo>
                <a:lnTo>
                  <a:pt x="1090" y="2064"/>
                </a:lnTo>
                <a:lnTo>
                  <a:pt x="1090" y="2091"/>
                </a:lnTo>
                <a:moveTo>
                  <a:pt x="825" y="2091"/>
                </a:moveTo>
                <a:lnTo>
                  <a:pt x="693" y="2091"/>
                </a:lnTo>
                <a:lnTo>
                  <a:pt x="693" y="2064"/>
                </a:lnTo>
                <a:lnTo>
                  <a:pt x="825" y="2064"/>
                </a:lnTo>
                <a:lnTo>
                  <a:pt x="825" y="2091"/>
                </a:lnTo>
                <a:moveTo>
                  <a:pt x="560" y="2091"/>
                </a:moveTo>
                <a:lnTo>
                  <a:pt x="428" y="2091"/>
                </a:lnTo>
                <a:lnTo>
                  <a:pt x="428" y="2064"/>
                </a:lnTo>
                <a:lnTo>
                  <a:pt x="560" y="2064"/>
                </a:lnTo>
                <a:lnTo>
                  <a:pt x="560" y="2091"/>
                </a:lnTo>
                <a:moveTo>
                  <a:pt x="296" y="2091"/>
                </a:moveTo>
                <a:lnTo>
                  <a:pt x="164" y="2091"/>
                </a:lnTo>
                <a:lnTo>
                  <a:pt x="164" y="2064"/>
                </a:lnTo>
                <a:lnTo>
                  <a:pt x="296" y="2064"/>
                </a:lnTo>
                <a:lnTo>
                  <a:pt x="296" y="2091"/>
                </a:lnTo>
                <a:moveTo>
                  <a:pt x="31" y="2091"/>
                </a:moveTo>
                <a:lnTo>
                  <a:pt x="0" y="2091"/>
                </a:lnTo>
                <a:lnTo>
                  <a:pt x="0" y="1964"/>
                </a:lnTo>
                <a:lnTo>
                  <a:pt x="26" y="1964"/>
                </a:lnTo>
                <a:lnTo>
                  <a:pt x="26" y="2078"/>
                </a:lnTo>
                <a:lnTo>
                  <a:pt x="13" y="2078"/>
                </a:lnTo>
                <a:lnTo>
                  <a:pt x="13" y="2064"/>
                </a:lnTo>
                <a:lnTo>
                  <a:pt x="31" y="2064"/>
                </a:lnTo>
                <a:lnTo>
                  <a:pt x="31" y="2091"/>
                </a:lnTo>
                <a:moveTo>
                  <a:pt x="0" y="1831"/>
                </a:moveTo>
                <a:lnTo>
                  <a:pt x="0" y="1699"/>
                </a:lnTo>
                <a:lnTo>
                  <a:pt x="26" y="1699"/>
                </a:lnTo>
                <a:lnTo>
                  <a:pt x="26" y="1831"/>
                </a:lnTo>
                <a:lnTo>
                  <a:pt x="0" y="1831"/>
                </a:lnTo>
                <a:moveTo>
                  <a:pt x="0" y="1566"/>
                </a:moveTo>
                <a:lnTo>
                  <a:pt x="0" y="1433"/>
                </a:lnTo>
                <a:lnTo>
                  <a:pt x="26" y="1433"/>
                </a:lnTo>
                <a:lnTo>
                  <a:pt x="26" y="1566"/>
                </a:lnTo>
                <a:lnTo>
                  <a:pt x="0" y="1566"/>
                </a:lnTo>
                <a:moveTo>
                  <a:pt x="0" y="1301"/>
                </a:moveTo>
                <a:lnTo>
                  <a:pt x="0" y="1169"/>
                </a:lnTo>
                <a:lnTo>
                  <a:pt x="26" y="1169"/>
                </a:lnTo>
                <a:lnTo>
                  <a:pt x="26" y="1301"/>
                </a:lnTo>
                <a:lnTo>
                  <a:pt x="0" y="1301"/>
                </a:lnTo>
                <a:moveTo>
                  <a:pt x="0" y="1037"/>
                </a:moveTo>
                <a:lnTo>
                  <a:pt x="0" y="904"/>
                </a:lnTo>
                <a:lnTo>
                  <a:pt x="26" y="904"/>
                </a:lnTo>
                <a:lnTo>
                  <a:pt x="26" y="1037"/>
                </a:lnTo>
                <a:lnTo>
                  <a:pt x="0" y="1037"/>
                </a:lnTo>
                <a:moveTo>
                  <a:pt x="0" y="772"/>
                </a:moveTo>
                <a:lnTo>
                  <a:pt x="0" y="640"/>
                </a:lnTo>
                <a:lnTo>
                  <a:pt x="26" y="640"/>
                </a:lnTo>
                <a:lnTo>
                  <a:pt x="26" y="772"/>
                </a:lnTo>
                <a:lnTo>
                  <a:pt x="0" y="772"/>
                </a:lnTo>
                <a:moveTo>
                  <a:pt x="0" y="507"/>
                </a:moveTo>
                <a:lnTo>
                  <a:pt x="0" y="375"/>
                </a:lnTo>
                <a:lnTo>
                  <a:pt x="26" y="375"/>
                </a:lnTo>
                <a:lnTo>
                  <a:pt x="26" y="507"/>
                </a:lnTo>
                <a:lnTo>
                  <a:pt x="0" y="507"/>
                </a:lnTo>
                <a:moveTo>
                  <a:pt x="0" y="243"/>
                </a:moveTo>
                <a:lnTo>
                  <a:pt x="0" y="110"/>
                </a:lnTo>
                <a:lnTo>
                  <a:pt x="26" y="110"/>
                </a:lnTo>
                <a:lnTo>
                  <a:pt x="26" y="243"/>
                </a:lnTo>
                <a:lnTo>
                  <a:pt x="0" y="243"/>
                </a:lnTo>
                <a:moveTo>
                  <a:pt x="13" y="0"/>
                </a:moveTo>
                <a:lnTo>
                  <a:pt x="145" y="0"/>
                </a:lnTo>
                <a:lnTo>
                  <a:pt x="145" y="26"/>
                </a:lnTo>
                <a:lnTo>
                  <a:pt x="13" y="26"/>
                </a:lnTo>
                <a:lnTo>
                  <a:pt x="13" y="0"/>
                </a:lnTo>
                <a:close/>
              </a:path>
            </a:pathLst>
          </a:custGeom>
          <a:solidFill>
            <a:srgbClr val="937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559040" y="1668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...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869800" y="1439640"/>
            <a:ext cx="8722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v0.1.0 beta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/>
          <p:nvPr/>
        </p:nvSpPr>
        <p:spPr>
          <a:xfrm>
            <a:off x="7501680" y="1276200"/>
            <a:ext cx="1079640" cy="743400"/>
          </a:xfrm>
          <a:custGeom>
            <a:avLst/>
            <a:gdLst/>
            <a:ahLst/>
            <a:rect l="0" t="0" r="r" b="b"/>
            <a:pathLst>
              <a:path w="2999" h="2065">
                <a:moveTo>
                  <a:pt x="0" y="0"/>
                </a:moveTo>
                <a:lnTo>
                  <a:pt x="2999" y="0"/>
                </a:lnTo>
                <a:lnTo>
                  <a:pt x="2999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7497000" y="1271520"/>
            <a:ext cx="1089360" cy="752760"/>
          </a:xfrm>
          <a:custGeom>
            <a:avLst/>
            <a:gdLst/>
            <a:ahLst/>
            <a:rect l="0" t="0" r="r" b="b"/>
            <a:pathLst>
              <a:path w="3026" h="2091">
                <a:moveTo>
                  <a:pt x="278" y="0"/>
                </a:moveTo>
                <a:lnTo>
                  <a:pt x="410" y="0"/>
                </a:lnTo>
                <a:lnTo>
                  <a:pt x="410" y="26"/>
                </a:lnTo>
                <a:lnTo>
                  <a:pt x="278" y="26"/>
                </a:lnTo>
                <a:lnTo>
                  <a:pt x="278" y="0"/>
                </a:lnTo>
                <a:moveTo>
                  <a:pt x="542" y="0"/>
                </a:moveTo>
                <a:lnTo>
                  <a:pt x="675" y="0"/>
                </a:lnTo>
                <a:lnTo>
                  <a:pt x="675" y="26"/>
                </a:lnTo>
                <a:lnTo>
                  <a:pt x="542" y="26"/>
                </a:lnTo>
                <a:lnTo>
                  <a:pt x="542" y="0"/>
                </a:lnTo>
                <a:moveTo>
                  <a:pt x="807" y="0"/>
                </a:moveTo>
                <a:lnTo>
                  <a:pt x="939" y="0"/>
                </a:lnTo>
                <a:lnTo>
                  <a:pt x="939" y="26"/>
                </a:lnTo>
                <a:lnTo>
                  <a:pt x="807" y="26"/>
                </a:lnTo>
                <a:lnTo>
                  <a:pt x="807" y="0"/>
                </a:lnTo>
                <a:moveTo>
                  <a:pt x="1072" y="0"/>
                </a:moveTo>
                <a:lnTo>
                  <a:pt x="1204" y="0"/>
                </a:lnTo>
                <a:lnTo>
                  <a:pt x="1204" y="26"/>
                </a:lnTo>
                <a:lnTo>
                  <a:pt x="1072" y="26"/>
                </a:lnTo>
                <a:lnTo>
                  <a:pt x="1072" y="0"/>
                </a:lnTo>
                <a:moveTo>
                  <a:pt x="1336" y="0"/>
                </a:moveTo>
                <a:lnTo>
                  <a:pt x="1469" y="0"/>
                </a:lnTo>
                <a:lnTo>
                  <a:pt x="1469" y="26"/>
                </a:lnTo>
                <a:lnTo>
                  <a:pt x="1336" y="26"/>
                </a:lnTo>
                <a:lnTo>
                  <a:pt x="1336" y="0"/>
                </a:lnTo>
                <a:moveTo>
                  <a:pt x="1601" y="0"/>
                </a:moveTo>
                <a:lnTo>
                  <a:pt x="1733" y="0"/>
                </a:lnTo>
                <a:lnTo>
                  <a:pt x="1733" y="26"/>
                </a:lnTo>
                <a:lnTo>
                  <a:pt x="1601" y="26"/>
                </a:lnTo>
                <a:lnTo>
                  <a:pt x="1601" y="0"/>
                </a:lnTo>
                <a:moveTo>
                  <a:pt x="1866" y="0"/>
                </a:moveTo>
                <a:lnTo>
                  <a:pt x="1999" y="0"/>
                </a:lnTo>
                <a:lnTo>
                  <a:pt x="1999" y="26"/>
                </a:lnTo>
                <a:lnTo>
                  <a:pt x="1866" y="26"/>
                </a:lnTo>
                <a:lnTo>
                  <a:pt x="1866" y="0"/>
                </a:lnTo>
                <a:moveTo>
                  <a:pt x="2131" y="0"/>
                </a:moveTo>
                <a:lnTo>
                  <a:pt x="2263" y="0"/>
                </a:lnTo>
                <a:lnTo>
                  <a:pt x="2263" y="26"/>
                </a:lnTo>
                <a:lnTo>
                  <a:pt x="2131" y="26"/>
                </a:lnTo>
                <a:lnTo>
                  <a:pt x="2131" y="0"/>
                </a:lnTo>
                <a:moveTo>
                  <a:pt x="2396" y="0"/>
                </a:moveTo>
                <a:lnTo>
                  <a:pt x="2528" y="0"/>
                </a:lnTo>
                <a:lnTo>
                  <a:pt x="2528" y="26"/>
                </a:lnTo>
                <a:lnTo>
                  <a:pt x="2396" y="26"/>
                </a:lnTo>
                <a:lnTo>
                  <a:pt x="2396" y="0"/>
                </a:lnTo>
                <a:moveTo>
                  <a:pt x="2660" y="0"/>
                </a:moveTo>
                <a:lnTo>
                  <a:pt x="2792" y="0"/>
                </a:lnTo>
                <a:lnTo>
                  <a:pt x="2792" y="26"/>
                </a:lnTo>
                <a:lnTo>
                  <a:pt x="2660" y="26"/>
                </a:lnTo>
                <a:lnTo>
                  <a:pt x="2660" y="0"/>
                </a:lnTo>
                <a:moveTo>
                  <a:pt x="2925" y="0"/>
                </a:moveTo>
                <a:lnTo>
                  <a:pt x="3026" y="0"/>
                </a:lnTo>
                <a:lnTo>
                  <a:pt x="3026" y="58"/>
                </a:lnTo>
                <a:lnTo>
                  <a:pt x="2999" y="58"/>
                </a:lnTo>
                <a:lnTo>
                  <a:pt x="2999" y="13"/>
                </a:lnTo>
                <a:lnTo>
                  <a:pt x="3012" y="13"/>
                </a:lnTo>
                <a:lnTo>
                  <a:pt x="3012" y="26"/>
                </a:lnTo>
                <a:lnTo>
                  <a:pt x="2925" y="26"/>
                </a:lnTo>
                <a:lnTo>
                  <a:pt x="2925" y="0"/>
                </a:lnTo>
                <a:moveTo>
                  <a:pt x="3026" y="190"/>
                </a:moveTo>
                <a:lnTo>
                  <a:pt x="3026" y="322"/>
                </a:lnTo>
                <a:lnTo>
                  <a:pt x="2999" y="322"/>
                </a:lnTo>
                <a:lnTo>
                  <a:pt x="2999" y="190"/>
                </a:lnTo>
                <a:lnTo>
                  <a:pt x="3026" y="190"/>
                </a:lnTo>
                <a:moveTo>
                  <a:pt x="3026" y="454"/>
                </a:moveTo>
                <a:lnTo>
                  <a:pt x="3026" y="587"/>
                </a:lnTo>
                <a:lnTo>
                  <a:pt x="2999" y="587"/>
                </a:lnTo>
                <a:lnTo>
                  <a:pt x="2999" y="454"/>
                </a:lnTo>
                <a:lnTo>
                  <a:pt x="3026" y="454"/>
                </a:lnTo>
                <a:moveTo>
                  <a:pt x="3026" y="719"/>
                </a:moveTo>
                <a:lnTo>
                  <a:pt x="3026" y="851"/>
                </a:lnTo>
                <a:lnTo>
                  <a:pt x="2999" y="851"/>
                </a:lnTo>
                <a:lnTo>
                  <a:pt x="2999" y="719"/>
                </a:lnTo>
                <a:lnTo>
                  <a:pt x="3026" y="719"/>
                </a:lnTo>
                <a:moveTo>
                  <a:pt x="3026" y="984"/>
                </a:moveTo>
                <a:lnTo>
                  <a:pt x="3026" y="1116"/>
                </a:lnTo>
                <a:lnTo>
                  <a:pt x="2999" y="1116"/>
                </a:lnTo>
                <a:lnTo>
                  <a:pt x="2999" y="984"/>
                </a:lnTo>
                <a:lnTo>
                  <a:pt x="3026" y="984"/>
                </a:lnTo>
                <a:moveTo>
                  <a:pt x="3026" y="1248"/>
                </a:moveTo>
                <a:lnTo>
                  <a:pt x="3026" y="1380"/>
                </a:lnTo>
                <a:lnTo>
                  <a:pt x="2999" y="1380"/>
                </a:lnTo>
                <a:lnTo>
                  <a:pt x="2999" y="1248"/>
                </a:lnTo>
                <a:lnTo>
                  <a:pt x="3026" y="1248"/>
                </a:lnTo>
                <a:moveTo>
                  <a:pt x="3026" y="1513"/>
                </a:moveTo>
                <a:lnTo>
                  <a:pt x="3026" y="1645"/>
                </a:lnTo>
                <a:lnTo>
                  <a:pt x="2999" y="1645"/>
                </a:lnTo>
                <a:lnTo>
                  <a:pt x="2999" y="1513"/>
                </a:lnTo>
                <a:lnTo>
                  <a:pt x="3026" y="1513"/>
                </a:lnTo>
                <a:moveTo>
                  <a:pt x="3026" y="1778"/>
                </a:moveTo>
                <a:lnTo>
                  <a:pt x="3026" y="1911"/>
                </a:lnTo>
                <a:lnTo>
                  <a:pt x="2999" y="1911"/>
                </a:lnTo>
                <a:lnTo>
                  <a:pt x="2999" y="1778"/>
                </a:lnTo>
                <a:lnTo>
                  <a:pt x="3026" y="1778"/>
                </a:lnTo>
                <a:moveTo>
                  <a:pt x="3026" y="2043"/>
                </a:moveTo>
                <a:lnTo>
                  <a:pt x="3026" y="2091"/>
                </a:lnTo>
                <a:lnTo>
                  <a:pt x="2915" y="2091"/>
                </a:lnTo>
                <a:lnTo>
                  <a:pt x="2915" y="2064"/>
                </a:lnTo>
                <a:lnTo>
                  <a:pt x="3012" y="2064"/>
                </a:lnTo>
                <a:lnTo>
                  <a:pt x="3012" y="2078"/>
                </a:lnTo>
                <a:lnTo>
                  <a:pt x="2999" y="2078"/>
                </a:lnTo>
                <a:lnTo>
                  <a:pt x="2999" y="2043"/>
                </a:lnTo>
                <a:lnTo>
                  <a:pt x="3026" y="2043"/>
                </a:lnTo>
                <a:moveTo>
                  <a:pt x="2783" y="2091"/>
                </a:moveTo>
                <a:lnTo>
                  <a:pt x="2650" y="2091"/>
                </a:lnTo>
                <a:lnTo>
                  <a:pt x="2650" y="2064"/>
                </a:lnTo>
                <a:lnTo>
                  <a:pt x="2783" y="2064"/>
                </a:lnTo>
                <a:lnTo>
                  <a:pt x="2783" y="2091"/>
                </a:lnTo>
                <a:moveTo>
                  <a:pt x="2518" y="2091"/>
                </a:moveTo>
                <a:lnTo>
                  <a:pt x="2386" y="2091"/>
                </a:lnTo>
                <a:lnTo>
                  <a:pt x="2386" y="2064"/>
                </a:lnTo>
                <a:lnTo>
                  <a:pt x="2518" y="2064"/>
                </a:lnTo>
                <a:lnTo>
                  <a:pt x="2518" y="2091"/>
                </a:lnTo>
                <a:moveTo>
                  <a:pt x="2253" y="2091"/>
                </a:moveTo>
                <a:lnTo>
                  <a:pt x="2121" y="2091"/>
                </a:lnTo>
                <a:lnTo>
                  <a:pt x="2121" y="2064"/>
                </a:lnTo>
                <a:lnTo>
                  <a:pt x="2253" y="2064"/>
                </a:lnTo>
                <a:lnTo>
                  <a:pt x="2253" y="2091"/>
                </a:lnTo>
                <a:moveTo>
                  <a:pt x="1989" y="2091"/>
                </a:moveTo>
                <a:lnTo>
                  <a:pt x="1856" y="2091"/>
                </a:lnTo>
                <a:lnTo>
                  <a:pt x="1856" y="2064"/>
                </a:lnTo>
                <a:lnTo>
                  <a:pt x="1989" y="2064"/>
                </a:lnTo>
                <a:lnTo>
                  <a:pt x="1989" y="2091"/>
                </a:lnTo>
                <a:moveTo>
                  <a:pt x="1723" y="2091"/>
                </a:moveTo>
                <a:lnTo>
                  <a:pt x="1591" y="2091"/>
                </a:lnTo>
                <a:lnTo>
                  <a:pt x="1591" y="2064"/>
                </a:lnTo>
                <a:lnTo>
                  <a:pt x="1723" y="2064"/>
                </a:lnTo>
                <a:lnTo>
                  <a:pt x="1723" y="2091"/>
                </a:lnTo>
                <a:moveTo>
                  <a:pt x="1459" y="2091"/>
                </a:moveTo>
                <a:lnTo>
                  <a:pt x="1326" y="2091"/>
                </a:lnTo>
                <a:lnTo>
                  <a:pt x="1326" y="2064"/>
                </a:lnTo>
                <a:lnTo>
                  <a:pt x="1459" y="2064"/>
                </a:lnTo>
                <a:lnTo>
                  <a:pt x="1459" y="2091"/>
                </a:lnTo>
                <a:moveTo>
                  <a:pt x="1194" y="2091"/>
                </a:moveTo>
                <a:lnTo>
                  <a:pt x="1062" y="2091"/>
                </a:lnTo>
                <a:lnTo>
                  <a:pt x="1062" y="2064"/>
                </a:lnTo>
                <a:lnTo>
                  <a:pt x="1194" y="2064"/>
                </a:lnTo>
                <a:lnTo>
                  <a:pt x="1194" y="2091"/>
                </a:lnTo>
                <a:moveTo>
                  <a:pt x="929" y="2091"/>
                </a:moveTo>
                <a:lnTo>
                  <a:pt x="797" y="2091"/>
                </a:lnTo>
                <a:lnTo>
                  <a:pt x="797" y="2064"/>
                </a:lnTo>
                <a:lnTo>
                  <a:pt x="929" y="2064"/>
                </a:lnTo>
                <a:lnTo>
                  <a:pt x="929" y="2091"/>
                </a:lnTo>
                <a:moveTo>
                  <a:pt x="665" y="2091"/>
                </a:moveTo>
                <a:lnTo>
                  <a:pt x="533" y="2091"/>
                </a:lnTo>
                <a:lnTo>
                  <a:pt x="533" y="2064"/>
                </a:lnTo>
                <a:lnTo>
                  <a:pt x="665" y="2064"/>
                </a:lnTo>
                <a:lnTo>
                  <a:pt x="665" y="2091"/>
                </a:lnTo>
                <a:moveTo>
                  <a:pt x="400" y="2091"/>
                </a:moveTo>
                <a:lnTo>
                  <a:pt x="268" y="2091"/>
                </a:lnTo>
                <a:lnTo>
                  <a:pt x="268" y="2064"/>
                </a:lnTo>
                <a:lnTo>
                  <a:pt x="400" y="2064"/>
                </a:lnTo>
                <a:lnTo>
                  <a:pt x="400" y="2091"/>
                </a:lnTo>
                <a:moveTo>
                  <a:pt x="136" y="2091"/>
                </a:moveTo>
                <a:lnTo>
                  <a:pt x="0" y="2091"/>
                </a:lnTo>
                <a:lnTo>
                  <a:pt x="0" y="2068"/>
                </a:lnTo>
                <a:lnTo>
                  <a:pt x="27" y="2068"/>
                </a:lnTo>
                <a:lnTo>
                  <a:pt x="27" y="2078"/>
                </a:lnTo>
                <a:lnTo>
                  <a:pt x="13" y="2078"/>
                </a:lnTo>
                <a:lnTo>
                  <a:pt x="13" y="2064"/>
                </a:lnTo>
                <a:lnTo>
                  <a:pt x="136" y="2064"/>
                </a:lnTo>
                <a:lnTo>
                  <a:pt x="136" y="2091"/>
                </a:lnTo>
                <a:moveTo>
                  <a:pt x="0" y="1935"/>
                </a:moveTo>
                <a:lnTo>
                  <a:pt x="0" y="1803"/>
                </a:lnTo>
                <a:lnTo>
                  <a:pt x="27" y="1803"/>
                </a:lnTo>
                <a:lnTo>
                  <a:pt x="27" y="1935"/>
                </a:lnTo>
                <a:lnTo>
                  <a:pt x="0" y="1935"/>
                </a:lnTo>
                <a:moveTo>
                  <a:pt x="0" y="1670"/>
                </a:moveTo>
                <a:lnTo>
                  <a:pt x="0" y="1538"/>
                </a:lnTo>
                <a:lnTo>
                  <a:pt x="27" y="1538"/>
                </a:lnTo>
                <a:lnTo>
                  <a:pt x="27" y="1670"/>
                </a:lnTo>
                <a:lnTo>
                  <a:pt x="0" y="1670"/>
                </a:lnTo>
                <a:moveTo>
                  <a:pt x="0" y="1405"/>
                </a:moveTo>
                <a:lnTo>
                  <a:pt x="0" y="1273"/>
                </a:lnTo>
                <a:lnTo>
                  <a:pt x="27" y="1273"/>
                </a:lnTo>
                <a:lnTo>
                  <a:pt x="27" y="1405"/>
                </a:lnTo>
                <a:lnTo>
                  <a:pt x="0" y="1405"/>
                </a:lnTo>
                <a:moveTo>
                  <a:pt x="0" y="1141"/>
                </a:moveTo>
                <a:lnTo>
                  <a:pt x="0" y="1008"/>
                </a:lnTo>
                <a:lnTo>
                  <a:pt x="27" y="1008"/>
                </a:lnTo>
                <a:lnTo>
                  <a:pt x="27" y="1141"/>
                </a:lnTo>
                <a:lnTo>
                  <a:pt x="0" y="1141"/>
                </a:lnTo>
                <a:moveTo>
                  <a:pt x="0" y="876"/>
                </a:moveTo>
                <a:lnTo>
                  <a:pt x="0" y="744"/>
                </a:lnTo>
                <a:lnTo>
                  <a:pt x="27" y="744"/>
                </a:lnTo>
                <a:lnTo>
                  <a:pt x="27" y="876"/>
                </a:lnTo>
                <a:lnTo>
                  <a:pt x="0" y="876"/>
                </a:lnTo>
                <a:moveTo>
                  <a:pt x="0" y="612"/>
                </a:moveTo>
                <a:lnTo>
                  <a:pt x="0" y="479"/>
                </a:lnTo>
                <a:lnTo>
                  <a:pt x="27" y="479"/>
                </a:lnTo>
                <a:lnTo>
                  <a:pt x="27" y="612"/>
                </a:lnTo>
                <a:lnTo>
                  <a:pt x="0" y="612"/>
                </a:lnTo>
                <a:moveTo>
                  <a:pt x="0" y="347"/>
                </a:moveTo>
                <a:lnTo>
                  <a:pt x="0" y="215"/>
                </a:lnTo>
                <a:lnTo>
                  <a:pt x="27" y="215"/>
                </a:lnTo>
                <a:lnTo>
                  <a:pt x="27" y="347"/>
                </a:lnTo>
                <a:lnTo>
                  <a:pt x="0" y="347"/>
                </a:lnTo>
                <a:moveTo>
                  <a:pt x="0" y="82"/>
                </a:moveTo>
                <a:lnTo>
                  <a:pt x="0" y="0"/>
                </a:lnTo>
                <a:lnTo>
                  <a:pt x="146" y="0"/>
                </a:lnTo>
                <a:lnTo>
                  <a:pt x="146" y="26"/>
                </a:lnTo>
                <a:lnTo>
                  <a:pt x="13" y="26"/>
                </a:lnTo>
                <a:lnTo>
                  <a:pt x="13" y="13"/>
                </a:lnTo>
                <a:lnTo>
                  <a:pt x="27" y="13"/>
                </a:lnTo>
                <a:lnTo>
                  <a:pt x="27" y="82"/>
                </a:lnTo>
                <a:lnTo>
                  <a:pt x="0" y="82"/>
                </a:lnTo>
                <a:close/>
              </a:path>
            </a:pathLst>
          </a:custGeom>
          <a:solidFill>
            <a:srgbClr val="937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927400" y="1668240"/>
            <a:ext cx="76104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bij de PoC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802640" y="1439640"/>
            <a:ext cx="48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v1.0.0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787880" y="1668240"/>
            <a:ext cx="5083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stabiel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447480" y="2943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7200" y="2511000"/>
            <a:ext cx="2338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Gesloten sinds 19 augustus: 9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/>
          <p:nvPr/>
        </p:nvSpPr>
        <p:spPr>
          <a:xfrm>
            <a:off x="2819160" y="305748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81" y="0"/>
                </a:lnTo>
                <a:lnTo>
                  <a:pt x="81" y="27"/>
                </a:lnTo>
                <a:lnTo>
                  <a:pt x="0" y="27"/>
                </a:lnTo>
                <a:lnTo>
                  <a:pt x="0" y="0"/>
                </a:lnTo>
                <a:moveTo>
                  <a:pt x="123" y="0"/>
                </a:moveTo>
                <a:lnTo>
                  <a:pt x="202" y="0"/>
                </a:lnTo>
                <a:lnTo>
                  <a:pt x="202" y="27"/>
                </a:lnTo>
                <a:lnTo>
                  <a:pt x="123" y="27"/>
                </a:lnTo>
                <a:lnTo>
                  <a:pt x="123" y="0"/>
                </a:lnTo>
                <a:moveTo>
                  <a:pt x="245" y="0"/>
                </a:moveTo>
                <a:lnTo>
                  <a:pt x="324" y="0"/>
                </a:lnTo>
                <a:lnTo>
                  <a:pt x="324" y="27"/>
                </a:lnTo>
                <a:lnTo>
                  <a:pt x="245" y="27"/>
                </a:lnTo>
                <a:lnTo>
                  <a:pt x="245" y="0"/>
                </a:lnTo>
                <a:moveTo>
                  <a:pt x="366" y="0"/>
                </a:moveTo>
                <a:lnTo>
                  <a:pt x="446" y="0"/>
                </a:lnTo>
                <a:lnTo>
                  <a:pt x="446" y="27"/>
                </a:lnTo>
                <a:lnTo>
                  <a:pt x="366" y="27"/>
                </a:lnTo>
                <a:lnTo>
                  <a:pt x="366" y="0"/>
                </a:lnTo>
                <a:moveTo>
                  <a:pt x="488" y="0"/>
                </a:moveTo>
                <a:lnTo>
                  <a:pt x="567" y="0"/>
                </a:lnTo>
                <a:lnTo>
                  <a:pt x="567" y="27"/>
                </a:lnTo>
                <a:lnTo>
                  <a:pt x="488" y="27"/>
                </a:lnTo>
                <a:lnTo>
                  <a:pt x="488" y="0"/>
                </a:lnTo>
                <a:moveTo>
                  <a:pt x="610" y="0"/>
                </a:moveTo>
                <a:lnTo>
                  <a:pt x="689" y="0"/>
                </a:lnTo>
                <a:lnTo>
                  <a:pt x="689" y="27"/>
                </a:lnTo>
                <a:lnTo>
                  <a:pt x="610" y="27"/>
                </a:lnTo>
                <a:lnTo>
                  <a:pt x="61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/>
          <p:nvPr/>
        </p:nvSpPr>
        <p:spPr>
          <a:xfrm>
            <a:off x="447480" y="323820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39360" y="2889360"/>
            <a:ext cx="2775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Requirementsboom overgeheveld: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#33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2133360" y="3352680"/>
            <a:ext cx="228960" cy="9720"/>
          </a:xfrm>
          <a:custGeom>
            <a:avLst/>
            <a:gdLst/>
            <a:ahLst/>
            <a:rect l="0" t="0" r="r" b="b"/>
            <a:pathLst>
              <a:path w="636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7"/>
                </a:lnTo>
                <a:lnTo>
                  <a:pt x="140" y="27"/>
                </a:lnTo>
                <a:lnTo>
                  <a:pt x="140" y="0"/>
                </a:lnTo>
                <a:moveTo>
                  <a:pt x="279" y="0"/>
                </a:moveTo>
                <a:lnTo>
                  <a:pt x="358" y="0"/>
                </a:lnTo>
                <a:lnTo>
                  <a:pt x="358" y="27"/>
                </a:lnTo>
                <a:lnTo>
                  <a:pt x="279" y="27"/>
                </a:lnTo>
                <a:lnTo>
                  <a:pt x="279" y="0"/>
                </a:lnTo>
                <a:moveTo>
                  <a:pt x="418" y="0"/>
                </a:moveTo>
                <a:lnTo>
                  <a:pt x="497" y="0"/>
                </a:lnTo>
                <a:lnTo>
                  <a:pt x="497" y="27"/>
                </a:lnTo>
                <a:lnTo>
                  <a:pt x="418" y="27"/>
                </a:lnTo>
                <a:lnTo>
                  <a:pt x="418" y="0"/>
                </a:lnTo>
                <a:moveTo>
                  <a:pt x="557" y="0"/>
                </a:moveTo>
                <a:lnTo>
                  <a:pt x="636" y="0"/>
                </a:lnTo>
                <a:lnTo>
                  <a:pt x="636" y="27"/>
                </a:lnTo>
                <a:lnTo>
                  <a:pt x="557" y="27"/>
                </a:lnTo>
                <a:lnTo>
                  <a:pt x="55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2428560" y="3352680"/>
            <a:ext cx="257760" cy="9720"/>
          </a:xfrm>
          <a:custGeom>
            <a:avLst/>
            <a:gdLst/>
            <a:ahLst/>
            <a:rect l="0" t="0" r="r" b="b"/>
            <a:pathLst>
              <a:path w="716" h="27">
                <a:moveTo>
                  <a:pt x="0" y="0"/>
                </a:moveTo>
                <a:lnTo>
                  <a:pt x="81" y="0"/>
                </a:lnTo>
                <a:lnTo>
                  <a:pt x="81" y="27"/>
                </a:lnTo>
                <a:lnTo>
                  <a:pt x="0" y="27"/>
                </a:lnTo>
                <a:lnTo>
                  <a:pt x="0" y="0"/>
                </a:lnTo>
                <a:moveTo>
                  <a:pt x="128" y="0"/>
                </a:moveTo>
                <a:lnTo>
                  <a:pt x="208" y="0"/>
                </a:lnTo>
                <a:lnTo>
                  <a:pt x="208" y="27"/>
                </a:lnTo>
                <a:lnTo>
                  <a:pt x="128" y="27"/>
                </a:lnTo>
                <a:lnTo>
                  <a:pt x="128" y="0"/>
                </a:lnTo>
                <a:moveTo>
                  <a:pt x="255" y="0"/>
                </a:moveTo>
                <a:lnTo>
                  <a:pt x="335" y="0"/>
                </a:lnTo>
                <a:lnTo>
                  <a:pt x="335" y="27"/>
                </a:lnTo>
                <a:lnTo>
                  <a:pt x="255" y="27"/>
                </a:lnTo>
                <a:lnTo>
                  <a:pt x="255" y="0"/>
                </a:lnTo>
                <a:moveTo>
                  <a:pt x="382" y="0"/>
                </a:moveTo>
                <a:lnTo>
                  <a:pt x="462" y="0"/>
                </a:lnTo>
                <a:lnTo>
                  <a:pt x="462" y="27"/>
                </a:lnTo>
                <a:lnTo>
                  <a:pt x="382" y="27"/>
                </a:lnTo>
                <a:lnTo>
                  <a:pt x="382" y="0"/>
                </a:lnTo>
                <a:moveTo>
                  <a:pt x="509" y="0"/>
                </a:moveTo>
                <a:lnTo>
                  <a:pt x="589" y="0"/>
                </a:lnTo>
                <a:lnTo>
                  <a:pt x="589" y="27"/>
                </a:lnTo>
                <a:lnTo>
                  <a:pt x="509" y="27"/>
                </a:lnTo>
                <a:lnTo>
                  <a:pt x="509" y="0"/>
                </a:lnTo>
                <a:moveTo>
                  <a:pt x="636" y="0"/>
                </a:moveTo>
                <a:lnTo>
                  <a:pt x="716" y="0"/>
                </a:lnTo>
                <a:lnTo>
                  <a:pt x="716" y="27"/>
                </a:lnTo>
                <a:lnTo>
                  <a:pt x="636" y="27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447480" y="35337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39360" y="3184560"/>
            <a:ext cx="2419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Id-conventie voor eisen: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#37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#38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2581200" y="3647880"/>
            <a:ext cx="257400" cy="9720"/>
          </a:xfrm>
          <a:custGeom>
            <a:avLst/>
            <a:gdLst/>
            <a:ahLst/>
            <a:rect l="0" t="0" r="r" b="b"/>
            <a:pathLst>
              <a:path w="71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7" y="0"/>
                </a:moveTo>
                <a:lnTo>
                  <a:pt x="206" y="0"/>
                </a:lnTo>
                <a:lnTo>
                  <a:pt x="206" y="27"/>
                </a:lnTo>
                <a:lnTo>
                  <a:pt x="127" y="27"/>
                </a:lnTo>
                <a:lnTo>
                  <a:pt x="127" y="0"/>
                </a:lnTo>
                <a:moveTo>
                  <a:pt x="254" y="0"/>
                </a:moveTo>
                <a:lnTo>
                  <a:pt x="334" y="0"/>
                </a:lnTo>
                <a:lnTo>
                  <a:pt x="334" y="27"/>
                </a:lnTo>
                <a:lnTo>
                  <a:pt x="254" y="27"/>
                </a:lnTo>
                <a:lnTo>
                  <a:pt x="254" y="0"/>
                </a:lnTo>
                <a:moveTo>
                  <a:pt x="382" y="0"/>
                </a:moveTo>
                <a:lnTo>
                  <a:pt x="461" y="0"/>
                </a:lnTo>
                <a:lnTo>
                  <a:pt x="461" y="27"/>
                </a:lnTo>
                <a:lnTo>
                  <a:pt x="382" y="27"/>
                </a:lnTo>
                <a:lnTo>
                  <a:pt x="382" y="0"/>
                </a:lnTo>
                <a:moveTo>
                  <a:pt x="509" y="0"/>
                </a:moveTo>
                <a:lnTo>
                  <a:pt x="588" y="0"/>
                </a:lnTo>
                <a:lnTo>
                  <a:pt x="588" y="27"/>
                </a:lnTo>
                <a:lnTo>
                  <a:pt x="509" y="27"/>
                </a:lnTo>
                <a:lnTo>
                  <a:pt x="509" y="0"/>
                </a:lnTo>
                <a:moveTo>
                  <a:pt x="636" y="0"/>
                </a:moveTo>
                <a:lnTo>
                  <a:pt x="715" y="0"/>
                </a:lnTo>
                <a:lnTo>
                  <a:pt x="715" y="27"/>
                </a:lnTo>
                <a:lnTo>
                  <a:pt x="636" y="27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2904840" y="3647880"/>
            <a:ext cx="238680" cy="9720"/>
          </a:xfrm>
          <a:custGeom>
            <a:avLst/>
            <a:gdLst/>
            <a:ahLst/>
            <a:rect l="0" t="0" r="r" b="b"/>
            <a:pathLst>
              <a:path w="663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46" y="0"/>
                </a:moveTo>
                <a:lnTo>
                  <a:pt x="226" y="0"/>
                </a:lnTo>
                <a:lnTo>
                  <a:pt x="226" y="27"/>
                </a:lnTo>
                <a:lnTo>
                  <a:pt x="146" y="27"/>
                </a:lnTo>
                <a:lnTo>
                  <a:pt x="146" y="0"/>
                </a:lnTo>
                <a:moveTo>
                  <a:pt x="292" y="0"/>
                </a:moveTo>
                <a:lnTo>
                  <a:pt x="372" y="0"/>
                </a:lnTo>
                <a:lnTo>
                  <a:pt x="372" y="27"/>
                </a:lnTo>
                <a:lnTo>
                  <a:pt x="292" y="27"/>
                </a:lnTo>
                <a:lnTo>
                  <a:pt x="292" y="0"/>
                </a:lnTo>
                <a:moveTo>
                  <a:pt x="438" y="0"/>
                </a:moveTo>
                <a:lnTo>
                  <a:pt x="517" y="0"/>
                </a:lnTo>
                <a:lnTo>
                  <a:pt x="517" y="27"/>
                </a:lnTo>
                <a:lnTo>
                  <a:pt x="438" y="27"/>
                </a:lnTo>
                <a:lnTo>
                  <a:pt x="438" y="0"/>
                </a:lnTo>
                <a:moveTo>
                  <a:pt x="583" y="0"/>
                </a:moveTo>
                <a:lnTo>
                  <a:pt x="663" y="0"/>
                </a:lnTo>
                <a:lnTo>
                  <a:pt x="663" y="27"/>
                </a:lnTo>
                <a:lnTo>
                  <a:pt x="583" y="27"/>
                </a:lnTo>
                <a:lnTo>
                  <a:pt x="58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3209760" y="364788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2" y="0"/>
                </a:moveTo>
                <a:lnTo>
                  <a:pt x="201" y="0"/>
                </a:lnTo>
                <a:lnTo>
                  <a:pt x="201" y="27"/>
                </a:lnTo>
                <a:lnTo>
                  <a:pt x="122" y="27"/>
                </a:lnTo>
                <a:lnTo>
                  <a:pt x="122" y="0"/>
                </a:lnTo>
                <a:moveTo>
                  <a:pt x="243" y="0"/>
                </a:moveTo>
                <a:lnTo>
                  <a:pt x="323" y="0"/>
                </a:lnTo>
                <a:lnTo>
                  <a:pt x="323" y="27"/>
                </a:lnTo>
                <a:lnTo>
                  <a:pt x="243" y="27"/>
                </a:lnTo>
                <a:lnTo>
                  <a:pt x="243" y="0"/>
                </a:lnTo>
                <a:moveTo>
                  <a:pt x="366" y="0"/>
                </a:moveTo>
                <a:lnTo>
                  <a:pt x="445" y="0"/>
                </a:lnTo>
                <a:lnTo>
                  <a:pt x="445" y="27"/>
                </a:lnTo>
                <a:lnTo>
                  <a:pt x="366" y="27"/>
                </a:lnTo>
                <a:lnTo>
                  <a:pt x="366" y="0"/>
                </a:lnTo>
                <a:moveTo>
                  <a:pt x="488" y="0"/>
                </a:moveTo>
                <a:lnTo>
                  <a:pt x="567" y="0"/>
                </a:lnTo>
                <a:lnTo>
                  <a:pt x="567" y="27"/>
                </a:lnTo>
                <a:lnTo>
                  <a:pt x="488" y="27"/>
                </a:lnTo>
                <a:lnTo>
                  <a:pt x="488" y="0"/>
                </a:lnTo>
                <a:moveTo>
                  <a:pt x="609" y="0"/>
                </a:moveTo>
                <a:lnTo>
                  <a:pt x="689" y="0"/>
                </a:lnTo>
                <a:lnTo>
                  <a:pt x="689" y="27"/>
                </a:lnTo>
                <a:lnTo>
                  <a:pt x="609" y="27"/>
                </a:lnTo>
                <a:lnTo>
                  <a:pt x="60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447480" y="3838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39360" y="3479760"/>
            <a:ext cx="3328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Leesroute en verdieping per rij: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#60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#69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#70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/>
          <p:nvPr/>
        </p:nvSpPr>
        <p:spPr>
          <a:xfrm>
            <a:off x="2876400" y="3952800"/>
            <a:ext cx="181440" cy="9720"/>
          </a:xfrm>
          <a:custGeom>
            <a:avLst/>
            <a:gdLst/>
            <a:ahLst/>
            <a:rect l="0" t="0" r="r" b="b"/>
            <a:pathLst>
              <a:path w="50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41" y="0"/>
                </a:moveTo>
                <a:lnTo>
                  <a:pt x="220" y="0"/>
                </a:lnTo>
                <a:lnTo>
                  <a:pt x="220" y="27"/>
                </a:lnTo>
                <a:lnTo>
                  <a:pt x="141" y="27"/>
                </a:lnTo>
                <a:lnTo>
                  <a:pt x="141" y="0"/>
                </a:lnTo>
                <a:moveTo>
                  <a:pt x="282" y="0"/>
                </a:moveTo>
                <a:lnTo>
                  <a:pt x="363" y="0"/>
                </a:lnTo>
                <a:lnTo>
                  <a:pt x="363" y="27"/>
                </a:lnTo>
                <a:lnTo>
                  <a:pt x="282" y="27"/>
                </a:lnTo>
                <a:lnTo>
                  <a:pt x="282" y="0"/>
                </a:lnTo>
                <a:moveTo>
                  <a:pt x="424" y="0"/>
                </a:moveTo>
                <a:lnTo>
                  <a:pt x="504" y="0"/>
                </a:lnTo>
                <a:lnTo>
                  <a:pt x="504" y="27"/>
                </a:lnTo>
                <a:lnTo>
                  <a:pt x="424" y="27"/>
                </a:lnTo>
                <a:lnTo>
                  <a:pt x="42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447480" y="41335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39360" y="3784680"/>
            <a:ext cx="2780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Engelse veldnamen in de schema’s: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#8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2857320" y="4248000"/>
            <a:ext cx="257400" cy="9720"/>
          </a:xfrm>
          <a:custGeom>
            <a:avLst/>
            <a:gdLst/>
            <a:ahLst/>
            <a:rect l="0" t="0" r="r" b="b"/>
            <a:pathLst>
              <a:path w="71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7" y="0"/>
                </a:moveTo>
                <a:lnTo>
                  <a:pt x="206" y="0"/>
                </a:lnTo>
                <a:lnTo>
                  <a:pt x="206" y="27"/>
                </a:lnTo>
                <a:lnTo>
                  <a:pt x="127" y="27"/>
                </a:lnTo>
                <a:lnTo>
                  <a:pt x="127" y="0"/>
                </a:lnTo>
                <a:moveTo>
                  <a:pt x="254" y="0"/>
                </a:moveTo>
                <a:lnTo>
                  <a:pt x="334" y="0"/>
                </a:lnTo>
                <a:lnTo>
                  <a:pt x="334" y="27"/>
                </a:lnTo>
                <a:lnTo>
                  <a:pt x="254" y="27"/>
                </a:lnTo>
                <a:lnTo>
                  <a:pt x="254" y="0"/>
                </a:lnTo>
                <a:moveTo>
                  <a:pt x="382" y="0"/>
                </a:moveTo>
                <a:lnTo>
                  <a:pt x="461" y="0"/>
                </a:lnTo>
                <a:lnTo>
                  <a:pt x="461" y="27"/>
                </a:lnTo>
                <a:lnTo>
                  <a:pt x="382" y="27"/>
                </a:lnTo>
                <a:lnTo>
                  <a:pt x="382" y="0"/>
                </a:lnTo>
                <a:moveTo>
                  <a:pt x="509" y="0"/>
                </a:moveTo>
                <a:lnTo>
                  <a:pt x="588" y="0"/>
                </a:lnTo>
                <a:lnTo>
                  <a:pt x="588" y="27"/>
                </a:lnTo>
                <a:lnTo>
                  <a:pt x="509" y="27"/>
                </a:lnTo>
                <a:lnTo>
                  <a:pt x="509" y="0"/>
                </a:lnTo>
                <a:moveTo>
                  <a:pt x="636" y="0"/>
                </a:moveTo>
                <a:lnTo>
                  <a:pt x="715" y="0"/>
                </a:lnTo>
                <a:lnTo>
                  <a:pt x="715" y="27"/>
                </a:lnTo>
                <a:lnTo>
                  <a:pt x="636" y="27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39360" y="4079880"/>
            <a:ext cx="4143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LMS-koppelvlakplaat gecorrigeerd: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#48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review-opmerking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1247760" y="4495680"/>
            <a:ext cx="257400" cy="9720"/>
          </a:xfrm>
          <a:custGeom>
            <a:avLst/>
            <a:gdLst/>
            <a:ahLst/>
            <a:rect l="0" t="0" r="r" b="b"/>
            <a:pathLst>
              <a:path w="71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7" y="0"/>
                </a:moveTo>
                <a:lnTo>
                  <a:pt x="206" y="0"/>
                </a:lnTo>
                <a:lnTo>
                  <a:pt x="206" y="27"/>
                </a:lnTo>
                <a:lnTo>
                  <a:pt x="127" y="27"/>
                </a:lnTo>
                <a:lnTo>
                  <a:pt x="127" y="0"/>
                </a:lnTo>
                <a:moveTo>
                  <a:pt x="254" y="0"/>
                </a:moveTo>
                <a:lnTo>
                  <a:pt x="333" y="0"/>
                </a:lnTo>
                <a:lnTo>
                  <a:pt x="333" y="27"/>
                </a:lnTo>
                <a:lnTo>
                  <a:pt x="254" y="27"/>
                </a:lnTo>
                <a:lnTo>
                  <a:pt x="254" y="0"/>
                </a:lnTo>
                <a:moveTo>
                  <a:pt x="381" y="0"/>
                </a:moveTo>
                <a:lnTo>
                  <a:pt x="460" y="0"/>
                </a:lnTo>
                <a:lnTo>
                  <a:pt x="460" y="27"/>
                </a:lnTo>
                <a:lnTo>
                  <a:pt x="381" y="27"/>
                </a:lnTo>
                <a:lnTo>
                  <a:pt x="381" y="0"/>
                </a:lnTo>
                <a:moveTo>
                  <a:pt x="509" y="0"/>
                </a:moveTo>
                <a:lnTo>
                  <a:pt x="588" y="0"/>
                </a:lnTo>
                <a:lnTo>
                  <a:pt x="588" y="27"/>
                </a:lnTo>
                <a:lnTo>
                  <a:pt x="509" y="27"/>
                </a:lnTo>
                <a:lnTo>
                  <a:pt x="509" y="0"/>
                </a:lnTo>
                <a:moveTo>
                  <a:pt x="636" y="0"/>
                </a:moveTo>
                <a:lnTo>
                  <a:pt x="715" y="0"/>
                </a:lnTo>
                <a:lnTo>
                  <a:pt x="715" y="27"/>
                </a:lnTo>
                <a:lnTo>
                  <a:pt x="636" y="27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39360" y="4327560"/>
            <a:ext cx="1011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verwerkt: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#28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4781520" y="2943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4971960" y="305748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7"/>
                </a:lnTo>
                <a:lnTo>
                  <a:pt x="264" y="27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7"/>
                </a:lnTo>
                <a:lnTo>
                  <a:pt x="397" y="27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7"/>
                </a:lnTo>
                <a:lnTo>
                  <a:pt x="529" y="27"/>
                </a:lnTo>
                <a:lnTo>
                  <a:pt x="529" y="0"/>
                </a:lnTo>
                <a:moveTo>
                  <a:pt x="661" y="0"/>
                </a:moveTo>
                <a:lnTo>
                  <a:pt x="741" y="0"/>
                </a:lnTo>
                <a:lnTo>
                  <a:pt x="741" y="27"/>
                </a:lnTo>
                <a:lnTo>
                  <a:pt x="661" y="27"/>
                </a:lnTo>
                <a:lnTo>
                  <a:pt x="661" y="0"/>
                </a:lnTo>
                <a:moveTo>
                  <a:pt x="794" y="0"/>
                </a:moveTo>
                <a:lnTo>
                  <a:pt x="874" y="0"/>
                </a:lnTo>
                <a:lnTo>
                  <a:pt x="874" y="27"/>
                </a:lnTo>
                <a:lnTo>
                  <a:pt x="794" y="27"/>
                </a:lnTo>
                <a:lnTo>
                  <a:pt x="794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7"/>
                </a:lnTo>
                <a:lnTo>
                  <a:pt x="927" y="27"/>
                </a:lnTo>
                <a:lnTo>
                  <a:pt x="92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89080" y="2511000"/>
            <a:ext cx="817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Ter review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971240" y="2889360"/>
            <a:ext cx="1498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 82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release v0.0.2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456840" y="2019240"/>
            <a:ext cx="5382000" cy="333720"/>
          </a:xfrm>
          <a:custGeom>
            <a:avLst/>
            <a:gdLst/>
            <a:ahLst/>
            <a:rect l="0" t="0" r="r" b="b"/>
            <a:pathLst>
              <a:path w="14950" h="927">
                <a:moveTo>
                  <a:pt x="0" y="0"/>
                </a:moveTo>
                <a:lnTo>
                  <a:pt x="14950" y="0"/>
                </a:lnTo>
                <a:lnTo>
                  <a:pt x="14950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5838480" y="2019240"/>
            <a:ext cx="3039120" cy="333720"/>
          </a:xfrm>
          <a:custGeom>
            <a:avLst/>
            <a:gdLst/>
            <a:ahLst/>
            <a:rect l="0" t="0" r="r" b="b"/>
            <a:pathLst>
              <a:path w="8442" h="927">
                <a:moveTo>
                  <a:pt x="0" y="0"/>
                </a:moveTo>
                <a:lnTo>
                  <a:pt x="8442" y="0"/>
                </a:lnTo>
                <a:lnTo>
                  <a:pt x="844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456840" y="2342880"/>
            <a:ext cx="5382000" cy="19440"/>
          </a:xfrm>
          <a:custGeom>
            <a:avLst/>
            <a:gdLst/>
            <a:ahLst/>
            <a:rect l="0" t="0" r="r" b="b"/>
            <a:pathLst>
              <a:path w="14950" h="54">
                <a:moveTo>
                  <a:pt x="0" y="0"/>
                </a:moveTo>
                <a:lnTo>
                  <a:pt x="14950" y="0"/>
                </a:lnTo>
                <a:lnTo>
                  <a:pt x="1495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5838480" y="2342880"/>
            <a:ext cx="3039120" cy="19440"/>
          </a:xfrm>
          <a:custGeom>
            <a:avLst/>
            <a:gdLst/>
            <a:ahLst/>
            <a:rect l="0" t="0" r="r" b="b"/>
            <a:pathLst>
              <a:path w="8442" h="54">
                <a:moveTo>
                  <a:pt x="0" y="0"/>
                </a:moveTo>
                <a:lnTo>
                  <a:pt x="8442" y="0"/>
                </a:lnTo>
                <a:lnTo>
                  <a:pt x="84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456840" y="2733480"/>
            <a:ext cx="5382000" cy="9720"/>
          </a:xfrm>
          <a:custGeom>
            <a:avLst/>
            <a:gdLst/>
            <a:ahLst/>
            <a:rect l="0" t="0" r="r" b="b"/>
            <a:pathLst>
              <a:path w="14950" h="27">
                <a:moveTo>
                  <a:pt x="0" y="0"/>
                </a:moveTo>
                <a:lnTo>
                  <a:pt x="14950" y="0"/>
                </a:lnTo>
                <a:lnTo>
                  <a:pt x="149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5838480" y="2733480"/>
            <a:ext cx="3039120" cy="9720"/>
          </a:xfrm>
          <a:custGeom>
            <a:avLst/>
            <a:gdLst/>
            <a:ahLst/>
            <a:rect l="0" t="0" r="r" b="b"/>
            <a:pathLst>
              <a:path w="8442" h="27">
                <a:moveTo>
                  <a:pt x="0" y="0"/>
                </a:moveTo>
                <a:lnTo>
                  <a:pt x="8442" y="0"/>
                </a:lnTo>
                <a:lnTo>
                  <a:pt x="84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456840" y="3114360"/>
            <a:ext cx="5382000" cy="10080"/>
          </a:xfrm>
          <a:custGeom>
            <a:avLst/>
            <a:gdLst/>
            <a:ahLst/>
            <a:rect l="0" t="0" r="r" b="b"/>
            <a:pathLst>
              <a:path w="14950" h="28">
                <a:moveTo>
                  <a:pt x="0" y="0"/>
                </a:moveTo>
                <a:lnTo>
                  <a:pt x="14950" y="0"/>
                </a:lnTo>
                <a:lnTo>
                  <a:pt x="149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5838480" y="3114360"/>
            <a:ext cx="3039120" cy="10080"/>
          </a:xfrm>
          <a:custGeom>
            <a:avLst/>
            <a:gdLst/>
            <a:ahLst/>
            <a:rect l="0" t="0" r="r" b="b"/>
            <a:pathLst>
              <a:path w="8442" h="28">
                <a:moveTo>
                  <a:pt x="0" y="0"/>
                </a:moveTo>
                <a:lnTo>
                  <a:pt x="8442" y="0"/>
                </a:lnTo>
                <a:lnTo>
                  <a:pt x="84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456840" y="3495600"/>
            <a:ext cx="5382000" cy="9720"/>
          </a:xfrm>
          <a:custGeom>
            <a:avLst/>
            <a:gdLst/>
            <a:ahLst/>
            <a:rect l="0" t="0" r="r" b="b"/>
            <a:pathLst>
              <a:path w="14950" h="27">
                <a:moveTo>
                  <a:pt x="0" y="0"/>
                </a:moveTo>
                <a:lnTo>
                  <a:pt x="14950" y="0"/>
                </a:lnTo>
                <a:lnTo>
                  <a:pt x="149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5838480" y="3495600"/>
            <a:ext cx="3039120" cy="9720"/>
          </a:xfrm>
          <a:custGeom>
            <a:avLst/>
            <a:gdLst/>
            <a:ahLst/>
            <a:rect l="0" t="0" r="r" b="b"/>
            <a:pathLst>
              <a:path w="8442" h="27">
                <a:moveTo>
                  <a:pt x="0" y="0"/>
                </a:moveTo>
                <a:lnTo>
                  <a:pt x="8442" y="0"/>
                </a:lnTo>
                <a:lnTo>
                  <a:pt x="84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39920" y="1329480"/>
            <a:ext cx="49309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Opdrachten vorige sessie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63760" y="2117520"/>
            <a:ext cx="681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OPDRACHT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944320" y="2117520"/>
            <a:ext cx="42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63760" y="2456280"/>
            <a:ext cx="2545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architectuurbesluiten doorlezen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944320" y="2456280"/>
            <a:ext cx="1854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Nog geen reacties binnen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63760" y="2846880"/>
            <a:ext cx="51105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Het referentiemateriaal doornemen: kaderscenario, persona, principes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944320" y="2846880"/>
            <a:ext cx="1854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Nog geen reacties binnen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63760" y="3228120"/>
            <a:ext cx="4682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Structuur en navigeerbaarheid beproeven, bevindingen als issue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944320" y="3228120"/>
            <a:ext cx="2809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Drie issues van buiten het projectteam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57200" y="3749400"/>
            <a:ext cx="6406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vraag vandaag: is er tijd voor geweest, en wat is ervoor nodig om dit wel te laten lukken?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 txBox="1"/>
          <p:nvPr/>
        </p:nvSpPr>
        <p:spPr>
          <a:xfrm>
            <a:off x="439920" y="1567800"/>
            <a:ext cx="4859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het materiaal staat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447480" y="28857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637920" y="300024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4" y="0"/>
                </a:moveTo>
                <a:lnTo>
                  <a:pt x="214" y="0"/>
                </a:lnTo>
                <a:lnTo>
                  <a:pt x="214" y="27"/>
                </a:lnTo>
                <a:lnTo>
                  <a:pt x="134" y="27"/>
                </a:lnTo>
                <a:lnTo>
                  <a:pt x="134" y="0"/>
                </a:lnTo>
                <a:moveTo>
                  <a:pt x="268" y="0"/>
                </a:moveTo>
                <a:lnTo>
                  <a:pt x="347" y="0"/>
                </a:lnTo>
                <a:lnTo>
                  <a:pt x="347" y="27"/>
                </a:lnTo>
                <a:lnTo>
                  <a:pt x="268" y="27"/>
                </a:lnTo>
                <a:lnTo>
                  <a:pt x="268" y="0"/>
                </a:lnTo>
                <a:moveTo>
                  <a:pt x="401" y="0"/>
                </a:moveTo>
                <a:lnTo>
                  <a:pt x="480" y="0"/>
                </a:lnTo>
                <a:lnTo>
                  <a:pt x="480" y="27"/>
                </a:lnTo>
                <a:lnTo>
                  <a:pt x="401" y="27"/>
                </a:lnTo>
                <a:lnTo>
                  <a:pt x="401" y="0"/>
                </a:lnTo>
                <a:moveTo>
                  <a:pt x="534" y="0"/>
                </a:moveTo>
                <a:lnTo>
                  <a:pt x="614" y="0"/>
                </a:lnTo>
                <a:lnTo>
                  <a:pt x="614" y="27"/>
                </a:lnTo>
                <a:lnTo>
                  <a:pt x="534" y="27"/>
                </a:lnTo>
                <a:lnTo>
                  <a:pt x="534" y="0"/>
                </a:lnTo>
                <a:moveTo>
                  <a:pt x="667" y="0"/>
                </a:moveTo>
                <a:lnTo>
                  <a:pt x="747" y="0"/>
                </a:lnTo>
                <a:lnTo>
                  <a:pt x="747" y="27"/>
                </a:lnTo>
                <a:lnTo>
                  <a:pt x="667" y="27"/>
                </a:lnTo>
                <a:lnTo>
                  <a:pt x="667" y="0"/>
                </a:lnTo>
                <a:moveTo>
                  <a:pt x="801" y="0"/>
                </a:moveTo>
                <a:lnTo>
                  <a:pt x="880" y="0"/>
                </a:lnTo>
                <a:lnTo>
                  <a:pt x="880" y="27"/>
                </a:lnTo>
                <a:lnTo>
                  <a:pt x="801" y="27"/>
                </a:lnTo>
                <a:lnTo>
                  <a:pt x="801" y="0"/>
                </a:lnTo>
                <a:moveTo>
                  <a:pt x="934" y="0"/>
                </a:moveTo>
                <a:lnTo>
                  <a:pt x="1013" y="0"/>
                </a:lnTo>
                <a:lnTo>
                  <a:pt x="1013" y="27"/>
                </a:lnTo>
                <a:lnTo>
                  <a:pt x="934" y="27"/>
                </a:lnTo>
                <a:lnTo>
                  <a:pt x="934" y="0"/>
                </a:lnTo>
                <a:moveTo>
                  <a:pt x="1067" y="0"/>
                </a:moveTo>
                <a:lnTo>
                  <a:pt x="1146" y="0"/>
                </a:lnTo>
                <a:lnTo>
                  <a:pt x="1146" y="27"/>
                </a:lnTo>
                <a:lnTo>
                  <a:pt x="1067" y="27"/>
                </a:lnTo>
                <a:lnTo>
                  <a:pt x="1067" y="0"/>
                </a:lnTo>
                <a:moveTo>
                  <a:pt x="1200" y="0"/>
                </a:moveTo>
                <a:lnTo>
                  <a:pt x="1280" y="0"/>
                </a:lnTo>
                <a:lnTo>
                  <a:pt x="1280" y="27"/>
                </a:lnTo>
                <a:lnTo>
                  <a:pt x="1200" y="27"/>
                </a:lnTo>
                <a:lnTo>
                  <a:pt x="1200" y="0"/>
                </a:lnTo>
                <a:moveTo>
                  <a:pt x="1334" y="0"/>
                </a:moveTo>
                <a:lnTo>
                  <a:pt x="1413" y="0"/>
                </a:lnTo>
                <a:lnTo>
                  <a:pt x="1413" y="27"/>
                </a:lnTo>
                <a:lnTo>
                  <a:pt x="1334" y="27"/>
                </a:lnTo>
                <a:lnTo>
                  <a:pt x="1334" y="0"/>
                </a:lnTo>
                <a:moveTo>
                  <a:pt x="1467" y="0"/>
                </a:moveTo>
                <a:lnTo>
                  <a:pt x="1546" y="0"/>
                </a:lnTo>
                <a:lnTo>
                  <a:pt x="1546" y="27"/>
                </a:lnTo>
                <a:lnTo>
                  <a:pt x="1467" y="27"/>
                </a:lnTo>
                <a:lnTo>
                  <a:pt x="1467" y="0"/>
                </a:lnTo>
                <a:moveTo>
                  <a:pt x="1600" y="0"/>
                </a:moveTo>
                <a:lnTo>
                  <a:pt x="1679" y="0"/>
                </a:lnTo>
                <a:lnTo>
                  <a:pt x="1679" y="27"/>
                </a:lnTo>
                <a:lnTo>
                  <a:pt x="1600" y="27"/>
                </a:lnTo>
                <a:lnTo>
                  <a:pt x="1600" y="0"/>
                </a:lnTo>
                <a:moveTo>
                  <a:pt x="1733" y="0"/>
                </a:moveTo>
                <a:lnTo>
                  <a:pt x="1813" y="0"/>
                </a:lnTo>
                <a:lnTo>
                  <a:pt x="1813" y="27"/>
                </a:lnTo>
                <a:lnTo>
                  <a:pt x="1733" y="27"/>
                </a:lnTo>
                <a:lnTo>
                  <a:pt x="1733" y="0"/>
                </a:lnTo>
                <a:moveTo>
                  <a:pt x="1867" y="0"/>
                </a:moveTo>
                <a:lnTo>
                  <a:pt x="1946" y="0"/>
                </a:lnTo>
                <a:lnTo>
                  <a:pt x="1946" y="27"/>
                </a:lnTo>
                <a:lnTo>
                  <a:pt x="1867" y="27"/>
                </a:lnTo>
                <a:lnTo>
                  <a:pt x="1867" y="0"/>
                </a:lnTo>
                <a:moveTo>
                  <a:pt x="2000" y="0"/>
                </a:moveTo>
                <a:lnTo>
                  <a:pt x="2079" y="0"/>
                </a:lnTo>
                <a:lnTo>
                  <a:pt x="2079" y="27"/>
                </a:lnTo>
                <a:lnTo>
                  <a:pt x="2000" y="27"/>
                </a:lnTo>
                <a:lnTo>
                  <a:pt x="2000" y="0"/>
                </a:lnTo>
                <a:moveTo>
                  <a:pt x="2133" y="0"/>
                </a:moveTo>
                <a:lnTo>
                  <a:pt x="2212" y="0"/>
                </a:lnTo>
                <a:lnTo>
                  <a:pt x="2212" y="27"/>
                </a:lnTo>
                <a:lnTo>
                  <a:pt x="2133" y="27"/>
                </a:lnTo>
                <a:lnTo>
                  <a:pt x="2133" y="0"/>
                </a:lnTo>
                <a:moveTo>
                  <a:pt x="2266" y="0"/>
                </a:moveTo>
                <a:lnTo>
                  <a:pt x="2346" y="0"/>
                </a:lnTo>
                <a:lnTo>
                  <a:pt x="2346" y="27"/>
                </a:lnTo>
                <a:lnTo>
                  <a:pt x="2266" y="27"/>
                </a:lnTo>
                <a:lnTo>
                  <a:pt x="2266" y="0"/>
                </a:lnTo>
                <a:moveTo>
                  <a:pt x="2399" y="0"/>
                </a:moveTo>
                <a:lnTo>
                  <a:pt x="2479" y="0"/>
                </a:lnTo>
                <a:lnTo>
                  <a:pt x="2479" y="27"/>
                </a:lnTo>
                <a:lnTo>
                  <a:pt x="2399" y="27"/>
                </a:lnTo>
                <a:lnTo>
                  <a:pt x="2399" y="0"/>
                </a:lnTo>
                <a:moveTo>
                  <a:pt x="2533" y="0"/>
                </a:moveTo>
                <a:lnTo>
                  <a:pt x="2612" y="0"/>
                </a:lnTo>
                <a:lnTo>
                  <a:pt x="2612" y="27"/>
                </a:lnTo>
                <a:lnTo>
                  <a:pt x="2533" y="27"/>
                </a:lnTo>
                <a:lnTo>
                  <a:pt x="2533" y="0"/>
                </a:lnTo>
                <a:moveTo>
                  <a:pt x="2666" y="0"/>
                </a:moveTo>
                <a:lnTo>
                  <a:pt x="2745" y="0"/>
                </a:lnTo>
                <a:lnTo>
                  <a:pt x="2745" y="27"/>
                </a:lnTo>
                <a:lnTo>
                  <a:pt x="2666" y="27"/>
                </a:lnTo>
                <a:lnTo>
                  <a:pt x="2666" y="0"/>
                </a:lnTo>
                <a:moveTo>
                  <a:pt x="2799" y="0"/>
                </a:moveTo>
                <a:lnTo>
                  <a:pt x="2879" y="0"/>
                </a:lnTo>
                <a:lnTo>
                  <a:pt x="2879" y="27"/>
                </a:lnTo>
                <a:lnTo>
                  <a:pt x="2799" y="27"/>
                </a:lnTo>
                <a:lnTo>
                  <a:pt x="2799" y="0"/>
                </a:lnTo>
                <a:moveTo>
                  <a:pt x="2932" y="0"/>
                </a:moveTo>
                <a:lnTo>
                  <a:pt x="3012" y="0"/>
                </a:lnTo>
                <a:lnTo>
                  <a:pt x="3012" y="27"/>
                </a:lnTo>
                <a:lnTo>
                  <a:pt x="2932" y="27"/>
                </a:lnTo>
                <a:lnTo>
                  <a:pt x="2932" y="0"/>
                </a:lnTo>
                <a:moveTo>
                  <a:pt x="3066" y="0"/>
                </a:moveTo>
                <a:lnTo>
                  <a:pt x="3145" y="0"/>
                </a:lnTo>
                <a:lnTo>
                  <a:pt x="3145" y="27"/>
                </a:lnTo>
                <a:lnTo>
                  <a:pt x="3066" y="27"/>
                </a:lnTo>
                <a:lnTo>
                  <a:pt x="3066" y="0"/>
                </a:lnTo>
                <a:moveTo>
                  <a:pt x="3199" y="0"/>
                </a:moveTo>
                <a:lnTo>
                  <a:pt x="3278" y="0"/>
                </a:lnTo>
                <a:lnTo>
                  <a:pt x="3278" y="27"/>
                </a:lnTo>
                <a:lnTo>
                  <a:pt x="3199" y="27"/>
                </a:lnTo>
                <a:lnTo>
                  <a:pt x="3199" y="0"/>
                </a:lnTo>
                <a:moveTo>
                  <a:pt x="3332" y="0"/>
                </a:moveTo>
                <a:lnTo>
                  <a:pt x="3411" y="0"/>
                </a:lnTo>
                <a:lnTo>
                  <a:pt x="3411" y="27"/>
                </a:lnTo>
                <a:lnTo>
                  <a:pt x="3332" y="27"/>
                </a:lnTo>
                <a:lnTo>
                  <a:pt x="3332" y="0"/>
                </a:lnTo>
                <a:moveTo>
                  <a:pt x="3465" y="0"/>
                </a:moveTo>
                <a:lnTo>
                  <a:pt x="3545" y="0"/>
                </a:lnTo>
                <a:lnTo>
                  <a:pt x="3545" y="27"/>
                </a:lnTo>
                <a:lnTo>
                  <a:pt x="3465" y="27"/>
                </a:lnTo>
                <a:lnTo>
                  <a:pt x="3465" y="0"/>
                </a:lnTo>
                <a:moveTo>
                  <a:pt x="3599" y="0"/>
                </a:moveTo>
                <a:lnTo>
                  <a:pt x="3678" y="0"/>
                </a:lnTo>
                <a:lnTo>
                  <a:pt x="3678" y="27"/>
                </a:lnTo>
                <a:lnTo>
                  <a:pt x="3599" y="27"/>
                </a:lnTo>
                <a:lnTo>
                  <a:pt x="3599" y="0"/>
                </a:lnTo>
                <a:moveTo>
                  <a:pt x="3732" y="0"/>
                </a:moveTo>
                <a:lnTo>
                  <a:pt x="3811" y="0"/>
                </a:lnTo>
                <a:lnTo>
                  <a:pt x="3811" y="27"/>
                </a:lnTo>
                <a:lnTo>
                  <a:pt x="3732" y="27"/>
                </a:lnTo>
                <a:lnTo>
                  <a:pt x="373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57200" y="2441520"/>
            <a:ext cx="943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Om te lezen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447480" y="3181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637920" y="329544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3" y="0"/>
                </a:moveTo>
                <a:lnTo>
                  <a:pt x="213" y="0"/>
                </a:lnTo>
                <a:lnTo>
                  <a:pt x="213" y="28"/>
                </a:lnTo>
                <a:lnTo>
                  <a:pt x="133" y="28"/>
                </a:lnTo>
                <a:lnTo>
                  <a:pt x="133" y="0"/>
                </a:lnTo>
                <a:moveTo>
                  <a:pt x="266" y="0"/>
                </a:moveTo>
                <a:lnTo>
                  <a:pt x="346" y="0"/>
                </a:lnTo>
                <a:lnTo>
                  <a:pt x="346" y="28"/>
                </a:lnTo>
                <a:lnTo>
                  <a:pt x="266" y="28"/>
                </a:lnTo>
                <a:lnTo>
                  <a:pt x="266" y="0"/>
                </a:lnTo>
                <a:moveTo>
                  <a:pt x="401" y="0"/>
                </a:moveTo>
                <a:lnTo>
                  <a:pt x="480" y="0"/>
                </a:lnTo>
                <a:lnTo>
                  <a:pt x="480" y="28"/>
                </a:lnTo>
                <a:lnTo>
                  <a:pt x="401" y="28"/>
                </a:lnTo>
                <a:lnTo>
                  <a:pt x="401" y="0"/>
                </a:lnTo>
                <a:moveTo>
                  <a:pt x="534" y="0"/>
                </a:moveTo>
                <a:lnTo>
                  <a:pt x="613" y="0"/>
                </a:lnTo>
                <a:lnTo>
                  <a:pt x="613" y="28"/>
                </a:lnTo>
                <a:lnTo>
                  <a:pt x="534" y="28"/>
                </a:lnTo>
                <a:lnTo>
                  <a:pt x="534" y="0"/>
                </a:lnTo>
                <a:moveTo>
                  <a:pt x="667" y="0"/>
                </a:moveTo>
                <a:lnTo>
                  <a:pt x="746" y="0"/>
                </a:lnTo>
                <a:lnTo>
                  <a:pt x="746" y="28"/>
                </a:lnTo>
                <a:lnTo>
                  <a:pt x="667" y="28"/>
                </a:lnTo>
                <a:lnTo>
                  <a:pt x="667" y="0"/>
                </a:lnTo>
                <a:moveTo>
                  <a:pt x="800" y="0"/>
                </a:moveTo>
                <a:lnTo>
                  <a:pt x="879" y="0"/>
                </a:lnTo>
                <a:lnTo>
                  <a:pt x="879" y="28"/>
                </a:lnTo>
                <a:lnTo>
                  <a:pt x="800" y="28"/>
                </a:lnTo>
                <a:lnTo>
                  <a:pt x="800" y="0"/>
                </a:lnTo>
                <a:moveTo>
                  <a:pt x="933" y="0"/>
                </a:moveTo>
                <a:lnTo>
                  <a:pt x="1012" y="0"/>
                </a:lnTo>
                <a:lnTo>
                  <a:pt x="1012" y="28"/>
                </a:lnTo>
                <a:lnTo>
                  <a:pt x="933" y="28"/>
                </a:lnTo>
                <a:lnTo>
                  <a:pt x="933" y="0"/>
                </a:lnTo>
                <a:moveTo>
                  <a:pt x="1066" y="0"/>
                </a:moveTo>
                <a:lnTo>
                  <a:pt x="1146" y="0"/>
                </a:lnTo>
                <a:lnTo>
                  <a:pt x="1146" y="28"/>
                </a:lnTo>
                <a:lnTo>
                  <a:pt x="1066" y="28"/>
                </a:lnTo>
                <a:lnTo>
                  <a:pt x="1066" y="0"/>
                </a:lnTo>
                <a:moveTo>
                  <a:pt x="1199" y="0"/>
                </a:moveTo>
                <a:lnTo>
                  <a:pt x="1279" y="0"/>
                </a:lnTo>
                <a:lnTo>
                  <a:pt x="1279" y="28"/>
                </a:lnTo>
                <a:lnTo>
                  <a:pt x="1199" y="28"/>
                </a:lnTo>
                <a:lnTo>
                  <a:pt x="1199" y="0"/>
                </a:lnTo>
                <a:moveTo>
                  <a:pt x="1332" y="0"/>
                </a:moveTo>
                <a:lnTo>
                  <a:pt x="1412" y="0"/>
                </a:lnTo>
                <a:lnTo>
                  <a:pt x="1412" y="28"/>
                </a:lnTo>
                <a:lnTo>
                  <a:pt x="1332" y="28"/>
                </a:lnTo>
                <a:lnTo>
                  <a:pt x="1332" y="0"/>
                </a:lnTo>
                <a:moveTo>
                  <a:pt x="1466" y="0"/>
                </a:moveTo>
                <a:lnTo>
                  <a:pt x="1545" y="0"/>
                </a:lnTo>
                <a:lnTo>
                  <a:pt x="1545" y="28"/>
                </a:lnTo>
                <a:lnTo>
                  <a:pt x="1466" y="28"/>
                </a:lnTo>
                <a:lnTo>
                  <a:pt x="1466" y="0"/>
                </a:lnTo>
                <a:moveTo>
                  <a:pt x="1599" y="0"/>
                </a:moveTo>
                <a:lnTo>
                  <a:pt x="1678" y="0"/>
                </a:lnTo>
                <a:lnTo>
                  <a:pt x="1678" y="28"/>
                </a:lnTo>
                <a:lnTo>
                  <a:pt x="1599" y="28"/>
                </a:lnTo>
                <a:lnTo>
                  <a:pt x="1599" y="0"/>
                </a:lnTo>
                <a:moveTo>
                  <a:pt x="1732" y="0"/>
                </a:moveTo>
                <a:lnTo>
                  <a:pt x="1811" y="0"/>
                </a:lnTo>
                <a:lnTo>
                  <a:pt x="1811" y="28"/>
                </a:lnTo>
                <a:lnTo>
                  <a:pt x="1732" y="28"/>
                </a:lnTo>
                <a:lnTo>
                  <a:pt x="1732" y="0"/>
                </a:lnTo>
                <a:moveTo>
                  <a:pt x="1865" y="0"/>
                </a:moveTo>
                <a:lnTo>
                  <a:pt x="1944" y="0"/>
                </a:lnTo>
                <a:lnTo>
                  <a:pt x="1944" y="28"/>
                </a:lnTo>
                <a:lnTo>
                  <a:pt x="1865" y="28"/>
                </a:lnTo>
                <a:lnTo>
                  <a:pt x="1865" y="0"/>
                </a:lnTo>
                <a:moveTo>
                  <a:pt x="1998" y="0"/>
                </a:moveTo>
                <a:lnTo>
                  <a:pt x="2077" y="0"/>
                </a:lnTo>
                <a:lnTo>
                  <a:pt x="2077" y="28"/>
                </a:lnTo>
                <a:lnTo>
                  <a:pt x="1998" y="28"/>
                </a:lnTo>
                <a:lnTo>
                  <a:pt x="1998" y="0"/>
                </a:lnTo>
                <a:moveTo>
                  <a:pt x="2131" y="0"/>
                </a:moveTo>
                <a:lnTo>
                  <a:pt x="2210" y="0"/>
                </a:lnTo>
                <a:lnTo>
                  <a:pt x="2210" y="28"/>
                </a:lnTo>
                <a:lnTo>
                  <a:pt x="2131" y="28"/>
                </a:lnTo>
                <a:lnTo>
                  <a:pt x="2131" y="0"/>
                </a:lnTo>
                <a:moveTo>
                  <a:pt x="2264" y="0"/>
                </a:moveTo>
                <a:lnTo>
                  <a:pt x="2344" y="0"/>
                </a:lnTo>
                <a:lnTo>
                  <a:pt x="2344" y="28"/>
                </a:lnTo>
                <a:lnTo>
                  <a:pt x="2264" y="28"/>
                </a:lnTo>
                <a:lnTo>
                  <a:pt x="2264" y="0"/>
                </a:lnTo>
                <a:moveTo>
                  <a:pt x="2397" y="0"/>
                </a:moveTo>
                <a:lnTo>
                  <a:pt x="2477" y="0"/>
                </a:lnTo>
                <a:lnTo>
                  <a:pt x="2477" y="28"/>
                </a:lnTo>
                <a:lnTo>
                  <a:pt x="2397" y="28"/>
                </a:lnTo>
                <a:lnTo>
                  <a:pt x="2397" y="0"/>
                </a:lnTo>
                <a:moveTo>
                  <a:pt x="2530" y="0"/>
                </a:moveTo>
                <a:lnTo>
                  <a:pt x="2610" y="0"/>
                </a:lnTo>
                <a:lnTo>
                  <a:pt x="2610" y="28"/>
                </a:lnTo>
                <a:lnTo>
                  <a:pt x="2530" y="28"/>
                </a:lnTo>
                <a:lnTo>
                  <a:pt x="2530" y="0"/>
                </a:lnTo>
                <a:moveTo>
                  <a:pt x="2664" y="0"/>
                </a:moveTo>
                <a:lnTo>
                  <a:pt x="2743" y="0"/>
                </a:lnTo>
                <a:lnTo>
                  <a:pt x="2743" y="28"/>
                </a:lnTo>
                <a:lnTo>
                  <a:pt x="2664" y="28"/>
                </a:lnTo>
                <a:lnTo>
                  <a:pt x="2664" y="0"/>
                </a:lnTo>
                <a:moveTo>
                  <a:pt x="2797" y="0"/>
                </a:moveTo>
                <a:lnTo>
                  <a:pt x="2876" y="0"/>
                </a:lnTo>
                <a:lnTo>
                  <a:pt x="2876" y="28"/>
                </a:lnTo>
                <a:lnTo>
                  <a:pt x="2797" y="28"/>
                </a:lnTo>
                <a:lnTo>
                  <a:pt x="2797" y="0"/>
                </a:lnTo>
                <a:moveTo>
                  <a:pt x="2930" y="0"/>
                </a:moveTo>
                <a:lnTo>
                  <a:pt x="3009" y="0"/>
                </a:lnTo>
                <a:lnTo>
                  <a:pt x="3009" y="28"/>
                </a:lnTo>
                <a:lnTo>
                  <a:pt x="2930" y="28"/>
                </a:lnTo>
                <a:lnTo>
                  <a:pt x="2930" y="0"/>
                </a:lnTo>
                <a:moveTo>
                  <a:pt x="3063" y="0"/>
                </a:moveTo>
                <a:lnTo>
                  <a:pt x="3142" y="0"/>
                </a:lnTo>
                <a:lnTo>
                  <a:pt x="3142" y="28"/>
                </a:lnTo>
                <a:lnTo>
                  <a:pt x="3063" y="28"/>
                </a:lnTo>
                <a:lnTo>
                  <a:pt x="3063" y="0"/>
                </a:lnTo>
                <a:moveTo>
                  <a:pt x="3196" y="0"/>
                </a:moveTo>
                <a:lnTo>
                  <a:pt x="3275" y="0"/>
                </a:lnTo>
                <a:lnTo>
                  <a:pt x="3275" y="28"/>
                </a:lnTo>
                <a:lnTo>
                  <a:pt x="3196" y="28"/>
                </a:lnTo>
                <a:lnTo>
                  <a:pt x="3196" y="0"/>
                </a:lnTo>
                <a:moveTo>
                  <a:pt x="3329" y="0"/>
                </a:moveTo>
                <a:lnTo>
                  <a:pt x="3409" y="0"/>
                </a:lnTo>
                <a:lnTo>
                  <a:pt x="3409" y="28"/>
                </a:lnTo>
                <a:lnTo>
                  <a:pt x="3329" y="28"/>
                </a:lnTo>
                <a:lnTo>
                  <a:pt x="3329" y="0"/>
                </a:lnTo>
                <a:moveTo>
                  <a:pt x="3462" y="0"/>
                </a:moveTo>
                <a:lnTo>
                  <a:pt x="3542" y="0"/>
                </a:lnTo>
                <a:lnTo>
                  <a:pt x="3542" y="28"/>
                </a:lnTo>
                <a:lnTo>
                  <a:pt x="3462" y="28"/>
                </a:lnTo>
                <a:lnTo>
                  <a:pt x="3462" y="0"/>
                </a:lnTo>
                <a:moveTo>
                  <a:pt x="3595" y="0"/>
                </a:moveTo>
                <a:lnTo>
                  <a:pt x="3675" y="0"/>
                </a:lnTo>
                <a:lnTo>
                  <a:pt x="3675" y="28"/>
                </a:lnTo>
                <a:lnTo>
                  <a:pt x="3595" y="28"/>
                </a:lnTo>
                <a:lnTo>
                  <a:pt x="3595" y="0"/>
                </a:lnTo>
                <a:moveTo>
                  <a:pt x="3729" y="0"/>
                </a:moveTo>
                <a:lnTo>
                  <a:pt x="3808" y="0"/>
                </a:lnTo>
                <a:lnTo>
                  <a:pt x="3808" y="28"/>
                </a:lnTo>
                <a:lnTo>
                  <a:pt x="3729" y="28"/>
                </a:lnTo>
                <a:lnTo>
                  <a:pt x="3729" y="0"/>
                </a:lnTo>
                <a:moveTo>
                  <a:pt x="3862" y="0"/>
                </a:moveTo>
                <a:lnTo>
                  <a:pt x="3941" y="0"/>
                </a:lnTo>
                <a:lnTo>
                  <a:pt x="3941" y="28"/>
                </a:lnTo>
                <a:lnTo>
                  <a:pt x="3862" y="28"/>
                </a:lnTo>
                <a:lnTo>
                  <a:pt x="3862" y="0"/>
                </a:lnTo>
                <a:moveTo>
                  <a:pt x="3995" y="0"/>
                </a:moveTo>
                <a:lnTo>
                  <a:pt x="4074" y="0"/>
                </a:lnTo>
                <a:lnTo>
                  <a:pt x="4074" y="28"/>
                </a:lnTo>
                <a:lnTo>
                  <a:pt x="3995" y="28"/>
                </a:lnTo>
                <a:lnTo>
                  <a:pt x="3995" y="0"/>
                </a:lnTo>
                <a:moveTo>
                  <a:pt x="4128" y="0"/>
                </a:moveTo>
                <a:lnTo>
                  <a:pt x="4207" y="0"/>
                </a:lnTo>
                <a:lnTo>
                  <a:pt x="4207" y="28"/>
                </a:lnTo>
                <a:lnTo>
                  <a:pt x="4128" y="28"/>
                </a:lnTo>
                <a:lnTo>
                  <a:pt x="4128" y="0"/>
                </a:lnTo>
                <a:moveTo>
                  <a:pt x="4261" y="0"/>
                </a:moveTo>
                <a:lnTo>
                  <a:pt x="4340" y="0"/>
                </a:lnTo>
                <a:lnTo>
                  <a:pt x="4340" y="28"/>
                </a:lnTo>
                <a:lnTo>
                  <a:pt x="4261" y="28"/>
                </a:lnTo>
                <a:lnTo>
                  <a:pt x="426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39360" y="2832120"/>
            <a:ext cx="4223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Architectuurbesluiten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26 besluiten, alle met status voorstel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447480" y="34858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637920" y="360036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70" y="0"/>
                </a:moveTo>
                <a:lnTo>
                  <a:pt x="349" y="0"/>
                </a:lnTo>
                <a:lnTo>
                  <a:pt x="349" y="27"/>
                </a:lnTo>
                <a:lnTo>
                  <a:pt x="270" y="27"/>
                </a:lnTo>
                <a:lnTo>
                  <a:pt x="270" y="0"/>
                </a:lnTo>
                <a:moveTo>
                  <a:pt x="405" y="0"/>
                </a:moveTo>
                <a:lnTo>
                  <a:pt x="484" y="0"/>
                </a:lnTo>
                <a:lnTo>
                  <a:pt x="484" y="27"/>
                </a:lnTo>
                <a:lnTo>
                  <a:pt x="405" y="27"/>
                </a:lnTo>
                <a:lnTo>
                  <a:pt x="405" y="0"/>
                </a:lnTo>
                <a:moveTo>
                  <a:pt x="539" y="0"/>
                </a:moveTo>
                <a:lnTo>
                  <a:pt x="619" y="0"/>
                </a:lnTo>
                <a:lnTo>
                  <a:pt x="619" y="27"/>
                </a:lnTo>
                <a:lnTo>
                  <a:pt x="539" y="27"/>
                </a:lnTo>
                <a:lnTo>
                  <a:pt x="539" y="0"/>
                </a:lnTo>
                <a:moveTo>
                  <a:pt x="674" y="0"/>
                </a:moveTo>
                <a:lnTo>
                  <a:pt x="754" y="0"/>
                </a:lnTo>
                <a:lnTo>
                  <a:pt x="754" y="27"/>
                </a:lnTo>
                <a:lnTo>
                  <a:pt x="674" y="27"/>
                </a:lnTo>
                <a:lnTo>
                  <a:pt x="674" y="0"/>
                </a:lnTo>
                <a:moveTo>
                  <a:pt x="809" y="0"/>
                </a:moveTo>
                <a:lnTo>
                  <a:pt x="888" y="0"/>
                </a:lnTo>
                <a:lnTo>
                  <a:pt x="888" y="27"/>
                </a:lnTo>
                <a:lnTo>
                  <a:pt x="809" y="27"/>
                </a:lnTo>
                <a:lnTo>
                  <a:pt x="809" y="0"/>
                </a:lnTo>
                <a:moveTo>
                  <a:pt x="944" y="0"/>
                </a:moveTo>
                <a:lnTo>
                  <a:pt x="1023" y="0"/>
                </a:lnTo>
                <a:lnTo>
                  <a:pt x="1023" y="27"/>
                </a:lnTo>
                <a:lnTo>
                  <a:pt x="944" y="27"/>
                </a:lnTo>
                <a:lnTo>
                  <a:pt x="944" y="0"/>
                </a:lnTo>
                <a:moveTo>
                  <a:pt x="1079" y="0"/>
                </a:moveTo>
                <a:lnTo>
                  <a:pt x="1158" y="0"/>
                </a:lnTo>
                <a:lnTo>
                  <a:pt x="1158" y="27"/>
                </a:lnTo>
                <a:lnTo>
                  <a:pt x="1079" y="27"/>
                </a:lnTo>
                <a:lnTo>
                  <a:pt x="1079" y="0"/>
                </a:lnTo>
                <a:moveTo>
                  <a:pt x="1214" y="0"/>
                </a:moveTo>
                <a:lnTo>
                  <a:pt x="1293" y="0"/>
                </a:lnTo>
                <a:lnTo>
                  <a:pt x="1293" y="27"/>
                </a:lnTo>
                <a:lnTo>
                  <a:pt x="1214" y="27"/>
                </a:lnTo>
                <a:lnTo>
                  <a:pt x="1214" y="0"/>
                </a:lnTo>
                <a:moveTo>
                  <a:pt x="1348" y="0"/>
                </a:moveTo>
                <a:lnTo>
                  <a:pt x="1428" y="0"/>
                </a:lnTo>
                <a:lnTo>
                  <a:pt x="1428" y="27"/>
                </a:lnTo>
                <a:lnTo>
                  <a:pt x="1348" y="27"/>
                </a:lnTo>
                <a:lnTo>
                  <a:pt x="1348" y="0"/>
                </a:lnTo>
                <a:moveTo>
                  <a:pt x="1483" y="0"/>
                </a:moveTo>
                <a:lnTo>
                  <a:pt x="1563" y="0"/>
                </a:lnTo>
                <a:lnTo>
                  <a:pt x="1563" y="27"/>
                </a:lnTo>
                <a:lnTo>
                  <a:pt x="1483" y="27"/>
                </a:lnTo>
                <a:lnTo>
                  <a:pt x="1483" y="0"/>
                </a:lnTo>
                <a:moveTo>
                  <a:pt x="1618" y="0"/>
                </a:moveTo>
                <a:lnTo>
                  <a:pt x="1697" y="0"/>
                </a:lnTo>
                <a:lnTo>
                  <a:pt x="1697" y="27"/>
                </a:lnTo>
                <a:lnTo>
                  <a:pt x="1618" y="27"/>
                </a:lnTo>
                <a:lnTo>
                  <a:pt x="1618" y="0"/>
                </a:lnTo>
                <a:moveTo>
                  <a:pt x="1753" y="0"/>
                </a:moveTo>
                <a:lnTo>
                  <a:pt x="1832" y="0"/>
                </a:lnTo>
                <a:lnTo>
                  <a:pt x="1832" y="27"/>
                </a:lnTo>
                <a:lnTo>
                  <a:pt x="1753" y="27"/>
                </a:lnTo>
                <a:lnTo>
                  <a:pt x="1753" y="0"/>
                </a:lnTo>
                <a:moveTo>
                  <a:pt x="1888" y="0"/>
                </a:moveTo>
                <a:lnTo>
                  <a:pt x="1967" y="0"/>
                </a:lnTo>
                <a:lnTo>
                  <a:pt x="1967" y="27"/>
                </a:lnTo>
                <a:lnTo>
                  <a:pt x="1888" y="27"/>
                </a:lnTo>
                <a:lnTo>
                  <a:pt x="1888" y="0"/>
                </a:lnTo>
                <a:moveTo>
                  <a:pt x="2022" y="0"/>
                </a:moveTo>
                <a:lnTo>
                  <a:pt x="2102" y="0"/>
                </a:lnTo>
                <a:lnTo>
                  <a:pt x="2102" y="27"/>
                </a:lnTo>
                <a:lnTo>
                  <a:pt x="2022" y="27"/>
                </a:lnTo>
                <a:lnTo>
                  <a:pt x="2022" y="0"/>
                </a:lnTo>
                <a:moveTo>
                  <a:pt x="2157" y="0"/>
                </a:moveTo>
                <a:lnTo>
                  <a:pt x="2237" y="0"/>
                </a:lnTo>
                <a:lnTo>
                  <a:pt x="2237" y="27"/>
                </a:lnTo>
                <a:lnTo>
                  <a:pt x="2157" y="27"/>
                </a:lnTo>
                <a:lnTo>
                  <a:pt x="2157" y="0"/>
                </a:lnTo>
                <a:moveTo>
                  <a:pt x="2292" y="0"/>
                </a:moveTo>
                <a:lnTo>
                  <a:pt x="2371" y="0"/>
                </a:lnTo>
                <a:lnTo>
                  <a:pt x="2371" y="27"/>
                </a:lnTo>
                <a:lnTo>
                  <a:pt x="2292" y="27"/>
                </a:lnTo>
                <a:lnTo>
                  <a:pt x="2292" y="0"/>
                </a:lnTo>
                <a:moveTo>
                  <a:pt x="2427" y="0"/>
                </a:moveTo>
                <a:lnTo>
                  <a:pt x="2506" y="0"/>
                </a:lnTo>
                <a:lnTo>
                  <a:pt x="2506" y="27"/>
                </a:lnTo>
                <a:lnTo>
                  <a:pt x="2427" y="27"/>
                </a:lnTo>
                <a:lnTo>
                  <a:pt x="2427" y="0"/>
                </a:lnTo>
                <a:moveTo>
                  <a:pt x="2562" y="0"/>
                </a:moveTo>
                <a:lnTo>
                  <a:pt x="2642" y="0"/>
                </a:lnTo>
                <a:lnTo>
                  <a:pt x="2642" y="27"/>
                </a:lnTo>
                <a:lnTo>
                  <a:pt x="2562" y="27"/>
                </a:lnTo>
                <a:lnTo>
                  <a:pt x="2562" y="0"/>
                </a:lnTo>
                <a:moveTo>
                  <a:pt x="2697" y="0"/>
                </a:moveTo>
                <a:lnTo>
                  <a:pt x="2777" y="0"/>
                </a:lnTo>
                <a:lnTo>
                  <a:pt x="2777" y="27"/>
                </a:lnTo>
                <a:lnTo>
                  <a:pt x="2697" y="27"/>
                </a:lnTo>
                <a:lnTo>
                  <a:pt x="2697" y="0"/>
                </a:lnTo>
                <a:moveTo>
                  <a:pt x="2832" y="0"/>
                </a:moveTo>
                <a:lnTo>
                  <a:pt x="2912" y="0"/>
                </a:lnTo>
                <a:lnTo>
                  <a:pt x="2912" y="27"/>
                </a:lnTo>
                <a:lnTo>
                  <a:pt x="2832" y="27"/>
                </a:lnTo>
                <a:lnTo>
                  <a:pt x="283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39360" y="3127320"/>
            <a:ext cx="3859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Kaderscenario leerroute 1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de keten van begin tot eind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39360" y="3432240"/>
            <a:ext cx="3897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Persona Jochem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de student die door dat scenario loopt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4781520" y="28857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4971960" y="300024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9" y="0"/>
                </a:moveTo>
                <a:lnTo>
                  <a:pt x="478" y="0"/>
                </a:lnTo>
                <a:lnTo>
                  <a:pt x="478" y="27"/>
                </a:lnTo>
                <a:lnTo>
                  <a:pt x="399" y="27"/>
                </a:lnTo>
                <a:lnTo>
                  <a:pt x="399" y="0"/>
                </a:lnTo>
                <a:moveTo>
                  <a:pt x="532" y="0"/>
                </a:moveTo>
                <a:lnTo>
                  <a:pt x="611" y="0"/>
                </a:lnTo>
                <a:lnTo>
                  <a:pt x="611" y="27"/>
                </a:lnTo>
                <a:lnTo>
                  <a:pt x="532" y="27"/>
                </a:lnTo>
                <a:lnTo>
                  <a:pt x="532" y="0"/>
                </a:lnTo>
                <a:moveTo>
                  <a:pt x="665" y="0"/>
                </a:moveTo>
                <a:lnTo>
                  <a:pt x="744" y="0"/>
                </a:lnTo>
                <a:lnTo>
                  <a:pt x="744" y="27"/>
                </a:lnTo>
                <a:lnTo>
                  <a:pt x="665" y="27"/>
                </a:lnTo>
                <a:lnTo>
                  <a:pt x="665" y="0"/>
                </a:lnTo>
                <a:moveTo>
                  <a:pt x="798" y="0"/>
                </a:moveTo>
                <a:lnTo>
                  <a:pt x="877" y="0"/>
                </a:lnTo>
                <a:lnTo>
                  <a:pt x="877" y="27"/>
                </a:lnTo>
                <a:lnTo>
                  <a:pt x="798" y="27"/>
                </a:lnTo>
                <a:lnTo>
                  <a:pt x="798" y="0"/>
                </a:lnTo>
                <a:moveTo>
                  <a:pt x="931" y="0"/>
                </a:moveTo>
                <a:lnTo>
                  <a:pt x="1010" y="0"/>
                </a:lnTo>
                <a:lnTo>
                  <a:pt x="1010" y="27"/>
                </a:lnTo>
                <a:lnTo>
                  <a:pt x="931" y="27"/>
                </a:lnTo>
                <a:lnTo>
                  <a:pt x="931" y="0"/>
                </a:lnTo>
                <a:moveTo>
                  <a:pt x="1064" y="0"/>
                </a:moveTo>
                <a:lnTo>
                  <a:pt x="1143" y="0"/>
                </a:lnTo>
                <a:lnTo>
                  <a:pt x="1143" y="27"/>
                </a:lnTo>
                <a:lnTo>
                  <a:pt x="1064" y="27"/>
                </a:lnTo>
                <a:lnTo>
                  <a:pt x="1064" y="0"/>
                </a:lnTo>
                <a:moveTo>
                  <a:pt x="1197" y="0"/>
                </a:moveTo>
                <a:lnTo>
                  <a:pt x="1276" y="0"/>
                </a:lnTo>
                <a:lnTo>
                  <a:pt x="1276" y="27"/>
                </a:lnTo>
                <a:lnTo>
                  <a:pt x="1197" y="27"/>
                </a:lnTo>
                <a:lnTo>
                  <a:pt x="1197" y="0"/>
                </a:lnTo>
                <a:moveTo>
                  <a:pt x="1330" y="0"/>
                </a:moveTo>
                <a:lnTo>
                  <a:pt x="1409" y="0"/>
                </a:lnTo>
                <a:lnTo>
                  <a:pt x="1409" y="27"/>
                </a:lnTo>
                <a:lnTo>
                  <a:pt x="1330" y="27"/>
                </a:lnTo>
                <a:lnTo>
                  <a:pt x="1330" y="0"/>
                </a:lnTo>
                <a:moveTo>
                  <a:pt x="1463" y="0"/>
                </a:moveTo>
                <a:lnTo>
                  <a:pt x="1542" y="0"/>
                </a:lnTo>
                <a:lnTo>
                  <a:pt x="1542" y="27"/>
                </a:lnTo>
                <a:lnTo>
                  <a:pt x="1463" y="27"/>
                </a:lnTo>
                <a:lnTo>
                  <a:pt x="1463" y="0"/>
                </a:lnTo>
                <a:moveTo>
                  <a:pt x="1596" y="0"/>
                </a:moveTo>
                <a:lnTo>
                  <a:pt x="1675" y="0"/>
                </a:lnTo>
                <a:lnTo>
                  <a:pt x="1675" y="27"/>
                </a:lnTo>
                <a:lnTo>
                  <a:pt x="1596" y="27"/>
                </a:lnTo>
                <a:lnTo>
                  <a:pt x="1596" y="0"/>
                </a:lnTo>
                <a:moveTo>
                  <a:pt x="1729" y="0"/>
                </a:moveTo>
                <a:lnTo>
                  <a:pt x="1808" y="0"/>
                </a:lnTo>
                <a:lnTo>
                  <a:pt x="1808" y="27"/>
                </a:lnTo>
                <a:lnTo>
                  <a:pt x="1729" y="27"/>
                </a:lnTo>
                <a:lnTo>
                  <a:pt x="1729" y="0"/>
                </a:lnTo>
                <a:moveTo>
                  <a:pt x="1862" y="0"/>
                </a:moveTo>
                <a:lnTo>
                  <a:pt x="1941" y="0"/>
                </a:lnTo>
                <a:lnTo>
                  <a:pt x="1941" y="27"/>
                </a:lnTo>
                <a:lnTo>
                  <a:pt x="1862" y="27"/>
                </a:lnTo>
                <a:lnTo>
                  <a:pt x="1862" y="0"/>
                </a:lnTo>
                <a:moveTo>
                  <a:pt x="1995" y="0"/>
                </a:moveTo>
                <a:lnTo>
                  <a:pt x="2074" y="0"/>
                </a:lnTo>
                <a:lnTo>
                  <a:pt x="2074" y="27"/>
                </a:lnTo>
                <a:lnTo>
                  <a:pt x="1995" y="27"/>
                </a:lnTo>
                <a:lnTo>
                  <a:pt x="1995" y="0"/>
                </a:lnTo>
                <a:moveTo>
                  <a:pt x="2128" y="0"/>
                </a:moveTo>
                <a:lnTo>
                  <a:pt x="2207" y="0"/>
                </a:lnTo>
                <a:lnTo>
                  <a:pt x="2207" y="27"/>
                </a:lnTo>
                <a:lnTo>
                  <a:pt x="2128" y="27"/>
                </a:lnTo>
                <a:lnTo>
                  <a:pt x="2128" y="0"/>
                </a:lnTo>
                <a:moveTo>
                  <a:pt x="2261" y="0"/>
                </a:moveTo>
                <a:lnTo>
                  <a:pt x="2340" y="0"/>
                </a:lnTo>
                <a:lnTo>
                  <a:pt x="2340" y="27"/>
                </a:lnTo>
                <a:lnTo>
                  <a:pt x="2261" y="27"/>
                </a:lnTo>
                <a:lnTo>
                  <a:pt x="2261" y="0"/>
                </a:lnTo>
                <a:moveTo>
                  <a:pt x="2394" y="0"/>
                </a:moveTo>
                <a:lnTo>
                  <a:pt x="2473" y="0"/>
                </a:lnTo>
                <a:lnTo>
                  <a:pt x="2473" y="27"/>
                </a:lnTo>
                <a:lnTo>
                  <a:pt x="2394" y="27"/>
                </a:lnTo>
                <a:lnTo>
                  <a:pt x="2394" y="0"/>
                </a:lnTo>
                <a:moveTo>
                  <a:pt x="2527" y="0"/>
                </a:moveTo>
                <a:lnTo>
                  <a:pt x="2606" y="0"/>
                </a:lnTo>
                <a:lnTo>
                  <a:pt x="2606" y="27"/>
                </a:lnTo>
                <a:lnTo>
                  <a:pt x="2527" y="27"/>
                </a:lnTo>
                <a:lnTo>
                  <a:pt x="2527" y="0"/>
                </a:lnTo>
                <a:moveTo>
                  <a:pt x="2660" y="0"/>
                </a:moveTo>
                <a:lnTo>
                  <a:pt x="2739" y="0"/>
                </a:lnTo>
                <a:lnTo>
                  <a:pt x="2739" y="27"/>
                </a:lnTo>
                <a:lnTo>
                  <a:pt x="2660" y="27"/>
                </a:lnTo>
                <a:lnTo>
                  <a:pt x="2660" y="0"/>
                </a:lnTo>
                <a:moveTo>
                  <a:pt x="2793" y="0"/>
                </a:moveTo>
                <a:lnTo>
                  <a:pt x="2872" y="0"/>
                </a:lnTo>
                <a:lnTo>
                  <a:pt x="2872" y="27"/>
                </a:lnTo>
                <a:lnTo>
                  <a:pt x="2793" y="27"/>
                </a:lnTo>
                <a:lnTo>
                  <a:pt x="2793" y="0"/>
                </a:lnTo>
                <a:moveTo>
                  <a:pt x="2926" y="0"/>
                </a:moveTo>
                <a:lnTo>
                  <a:pt x="3005" y="0"/>
                </a:lnTo>
                <a:lnTo>
                  <a:pt x="3005" y="27"/>
                </a:lnTo>
                <a:lnTo>
                  <a:pt x="2926" y="27"/>
                </a:lnTo>
                <a:lnTo>
                  <a:pt x="2926" y="0"/>
                </a:lnTo>
                <a:moveTo>
                  <a:pt x="3059" y="0"/>
                </a:moveTo>
                <a:lnTo>
                  <a:pt x="3138" y="0"/>
                </a:lnTo>
                <a:lnTo>
                  <a:pt x="3138" y="27"/>
                </a:lnTo>
                <a:lnTo>
                  <a:pt x="3059" y="27"/>
                </a:lnTo>
                <a:lnTo>
                  <a:pt x="3059" y="0"/>
                </a:lnTo>
                <a:moveTo>
                  <a:pt x="3192" y="0"/>
                </a:moveTo>
                <a:lnTo>
                  <a:pt x="3271" y="0"/>
                </a:lnTo>
                <a:lnTo>
                  <a:pt x="3271" y="27"/>
                </a:lnTo>
                <a:lnTo>
                  <a:pt x="3192" y="27"/>
                </a:lnTo>
                <a:lnTo>
                  <a:pt x="3192" y="0"/>
                </a:lnTo>
                <a:moveTo>
                  <a:pt x="3325" y="0"/>
                </a:moveTo>
                <a:lnTo>
                  <a:pt x="3404" y="0"/>
                </a:lnTo>
                <a:lnTo>
                  <a:pt x="3404" y="27"/>
                </a:lnTo>
                <a:lnTo>
                  <a:pt x="3325" y="27"/>
                </a:lnTo>
                <a:lnTo>
                  <a:pt x="3325" y="0"/>
                </a:lnTo>
                <a:moveTo>
                  <a:pt x="3458" y="0"/>
                </a:moveTo>
                <a:lnTo>
                  <a:pt x="3537" y="0"/>
                </a:lnTo>
                <a:lnTo>
                  <a:pt x="3537" y="27"/>
                </a:lnTo>
                <a:lnTo>
                  <a:pt x="3458" y="27"/>
                </a:lnTo>
                <a:lnTo>
                  <a:pt x="3458" y="0"/>
                </a:lnTo>
                <a:moveTo>
                  <a:pt x="3591" y="0"/>
                </a:moveTo>
                <a:lnTo>
                  <a:pt x="3670" y="0"/>
                </a:lnTo>
                <a:lnTo>
                  <a:pt x="3670" y="27"/>
                </a:lnTo>
                <a:lnTo>
                  <a:pt x="3591" y="27"/>
                </a:lnTo>
                <a:lnTo>
                  <a:pt x="3591" y="0"/>
                </a:lnTo>
                <a:moveTo>
                  <a:pt x="3725" y="0"/>
                </a:moveTo>
                <a:lnTo>
                  <a:pt x="3804" y="0"/>
                </a:lnTo>
                <a:lnTo>
                  <a:pt x="3804" y="27"/>
                </a:lnTo>
                <a:lnTo>
                  <a:pt x="3725" y="27"/>
                </a:lnTo>
                <a:lnTo>
                  <a:pt x="3725" y="0"/>
                </a:lnTo>
                <a:moveTo>
                  <a:pt x="3858" y="0"/>
                </a:moveTo>
                <a:lnTo>
                  <a:pt x="3937" y="0"/>
                </a:lnTo>
                <a:lnTo>
                  <a:pt x="3937" y="27"/>
                </a:lnTo>
                <a:lnTo>
                  <a:pt x="3858" y="27"/>
                </a:lnTo>
                <a:lnTo>
                  <a:pt x="3858" y="0"/>
                </a:lnTo>
                <a:moveTo>
                  <a:pt x="3991" y="0"/>
                </a:moveTo>
                <a:lnTo>
                  <a:pt x="4070" y="0"/>
                </a:lnTo>
                <a:lnTo>
                  <a:pt x="4070" y="27"/>
                </a:lnTo>
                <a:lnTo>
                  <a:pt x="3991" y="27"/>
                </a:lnTo>
                <a:lnTo>
                  <a:pt x="3991" y="0"/>
                </a:lnTo>
                <a:moveTo>
                  <a:pt x="4124" y="0"/>
                </a:moveTo>
                <a:lnTo>
                  <a:pt x="4203" y="0"/>
                </a:lnTo>
                <a:lnTo>
                  <a:pt x="4203" y="27"/>
                </a:lnTo>
                <a:lnTo>
                  <a:pt x="4124" y="27"/>
                </a:lnTo>
                <a:lnTo>
                  <a:pt x="4124" y="0"/>
                </a:lnTo>
                <a:moveTo>
                  <a:pt x="4257" y="0"/>
                </a:moveTo>
                <a:lnTo>
                  <a:pt x="4336" y="0"/>
                </a:lnTo>
                <a:lnTo>
                  <a:pt x="4336" y="27"/>
                </a:lnTo>
                <a:lnTo>
                  <a:pt x="4257" y="27"/>
                </a:lnTo>
                <a:lnTo>
                  <a:pt x="4257" y="0"/>
                </a:lnTo>
                <a:moveTo>
                  <a:pt x="4390" y="0"/>
                </a:moveTo>
                <a:lnTo>
                  <a:pt x="4469" y="0"/>
                </a:lnTo>
                <a:lnTo>
                  <a:pt x="4469" y="27"/>
                </a:lnTo>
                <a:lnTo>
                  <a:pt x="4390" y="27"/>
                </a:lnTo>
                <a:lnTo>
                  <a:pt x="4390" y="0"/>
                </a:lnTo>
                <a:moveTo>
                  <a:pt x="4523" y="0"/>
                </a:moveTo>
                <a:lnTo>
                  <a:pt x="4602" y="0"/>
                </a:lnTo>
                <a:lnTo>
                  <a:pt x="4602" y="27"/>
                </a:lnTo>
                <a:lnTo>
                  <a:pt x="4523" y="27"/>
                </a:lnTo>
                <a:lnTo>
                  <a:pt x="4523" y="0"/>
                </a:lnTo>
                <a:moveTo>
                  <a:pt x="4656" y="0"/>
                </a:moveTo>
                <a:lnTo>
                  <a:pt x="4735" y="0"/>
                </a:lnTo>
                <a:lnTo>
                  <a:pt x="4735" y="27"/>
                </a:lnTo>
                <a:lnTo>
                  <a:pt x="4656" y="27"/>
                </a:lnTo>
                <a:lnTo>
                  <a:pt x="4656" y="0"/>
                </a:lnTo>
                <a:moveTo>
                  <a:pt x="4789" y="0"/>
                </a:moveTo>
                <a:lnTo>
                  <a:pt x="4868" y="0"/>
                </a:lnTo>
                <a:lnTo>
                  <a:pt x="4868" y="27"/>
                </a:lnTo>
                <a:lnTo>
                  <a:pt x="4789" y="27"/>
                </a:lnTo>
                <a:lnTo>
                  <a:pt x="4789" y="0"/>
                </a:lnTo>
                <a:moveTo>
                  <a:pt x="4922" y="0"/>
                </a:moveTo>
                <a:lnTo>
                  <a:pt x="5001" y="0"/>
                </a:lnTo>
                <a:lnTo>
                  <a:pt x="5001" y="27"/>
                </a:lnTo>
                <a:lnTo>
                  <a:pt x="4922" y="27"/>
                </a:lnTo>
                <a:lnTo>
                  <a:pt x="492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789080" y="2441520"/>
            <a:ext cx="1389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Om op te bouwen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4781520" y="3181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/>
          <p:nvPr/>
        </p:nvSpPr>
        <p:spPr>
          <a:xfrm>
            <a:off x="4971960" y="329544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8"/>
                </a:lnTo>
                <a:lnTo>
                  <a:pt x="130" y="28"/>
                </a:lnTo>
                <a:lnTo>
                  <a:pt x="130" y="0"/>
                </a:lnTo>
                <a:moveTo>
                  <a:pt x="260" y="0"/>
                </a:moveTo>
                <a:lnTo>
                  <a:pt x="340" y="0"/>
                </a:lnTo>
                <a:lnTo>
                  <a:pt x="340" y="28"/>
                </a:lnTo>
                <a:lnTo>
                  <a:pt x="260" y="28"/>
                </a:lnTo>
                <a:lnTo>
                  <a:pt x="260" y="0"/>
                </a:lnTo>
                <a:moveTo>
                  <a:pt x="391" y="0"/>
                </a:moveTo>
                <a:lnTo>
                  <a:pt x="470" y="0"/>
                </a:lnTo>
                <a:lnTo>
                  <a:pt x="470" y="28"/>
                </a:lnTo>
                <a:lnTo>
                  <a:pt x="391" y="28"/>
                </a:lnTo>
                <a:lnTo>
                  <a:pt x="391" y="0"/>
                </a:lnTo>
                <a:moveTo>
                  <a:pt x="521" y="0"/>
                </a:moveTo>
                <a:lnTo>
                  <a:pt x="600" y="0"/>
                </a:lnTo>
                <a:lnTo>
                  <a:pt x="600" y="28"/>
                </a:lnTo>
                <a:lnTo>
                  <a:pt x="521" y="28"/>
                </a:lnTo>
                <a:lnTo>
                  <a:pt x="521" y="0"/>
                </a:lnTo>
                <a:moveTo>
                  <a:pt x="651" y="0"/>
                </a:moveTo>
                <a:lnTo>
                  <a:pt x="730" y="0"/>
                </a:lnTo>
                <a:lnTo>
                  <a:pt x="730" y="28"/>
                </a:lnTo>
                <a:lnTo>
                  <a:pt x="651" y="28"/>
                </a:lnTo>
                <a:lnTo>
                  <a:pt x="651" y="0"/>
                </a:lnTo>
                <a:moveTo>
                  <a:pt x="781" y="0"/>
                </a:moveTo>
                <a:lnTo>
                  <a:pt x="861" y="0"/>
                </a:lnTo>
                <a:lnTo>
                  <a:pt x="861" y="28"/>
                </a:lnTo>
                <a:lnTo>
                  <a:pt x="781" y="28"/>
                </a:lnTo>
                <a:lnTo>
                  <a:pt x="781" y="0"/>
                </a:lnTo>
                <a:moveTo>
                  <a:pt x="912" y="0"/>
                </a:moveTo>
                <a:lnTo>
                  <a:pt x="991" y="0"/>
                </a:lnTo>
                <a:lnTo>
                  <a:pt x="991" y="28"/>
                </a:lnTo>
                <a:lnTo>
                  <a:pt x="912" y="28"/>
                </a:lnTo>
                <a:lnTo>
                  <a:pt x="912" y="0"/>
                </a:lnTo>
                <a:moveTo>
                  <a:pt x="1042" y="0"/>
                </a:moveTo>
                <a:lnTo>
                  <a:pt x="1121" y="0"/>
                </a:lnTo>
                <a:lnTo>
                  <a:pt x="1121" y="28"/>
                </a:lnTo>
                <a:lnTo>
                  <a:pt x="1042" y="28"/>
                </a:lnTo>
                <a:lnTo>
                  <a:pt x="1042" y="0"/>
                </a:lnTo>
                <a:moveTo>
                  <a:pt x="1172" y="0"/>
                </a:moveTo>
                <a:lnTo>
                  <a:pt x="1251" y="0"/>
                </a:lnTo>
                <a:lnTo>
                  <a:pt x="1251" y="28"/>
                </a:lnTo>
                <a:lnTo>
                  <a:pt x="1172" y="28"/>
                </a:lnTo>
                <a:lnTo>
                  <a:pt x="1172" y="0"/>
                </a:lnTo>
                <a:moveTo>
                  <a:pt x="1302" y="0"/>
                </a:moveTo>
                <a:lnTo>
                  <a:pt x="1382" y="0"/>
                </a:lnTo>
                <a:lnTo>
                  <a:pt x="1382" y="28"/>
                </a:lnTo>
                <a:lnTo>
                  <a:pt x="1302" y="28"/>
                </a:lnTo>
                <a:lnTo>
                  <a:pt x="1302" y="0"/>
                </a:lnTo>
                <a:moveTo>
                  <a:pt x="1433" y="0"/>
                </a:moveTo>
                <a:lnTo>
                  <a:pt x="1512" y="0"/>
                </a:lnTo>
                <a:lnTo>
                  <a:pt x="1512" y="28"/>
                </a:lnTo>
                <a:lnTo>
                  <a:pt x="1433" y="28"/>
                </a:lnTo>
                <a:lnTo>
                  <a:pt x="1433" y="0"/>
                </a:lnTo>
                <a:moveTo>
                  <a:pt x="1563" y="0"/>
                </a:moveTo>
                <a:lnTo>
                  <a:pt x="1642" y="0"/>
                </a:lnTo>
                <a:lnTo>
                  <a:pt x="1642" y="28"/>
                </a:lnTo>
                <a:lnTo>
                  <a:pt x="1563" y="28"/>
                </a:lnTo>
                <a:lnTo>
                  <a:pt x="1563" y="0"/>
                </a:lnTo>
                <a:moveTo>
                  <a:pt x="1693" y="0"/>
                </a:moveTo>
                <a:lnTo>
                  <a:pt x="1772" y="0"/>
                </a:lnTo>
                <a:lnTo>
                  <a:pt x="1772" y="28"/>
                </a:lnTo>
                <a:lnTo>
                  <a:pt x="1693" y="28"/>
                </a:lnTo>
                <a:lnTo>
                  <a:pt x="1693" y="0"/>
                </a:lnTo>
                <a:moveTo>
                  <a:pt x="1824" y="0"/>
                </a:moveTo>
                <a:lnTo>
                  <a:pt x="1904" y="0"/>
                </a:lnTo>
                <a:lnTo>
                  <a:pt x="1904" y="28"/>
                </a:lnTo>
                <a:lnTo>
                  <a:pt x="1824" y="28"/>
                </a:lnTo>
                <a:lnTo>
                  <a:pt x="1824" y="0"/>
                </a:lnTo>
                <a:moveTo>
                  <a:pt x="1955" y="0"/>
                </a:moveTo>
                <a:lnTo>
                  <a:pt x="2034" y="0"/>
                </a:lnTo>
                <a:lnTo>
                  <a:pt x="2034" y="28"/>
                </a:lnTo>
                <a:lnTo>
                  <a:pt x="1955" y="28"/>
                </a:lnTo>
                <a:lnTo>
                  <a:pt x="1955" y="0"/>
                </a:lnTo>
                <a:moveTo>
                  <a:pt x="2085" y="0"/>
                </a:moveTo>
                <a:lnTo>
                  <a:pt x="2164" y="0"/>
                </a:lnTo>
                <a:lnTo>
                  <a:pt x="2164" y="28"/>
                </a:lnTo>
                <a:lnTo>
                  <a:pt x="2085" y="28"/>
                </a:lnTo>
                <a:lnTo>
                  <a:pt x="2085" y="0"/>
                </a:lnTo>
                <a:moveTo>
                  <a:pt x="2215" y="0"/>
                </a:moveTo>
                <a:lnTo>
                  <a:pt x="2294" y="0"/>
                </a:lnTo>
                <a:lnTo>
                  <a:pt x="2294" y="28"/>
                </a:lnTo>
                <a:lnTo>
                  <a:pt x="2215" y="28"/>
                </a:lnTo>
                <a:lnTo>
                  <a:pt x="2215" y="0"/>
                </a:lnTo>
                <a:moveTo>
                  <a:pt x="2345" y="0"/>
                </a:moveTo>
                <a:lnTo>
                  <a:pt x="2425" y="0"/>
                </a:lnTo>
                <a:lnTo>
                  <a:pt x="2425" y="28"/>
                </a:lnTo>
                <a:lnTo>
                  <a:pt x="2345" y="28"/>
                </a:lnTo>
                <a:lnTo>
                  <a:pt x="2345" y="0"/>
                </a:lnTo>
                <a:moveTo>
                  <a:pt x="2476" y="0"/>
                </a:moveTo>
                <a:lnTo>
                  <a:pt x="2555" y="0"/>
                </a:lnTo>
                <a:lnTo>
                  <a:pt x="2555" y="28"/>
                </a:lnTo>
                <a:lnTo>
                  <a:pt x="2476" y="28"/>
                </a:lnTo>
                <a:lnTo>
                  <a:pt x="2476" y="0"/>
                </a:lnTo>
                <a:moveTo>
                  <a:pt x="2606" y="0"/>
                </a:moveTo>
                <a:lnTo>
                  <a:pt x="2685" y="0"/>
                </a:lnTo>
                <a:lnTo>
                  <a:pt x="2685" y="28"/>
                </a:lnTo>
                <a:lnTo>
                  <a:pt x="2606" y="28"/>
                </a:lnTo>
                <a:lnTo>
                  <a:pt x="2606" y="0"/>
                </a:lnTo>
                <a:moveTo>
                  <a:pt x="2736" y="0"/>
                </a:moveTo>
                <a:lnTo>
                  <a:pt x="2816" y="0"/>
                </a:lnTo>
                <a:lnTo>
                  <a:pt x="2816" y="28"/>
                </a:lnTo>
                <a:lnTo>
                  <a:pt x="2736" y="28"/>
                </a:lnTo>
                <a:lnTo>
                  <a:pt x="2736" y="0"/>
                </a:lnTo>
                <a:moveTo>
                  <a:pt x="2866" y="0"/>
                </a:moveTo>
                <a:lnTo>
                  <a:pt x="2946" y="0"/>
                </a:lnTo>
                <a:lnTo>
                  <a:pt x="2946" y="28"/>
                </a:lnTo>
                <a:lnTo>
                  <a:pt x="2866" y="28"/>
                </a:lnTo>
                <a:lnTo>
                  <a:pt x="2866" y="0"/>
                </a:lnTo>
                <a:moveTo>
                  <a:pt x="2997" y="0"/>
                </a:moveTo>
                <a:lnTo>
                  <a:pt x="3076" y="0"/>
                </a:lnTo>
                <a:lnTo>
                  <a:pt x="3076" y="28"/>
                </a:lnTo>
                <a:lnTo>
                  <a:pt x="2997" y="28"/>
                </a:lnTo>
                <a:lnTo>
                  <a:pt x="2997" y="0"/>
                </a:lnTo>
                <a:moveTo>
                  <a:pt x="3127" y="0"/>
                </a:moveTo>
                <a:lnTo>
                  <a:pt x="3206" y="0"/>
                </a:lnTo>
                <a:lnTo>
                  <a:pt x="3206" y="28"/>
                </a:lnTo>
                <a:lnTo>
                  <a:pt x="3127" y="28"/>
                </a:lnTo>
                <a:lnTo>
                  <a:pt x="3127" y="0"/>
                </a:lnTo>
                <a:moveTo>
                  <a:pt x="3257" y="0"/>
                </a:moveTo>
                <a:lnTo>
                  <a:pt x="3337" y="0"/>
                </a:lnTo>
                <a:lnTo>
                  <a:pt x="3337" y="28"/>
                </a:lnTo>
                <a:lnTo>
                  <a:pt x="3257" y="28"/>
                </a:lnTo>
                <a:lnTo>
                  <a:pt x="3257" y="0"/>
                </a:lnTo>
                <a:moveTo>
                  <a:pt x="3387" y="0"/>
                </a:moveTo>
                <a:lnTo>
                  <a:pt x="3467" y="0"/>
                </a:lnTo>
                <a:lnTo>
                  <a:pt x="3467" y="28"/>
                </a:lnTo>
                <a:lnTo>
                  <a:pt x="3387" y="28"/>
                </a:lnTo>
                <a:lnTo>
                  <a:pt x="338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971240" y="2832120"/>
            <a:ext cx="3182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Principes en uitgangspunten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waarom en hoe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4781520" y="34858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4971960" y="3600360"/>
            <a:ext cx="1476720" cy="9720"/>
          </a:xfrm>
          <a:custGeom>
            <a:avLst/>
            <a:gdLst/>
            <a:ahLst/>
            <a:rect l="0" t="0" r="r" b="b"/>
            <a:pathLst>
              <a:path w="4102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4" y="0"/>
                </a:moveTo>
                <a:lnTo>
                  <a:pt x="213" y="0"/>
                </a:lnTo>
                <a:lnTo>
                  <a:pt x="213" y="27"/>
                </a:lnTo>
                <a:lnTo>
                  <a:pt x="134" y="27"/>
                </a:lnTo>
                <a:lnTo>
                  <a:pt x="134" y="0"/>
                </a:lnTo>
                <a:moveTo>
                  <a:pt x="268" y="0"/>
                </a:moveTo>
                <a:lnTo>
                  <a:pt x="347" y="0"/>
                </a:lnTo>
                <a:lnTo>
                  <a:pt x="347" y="27"/>
                </a:lnTo>
                <a:lnTo>
                  <a:pt x="268" y="27"/>
                </a:lnTo>
                <a:lnTo>
                  <a:pt x="268" y="0"/>
                </a:lnTo>
                <a:moveTo>
                  <a:pt x="402" y="0"/>
                </a:moveTo>
                <a:lnTo>
                  <a:pt x="481" y="0"/>
                </a:lnTo>
                <a:lnTo>
                  <a:pt x="481" y="27"/>
                </a:lnTo>
                <a:lnTo>
                  <a:pt x="402" y="27"/>
                </a:lnTo>
                <a:lnTo>
                  <a:pt x="402" y="0"/>
                </a:lnTo>
                <a:moveTo>
                  <a:pt x="536" y="0"/>
                </a:moveTo>
                <a:lnTo>
                  <a:pt x="616" y="0"/>
                </a:lnTo>
                <a:lnTo>
                  <a:pt x="616" y="27"/>
                </a:lnTo>
                <a:lnTo>
                  <a:pt x="536" y="27"/>
                </a:lnTo>
                <a:lnTo>
                  <a:pt x="536" y="0"/>
                </a:lnTo>
                <a:moveTo>
                  <a:pt x="671" y="0"/>
                </a:moveTo>
                <a:lnTo>
                  <a:pt x="750" y="0"/>
                </a:lnTo>
                <a:lnTo>
                  <a:pt x="750" y="27"/>
                </a:lnTo>
                <a:lnTo>
                  <a:pt x="671" y="27"/>
                </a:lnTo>
                <a:lnTo>
                  <a:pt x="671" y="0"/>
                </a:lnTo>
                <a:moveTo>
                  <a:pt x="805" y="0"/>
                </a:moveTo>
                <a:lnTo>
                  <a:pt x="884" y="0"/>
                </a:lnTo>
                <a:lnTo>
                  <a:pt x="884" y="27"/>
                </a:lnTo>
                <a:lnTo>
                  <a:pt x="805" y="27"/>
                </a:lnTo>
                <a:lnTo>
                  <a:pt x="805" y="0"/>
                </a:lnTo>
                <a:moveTo>
                  <a:pt x="939" y="0"/>
                </a:moveTo>
                <a:lnTo>
                  <a:pt x="1019" y="0"/>
                </a:lnTo>
                <a:lnTo>
                  <a:pt x="1019" y="27"/>
                </a:lnTo>
                <a:lnTo>
                  <a:pt x="939" y="27"/>
                </a:lnTo>
                <a:lnTo>
                  <a:pt x="939" y="0"/>
                </a:lnTo>
                <a:moveTo>
                  <a:pt x="1073" y="0"/>
                </a:moveTo>
                <a:lnTo>
                  <a:pt x="1153" y="0"/>
                </a:lnTo>
                <a:lnTo>
                  <a:pt x="1153" y="27"/>
                </a:lnTo>
                <a:lnTo>
                  <a:pt x="1073" y="27"/>
                </a:lnTo>
                <a:lnTo>
                  <a:pt x="1073" y="0"/>
                </a:lnTo>
                <a:moveTo>
                  <a:pt x="1207" y="0"/>
                </a:moveTo>
                <a:lnTo>
                  <a:pt x="1287" y="0"/>
                </a:lnTo>
                <a:lnTo>
                  <a:pt x="1287" y="27"/>
                </a:lnTo>
                <a:lnTo>
                  <a:pt x="1207" y="27"/>
                </a:lnTo>
                <a:lnTo>
                  <a:pt x="1207" y="0"/>
                </a:lnTo>
                <a:moveTo>
                  <a:pt x="1341" y="0"/>
                </a:moveTo>
                <a:lnTo>
                  <a:pt x="1421" y="0"/>
                </a:lnTo>
                <a:lnTo>
                  <a:pt x="1421" y="27"/>
                </a:lnTo>
                <a:lnTo>
                  <a:pt x="1341" y="27"/>
                </a:lnTo>
                <a:lnTo>
                  <a:pt x="1341" y="0"/>
                </a:lnTo>
                <a:moveTo>
                  <a:pt x="1475" y="0"/>
                </a:moveTo>
                <a:lnTo>
                  <a:pt x="1555" y="0"/>
                </a:lnTo>
                <a:lnTo>
                  <a:pt x="1555" y="27"/>
                </a:lnTo>
                <a:lnTo>
                  <a:pt x="1475" y="27"/>
                </a:lnTo>
                <a:lnTo>
                  <a:pt x="1475" y="0"/>
                </a:lnTo>
                <a:moveTo>
                  <a:pt x="1609" y="0"/>
                </a:moveTo>
                <a:lnTo>
                  <a:pt x="1689" y="0"/>
                </a:lnTo>
                <a:lnTo>
                  <a:pt x="1689" y="27"/>
                </a:lnTo>
                <a:lnTo>
                  <a:pt x="1609" y="27"/>
                </a:lnTo>
                <a:lnTo>
                  <a:pt x="1609" y="0"/>
                </a:lnTo>
                <a:moveTo>
                  <a:pt x="1743" y="0"/>
                </a:moveTo>
                <a:lnTo>
                  <a:pt x="1823" y="0"/>
                </a:lnTo>
                <a:lnTo>
                  <a:pt x="1823" y="27"/>
                </a:lnTo>
                <a:lnTo>
                  <a:pt x="1743" y="27"/>
                </a:lnTo>
                <a:lnTo>
                  <a:pt x="1743" y="0"/>
                </a:lnTo>
                <a:moveTo>
                  <a:pt x="1878" y="0"/>
                </a:moveTo>
                <a:lnTo>
                  <a:pt x="1957" y="0"/>
                </a:lnTo>
                <a:lnTo>
                  <a:pt x="1957" y="27"/>
                </a:lnTo>
                <a:lnTo>
                  <a:pt x="1878" y="27"/>
                </a:lnTo>
                <a:lnTo>
                  <a:pt x="1878" y="0"/>
                </a:lnTo>
                <a:moveTo>
                  <a:pt x="2012" y="0"/>
                </a:moveTo>
                <a:lnTo>
                  <a:pt x="2091" y="0"/>
                </a:lnTo>
                <a:lnTo>
                  <a:pt x="2091" y="27"/>
                </a:lnTo>
                <a:lnTo>
                  <a:pt x="2012" y="27"/>
                </a:lnTo>
                <a:lnTo>
                  <a:pt x="2012" y="0"/>
                </a:lnTo>
                <a:moveTo>
                  <a:pt x="2146" y="0"/>
                </a:moveTo>
                <a:lnTo>
                  <a:pt x="2225" y="0"/>
                </a:lnTo>
                <a:lnTo>
                  <a:pt x="2225" y="27"/>
                </a:lnTo>
                <a:lnTo>
                  <a:pt x="2146" y="27"/>
                </a:lnTo>
                <a:lnTo>
                  <a:pt x="2146" y="0"/>
                </a:lnTo>
                <a:moveTo>
                  <a:pt x="2280" y="0"/>
                </a:moveTo>
                <a:lnTo>
                  <a:pt x="2359" y="0"/>
                </a:lnTo>
                <a:lnTo>
                  <a:pt x="2359" y="27"/>
                </a:lnTo>
                <a:lnTo>
                  <a:pt x="2280" y="27"/>
                </a:lnTo>
                <a:lnTo>
                  <a:pt x="2280" y="0"/>
                </a:lnTo>
                <a:moveTo>
                  <a:pt x="2414" y="0"/>
                </a:moveTo>
                <a:lnTo>
                  <a:pt x="2493" y="0"/>
                </a:lnTo>
                <a:lnTo>
                  <a:pt x="2493" y="27"/>
                </a:lnTo>
                <a:lnTo>
                  <a:pt x="2414" y="27"/>
                </a:lnTo>
                <a:lnTo>
                  <a:pt x="2414" y="0"/>
                </a:lnTo>
                <a:moveTo>
                  <a:pt x="2548" y="0"/>
                </a:moveTo>
                <a:lnTo>
                  <a:pt x="2627" y="0"/>
                </a:lnTo>
                <a:lnTo>
                  <a:pt x="2627" y="27"/>
                </a:lnTo>
                <a:lnTo>
                  <a:pt x="2548" y="27"/>
                </a:lnTo>
                <a:lnTo>
                  <a:pt x="2548" y="0"/>
                </a:lnTo>
                <a:moveTo>
                  <a:pt x="2682" y="0"/>
                </a:moveTo>
                <a:lnTo>
                  <a:pt x="2761" y="0"/>
                </a:lnTo>
                <a:lnTo>
                  <a:pt x="2761" y="27"/>
                </a:lnTo>
                <a:lnTo>
                  <a:pt x="2682" y="27"/>
                </a:lnTo>
                <a:lnTo>
                  <a:pt x="2682" y="0"/>
                </a:lnTo>
                <a:moveTo>
                  <a:pt x="2816" y="0"/>
                </a:moveTo>
                <a:lnTo>
                  <a:pt x="2895" y="0"/>
                </a:lnTo>
                <a:lnTo>
                  <a:pt x="2895" y="27"/>
                </a:lnTo>
                <a:lnTo>
                  <a:pt x="2816" y="27"/>
                </a:lnTo>
                <a:lnTo>
                  <a:pt x="2816" y="0"/>
                </a:lnTo>
                <a:moveTo>
                  <a:pt x="2950" y="0"/>
                </a:moveTo>
                <a:lnTo>
                  <a:pt x="3029" y="0"/>
                </a:lnTo>
                <a:lnTo>
                  <a:pt x="3029" y="27"/>
                </a:lnTo>
                <a:lnTo>
                  <a:pt x="2950" y="27"/>
                </a:lnTo>
                <a:lnTo>
                  <a:pt x="2950" y="0"/>
                </a:lnTo>
                <a:moveTo>
                  <a:pt x="3084" y="0"/>
                </a:moveTo>
                <a:lnTo>
                  <a:pt x="3163" y="0"/>
                </a:lnTo>
                <a:lnTo>
                  <a:pt x="3163" y="27"/>
                </a:lnTo>
                <a:lnTo>
                  <a:pt x="3084" y="27"/>
                </a:lnTo>
                <a:lnTo>
                  <a:pt x="3084" y="0"/>
                </a:lnTo>
                <a:moveTo>
                  <a:pt x="3218" y="0"/>
                </a:moveTo>
                <a:lnTo>
                  <a:pt x="3297" y="0"/>
                </a:lnTo>
                <a:lnTo>
                  <a:pt x="3297" y="27"/>
                </a:lnTo>
                <a:lnTo>
                  <a:pt x="3218" y="27"/>
                </a:lnTo>
                <a:lnTo>
                  <a:pt x="3218" y="0"/>
                </a:lnTo>
                <a:moveTo>
                  <a:pt x="3352" y="0"/>
                </a:moveTo>
                <a:lnTo>
                  <a:pt x="3432" y="0"/>
                </a:lnTo>
                <a:lnTo>
                  <a:pt x="3432" y="27"/>
                </a:lnTo>
                <a:lnTo>
                  <a:pt x="3352" y="27"/>
                </a:lnTo>
                <a:lnTo>
                  <a:pt x="3352" y="0"/>
                </a:lnTo>
                <a:moveTo>
                  <a:pt x="3486" y="0"/>
                </a:moveTo>
                <a:lnTo>
                  <a:pt x="3566" y="0"/>
                </a:lnTo>
                <a:lnTo>
                  <a:pt x="3566" y="27"/>
                </a:lnTo>
                <a:lnTo>
                  <a:pt x="3486" y="27"/>
                </a:lnTo>
                <a:lnTo>
                  <a:pt x="3486" y="0"/>
                </a:lnTo>
                <a:moveTo>
                  <a:pt x="3620" y="0"/>
                </a:moveTo>
                <a:lnTo>
                  <a:pt x="3700" y="0"/>
                </a:lnTo>
                <a:lnTo>
                  <a:pt x="3700" y="27"/>
                </a:lnTo>
                <a:lnTo>
                  <a:pt x="3620" y="27"/>
                </a:lnTo>
                <a:lnTo>
                  <a:pt x="3620" y="0"/>
                </a:lnTo>
                <a:moveTo>
                  <a:pt x="3754" y="0"/>
                </a:moveTo>
                <a:lnTo>
                  <a:pt x="3834" y="0"/>
                </a:lnTo>
                <a:lnTo>
                  <a:pt x="3834" y="27"/>
                </a:lnTo>
                <a:lnTo>
                  <a:pt x="3754" y="27"/>
                </a:lnTo>
                <a:lnTo>
                  <a:pt x="3754" y="0"/>
                </a:lnTo>
                <a:moveTo>
                  <a:pt x="3888" y="0"/>
                </a:moveTo>
                <a:lnTo>
                  <a:pt x="3968" y="0"/>
                </a:lnTo>
                <a:lnTo>
                  <a:pt x="3968" y="27"/>
                </a:lnTo>
                <a:lnTo>
                  <a:pt x="3888" y="27"/>
                </a:lnTo>
                <a:lnTo>
                  <a:pt x="3888" y="0"/>
                </a:lnTo>
                <a:moveTo>
                  <a:pt x="4022" y="0"/>
                </a:moveTo>
                <a:lnTo>
                  <a:pt x="4102" y="0"/>
                </a:lnTo>
                <a:lnTo>
                  <a:pt x="4102" y="27"/>
                </a:lnTo>
                <a:lnTo>
                  <a:pt x="4022" y="27"/>
                </a:lnTo>
                <a:lnTo>
                  <a:pt x="402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971240" y="3127320"/>
            <a:ext cx="2680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Requirementsboom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van doel naar eis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971240" y="3432240"/>
            <a:ext cx="2999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Koppelvlakspeciﬁcaties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het releasepakket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456840" y="2219040"/>
            <a:ext cx="3324600" cy="314640"/>
          </a:xfrm>
          <a:custGeom>
            <a:avLst/>
            <a:gdLst/>
            <a:ahLst/>
            <a:rect l="0" t="0" r="r" b="b"/>
            <a:pathLst>
              <a:path w="9235" h="874">
                <a:moveTo>
                  <a:pt x="0" y="0"/>
                </a:moveTo>
                <a:lnTo>
                  <a:pt x="9235" y="0"/>
                </a:lnTo>
                <a:lnTo>
                  <a:pt x="923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3781080" y="2219040"/>
            <a:ext cx="762480" cy="314640"/>
          </a:xfrm>
          <a:custGeom>
            <a:avLst/>
            <a:gdLst/>
            <a:ahLst/>
            <a:rect l="0" t="0" r="r" b="b"/>
            <a:pathLst>
              <a:path w="2118" h="874">
                <a:moveTo>
                  <a:pt x="0" y="0"/>
                </a:moveTo>
                <a:lnTo>
                  <a:pt x="2118" y="0"/>
                </a:lnTo>
                <a:lnTo>
                  <a:pt x="211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456840" y="2523960"/>
            <a:ext cx="3324600" cy="19440"/>
          </a:xfrm>
          <a:custGeom>
            <a:avLst/>
            <a:gdLst/>
            <a:ahLst/>
            <a:rect l="0" t="0" r="r" b="b"/>
            <a:pathLst>
              <a:path w="9235" h="54">
                <a:moveTo>
                  <a:pt x="0" y="0"/>
                </a:moveTo>
                <a:lnTo>
                  <a:pt x="9235" y="0"/>
                </a:lnTo>
                <a:lnTo>
                  <a:pt x="923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/>
          <p:nvPr/>
        </p:nvSpPr>
        <p:spPr>
          <a:xfrm>
            <a:off x="3781080" y="2523960"/>
            <a:ext cx="762480" cy="19440"/>
          </a:xfrm>
          <a:custGeom>
            <a:avLst/>
            <a:gdLst/>
            <a:ahLst/>
            <a:rect l="0" t="0" r="r" b="b"/>
            <a:pathLst>
              <a:path w="2118" h="54">
                <a:moveTo>
                  <a:pt x="0" y="0"/>
                </a:moveTo>
                <a:lnTo>
                  <a:pt x="2118" y="0"/>
                </a:lnTo>
                <a:lnTo>
                  <a:pt x="211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456840" y="2876400"/>
            <a:ext cx="3324600" cy="9720"/>
          </a:xfrm>
          <a:custGeom>
            <a:avLst/>
            <a:gdLst/>
            <a:ahLst/>
            <a:rect l="0" t="0" r="r" b="b"/>
            <a:pathLst>
              <a:path w="9235" h="27">
                <a:moveTo>
                  <a:pt x="0" y="0"/>
                </a:moveTo>
                <a:lnTo>
                  <a:pt x="9235" y="0"/>
                </a:lnTo>
                <a:lnTo>
                  <a:pt x="9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3781080" y="287640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456840" y="3209760"/>
            <a:ext cx="3324600" cy="9720"/>
          </a:xfrm>
          <a:custGeom>
            <a:avLst/>
            <a:gdLst/>
            <a:ahLst/>
            <a:rect l="0" t="0" r="r" b="b"/>
            <a:pathLst>
              <a:path w="9235" h="27">
                <a:moveTo>
                  <a:pt x="0" y="0"/>
                </a:moveTo>
                <a:lnTo>
                  <a:pt x="9235" y="0"/>
                </a:lnTo>
                <a:lnTo>
                  <a:pt x="9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1" name=""/>
          <p:cNvSpPr/>
          <p:nvPr/>
        </p:nvSpPr>
        <p:spPr>
          <a:xfrm>
            <a:off x="3781080" y="32097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456840" y="3552480"/>
            <a:ext cx="3324600" cy="10080"/>
          </a:xfrm>
          <a:custGeom>
            <a:avLst/>
            <a:gdLst/>
            <a:ahLst/>
            <a:rect l="0" t="0" r="r" b="b"/>
            <a:pathLst>
              <a:path w="9235" h="28">
                <a:moveTo>
                  <a:pt x="0" y="0"/>
                </a:moveTo>
                <a:lnTo>
                  <a:pt x="9235" y="0"/>
                </a:lnTo>
                <a:lnTo>
                  <a:pt x="9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3781080" y="355248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>
            <a:off x="456840" y="3895560"/>
            <a:ext cx="3324600" cy="9720"/>
          </a:xfrm>
          <a:custGeom>
            <a:avLst/>
            <a:gdLst/>
            <a:ahLst/>
            <a:rect l="0" t="0" r="r" b="b"/>
            <a:pathLst>
              <a:path w="9235" h="27">
                <a:moveTo>
                  <a:pt x="0" y="0"/>
                </a:moveTo>
                <a:lnTo>
                  <a:pt x="9235" y="0"/>
                </a:lnTo>
                <a:lnTo>
                  <a:pt x="9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3781080" y="38955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456840" y="4238280"/>
            <a:ext cx="3324600" cy="10080"/>
          </a:xfrm>
          <a:custGeom>
            <a:avLst/>
            <a:gdLst/>
            <a:ahLst/>
            <a:rect l="0" t="0" r="r" b="b"/>
            <a:pathLst>
              <a:path w="9235" h="28">
                <a:moveTo>
                  <a:pt x="0" y="0"/>
                </a:moveTo>
                <a:lnTo>
                  <a:pt x="9235" y="0"/>
                </a:lnTo>
                <a:lnTo>
                  <a:pt x="9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/>
          <p:nvPr/>
        </p:nvSpPr>
        <p:spPr>
          <a:xfrm>
            <a:off x="3781080" y="423828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39920" y="1005840"/>
            <a:ext cx="20811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Open werk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57200" y="1878480"/>
            <a:ext cx="2751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Vijf milestones met openstaand werk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63760" y="2307960"/>
            <a:ext cx="709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MILESTONE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561960" y="279072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10" y="0"/>
                </a:lnTo>
                <a:lnTo>
                  <a:pt x="210" y="27"/>
                </a:lnTo>
                <a:lnTo>
                  <a:pt x="130" y="27"/>
                </a:lnTo>
                <a:lnTo>
                  <a:pt x="130" y="0"/>
                </a:lnTo>
                <a:moveTo>
                  <a:pt x="261" y="0"/>
                </a:moveTo>
                <a:lnTo>
                  <a:pt x="340" y="0"/>
                </a:lnTo>
                <a:lnTo>
                  <a:pt x="340" y="27"/>
                </a:lnTo>
                <a:lnTo>
                  <a:pt x="261" y="27"/>
                </a:lnTo>
                <a:lnTo>
                  <a:pt x="261" y="0"/>
                </a:lnTo>
                <a:moveTo>
                  <a:pt x="392" y="0"/>
                </a:moveTo>
                <a:lnTo>
                  <a:pt x="471" y="0"/>
                </a:lnTo>
                <a:lnTo>
                  <a:pt x="471" y="27"/>
                </a:lnTo>
                <a:lnTo>
                  <a:pt x="392" y="27"/>
                </a:lnTo>
                <a:lnTo>
                  <a:pt x="392" y="0"/>
                </a:lnTo>
                <a:moveTo>
                  <a:pt x="522" y="0"/>
                </a:moveTo>
                <a:lnTo>
                  <a:pt x="602" y="0"/>
                </a:lnTo>
                <a:lnTo>
                  <a:pt x="602" y="27"/>
                </a:lnTo>
                <a:lnTo>
                  <a:pt x="522" y="27"/>
                </a:lnTo>
                <a:lnTo>
                  <a:pt x="522" y="0"/>
                </a:lnTo>
                <a:moveTo>
                  <a:pt x="654" y="0"/>
                </a:moveTo>
                <a:lnTo>
                  <a:pt x="733" y="0"/>
                </a:lnTo>
                <a:lnTo>
                  <a:pt x="733" y="27"/>
                </a:lnTo>
                <a:lnTo>
                  <a:pt x="654" y="27"/>
                </a:lnTo>
                <a:lnTo>
                  <a:pt x="654" y="0"/>
                </a:lnTo>
                <a:moveTo>
                  <a:pt x="785" y="0"/>
                </a:moveTo>
                <a:lnTo>
                  <a:pt x="864" y="0"/>
                </a:lnTo>
                <a:lnTo>
                  <a:pt x="864" y="27"/>
                </a:lnTo>
                <a:lnTo>
                  <a:pt x="785" y="27"/>
                </a:lnTo>
                <a:lnTo>
                  <a:pt x="785" y="0"/>
                </a:lnTo>
                <a:moveTo>
                  <a:pt x="915" y="0"/>
                </a:moveTo>
                <a:lnTo>
                  <a:pt x="995" y="0"/>
                </a:lnTo>
                <a:lnTo>
                  <a:pt x="995" y="27"/>
                </a:lnTo>
                <a:lnTo>
                  <a:pt x="915" y="27"/>
                </a:lnTo>
                <a:lnTo>
                  <a:pt x="915" y="0"/>
                </a:lnTo>
                <a:moveTo>
                  <a:pt x="1046" y="0"/>
                </a:moveTo>
                <a:lnTo>
                  <a:pt x="1125" y="0"/>
                </a:lnTo>
                <a:lnTo>
                  <a:pt x="1125" y="27"/>
                </a:lnTo>
                <a:lnTo>
                  <a:pt x="1046" y="27"/>
                </a:lnTo>
                <a:lnTo>
                  <a:pt x="1046" y="0"/>
                </a:lnTo>
                <a:moveTo>
                  <a:pt x="1177" y="0"/>
                </a:moveTo>
                <a:lnTo>
                  <a:pt x="1256" y="0"/>
                </a:lnTo>
                <a:lnTo>
                  <a:pt x="1256" y="27"/>
                </a:lnTo>
                <a:lnTo>
                  <a:pt x="1177" y="27"/>
                </a:lnTo>
                <a:lnTo>
                  <a:pt x="1177" y="0"/>
                </a:lnTo>
                <a:moveTo>
                  <a:pt x="1307" y="0"/>
                </a:moveTo>
                <a:lnTo>
                  <a:pt x="1387" y="0"/>
                </a:lnTo>
                <a:lnTo>
                  <a:pt x="1387" y="27"/>
                </a:lnTo>
                <a:lnTo>
                  <a:pt x="1307" y="27"/>
                </a:lnTo>
                <a:lnTo>
                  <a:pt x="1307" y="0"/>
                </a:lnTo>
                <a:moveTo>
                  <a:pt x="1438" y="0"/>
                </a:moveTo>
                <a:lnTo>
                  <a:pt x="1517" y="0"/>
                </a:lnTo>
                <a:lnTo>
                  <a:pt x="1517" y="27"/>
                </a:lnTo>
                <a:lnTo>
                  <a:pt x="1438" y="27"/>
                </a:lnTo>
                <a:lnTo>
                  <a:pt x="1438" y="0"/>
                </a:lnTo>
                <a:moveTo>
                  <a:pt x="1569" y="0"/>
                </a:moveTo>
                <a:lnTo>
                  <a:pt x="1648" y="0"/>
                </a:lnTo>
                <a:lnTo>
                  <a:pt x="1648" y="27"/>
                </a:lnTo>
                <a:lnTo>
                  <a:pt x="1569" y="27"/>
                </a:lnTo>
                <a:lnTo>
                  <a:pt x="1569" y="0"/>
                </a:lnTo>
                <a:moveTo>
                  <a:pt x="1699" y="0"/>
                </a:moveTo>
                <a:lnTo>
                  <a:pt x="1779" y="0"/>
                </a:lnTo>
                <a:lnTo>
                  <a:pt x="1779" y="27"/>
                </a:lnTo>
                <a:lnTo>
                  <a:pt x="1699" y="27"/>
                </a:lnTo>
                <a:lnTo>
                  <a:pt x="1699" y="0"/>
                </a:lnTo>
                <a:moveTo>
                  <a:pt x="1830" y="0"/>
                </a:moveTo>
                <a:lnTo>
                  <a:pt x="1910" y="0"/>
                </a:lnTo>
                <a:lnTo>
                  <a:pt x="1910" y="27"/>
                </a:lnTo>
                <a:lnTo>
                  <a:pt x="1830" y="27"/>
                </a:lnTo>
                <a:lnTo>
                  <a:pt x="1830" y="0"/>
                </a:lnTo>
                <a:moveTo>
                  <a:pt x="1961" y="0"/>
                </a:moveTo>
                <a:lnTo>
                  <a:pt x="2040" y="0"/>
                </a:lnTo>
                <a:lnTo>
                  <a:pt x="2040" y="27"/>
                </a:lnTo>
                <a:lnTo>
                  <a:pt x="1961" y="27"/>
                </a:lnTo>
                <a:lnTo>
                  <a:pt x="1961" y="0"/>
                </a:lnTo>
                <a:moveTo>
                  <a:pt x="2092" y="0"/>
                </a:moveTo>
                <a:lnTo>
                  <a:pt x="2171" y="0"/>
                </a:lnTo>
                <a:lnTo>
                  <a:pt x="2171" y="27"/>
                </a:lnTo>
                <a:lnTo>
                  <a:pt x="2092" y="27"/>
                </a:lnTo>
                <a:lnTo>
                  <a:pt x="2092" y="0"/>
                </a:lnTo>
                <a:moveTo>
                  <a:pt x="2222" y="0"/>
                </a:moveTo>
                <a:lnTo>
                  <a:pt x="2302" y="0"/>
                </a:lnTo>
                <a:lnTo>
                  <a:pt x="2302" y="27"/>
                </a:lnTo>
                <a:lnTo>
                  <a:pt x="2222" y="27"/>
                </a:lnTo>
                <a:lnTo>
                  <a:pt x="2222" y="0"/>
                </a:lnTo>
                <a:moveTo>
                  <a:pt x="2353" y="0"/>
                </a:moveTo>
                <a:lnTo>
                  <a:pt x="2432" y="0"/>
                </a:lnTo>
                <a:lnTo>
                  <a:pt x="2432" y="27"/>
                </a:lnTo>
                <a:lnTo>
                  <a:pt x="2353" y="27"/>
                </a:lnTo>
                <a:lnTo>
                  <a:pt x="2353" y="0"/>
                </a:lnTo>
                <a:moveTo>
                  <a:pt x="2484" y="0"/>
                </a:moveTo>
                <a:lnTo>
                  <a:pt x="2563" y="0"/>
                </a:lnTo>
                <a:lnTo>
                  <a:pt x="2563" y="27"/>
                </a:lnTo>
                <a:lnTo>
                  <a:pt x="2484" y="27"/>
                </a:lnTo>
                <a:lnTo>
                  <a:pt x="2484" y="0"/>
                </a:lnTo>
                <a:moveTo>
                  <a:pt x="2614" y="0"/>
                </a:moveTo>
                <a:lnTo>
                  <a:pt x="2694" y="0"/>
                </a:lnTo>
                <a:lnTo>
                  <a:pt x="2694" y="27"/>
                </a:lnTo>
                <a:lnTo>
                  <a:pt x="2614" y="27"/>
                </a:lnTo>
                <a:lnTo>
                  <a:pt x="2614" y="0"/>
                </a:lnTo>
                <a:moveTo>
                  <a:pt x="2745" y="0"/>
                </a:moveTo>
                <a:lnTo>
                  <a:pt x="2824" y="0"/>
                </a:lnTo>
                <a:lnTo>
                  <a:pt x="2824" y="27"/>
                </a:lnTo>
                <a:lnTo>
                  <a:pt x="2745" y="27"/>
                </a:lnTo>
                <a:lnTo>
                  <a:pt x="2745" y="0"/>
                </a:lnTo>
                <a:moveTo>
                  <a:pt x="2876" y="0"/>
                </a:moveTo>
                <a:lnTo>
                  <a:pt x="2955" y="0"/>
                </a:lnTo>
                <a:lnTo>
                  <a:pt x="2955" y="27"/>
                </a:lnTo>
                <a:lnTo>
                  <a:pt x="2876" y="27"/>
                </a:lnTo>
                <a:lnTo>
                  <a:pt x="2876" y="0"/>
                </a:lnTo>
                <a:moveTo>
                  <a:pt x="3006" y="0"/>
                </a:moveTo>
                <a:lnTo>
                  <a:pt x="3086" y="0"/>
                </a:lnTo>
                <a:lnTo>
                  <a:pt x="3086" y="27"/>
                </a:lnTo>
                <a:lnTo>
                  <a:pt x="3006" y="27"/>
                </a:lnTo>
                <a:lnTo>
                  <a:pt x="3006" y="0"/>
                </a:lnTo>
                <a:moveTo>
                  <a:pt x="3137" y="0"/>
                </a:moveTo>
                <a:lnTo>
                  <a:pt x="3216" y="0"/>
                </a:lnTo>
                <a:lnTo>
                  <a:pt x="3216" y="27"/>
                </a:lnTo>
                <a:lnTo>
                  <a:pt x="3137" y="27"/>
                </a:lnTo>
                <a:lnTo>
                  <a:pt x="3137" y="0"/>
                </a:lnTo>
                <a:moveTo>
                  <a:pt x="3268" y="0"/>
                </a:moveTo>
                <a:lnTo>
                  <a:pt x="3347" y="0"/>
                </a:lnTo>
                <a:lnTo>
                  <a:pt x="3347" y="27"/>
                </a:lnTo>
                <a:lnTo>
                  <a:pt x="3268" y="27"/>
                </a:lnTo>
                <a:lnTo>
                  <a:pt x="3268" y="0"/>
                </a:lnTo>
                <a:moveTo>
                  <a:pt x="3398" y="0"/>
                </a:moveTo>
                <a:lnTo>
                  <a:pt x="3478" y="0"/>
                </a:lnTo>
                <a:lnTo>
                  <a:pt x="3478" y="27"/>
                </a:lnTo>
                <a:lnTo>
                  <a:pt x="3398" y="27"/>
                </a:lnTo>
                <a:lnTo>
                  <a:pt x="3398" y="0"/>
                </a:lnTo>
                <a:moveTo>
                  <a:pt x="3529" y="0"/>
                </a:moveTo>
                <a:lnTo>
                  <a:pt x="3608" y="0"/>
                </a:lnTo>
                <a:lnTo>
                  <a:pt x="3608" y="27"/>
                </a:lnTo>
                <a:lnTo>
                  <a:pt x="3529" y="27"/>
                </a:lnTo>
                <a:lnTo>
                  <a:pt x="3529" y="0"/>
                </a:lnTo>
                <a:moveTo>
                  <a:pt x="3660" y="0"/>
                </a:moveTo>
                <a:lnTo>
                  <a:pt x="3739" y="0"/>
                </a:lnTo>
                <a:lnTo>
                  <a:pt x="3739" y="27"/>
                </a:lnTo>
                <a:lnTo>
                  <a:pt x="3660" y="27"/>
                </a:lnTo>
                <a:lnTo>
                  <a:pt x="3660" y="0"/>
                </a:lnTo>
                <a:moveTo>
                  <a:pt x="3790" y="0"/>
                </a:moveTo>
                <a:lnTo>
                  <a:pt x="3870" y="0"/>
                </a:lnTo>
                <a:lnTo>
                  <a:pt x="3870" y="27"/>
                </a:lnTo>
                <a:lnTo>
                  <a:pt x="3790" y="27"/>
                </a:lnTo>
                <a:lnTo>
                  <a:pt x="3790" y="0"/>
                </a:lnTo>
                <a:moveTo>
                  <a:pt x="3921" y="0"/>
                </a:moveTo>
                <a:lnTo>
                  <a:pt x="4001" y="0"/>
                </a:lnTo>
                <a:lnTo>
                  <a:pt x="4001" y="27"/>
                </a:lnTo>
                <a:lnTo>
                  <a:pt x="3921" y="27"/>
                </a:lnTo>
                <a:lnTo>
                  <a:pt x="3921" y="0"/>
                </a:lnTo>
                <a:moveTo>
                  <a:pt x="4052" y="0"/>
                </a:moveTo>
                <a:lnTo>
                  <a:pt x="4131" y="0"/>
                </a:lnTo>
                <a:lnTo>
                  <a:pt x="4131" y="27"/>
                </a:lnTo>
                <a:lnTo>
                  <a:pt x="4052" y="27"/>
                </a:lnTo>
                <a:lnTo>
                  <a:pt x="4052" y="0"/>
                </a:lnTo>
                <a:moveTo>
                  <a:pt x="4183" y="0"/>
                </a:moveTo>
                <a:lnTo>
                  <a:pt x="4262" y="0"/>
                </a:lnTo>
                <a:lnTo>
                  <a:pt x="4262" y="27"/>
                </a:lnTo>
                <a:lnTo>
                  <a:pt x="4183" y="27"/>
                </a:lnTo>
                <a:lnTo>
                  <a:pt x="4183" y="0"/>
                </a:lnTo>
                <a:moveTo>
                  <a:pt x="4313" y="0"/>
                </a:moveTo>
                <a:lnTo>
                  <a:pt x="4393" y="0"/>
                </a:lnTo>
                <a:lnTo>
                  <a:pt x="4393" y="27"/>
                </a:lnTo>
                <a:lnTo>
                  <a:pt x="4313" y="27"/>
                </a:lnTo>
                <a:lnTo>
                  <a:pt x="431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891240" y="2307960"/>
            <a:ext cx="340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OPEN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63760" y="2640600"/>
            <a:ext cx="176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Releaseproces en kwaliteit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561960" y="312408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7"/>
                </a:lnTo>
                <a:lnTo>
                  <a:pt x="395" y="27"/>
                </a:lnTo>
                <a:lnTo>
                  <a:pt x="395" y="0"/>
                </a:lnTo>
                <a:moveTo>
                  <a:pt x="526" y="0"/>
                </a:moveTo>
                <a:lnTo>
                  <a:pt x="606" y="0"/>
                </a:lnTo>
                <a:lnTo>
                  <a:pt x="606" y="27"/>
                </a:lnTo>
                <a:lnTo>
                  <a:pt x="526" y="27"/>
                </a:lnTo>
                <a:lnTo>
                  <a:pt x="526" y="0"/>
                </a:lnTo>
                <a:moveTo>
                  <a:pt x="658" y="0"/>
                </a:moveTo>
                <a:lnTo>
                  <a:pt x="737" y="0"/>
                </a:lnTo>
                <a:lnTo>
                  <a:pt x="737" y="27"/>
                </a:lnTo>
                <a:lnTo>
                  <a:pt x="658" y="27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7"/>
                </a:lnTo>
                <a:lnTo>
                  <a:pt x="790" y="27"/>
                </a:lnTo>
                <a:lnTo>
                  <a:pt x="790" y="0"/>
                </a:lnTo>
                <a:moveTo>
                  <a:pt x="922" y="0"/>
                </a:moveTo>
                <a:lnTo>
                  <a:pt x="1001" y="0"/>
                </a:lnTo>
                <a:lnTo>
                  <a:pt x="1001" y="27"/>
                </a:lnTo>
                <a:lnTo>
                  <a:pt x="922" y="27"/>
                </a:lnTo>
                <a:lnTo>
                  <a:pt x="922" y="0"/>
                </a:lnTo>
                <a:moveTo>
                  <a:pt x="1053" y="0"/>
                </a:moveTo>
                <a:lnTo>
                  <a:pt x="1133" y="0"/>
                </a:lnTo>
                <a:lnTo>
                  <a:pt x="1133" y="27"/>
                </a:lnTo>
                <a:lnTo>
                  <a:pt x="1053" y="27"/>
                </a:lnTo>
                <a:lnTo>
                  <a:pt x="1053" y="0"/>
                </a:lnTo>
                <a:moveTo>
                  <a:pt x="1185" y="0"/>
                </a:moveTo>
                <a:lnTo>
                  <a:pt x="1264" y="0"/>
                </a:lnTo>
                <a:lnTo>
                  <a:pt x="1264" y="27"/>
                </a:lnTo>
                <a:lnTo>
                  <a:pt x="1185" y="27"/>
                </a:lnTo>
                <a:lnTo>
                  <a:pt x="1185" y="0"/>
                </a:lnTo>
                <a:moveTo>
                  <a:pt x="1317" y="0"/>
                </a:moveTo>
                <a:lnTo>
                  <a:pt x="1396" y="0"/>
                </a:lnTo>
                <a:lnTo>
                  <a:pt x="1396" y="27"/>
                </a:lnTo>
                <a:lnTo>
                  <a:pt x="1317" y="27"/>
                </a:lnTo>
                <a:lnTo>
                  <a:pt x="1317" y="0"/>
                </a:lnTo>
                <a:moveTo>
                  <a:pt x="1448" y="0"/>
                </a:moveTo>
                <a:lnTo>
                  <a:pt x="1529" y="0"/>
                </a:lnTo>
                <a:lnTo>
                  <a:pt x="1529" y="27"/>
                </a:lnTo>
                <a:lnTo>
                  <a:pt x="1448" y="27"/>
                </a:lnTo>
                <a:lnTo>
                  <a:pt x="1448" y="0"/>
                </a:lnTo>
                <a:moveTo>
                  <a:pt x="1581" y="0"/>
                </a:moveTo>
                <a:lnTo>
                  <a:pt x="1661" y="0"/>
                </a:lnTo>
                <a:lnTo>
                  <a:pt x="1661" y="27"/>
                </a:lnTo>
                <a:lnTo>
                  <a:pt x="1581" y="27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7"/>
                </a:lnTo>
                <a:lnTo>
                  <a:pt x="1713" y="27"/>
                </a:lnTo>
                <a:lnTo>
                  <a:pt x="1713" y="0"/>
                </a:lnTo>
                <a:moveTo>
                  <a:pt x="1845" y="0"/>
                </a:moveTo>
                <a:lnTo>
                  <a:pt x="1924" y="0"/>
                </a:lnTo>
                <a:lnTo>
                  <a:pt x="1924" y="27"/>
                </a:lnTo>
                <a:lnTo>
                  <a:pt x="1845" y="27"/>
                </a:lnTo>
                <a:lnTo>
                  <a:pt x="1845" y="0"/>
                </a:lnTo>
                <a:moveTo>
                  <a:pt x="1976" y="0"/>
                </a:moveTo>
                <a:lnTo>
                  <a:pt x="2056" y="0"/>
                </a:lnTo>
                <a:lnTo>
                  <a:pt x="2056" y="27"/>
                </a:lnTo>
                <a:lnTo>
                  <a:pt x="1976" y="27"/>
                </a:lnTo>
                <a:lnTo>
                  <a:pt x="1976" y="0"/>
                </a:lnTo>
                <a:moveTo>
                  <a:pt x="2108" y="0"/>
                </a:moveTo>
                <a:lnTo>
                  <a:pt x="2187" y="0"/>
                </a:lnTo>
                <a:lnTo>
                  <a:pt x="2187" y="27"/>
                </a:lnTo>
                <a:lnTo>
                  <a:pt x="2108" y="27"/>
                </a:lnTo>
                <a:lnTo>
                  <a:pt x="2108" y="0"/>
                </a:lnTo>
                <a:moveTo>
                  <a:pt x="2240" y="0"/>
                </a:moveTo>
                <a:lnTo>
                  <a:pt x="2319" y="0"/>
                </a:lnTo>
                <a:lnTo>
                  <a:pt x="2319" y="27"/>
                </a:lnTo>
                <a:lnTo>
                  <a:pt x="2240" y="27"/>
                </a:lnTo>
                <a:lnTo>
                  <a:pt x="2240" y="0"/>
                </a:lnTo>
                <a:moveTo>
                  <a:pt x="2371" y="0"/>
                </a:moveTo>
                <a:lnTo>
                  <a:pt x="2451" y="0"/>
                </a:lnTo>
                <a:lnTo>
                  <a:pt x="2451" y="27"/>
                </a:lnTo>
                <a:lnTo>
                  <a:pt x="2371" y="27"/>
                </a:lnTo>
                <a:lnTo>
                  <a:pt x="2371" y="0"/>
                </a:lnTo>
                <a:moveTo>
                  <a:pt x="2503" y="0"/>
                </a:moveTo>
                <a:lnTo>
                  <a:pt x="2583" y="0"/>
                </a:lnTo>
                <a:lnTo>
                  <a:pt x="2583" y="27"/>
                </a:lnTo>
                <a:lnTo>
                  <a:pt x="2503" y="27"/>
                </a:lnTo>
                <a:lnTo>
                  <a:pt x="2503" y="0"/>
                </a:lnTo>
                <a:moveTo>
                  <a:pt x="2635" y="0"/>
                </a:moveTo>
                <a:lnTo>
                  <a:pt x="2714" y="0"/>
                </a:lnTo>
                <a:lnTo>
                  <a:pt x="2714" y="27"/>
                </a:lnTo>
                <a:lnTo>
                  <a:pt x="2635" y="27"/>
                </a:lnTo>
                <a:lnTo>
                  <a:pt x="2635" y="0"/>
                </a:lnTo>
                <a:moveTo>
                  <a:pt x="2767" y="0"/>
                </a:moveTo>
                <a:lnTo>
                  <a:pt x="2846" y="0"/>
                </a:lnTo>
                <a:lnTo>
                  <a:pt x="2846" y="27"/>
                </a:lnTo>
                <a:lnTo>
                  <a:pt x="2767" y="27"/>
                </a:lnTo>
                <a:lnTo>
                  <a:pt x="2767" y="0"/>
                </a:lnTo>
                <a:moveTo>
                  <a:pt x="2898" y="0"/>
                </a:moveTo>
                <a:lnTo>
                  <a:pt x="2978" y="0"/>
                </a:lnTo>
                <a:lnTo>
                  <a:pt x="2978" y="27"/>
                </a:lnTo>
                <a:lnTo>
                  <a:pt x="2898" y="27"/>
                </a:lnTo>
                <a:lnTo>
                  <a:pt x="2898" y="0"/>
                </a:lnTo>
                <a:moveTo>
                  <a:pt x="3030" y="0"/>
                </a:moveTo>
                <a:lnTo>
                  <a:pt x="3109" y="0"/>
                </a:lnTo>
                <a:lnTo>
                  <a:pt x="3109" y="27"/>
                </a:lnTo>
                <a:lnTo>
                  <a:pt x="3030" y="27"/>
                </a:lnTo>
                <a:lnTo>
                  <a:pt x="3030" y="0"/>
                </a:lnTo>
                <a:moveTo>
                  <a:pt x="3162" y="0"/>
                </a:moveTo>
                <a:lnTo>
                  <a:pt x="3241" y="0"/>
                </a:lnTo>
                <a:lnTo>
                  <a:pt x="3241" y="27"/>
                </a:lnTo>
                <a:lnTo>
                  <a:pt x="3162" y="27"/>
                </a:lnTo>
                <a:lnTo>
                  <a:pt x="3162" y="0"/>
                </a:lnTo>
                <a:moveTo>
                  <a:pt x="3293" y="0"/>
                </a:moveTo>
                <a:lnTo>
                  <a:pt x="3373" y="0"/>
                </a:lnTo>
                <a:lnTo>
                  <a:pt x="3373" y="27"/>
                </a:lnTo>
                <a:lnTo>
                  <a:pt x="3293" y="27"/>
                </a:lnTo>
                <a:lnTo>
                  <a:pt x="3293" y="0"/>
                </a:lnTo>
                <a:moveTo>
                  <a:pt x="3425" y="0"/>
                </a:moveTo>
                <a:lnTo>
                  <a:pt x="3505" y="0"/>
                </a:lnTo>
                <a:lnTo>
                  <a:pt x="3505" y="27"/>
                </a:lnTo>
                <a:lnTo>
                  <a:pt x="3425" y="27"/>
                </a:lnTo>
                <a:lnTo>
                  <a:pt x="3425" y="0"/>
                </a:lnTo>
                <a:moveTo>
                  <a:pt x="3557" y="0"/>
                </a:moveTo>
                <a:lnTo>
                  <a:pt x="3636" y="0"/>
                </a:lnTo>
                <a:lnTo>
                  <a:pt x="3636" y="27"/>
                </a:lnTo>
                <a:lnTo>
                  <a:pt x="3557" y="27"/>
                </a:lnTo>
                <a:lnTo>
                  <a:pt x="3557" y="0"/>
                </a:lnTo>
                <a:moveTo>
                  <a:pt x="3689" y="0"/>
                </a:moveTo>
                <a:lnTo>
                  <a:pt x="3768" y="0"/>
                </a:lnTo>
                <a:lnTo>
                  <a:pt x="3768" y="27"/>
                </a:lnTo>
                <a:lnTo>
                  <a:pt x="3689" y="27"/>
                </a:lnTo>
                <a:lnTo>
                  <a:pt x="3689" y="0"/>
                </a:lnTo>
                <a:moveTo>
                  <a:pt x="3820" y="0"/>
                </a:moveTo>
                <a:lnTo>
                  <a:pt x="3900" y="0"/>
                </a:lnTo>
                <a:lnTo>
                  <a:pt x="3900" y="27"/>
                </a:lnTo>
                <a:lnTo>
                  <a:pt x="3820" y="27"/>
                </a:lnTo>
                <a:lnTo>
                  <a:pt x="3820" y="0"/>
                </a:lnTo>
                <a:moveTo>
                  <a:pt x="3952" y="0"/>
                </a:moveTo>
                <a:lnTo>
                  <a:pt x="4031" y="0"/>
                </a:lnTo>
                <a:lnTo>
                  <a:pt x="4031" y="27"/>
                </a:lnTo>
                <a:lnTo>
                  <a:pt x="3952" y="27"/>
                </a:lnTo>
                <a:lnTo>
                  <a:pt x="3952" y="0"/>
                </a:lnTo>
                <a:moveTo>
                  <a:pt x="4084" y="0"/>
                </a:moveTo>
                <a:lnTo>
                  <a:pt x="4163" y="0"/>
                </a:lnTo>
                <a:lnTo>
                  <a:pt x="4163" y="27"/>
                </a:lnTo>
                <a:lnTo>
                  <a:pt x="4084" y="27"/>
                </a:lnTo>
                <a:lnTo>
                  <a:pt x="4084" y="0"/>
                </a:lnTo>
                <a:moveTo>
                  <a:pt x="4215" y="0"/>
                </a:moveTo>
                <a:lnTo>
                  <a:pt x="4295" y="0"/>
                </a:lnTo>
                <a:lnTo>
                  <a:pt x="4295" y="27"/>
                </a:lnTo>
                <a:lnTo>
                  <a:pt x="4215" y="27"/>
                </a:lnTo>
                <a:lnTo>
                  <a:pt x="4215" y="0"/>
                </a:lnTo>
                <a:moveTo>
                  <a:pt x="4347" y="0"/>
                </a:moveTo>
                <a:lnTo>
                  <a:pt x="4427" y="0"/>
                </a:lnTo>
                <a:lnTo>
                  <a:pt x="4427" y="27"/>
                </a:lnTo>
                <a:lnTo>
                  <a:pt x="4347" y="27"/>
                </a:lnTo>
                <a:lnTo>
                  <a:pt x="4347" y="0"/>
                </a:lnTo>
                <a:moveTo>
                  <a:pt x="4479" y="0"/>
                </a:moveTo>
                <a:lnTo>
                  <a:pt x="4558" y="0"/>
                </a:lnTo>
                <a:lnTo>
                  <a:pt x="4558" y="27"/>
                </a:lnTo>
                <a:lnTo>
                  <a:pt x="4479" y="27"/>
                </a:lnTo>
                <a:lnTo>
                  <a:pt x="4479" y="0"/>
                </a:lnTo>
                <a:moveTo>
                  <a:pt x="4611" y="0"/>
                </a:moveTo>
                <a:lnTo>
                  <a:pt x="4690" y="0"/>
                </a:lnTo>
                <a:lnTo>
                  <a:pt x="4690" y="27"/>
                </a:lnTo>
                <a:lnTo>
                  <a:pt x="4611" y="27"/>
                </a:lnTo>
                <a:lnTo>
                  <a:pt x="4611" y="0"/>
                </a:lnTo>
                <a:moveTo>
                  <a:pt x="4742" y="0"/>
                </a:moveTo>
                <a:lnTo>
                  <a:pt x="4822" y="0"/>
                </a:lnTo>
                <a:lnTo>
                  <a:pt x="4822" y="27"/>
                </a:lnTo>
                <a:lnTo>
                  <a:pt x="4742" y="27"/>
                </a:lnTo>
                <a:lnTo>
                  <a:pt x="4742" y="0"/>
                </a:lnTo>
                <a:moveTo>
                  <a:pt x="4874" y="0"/>
                </a:moveTo>
                <a:lnTo>
                  <a:pt x="4953" y="0"/>
                </a:lnTo>
                <a:lnTo>
                  <a:pt x="4953" y="27"/>
                </a:lnTo>
                <a:lnTo>
                  <a:pt x="4874" y="27"/>
                </a:lnTo>
                <a:lnTo>
                  <a:pt x="4874" y="0"/>
                </a:lnTo>
                <a:moveTo>
                  <a:pt x="5006" y="0"/>
                </a:moveTo>
                <a:lnTo>
                  <a:pt x="5085" y="0"/>
                </a:lnTo>
                <a:lnTo>
                  <a:pt x="5085" y="27"/>
                </a:lnTo>
                <a:lnTo>
                  <a:pt x="5006" y="27"/>
                </a:lnTo>
                <a:lnTo>
                  <a:pt x="5006" y="0"/>
                </a:lnTo>
                <a:moveTo>
                  <a:pt x="5137" y="0"/>
                </a:moveTo>
                <a:lnTo>
                  <a:pt x="5217" y="0"/>
                </a:lnTo>
                <a:lnTo>
                  <a:pt x="5217" y="27"/>
                </a:lnTo>
                <a:lnTo>
                  <a:pt x="5137" y="27"/>
                </a:lnTo>
                <a:lnTo>
                  <a:pt x="5137" y="0"/>
                </a:lnTo>
                <a:moveTo>
                  <a:pt x="5269" y="0"/>
                </a:moveTo>
                <a:lnTo>
                  <a:pt x="5349" y="0"/>
                </a:lnTo>
                <a:lnTo>
                  <a:pt x="5349" y="27"/>
                </a:lnTo>
                <a:lnTo>
                  <a:pt x="5269" y="27"/>
                </a:lnTo>
                <a:lnTo>
                  <a:pt x="5269" y="0"/>
                </a:lnTo>
                <a:moveTo>
                  <a:pt x="5401" y="0"/>
                </a:moveTo>
                <a:lnTo>
                  <a:pt x="5480" y="0"/>
                </a:lnTo>
                <a:lnTo>
                  <a:pt x="5480" y="27"/>
                </a:lnTo>
                <a:lnTo>
                  <a:pt x="5401" y="27"/>
                </a:lnTo>
                <a:lnTo>
                  <a:pt x="5401" y="0"/>
                </a:lnTo>
                <a:moveTo>
                  <a:pt x="5533" y="0"/>
                </a:moveTo>
                <a:lnTo>
                  <a:pt x="5612" y="0"/>
                </a:lnTo>
                <a:lnTo>
                  <a:pt x="5612" y="27"/>
                </a:lnTo>
                <a:lnTo>
                  <a:pt x="5533" y="27"/>
                </a:lnTo>
                <a:lnTo>
                  <a:pt x="5533" y="0"/>
                </a:lnTo>
                <a:moveTo>
                  <a:pt x="5664" y="0"/>
                </a:moveTo>
                <a:lnTo>
                  <a:pt x="5744" y="0"/>
                </a:lnTo>
                <a:lnTo>
                  <a:pt x="5744" y="27"/>
                </a:lnTo>
                <a:lnTo>
                  <a:pt x="5664" y="27"/>
                </a:lnTo>
                <a:lnTo>
                  <a:pt x="5664" y="0"/>
                </a:lnTo>
                <a:moveTo>
                  <a:pt x="5796" y="0"/>
                </a:moveTo>
                <a:lnTo>
                  <a:pt x="5875" y="0"/>
                </a:lnTo>
                <a:lnTo>
                  <a:pt x="5875" y="27"/>
                </a:lnTo>
                <a:lnTo>
                  <a:pt x="5796" y="27"/>
                </a:lnTo>
                <a:lnTo>
                  <a:pt x="5796" y="0"/>
                </a:lnTo>
                <a:moveTo>
                  <a:pt x="5928" y="0"/>
                </a:moveTo>
                <a:lnTo>
                  <a:pt x="6007" y="0"/>
                </a:lnTo>
                <a:lnTo>
                  <a:pt x="6007" y="27"/>
                </a:lnTo>
                <a:lnTo>
                  <a:pt x="5928" y="27"/>
                </a:lnTo>
                <a:lnTo>
                  <a:pt x="5928" y="0"/>
                </a:lnTo>
                <a:moveTo>
                  <a:pt x="6059" y="0"/>
                </a:moveTo>
                <a:lnTo>
                  <a:pt x="6139" y="0"/>
                </a:lnTo>
                <a:lnTo>
                  <a:pt x="6139" y="27"/>
                </a:lnTo>
                <a:lnTo>
                  <a:pt x="6059" y="27"/>
                </a:lnTo>
                <a:lnTo>
                  <a:pt x="605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891240" y="2640600"/>
            <a:ext cx="168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10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63760" y="2973960"/>
            <a:ext cx="2431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Requirementsboom doorontwikkelen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561960" y="3466800"/>
            <a:ext cx="1838520" cy="10080"/>
          </a:xfrm>
          <a:custGeom>
            <a:avLst/>
            <a:gdLst/>
            <a:ahLst/>
            <a:rect l="0" t="0" r="r" b="b"/>
            <a:pathLst>
              <a:path w="510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8"/>
                </a:lnTo>
                <a:lnTo>
                  <a:pt x="264" y="28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8"/>
                </a:lnTo>
                <a:lnTo>
                  <a:pt x="396" y="28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8"/>
                </a:lnTo>
                <a:lnTo>
                  <a:pt x="793" y="28"/>
                </a:lnTo>
                <a:lnTo>
                  <a:pt x="793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059" y="0"/>
                </a:moveTo>
                <a:lnTo>
                  <a:pt x="1138" y="0"/>
                </a:lnTo>
                <a:lnTo>
                  <a:pt x="1138" y="28"/>
                </a:lnTo>
                <a:lnTo>
                  <a:pt x="1059" y="28"/>
                </a:lnTo>
                <a:lnTo>
                  <a:pt x="1059" y="0"/>
                </a:lnTo>
                <a:moveTo>
                  <a:pt x="1191" y="0"/>
                </a:moveTo>
                <a:lnTo>
                  <a:pt x="1271" y="0"/>
                </a:lnTo>
                <a:lnTo>
                  <a:pt x="1271" y="28"/>
                </a:lnTo>
                <a:lnTo>
                  <a:pt x="1191" y="28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8"/>
                </a:lnTo>
                <a:lnTo>
                  <a:pt x="1323" y="28"/>
                </a:lnTo>
                <a:lnTo>
                  <a:pt x="1323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8"/>
                </a:lnTo>
                <a:lnTo>
                  <a:pt x="1456" y="28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8"/>
                </a:lnTo>
                <a:lnTo>
                  <a:pt x="1588" y="28"/>
                </a:lnTo>
                <a:lnTo>
                  <a:pt x="1588" y="0"/>
                </a:lnTo>
                <a:moveTo>
                  <a:pt x="1720" y="0"/>
                </a:moveTo>
                <a:lnTo>
                  <a:pt x="1800" y="0"/>
                </a:lnTo>
                <a:lnTo>
                  <a:pt x="1800" y="28"/>
                </a:lnTo>
                <a:lnTo>
                  <a:pt x="1720" y="28"/>
                </a:lnTo>
                <a:lnTo>
                  <a:pt x="1720" y="0"/>
                </a:lnTo>
                <a:moveTo>
                  <a:pt x="1853" y="0"/>
                </a:moveTo>
                <a:lnTo>
                  <a:pt x="1932" y="0"/>
                </a:lnTo>
                <a:lnTo>
                  <a:pt x="1932" y="28"/>
                </a:lnTo>
                <a:lnTo>
                  <a:pt x="1853" y="28"/>
                </a:lnTo>
                <a:lnTo>
                  <a:pt x="1853" y="0"/>
                </a:lnTo>
                <a:moveTo>
                  <a:pt x="1985" y="0"/>
                </a:moveTo>
                <a:lnTo>
                  <a:pt x="2064" y="0"/>
                </a:lnTo>
                <a:lnTo>
                  <a:pt x="2064" y="28"/>
                </a:lnTo>
                <a:lnTo>
                  <a:pt x="1985" y="28"/>
                </a:lnTo>
                <a:lnTo>
                  <a:pt x="1985" y="0"/>
                </a:lnTo>
                <a:moveTo>
                  <a:pt x="2117" y="0"/>
                </a:moveTo>
                <a:lnTo>
                  <a:pt x="2197" y="0"/>
                </a:lnTo>
                <a:lnTo>
                  <a:pt x="2197" y="28"/>
                </a:lnTo>
                <a:lnTo>
                  <a:pt x="2117" y="28"/>
                </a:lnTo>
                <a:lnTo>
                  <a:pt x="2117" y="0"/>
                </a:lnTo>
                <a:moveTo>
                  <a:pt x="2249" y="0"/>
                </a:moveTo>
                <a:lnTo>
                  <a:pt x="2329" y="0"/>
                </a:lnTo>
                <a:lnTo>
                  <a:pt x="2329" y="28"/>
                </a:lnTo>
                <a:lnTo>
                  <a:pt x="2249" y="28"/>
                </a:lnTo>
                <a:lnTo>
                  <a:pt x="2249" y="0"/>
                </a:lnTo>
                <a:moveTo>
                  <a:pt x="2382" y="0"/>
                </a:moveTo>
                <a:lnTo>
                  <a:pt x="2461" y="0"/>
                </a:lnTo>
                <a:lnTo>
                  <a:pt x="2461" y="28"/>
                </a:lnTo>
                <a:lnTo>
                  <a:pt x="2382" y="28"/>
                </a:lnTo>
                <a:lnTo>
                  <a:pt x="2382" y="0"/>
                </a:lnTo>
                <a:moveTo>
                  <a:pt x="2514" y="0"/>
                </a:moveTo>
                <a:lnTo>
                  <a:pt x="2593" y="0"/>
                </a:lnTo>
                <a:lnTo>
                  <a:pt x="2593" y="28"/>
                </a:lnTo>
                <a:lnTo>
                  <a:pt x="2514" y="28"/>
                </a:lnTo>
                <a:lnTo>
                  <a:pt x="2514" y="0"/>
                </a:lnTo>
                <a:moveTo>
                  <a:pt x="2646" y="0"/>
                </a:moveTo>
                <a:lnTo>
                  <a:pt x="2726" y="0"/>
                </a:lnTo>
                <a:lnTo>
                  <a:pt x="2726" y="28"/>
                </a:lnTo>
                <a:lnTo>
                  <a:pt x="2646" y="28"/>
                </a:lnTo>
                <a:lnTo>
                  <a:pt x="2646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11" y="0"/>
                </a:moveTo>
                <a:lnTo>
                  <a:pt x="2990" y="0"/>
                </a:lnTo>
                <a:lnTo>
                  <a:pt x="2990" y="28"/>
                </a:lnTo>
                <a:lnTo>
                  <a:pt x="2911" y="28"/>
                </a:lnTo>
                <a:lnTo>
                  <a:pt x="2911" y="0"/>
                </a:lnTo>
                <a:moveTo>
                  <a:pt x="3043" y="0"/>
                </a:moveTo>
                <a:lnTo>
                  <a:pt x="3123" y="0"/>
                </a:lnTo>
                <a:lnTo>
                  <a:pt x="3123" y="28"/>
                </a:lnTo>
                <a:lnTo>
                  <a:pt x="3043" y="28"/>
                </a:lnTo>
                <a:lnTo>
                  <a:pt x="3043" y="0"/>
                </a:lnTo>
                <a:moveTo>
                  <a:pt x="3176" y="0"/>
                </a:moveTo>
                <a:lnTo>
                  <a:pt x="3255" y="0"/>
                </a:lnTo>
                <a:lnTo>
                  <a:pt x="3255" y="28"/>
                </a:lnTo>
                <a:lnTo>
                  <a:pt x="3176" y="28"/>
                </a:lnTo>
                <a:lnTo>
                  <a:pt x="3176" y="0"/>
                </a:lnTo>
                <a:moveTo>
                  <a:pt x="3308" y="0"/>
                </a:moveTo>
                <a:lnTo>
                  <a:pt x="3387" y="0"/>
                </a:lnTo>
                <a:lnTo>
                  <a:pt x="3387" y="28"/>
                </a:lnTo>
                <a:lnTo>
                  <a:pt x="3308" y="28"/>
                </a:lnTo>
                <a:lnTo>
                  <a:pt x="3308" y="0"/>
                </a:lnTo>
                <a:moveTo>
                  <a:pt x="3440" y="0"/>
                </a:moveTo>
                <a:lnTo>
                  <a:pt x="3519" y="0"/>
                </a:lnTo>
                <a:lnTo>
                  <a:pt x="3519" y="28"/>
                </a:lnTo>
                <a:lnTo>
                  <a:pt x="3440" y="28"/>
                </a:lnTo>
                <a:lnTo>
                  <a:pt x="3440" y="0"/>
                </a:lnTo>
                <a:moveTo>
                  <a:pt x="3572" y="0"/>
                </a:moveTo>
                <a:lnTo>
                  <a:pt x="3652" y="0"/>
                </a:lnTo>
                <a:lnTo>
                  <a:pt x="3652" y="28"/>
                </a:lnTo>
                <a:lnTo>
                  <a:pt x="3572" y="28"/>
                </a:lnTo>
                <a:lnTo>
                  <a:pt x="3572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37" y="0"/>
                </a:moveTo>
                <a:lnTo>
                  <a:pt x="3916" y="0"/>
                </a:lnTo>
                <a:lnTo>
                  <a:pt x="3916" y="28"/>
                </a:lnTo>
                <a:lnTo>
                  <a:pt x="3837" y="28"/>
                </a:lnTo>
                <a:lnTo>
                  <a:pt x="3837" y="0"/>
                </a:lnTo>
                <a:moveTo>
                  <a:pt x="3969" y="0"/>
                </a:moveTo>
                <a:lnTo>
                  <a:pt x="4049" y="0"/>
                </a:lnTo>
                <a:lnTo>
                  <a:pt x="4049" y="28"/>
                </a:lnTo>
                <a:lnTo>
                  <a:pt x="3969" y="28"/>
                </a:lnTo>
                <a:lnTo>
                  <a:pt x="3969" y="0"/>
                </a:lnTo>
                <a:moveTo>
                  <a:pt x="4102" y="0"/>
                </a:moveTo>
                <a:lnTo>
                  <a:pt x="4181" y="0"/>
                </a:lnTo>
                <a:lnTo>
                  <a:pt x="4181" y="28"/>
                </a:lnTo>
                <a:lnTo>
                  <a:pt x="4102" y="28"/>
                </a:lnTo>
                <a:lnTo>
                  <a:pt x="4102" y="0"/>
                </a:lnTo>
                <a:moveTo>
                  <a:pt x="4234" y="0"/>
                </a:moveTo>
                <a:lnTo>
                  <a:pt x="4313" y="0"/>
                </a:lnTo>
                <a:lnTo>
                  <a:pt x="4313" y="28"/>
                </a:lnTo>
                <a:lnTo>
                  <a:pt x="4234" y="28"/>
                </a:lnTo>
                <a:lnTo>
                  <a:pt x="4234" y="0"/>
                </a:lnTo>
                <a:moveTo>
                  <a:pt x="4366" y="0"/>
                </a:moveTo>
                <a:lnTo>
                  <a:pt x="4446" y="0"/>
                </a:lnTo>
                <a:lnTo>
                  <a:pt x="4446" y="28"/>
                </a:lnTo>
                <a:lnTo>
                  <a:pt x="4366" y="28"/>
                </a:lnTo>
                <a:lnTo>
                  <a:pt x="4366" y="0"/>
                </a:lnTo>
                <a:moveTo>
                  <a:pt x="4498" y="0"/>
                </a:moveTo>
                <a:lnTo>
                  <a:pt x="4578" y="0"/>
                </a:lnTo>
                <a:lnTo>
                  <a:pt x="4578" y="28"/>
                </a:lnTo>
                <a:lnTo>
                  <a:pt x="4498" y="28"/>
                </a:lnTo>
                <a:lnTo>
                  <a:pt x="4498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763" y="0"/>
                </a:moveTo>
                <a:lnTo>
                  <a:pt x="4842" y="0"/>
                </a:lnTo>
                <a:lnTo>
                  <a:pt x="4842" y="28"/>
                </a:lnTo>
                <a:lnTo>
                  <a:pt x="4763" y="28"/>
                </a:lnTo>
                <a:lnTo>
                  <a:pt x="4763" y="0"/>
                </a:lnTo>
                <a:moveTo>
                  <a:pt x="4895" y="0"/>
                </a:moveTo>
                <a:lnTo>
                  <a:pt x="4975" y="0"/>
                </a:lnTo>
                <a:lnTo>
                  <a:pt x="4975" y="28"/>
                </a:lnTo>
                <a:lnTo>
                  <a:pt x="4895" y="28"/>
                </a:lnTo>
                <a:lnTo>
                  <a:pt x="4895" y="0"/>
                </a:lnTo>
                <a:moveTo>
                  <a:pt x="5028" y="0"/>
                </a:moveTo>
                <a:lnTo>
                  <a:pt x="5107" y="0"/>
                </a:lnTo>
                <a:lnTo>
                  <a:pt x="5107" y="28"/>
                </a:lnTo>
                <a:lnTo>
                  <a:pt x="5028" y="28"/>
                </a:lnTo>
                <a:lnTo>
                  <a:pt x="502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3891240" y="2973960"/>
            <a:ext cx="130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63760" y="3317040"/>
            <a:ext cx="2021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Interactiepatroon-documenten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561960" y="380988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2" y="0"/>
                </a:moveTo>
                <a:lnTo>
                  <a:pt x="341" y="0"/>
                </a:lnTo>
                <a:lnTo>
                  <a:pt x="341" y="27"/>
                </a:lnTo>
                <a:lnTo>
                  <a:pt x="262" y="27"/>
                </a:lnTo>
                <a:lnTo>
                  <a:pt x="262" y="0"/>
                </a:lnTo>
                <a:moveTo>
                  <a:pt x="393" y="0"/>
                </a:moveTo>
                <a:lnTo>
                  <a:pt x="472" y="0"/>
                </a:lnTo>
                <a:lnTo>
                  <a:pt x="472" y="27"/>
                </a:lnTo>
                <a:lnTo>
                  <a:pt x="393" y="27"/>
                </a:lnTo>
                <a:lnTo>
                  <a:pt x="393" y="0"/>
                </a:lnTo>
                <a:moveTo>
                  <a:pt x="524" y="0"/>
                </a:moveTo>
                <a:lnTo>
                  <a:pt x="603" y="0"/>
                </a:lnTo>
                <a:lnTo>
                  <a:pt x="603" y="27"/>
                </a:lnTo>
                <a:lnTo>
                  <a:pt x="524" y="27"/>
                </a:lnTo>
                <a:lnTo>
                  <a:pt x="524" y="0"/>
                </a:lnTo>
                <a:moveTo>
                  <a:pt x="655" y="0"/>
                </a:moveTo>
                <a:lnTo>
                  <a:pt x="735" y="0"/>
                </a:lnTo>
                <a:lnTo>
                  <a:pt x="735" y="27"/>
                </a:lnTo>
                <a:lnTo>
                  <a:pt x="655" y="27"/>
                </a:lnTo>
                <a:lnTo>
                  <a:pt x="655" y="0"/>
                </a:lnTo>
                <a:moveTo>
                  <a:pt x="786" y="0"/>
                </a:moveTo>
                <a:lnTo>
                  <a:pt x="866" y="0"/>
                </a:lnTo>
                <a:lnTo>
                  <a:pt x="866" y="27"/>
                </a:lnTo>
                <a:lnTo>
                  <a:pt x="786" y="27"/>
                </a:lnTo>
                <a:lnTo>
                  <a:pt x="786" y="0"/>
                </a:lnTo>
                <a:moveTo>
                  <a:pt x="918" y="0"/>
                </a:moveTo>
                <a:lnTo>
                  <a:pt x="997" y="0"/>
                </a:lnTo>
                <a:lnTo>
                  <a:pt x="997" y="27"/>
                </a:lnTo>
                <a:lnTo>
                  <a:pt x="918" y="27"/>
                </a:lnTo>
                <a:lnTo>
                  <a:pt x="918" y="0"/>
                </a:lnTo>
                <a:moveTo>
                  <a:pt x="1049" y="0"/>
                </a:moveTo>
                <a:lnTo>
                  <a:pt x="1128" y="0"/>
                </a:lnTo>
                <a:lnTo>
                  <a:pt x="1128" y="27"/>
                </a:lnTo>
                <a:lnTo>
                  <a:pt x="1049" y="27"/>
                </a:lnTo>
                <a:lnTo>
                  <a:pt x="1049" y="0"/>
                </a:lnTo>
                <a:moveTo>
                  <a:pt x="1180" y="0"/>
                </a:moveTo>
                <a:lnTo>
                  <a:pt x="1259" y="0"/>
                </a:lnTo>
                <a:lnTo>
                  <a:pt x="1259" y="27"/>
                </a:lnTo>
                <a:lnTo>
                  <a:pt x="1180" y="27"/>
                </a:lnTo>
                <a:lnTo>
                  <a:pt x="1180" y="0"/>
                </a:lnTo>
                <a:moveTo>
                  <a:pt x="1311" y="0"/>
                </a:moveTo>
                <a:lnTo>
                  <a:pt x="1390" y="0"/>
                </a:lnTo>
                <a:lnTo>
                  <a:pt x="1390" y="27"/>
                </a:lnTo>
                <a:lnTo>
                  <a:pt x="1311" y="27"/>
                </a:lnTo>
                <a:lnTo>
                  <a:pt x="1311" y="0"/>
                </a:lnTo>
                <a:moveTo>
                  <a:pt x="1442" y="0"/>
                </a:moveTo>
                <a:lnTo>
                  <a:pt x="1521" y="0"/>
                </a:lnTo>
                <a:lnTo>
                  <a:pt x="1521" y="27"/>
                </a:lnTo>
                <a:lnTo>
                  <a:pt x="1442" y="27"/>
                </a:lnTo>
                <a:lnTo>
                  <a:pt x="1442" y="0"/>
                </a:lnTo>
                <a:moveTo>
                  <a:pt x="1573" y="0"/>
                </a:moveTo>
                <a:lnTo>
                  <a:pt x="1653" y="0"/>
                </a:lnTo>
                <a:lnTo>
                  <a:pt x="1653" y="27"/>
                </a:lnTo>
                <a:lnTo>
                  <a:pt x="1573" y="27"/>
                </a:lnTo>
                <a:lnTo>
                  <a:pt x="1573" y="0"/>
                </a:lnTo>
                <a:moveTo>
                  <a:pt x="1704" y="0"/>
                </a:moveTo>
                <a:lnTo>
                  <a:pt x="1784" y="0"/>
                </a:lnTo>
                <a:lnTo>
                  <a:pt x="1784" y="27"/>
                </a:lnTo>
                <a:lnTo>
                  <a:pt x="1704" y="27"/>
                </a:lnTo>
                <a:lnTo>
                  <a:pt x="1704" y="0"/>
                </a:lnTo>
                <a:moveTo>
                  <a:pt x="1836" y="0"/>
                </a:moveTo>
                <a:lnTo>
                  <a:pt x="1915" y="0"/>
                </a:lnTo>
                <a:lnTo>
                  <a:pt x="1915" y="27"/>
                </a:lnTo>
                <a:lnTo>
                  <a:pt x="1836" y="27"/>
                </a:lnTo>
                <a:lnTo>
                  <a:pt x="1836" y="0"/>
                </a:lnTo>
                <a:moveTo>
                  <a:pt x="1967" y="0"/>
                </a:moveTo>
                <a:lnTo>
                  <a:pt x="2046" y="0"/>
                </a:lnTo>
                <a:lnTo>
                  <a:pt x="2046" y="27"/>
                </a:lnTo>
                <a:lnTo>
                  <a:pt x="1967" y="27"/>
                </a:lnTo>
                <a:lnTo>
                  <a:pt x="1967" y="0"/>
                </a:lnTo>
                <a:moveTo>
                  <a:pt x="2098" y="0"/>
                </a:moveTo>
                <a:lnTo>
                  <a:pt x="2177" y="0"/>
                </a:lnTo>
                <a:lnTo>
                  <a:pt x="2177" y="27"/>
                </a:lnTo>
                <a:lnTo>
                  <a:pt x="2098" y="27"/>
                </a:lnTo>
                <a:lnTo>
                  <a:pt x="2098" y="0"/>
                </a:lnTo>
                <a:moveTo>
                  <a:pt x="2229" y="0"/>
                </a:moveTo>
                <a:lnTo>
                  <a:pt x="2308" y="0"/>
                </a:lnTo>
                <a:lnTo>
                  <a:pt x="2308" y="27"/>
                </a:lnTo>
                <a:lnTo>
                  <a:pt x="2229" y="27"/>
                </a:lnTo>
                <a:lnTo>
                  <a:pt x="2229" y="0"/>
                </a:lnTo>
                <a:moveTo>
                  <a:pt x="2360" y="0"/>
                </a:moveTo>
                <a:lnTo>
                  <a:pt x="2439" y="0"/>
                </a:lnTo>
                <a:lnTo>
                  <a:pt x="2439" y="27"/>
                </a:lnTo>
                <a:lnTo>
                  <a:pt x="2360" y="27"/>
                </a:lnTo>
                <a:lnTo>
                  <a:pt x="2360" y="0"/>
                </a:lnTo>
                <a:moveTo>
                  <a:pt x="2491" y="0"/>
                </a:moveTo>
                <a:lnTo>
                  <a:pt x="2571" y="0"/>
                </a:lnTo>
                <a:lnTo>
                  <a:pt x="2571" y="27"/>
                </a:lnTo>
                <a:lnTo>
                  <a:pt x="2491" y="27"/>
                </a:lnTo>
                <a:lnTo>
                  <a:pt x="2491" y="0"/>
                </a:lnTo>
                <a:moveTo>
                  <a:pt x="2622" y="0"/>
                </a:moveTo>
                <a:lnTo>
                  <a:pt x="2702" y="0"/>
                </a:lnTo>
                <a:lnTo>
                  <a:pt x="2702" y="27"/>
                </a:lnTo>
                <a:lnTo>
                  <a:pt x="2622" y="27"/>
                </a:lnTo>
                <a:lnTo>
                  <a:pt x="2622" y="0"/>
                </a:lnTo>
                <a:moveTo>
                  <a:pt x="2754" y="0"/>
                </a:moveTo>
                <a:lnTo>
                  <a:pt x="2833" y="0"/>
                </a:lnTo>
                <a:lnTo>
                  <a:pt x="2833" y="27"/>
                </a:lnTo>
                <a:lnTo>
                  <a:pt x="2754" y="27"/>
                </a:lnTo>
                <a:lnTo>
                  <a:pt x="2754" y="0"/>
                </a:lnTo>
                <a:moveTo>
                  <a:pt x="2885" y="0"/>
                </a:moveTo>
                <a:lnTo>
                  <a:pt x="2964" y="0"/>
                </a:lnTo>
                <a:lnTo>
                  <a:pt x="2964" y="27"/>
                </a:lnTo>
                <a:lnTo>
                  <a:pt x="2885" y="27"/>
                </a:lnTo>
                <a:lnTo>
                  <a:pt x="2885" y="0"/>
                </a:lnTo>
                <a:moveTo>
                  <a:pt x="3016" y="0"/>
                </a:moveTo>
                <a:lnTo>
                  <a:pt x="3096" y="0"/>
                </a:lnTo>
                <a:lnTo>
                  <a:pt x="3096" y="27"/>
                </a:lnTo>
                <a:lnTo>
                  <a:pt x="3016" y="27"/>
                </a:lnTo>
                <a:lnTo>
                  <a:pt x="301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891240" y="3317040"/>
            <a:ext cx="130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7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63760" y="3659760"/>
            <a:ext cx="1204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Leerroute-refactor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/>
          <p:nvPr/>
        </p:nvSpPr>
        <p:spPr>
          <a:xfrm>
            <a:off x="561960" y="4152600"/>
            <a:ext cx="695520" cy="10080"/>
          </a:xfrm>
          <a:custGeom>
            <a:avLst/>
            <a:gdLst/>
            <a:ahLst/>
            <a:rect l="0" t="0" r="r" b="b"/>
            <a:pathLst>
              <a:path w="1932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8"/>
                </a:lnTo>
                <a:lnTo>
                  <a:pt x="264" y="28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8"/>
                </a:lnTo>
                <a:lnTo>
                  <a:pt x="396" y="28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8"/>
                </a:lnTo>
                <a:lnTo>
                  <a:pt x="793" y="28"/>
                </a:lnTo>
                <a:lnTo>
                  <a:pt x="793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7" y="0"/>
                </a:lnTo>
                <a:lnTo>
                  <a:pt x="1137" y="28"/>
                </a:lnTo>
                <a:lnTo>
                  <a:pt x="1058" y="28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8"/>
                </a:lnTo>
                <a:lnTo>
                  <a:pt x="1190" y="28"/>
                </a:lnTo>
                <a:lnTo>
                  <a:pt x="1190" y="0"/>
                </a:lnTo>
                <a:moveTo>
                  <a:pt x="1322" y="0"/>
                </a:moveTo>
                <a:lnTo>
                  <a:pt x="1403" y="0"/>
                </a:lnTo>
                <a:lnTo>
                  <a:pt x="1403" y="28"/>
                </a:lnTo>
                <a:lnTo>
                  <a:pt x="1322" y="28"/>
                </a:lnTo>
                <a:lnTo>
                  <a:pt x="1322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8"/>
                </a:lnTo>
                <a:lnTo>
                  <a:pt x="1456" y="28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8"/>
                </a:lnTo>
                <a:lnTo>
                  <a:pt x="1588" y="28"/>
                </a:lnTo>
                <a:lnTo>
                  <a:pt x="1588" y="0"/>
                </a:lnTo>
                <a:moveTo>
                  <a:pt x="1720" y="0"/>
                </a:moveTo>
                <a:lnTo>
                  <a:pt x="1800" y="0"/>
                </a:lnTo>
                <a:lnTo>
                  <a:pt x="1800" y="28"/>
                </a:lnTo>
                <a:lnTo>
                  <a:pt x="1720" y="28"/>
                </a:lnTo>
                <a:lnTo>
                  <a:pt x="1720" y="0"/>
                </a:lnTo>
                <a:moveTo>
                  <a:pt x="1853" y="0"/>
                </a:moveTo>
                <a:lnTo>
                  <a:pt x="1932" y="0"/>
                </a:lnTo>
                <a:lnTo>
                  <a:pt x="1932" y="28"/>
                </a:lnTo>
                <a:lnTo>
                  <a:pt x="1853" y="28"/>
                </a:lnTo>
                <a:lnTo>
                  <a:pt x="185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891240" y="3659760"/>
            <a:ext cx="130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4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63760" y="4002840"/>
            <a:ext cx="765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Keuzedelen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891240" y="4002840"/>
            <a:ext cx="130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4781520" y="23144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789080" y="1878480"/>
            <a:ext cx="2356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Vermoedelijk werk zonder issue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/>
          <p:nvPr/>
        </p:nvSpPr>
        <p:spPr>
          <a:xfrm>
            <a:off x="4781520" y="26096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971240" y="2260800"/>
            <a:ext cx="3496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eerst reviewen, dan de payloads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971240" y="2556000"/>
            <a:ext cx="3650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Supporttermijn en deprecatie: AP06 belooft het, het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/>
          <p:nvPr/>
        </p:nvSpPr>
        <p:spPr>
          <a:xfrm>
            <a:off x="4781520" y="31622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971240" y="2803680"/>
            <a:ext cx="2065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releasedocument sluit het uit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971240" y="3108240"/>
            <a:ext cx="4398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Eigenaarschap en RACI van het releasepakket: het template is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971240" y="3355920"/>
            <a:ext cx="1233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er, nooit ingevuld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456840" y="1704960"/>
            <a:ext cx="3781800" cy="324000"/>
          </a:xfrm>
          <a:custGeom>
            <a:avLst/>
            <a:gdLst/>
            <a:ahLst/>
            <a:rect l="0" t="0" r="r" b="b"/>
            <a:pathLst>
              <a:path w="10505" h="900">
                <a:moveTo>
                  <a:pt x="0" y="0"/>
                </a:moveTo>
                <a:lnTo>
                  <a:pt x="10505" y="0"/>
                </a:lnTo>
                <a:lnTo>
                  <a:pt x="10505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4238280" y="1704960"/>
            <a:ext cx="4639320" cy="324000"/>
          </a:xfrm>
          <a:custGeom>
            <a:avLst/>
            <a:gdLst/>
            <a:ahLst/>
            <a:rect l="0" t="0" r="r" b="b"/>
            <a:pathLst>
              <a:path w="12887" h="900">
                <a:moveTo>
                  <a:pt x="0" y="0"/>
                </a:moveTo>
                <a:lnTo>
                  <a:pt x="12887" y="0"/>
                </a:lnTo>
                <a:lnTo>
                  <a:pt x="12887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456840" y="2019240"/>
            <a:ext cx="3781800" cy="19440"/>
          </a:xfrm>
          <a:custGeom>
            <a:avLst/>
            <a:gdLst/>
            <a:ahLst/>
            <a:rect l="0" t="0" r="r" b="b"/>
            <a:pathLst>
              <a:path w="10505" h="54">
                <a:moveTo>
                  <a:pt x="0" y="0"/>
                </a:moveTo>
                <a:lnTo>
                  <a:pt x="10505" y="0"/>
                </a:lnTo>
                <a:lnTo>
                  <a:pt x="1050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4238280" y="2019240"/>
            <a:ext cx="4639320" cy="19440"/>
          </a:xfrm>
          <a:custGeom>
            <a:avLst/>
            <a:gdLst/>
            <a:ahLst/>
            <a:rect l="0" t="0" r="r" b="b"/>
            <a:pathLst>
              <a:path w="12887" h="54">
                <a:moveTo>
                  <a:pt x="0" y="0"/>
                </a:moveTo>
                <a:lnTo>
                  <a:pt x="12887" y="0"/>
                </a:lnTo>
                <a:lnTo>
                  <a:pt x="1288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456840" y="239076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4238280" y="2390760"/>
            <a:ext cx="4639320" cy="9720"/>
          </a:xfrm>
          <a:custGeom>
            <a:avLst/>
            <a:gdLst/>
            <a:ahLst/>
            <a:rect l="0" t="0" r="r" b="b"/>
            <a:pathLst>
              <a:path w="12887" h="27">
                <a:moveTo>
                  <a:pt x="0" y="0"/>
                </a:moveTo>
                <a:lnTo>
                  <a:pt x="12887" y="0"/>
                </a:lnTo>
                <a:lnTo>
                  <a:pt x="128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456840" y="275256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1" name=""/>
          <p:cNvSpPr/>
          <p:nvPr/>
        </p:nvSpPr>
        <p:spPr>
          <a:xfrm>
            <a:off x="4238280" y="2752560"/>
            <a:ext cx="4639320" cy="9720"/>
          </a:xfrm>
          <a:custGeom>
            <a:avLst/>
            <a:gdLst/>
            <a:ahLst/>
            <a:rect l="0" t="0" r="r" b="b"/>
            <a:pathLst>
              <a:path w="12887" h="27">
                <a:moveTo>
                  <a:pt x="0" y="0"/>
                </a:moveTo>
                <a:lnTo>
                  <a:pt x="12887" y="0"/>
                </a:lnTo>
                <a:lnTo>
                  <a:pt x="128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2" name=""/>
          <p:cNvSpPr/>
          <p:nvPr/>
        </p:nvSpPr>
        <p:spPr>
          <a:xfrm>
            <a:off x="456840" y="311436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3" name=""/>
          <p:cNvSpPr/>
          <p:nvPr/>
        </p:nvSpPr>
        <p:spPr>
          <a:xfrm>
            <a:off x="4238280" y="3114360"/>
            <a:ext cx="4639320" cy="10080"/>
          </a:xfrm>
          <a:custGeom>
            <a:avLst/>
            <a:gdLst/>
            <a:ahLst/>
            <a:rect l="0" t="0" r="r" b="b"/>
            <a:pathLst>
              <a:path w="12887" h="28">
                <a:moveTo>
                  <a:pt x="0" y="0"/>
                </a:moveTo>
                <a:lnTo>
                  <a:pt x="12887" y="0"/>
                </a:lnTo>
                <a:lnTo>
                  <a:pt x="128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456840" y="34765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5" name=""/>
          <p:cNvSpPr/>
          <p:nvPr/>
        </p:nvSpPr>
        <p:spPr>
          <a:xfrm>
            <a:off x="4238280" y="3476520"/>
            <a:ext cx="4639320" cy="9720"/>
          </a:xfrm>
          <a:custGeom>
            <a:avLst/>
            <a:gdLst/>
            <a:ahLst/>
            <a:rect l="0" t="0" r="r" b="b"/>
            <a:pathLst>
              <a:path w="12887" h="27">
                <a:moveTo>
                  <a:pt x="0" y="0"/>
                </a:moveTo>
                <a:lnTo>
                  <a:pt x="12887" y="0"/>
                </a:lnTo>
                <a:lnTo>
                  <a:pt x="128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6" name=""/>
          <p:cNvSpPr/>
          <p:nvPr/>
        </p:nvSpPr>
        <p:spPr>
          <a:xfrm>
            <a:off x="456840" y="383832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4238280" y="3838320"/>
            <a:ext cx="4639320" cy="10080"/>
          </a:xfrm>
          <a:custGeom>
            <a:avLst/>
            <a:gdLst/>
            <a:ahLst/>
            <a:rect l="0" t="0" r="r" b="b"/>
            <a:pathLst>
              <a:path w="12887" h="28">
                <a:moveTo>
                  <a:pt x="0" y="0"/>
                </a:moveTo>
                <a:lnTo>
                  <a:pt x="12887" y="0"/>
                </a:lnTo>
                <a:lnTo>
                  <a:pt x="128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456840" y="420048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4238280" y="4200480"/>
            <a:ext cx="4639320" cy="9720"/>
          </a:xfrm>
          <a:custGeom>
            <a:avLst/>
            <a:gdLst/>
            <a:ahLst/>
            <a:rect l="0" t="0" r="r" b="b"/>
            <a:pathLst>
              <a:path w="12887" h="27">
                <a:moveTo>
                  <a:pt x="0" y="0"/>
                </a:moveTo>
                <a:lnTo>
                  <a:pt x="12887" y="0"/>
                </a:lnTo>
                <a:lnTo>
                  <a:pt x="128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39920" y="1044000"/>
            <a:ext cx="64213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Voortgang issues vorige meeting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63760" y="1793520"/>
            <a:ext cx="300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ITEM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561960" y="2304720"/>
            <a:ext cx="238320" cy="10080"/>
          </a:xfrm>
          <a:custGeom>
            <a:avLst/>
            <a:gdLst/>
            <a:ahLst/>
            <a:rect l="0" t="0" r="r" b="b"/>
            <a:pathLst>
              <a:path w="662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6" y="0"/>
                </a:moveTo>
                <a:lnTo>
                  <a:pt x="225" y="0"/>
                </a:lnTo>
                <a:lnTo>
                  <a:pt x="225" y="28"/>
                </a:lnTo>
                <a:lnTo>
                  <a:pt x="146" y="28"/>
                </a:lnTo>
                <a:lnTo>
                  <a:pt x="146" y="0"/>
                </a:lnTo>
                <a:moveTo>
                  <a:pt x="292" y="0"/>
                </a:moveTo>
                <a:lnTo>
                  <a:pt x="371" y="0"/>
                </a:lnTo>
                <a:lnTo>
                  <a:pt x="371" y="28"/>
                </a:lnTo>
                <a:lnTo>
                  <a:pt x="292" y="28"/>
                </a:lnTo>
                <a:lnTo>
                  <a:pt x="292" y="0"/>
                </a:lnTo>
                <a:moveTo>
                  <a:pt x="437" y="0"/>
                </a:moveTo>
                <a:lnTo>
                  <a:pt x="516" y="0"/>
                </a:lnTo>
                <a:lnTo>
                  <a:pt x="516" y="28"/>
                </a:lnTo>
                <a:lnTo>
                  <a:pt x="437" y="28"/>
                </a:lnTo>
                <a:lnTo>
                  <a:pt x="437" y="0"/>
                </a:lnTo>
                <a:moveTo>
                  <a:pt x="583" y="0"/>
                </a:moveTo>
                <a:lnTo>
                  <a:pt x="662" y="0"/>
                </a:lnTo>
                <a:lnTo>
                  <a:pt x="662" y="28"/>
                </a:lnTo>
                <a:lnTo>
                  <a:pt x="583" y="28"/>
                </a:lnTo>
                <a:lnTo>
                  <a:pt x="58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347720" y="1793520"/>
            <a:ext cx="939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VERVOLGACTIE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63760" y="2136960"/>
            <a:ext cx="2631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versionering tussen koppelingen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561960" y="2666880"/>
            <a:ext cx="219240" cy="9720"/>
          </a:xfrm>
          <a:custGeom>
            <a:avLst/>
            <a:gdLst/>
            <a:ahLst/>
            <a:rect l="0" t="0" r="r" b="b"/>
            <a:pathLst>
              <a:path w="60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7"/>
                </a:lnTo>
                <a:lnTo>
                  <a:pt x="264" y="27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7"/>
                </a:lnTo>
                <a:lnTo>
                  <a:pt x="396" y="27"/>
                </a:lnTo>
                <a:lnTo>
                  <a:pt x="396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7"/>
                </a:lnTo>
                <a:lnTo>
                  <a:pt x="529" y="27"/>
                </a:lnTo>
                <a:lnTo>
                  <a:pt x="52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347720" y="2136960"/>
            <a:ext cx="2097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Voorstel volgt als pull request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563760" y="2498760"/>
            <a:ext cx="2064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#51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releases via pull request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561960" y="3028680"/>
            <a:ext cx="247680" cy="10080"/>
          </a:xfrm>
          <a:custGeom>
            <a:avLst/>
            <a:gdLst/>
            <a:ahLst/>
            <a:rect l="0" t="0" r="r" b="b"/>
            <a:pathLst>
              <a:path w="688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1" y="0"/>
                </a:moveTo>
                <a:lnTo>
                  <a:pt x="202" y="0"/>
                </a:lnTo>
                <a:lnTo>
                  <a:pt x="202" y="28"/>
                </a:lnTo>
                <a:lnTo>
                  <a:pt x="121" y="28"/>
                </a:lnTo>
                <a:lnTo>
                  <a:pt x="121" y="0"/>
                </a:lnTo>
                <a:moveTo>
                  <a:pt x="244" y="0"/>
                </a:moveTo>
                <a:lnTo>
                  <a:pt x="323" y="0"/>
                </a:lnTo>
                <a:lnTo>
                  <a:pt x="323" y="28"/>
                </a:lnTo>
                <a:lnTo>
                  <a:pt x="244" y="28"/>
                </a:lnTo>
                <a:lnTo>
                  <a:pt x="244" y="0"/>
                </a:lnTo>
                <a:moveTo>
                  <a:pt x="366" y="0"/>
                </a:moveTo>
                <a:lnTo>
                  <a:pt x="445" y="0"/>
                </a:lnTo>
                <a:lnTo>
                  <a:pt x="445" y="28"/>
                </a:lnTo>
                <a:lnTo>
                  <a:pt x="366" y="28"/>
                </a:lnTo>
                <a:lnTo>
                  <a:pt x="366" y="0"/>
                </a:lnTo>
                <a:moveTo>
                  <a:pt x="487" y="0"/>
                </a:moveTo>
                <a:lnTo>
                  <a:pt x="567" y="0"/>
                </a:lnTo>
                <a:lnTo>
                  <a:pt x="567" y="28"/>
                </a:lnTo>
                <a:lnTo>
                  <a:pt x="487" y="28"/>
                </a:lnTo>
                <a:lnTo>
                  <a:pt x="487" y="0"/>
                </a:lnTo>
                <a:moveTo>
                  <a:pt x="609" y="0"/>
                </a:moveTo>
                <a:lnTo>
                  <a:pt x="688" y="0"/>
                </a:lnTo>
                <a:lnTo>
                  <a:pt x="688" y="28"/>
                </a:lnTo>
                <a:lnTo>
                  <a:pt x="609" y="28"/>
                </a:lnTo>
                <a:lnTo>
                  <a:pt x="60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347720" y="2498760"/>
            <a:ext cx="2312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Ingericht, PR 82 loopt deze route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63760" y="2860560"/>
            <a:ext cx="1713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#45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klikbare referenties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561960" y="3390840"/>
            <a:ext cx="247680" cy="9720"/>
          </a:xfrm>
          <a:custGeom>
            <a:avLst/>
            <a:gdLst/>
            <a:ahLst/>
            <a:rect l="0" t="0" r="r" b="b"/>
            <a:pathLst>
              <a:path w="68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1" y="0"/>
                </a:moveTo>
                <a:lnTo>
                  <a:pt x="202" y="0"/>
                </a:lnTo>
                <a:lnTo>
                  <a:pt x="202" y="27"/>
                </a:lnTo>
                <a:lnTo>
                  <a:pt x="121" y="27"/>
                </a:lnTo>
                <a:lnTo>
                  <a:pt x="121" y="0"/>
                </a:lnTo>
                <a:moveTo>
                  <a:pt x="244" y="0"/>
                </a:moveTo>
                <a:lnTo>
                  <a:pt x="323" y="0"/>
                </a:lnTo>
                <a:lnTo>
                  <a:pt x="323" y="27"/>
                </a:lnTo>
                <a:lnTo>
                  <a:pt x="244" y="27"/>
                </a:lnTo>
                <a:lnTo>
                  <a:pt x="244" y="0"/>
                </a:lnTo>
                <a:moveTo>
                  <a:pt x="366" y="0"/>
                </a:moveTo>
                <a:lnTo>
                  <a:pt x="445" y="0"/>
                </a:lnTo>
                <a:lnTo>
                  <a:pt x="445" y="27"/>
                </a:lnTo>
                <a:lnTo>
                  <a:pt x="366" y="27"/>
                </a:lnTo>
                <a:lnTo>
                  <a:pt x="366" y="0"/>
                </a:lnTo>
                <a:moveTo>
                  <a:pt x="487" y="0"/>
                </a:moveTo>
                <a:lnTo>
                  <a:pt x="567" y="0"/>
                </a:lnTo>
                <a:lnTo>
                  <a:pt x="567" y="27"/>
                </a:lnTo>
                <a:lnTo>
                  <a:pt x="487" y="27"/>
                </a:lnTo>
                <a:lnTo>
                  <a:pt x="487" y="0"/>
                </a:lnTo>
                <a:moveTo>
                  <a:pt x="609" y="0"/>
                </a:moveTo>
                <a:lnTo>
                  <a:pt x="688" y="0"/>
                </a:lnTo>
                <a:lnTo>
                  <a:pt x="688" y="27"/>
                </a:lnTo>
                <a:lnTo>
                  <a:pt x="609" y="27"/>
                </a:lnTo>
                <a:lnTo>
                  <a:pt x="60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347720" y="2860560"/>
            <a:ext cx="3053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Deels opgenomen in de requirementsboom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63760" y="3222720"/>
            <a:ext cx="2230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#46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tags van releases bewaren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561960" y="3752640"/>
            <a:ext cx="247680" cy="10080"/>
          </a:xfrm>
          <a:custGeom>
            <a:avLst/>
            <a:gdLst/>
            <a:ahLst/>
            <a:rect l="0" t="0" r="r" b="b"/>
            <a:pathLst>
              <a:path w="688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1" y="0"/>
                </a:moveTo>
                <a:lnTo>
                  <a:pt x="202" y="0"/>
                </a:lnTo>
                <a:lnTo>
                  <a:pt x="202" y="28"/>
                </a:lnTo>
                <a:lnTo>
                  <a:pt x="121" y="28"/>
                </a:lnTo>
                <a:lnTo>
                  <a:pt x="121" y="0"/>
                </a:lnTo>
                <a:moveTo>
                  <a:pt x="244" y="0"/>
                </a:moveTo>
                <a:lnTo>
                  <a:pt x="323" y="0"/>
                </a:lnTo>
                <a:lnTo>
                  <a:pt x="323" y="28"/>
                </a:lnTo>
                <a:lnTo>
                  <a:pt x="244" y="28"/>
                </a:lnTo>
                <a:lnTo>
                  <a:pt x="244" y="0"/>
                </a:lnTo>
                <a:moveTo>
                  <a:pt x="366" y="0"/>
                </a:moveTo>
                <a:lnTo>
                  <a:pt x="445" y="0"/>
                </a:lnTo>
                <a:lnTo>
                  <a:pt x="445" y="28"/>
                </a:lnTo>
                <a:lnTo>
                  <a:pt x="366" y="28"/>
                </a:lnTo>
                <a:lnTo>
                  <a:pt x="366" y="0"/>
                </a:lnTo>
                <a:moveTo>
                  <a:pt x="487" y="0"/>
                </a:moveTo>
                <a:lnTo>
                  <a:pt x="567" y="0"/>
                </a:lnTo>
                <a:lnTo>
                  <a:pt x="567" y="28"/>
                </a:lnTo>
                <a:lnTo>
                  <a:pt x="487" y="28"/>
                </a:lnTo>
                <a:lnTo>
                  <a:pt x="487" y="0"/>
                </a:lnTo>
                <a:moveTo>
                  <a:pt x="609" y="0"/>
                </a:moveTo>
                <a:lnTo>
                  <a:pt x="688" y="0"/>
                </a:lnTo>
                <a:lnTo>
                  <a:pt x="688" y="28"/>
                </a:lnTo>
                <a:lnTo>
                  <a:pt x="609" y="28"/>
                </a:lnTo>
                <a:lnTo>
                  <a:pt x="60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347720" y="3222720"/>
            <a:ext cx="4065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Opgelost via de release branches; issue nog bij te werken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63760" y="3584520"/>
            <a:ext cx="1873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werkwijze issuesessie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347720" y="3584520"/>
            <a:ext cx="1296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Nog niet opgepakt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63760" y="3936960"/>
            <a:ext cx="3277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eerst reviewen, dan payloads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347720" y="3936960"/>
            <a:ext cx="2402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Geen issue, dus niet opgepakt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68" name=""/>
          <p:cNvSpPr txBox="1"/>
          <p:nvPr/>
        </p:nvSpPr>
        <p:spPr>
          <a:xfrm>
            <a:off x="44193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1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498480" y="2566440"/>
            <a:ext cx="271512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Voortgang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78" name=""/>
          <p:cNvSpPr/>
          <p:nvPr/>
        </p:nvSpPr>
        <p:spPr>
          <a:xfrm>
            <a:off x="2541600" y="1083240"/>
            <a:ext cx="2122200" cy="2601360"/>
          </a:xfrm>
          <a:custGeom>
            <a:avLst/>
            <a:gdLst/>
            <a:ahLst/>
            <a:rect l="0" t="0" r="r" b="b"/>
            <a:pathLst>
              <a:path w="5895" h="7226">
                <a:moveTo>
                  <a:pt x="0" y="0"/>
                </a:moveTo>
                <a:lnTo>
                  <a:pt x="5895" y="0"/>
                </a:lnTo>
                <a:lnTo>
                  <a:pt x="5895" y="7226"/>
                </a:lnTo>
                <a:lnTo>
                  <a:pt x="0" y="7226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2541600" y="1083240"/>
            <a:ext cx="2122200" cy="2601360"/>
          </a:xfrm>
          <a:custGeom>
            <a:avLst/>
            <a:gdLst/>
            <a:ahLst/>
            <a:rect l="0" t="0" r="r" b="b"/>
            <a:pathLst>
              <a:path w="5895" h="7226">
                <a:moveTo>
                  <a:pt x="0" y="0"/>
                </a:moveTo>
                <a:lnTo>
                  <a:pt x="5895" y="0"/>
                </a:lnTo>
                <a:lnTo>
                  <a:pt x="5895" y="7226"/>
                </a:lnTo>
                <a:lnTo>
                  <a:pt x="0" y="7226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aaa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39920" y="415080"/>
            <a:ext cx="3783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Requirementsboom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1569600" y="1589760"/>
            <a:ext cx="1116000" cy="691560"/>
          </a:xfrm>
          <a:custGeom>
            <a:avLst/>
            <a:gdLst/>
            <a:ahLst/>
            <a:rect l="0" t="0" r="r" b="b"/>
            <a:pathLst>
              <a:path fill="none" w="3100" h="1921">
                <a:moveTo>
                  <a:pt x="0" y="1921"/>
                </a:moveTo>
                <a:lnTo>
                  <a:pt x="372" y="1601"/>
                </a:lnTo>
                <a:cubicBezTo>
                  <a:pt x="743" y="1281"/>
                  <a:pt x="1484" y="641"/>
                  <a:pt x="1934" y="320"/>
                </a:cubicBezTo>
                <a:cubicBezTo>
                  <a:pt x="2384" y="0"/>
                  <a:pt x="2543" y="0"/>
                  <a:pt x="2688" y="0"/>
                </a:cubicBezTo>
                <a:cubicBezTo>
                  <a:pt x="2834" y="0"/>
                  <a:pt x="2967" y="0"/>
                  <a:pt x="3034" y="0"/>
                </a:cubicBezTo>
                <a:lnTo>
                  <a:pt x="3100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2657880" y="156240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2655360" y="155808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24" y="12"/>
                </a:moveTo>
                <a:lnTo>
                  <a:pt x="38" y="19"/>
                </a:lnTo>
                <a:lnTo>
                  <a:pt x="31" y="32"/>
                </a:lnTo>
                <a:lnTo>
                  <a:pt x="17" y="26"/>
                </a:lnTo>
                <a:lnTo>
                  <a:pt x="24" y="12"/>
                </a:lnTo>
                <a:moveTo>
                  <a:pt x="38" y="19"/>
                </a:moveTo>
                <a:lnTo>
                  <a:pt x="51" y="26"/>
                </a:lnTo>
                <a:lnTo>
                  <a:pt x="45" y="39"/>
                </a:lnTo>
                <a:lnTo>
                  <a:pt x="31" y="32"/>
                </a:lnTo>
                <a:lnTo>
                  <a:pt x="38" y="19"/>
                </a:lnTo>
                <a:moveTo>
                  <a:pt x="51" y="26"/>
                </a:moveTo>
                <a:lnTo>
                  <a:pt x="65" y="32"/>
                </a:lnTo>
                <a:lnTo>
                  <a:pt x="58" y="46"/>
                </a:lnTo>
                <a:lnTo>
                  <a:pt x="45" y="39"/>
                </a:lnTo>
                <a:lnTo>
                  <a:pt x="51" y="26"/>
                </a:lnTo>
                <a:moveTo>
                  <a:pt x="65" y="32"/>
                </a:moveTo>
                <a:lnTo>
                  <a:pt x="79" y="39"/>
                </a:lnTo>
                <a:lnTo>
                  <a:pt x="72" y="53"/>
                </a:lnTo>
                <a:lnTo>
                  <a:pt x="58" y="46"/>
                </a:lnTo>
                <a:lnTo>
                  <a:pt x="65" y="32"/>
                </a:lnTo>
                <a:moveTo>
                  <a:pt x="79" y="39"/>
                </a:moveTo>
                <a:lnTo>
                  <a:pt x="92" y="46"/>
                </a:lnTo>
                <a:lnTo>
                  <a:pt x="85" y="60"/>
                </a:lnTo>
                <a:lnTo>
                  <a:pt x="72" y="53"/>
                </a:lnTo>
                <a:lnTo>
                  <a:pt x="79" y="39"/>
                </a:lnTo>
                <a:moveTo>
                  <a:pt x="92" y="46"/>
                </a:moveTo>
                <a:lnTo>
                  <a:pt x="107" y="53"/>
                </a:lnTo>
                <a:lnTo>
                  <a:pt x="99" y="66"/>
                </a:lnTo>
                <a:lnTo>
                  <a:pt x="85" y="60"/>
                </a:lnTo>
                <a:lnTo>
                  <a:pt x="92" y="46"/>
                </a:lnTo>
                <a:moveTo>
                  <a:pt x="107" y="53"/>
                </a:moveTo>
                <a:lnTo>
                  <a:pt x="120" y="60"/>
                </a:lnTo>
                <a:lnTo>
                  <a:pt x="114" y="73"/>
                </a:lnTo>
                <a:lnTo>
                  <a:pt x="99" y="66"/>
                </a:lnTo>
                <a:lnTo>
                  <a:pt x="107" y="53"/>
                </a:lnTo>
                <a:moveTo>
                  <a:pt x="120" y="60"/>
                </a:moveTo>
                <a:lnTo>
                  <a:pt x="134" y="66"/>
                </a:lnTo>
                <a:lnTo>
                  <a:pt x="127" y="80"/>
                </a:lnTo>
                <a:lnTo>
                  <a:pt x="114" y="73"/>
                </a:lnTo>
                <a:lnTo>
                  <a:pt x="120" y="60"/>
                </a:lnTo>
                <a:moveTo>
                  <a:pt x="134" y="66"/>
                </a:moveTo>
                <a:lnTo>
                  <a:pt x="148" y="73"/>
                </a:lnTo>
                <a:lnTo>
                  <a:pt x="141" y="87"/>
                </a:lnTo>
                <a:lnTo>
                  <a:pt x="127" y="80"/>
                </a:lnTo>
                <a:lnTo>
                  <a:pt x="134" y="66"/>
                </a:lnTo>
                <a:moveTo>
                  <a:pt x="148" y="73"/>
                </a:moveTo>
                <a:lnTo>
                  <a:pt x="161" y="80"/>
                </a:lnTo>
                <a:lnTo>
                  <a:pt x="154" y="94"/>
                </a:lnTo>
                <a:lnTo>
                  <a:pt x="141" y="87"/>
                </a:lnTo>
                <a:lnTo>
                  <a:pt x="148" y="73"/>
                </a:lnTo>
                <a:moveTo>
                  <a:pt x="161" y="80"/>
                </a:moveTo>
                <a:lnTo>
                  <a:pt x="177" y="88"/>
                </a:lnTo>
                <a:lnTo>
                  <a:pt x="153" y="100"/>
                </a:lnTo>
                <a:lnTo>
                  <a:pt x="146" y="87"/>
                </a:lnTo>
                <a:lnTo>
                  <a:pt x="157" y="81"/>
                </a:lnTo>
                <a:lnTo>
                  <a:pt x="160" y="88"/>
                </a:lnTo>
                <a:lnTo>
                  <a:pt x="157" y="95"/>
                </a:lnTo>
                <a:lnTo>
                  <a:pt x="154" y="94"/>
                </a:lnTo>
                <a:lnTo>
                  <a:pt x="161" y="80"/>
                </a:lnTo>
                <a:moveTo>
                  <a:pt x="153" y="100"/>
                </a:moveTo>
                <a:lnTo>
                  <a:pt x="139" y="107"/>
                </a:lnTo>
                <a:lnTo>
                  <a:pt x="132" y="94"/>
                </a:lnTo>
                <a:lnTo>
                  <a:pt x="146" y="87"/>
                </a:lnTo>
                <a:lnTo>
                  <a:pt x="153" y="100"/>
                </a:lnTo>
                <a:moveTo>
                  <a:pt x="139" y="107"/>
                </a:moveTo>
                <a:lnTo>
                  <a:pt x="125" y="114"/>
                </a:lnTo>
                <a:lnTo>
                  <a:pt x="119" y="100"/>
                </a:lnTo>
                <a:lnTo>
                  <a:pt x="132" y="94"/>
                </a:lnTo>
                <a:lnTo>
                  <a:pt x="139" y="107"/>
                </a:lnTo>
                <a:moveTo>
                  <a:pt x="125" y="114"/>
                </a:moveTo>
                <a:lnTo>
                  <a:pt x="112" y="121"/>
                </a:lnTo>
                <a:lnTo>
                  <a:pt x="105" y="107"/>
                </a:lnTo>
                <a:lnTo>
                  <a:pt x="119" y="100"/>
                </a:lnTo>
                <a:lnTo>
                  <a:pt x="125" y="114"/>
                </a:lnTo>
                <a:moveTo>
                  <a:pt x="112" y="121"/>
                </a:moveTo>
                <a:lnTo>
                  <a:pt x="97" y="128"/>
                </a:lnTo>
                <a:lnTo>
                  <a:pt x="90" y="114"/>
                </a:lnTo>
                <a:lnTo>
                  <a:pt x="105" y="107"/>
                </a:lnTo>
                <a:lnTo>
                  <a:pt x="112" y="121"/>
                </a:lnTo>
                <a:moveTo>
                  <a:pt x="97" y="128"/>
                </a:moveTo>
                <a:lnTo>
                  <a:pt x="84" y="134"/>
                </a:lnTo>
                <a:lnTo>
                  <a:pt x="77" y="121"/>
                </a:lnTo>
                <a:lnTo>
                  <a:pt x="90" y="114"/>
                </a:lnTo>
                <a:lnTo>
                  <a:pt x="97" y="128"/>
                </a:lnTo>
                <a:moveTo>
                  <a:pt x="84" y="134"/>
                </a:moveTo>
                <a:lnTo>
                  <a:pt x="70" y="141"/>
                </a:lnTo>
                <a:lnTo>
                  <a:pt x="63" y="128"/>
                </a:lnTo>
                <a:lnTo>
                  <a:pt x="77" y="121"/>
                </a:lnTo>
                <a:lnTo>
                  <a:pt x="84" y="134"/>
                </a:lnTo>
                <a:moveTo>
                  <a:pt x="70" y="141"/>
                </a:moveTo>
                <a:lnTo>
                  <a:pt x="56" y="148"/>
                </a:lnTo>
                <a:lnTo>
                  <a:pt x="50" y="134"/>
                </a:lnTo>
                <a:lnTo>
                  <a:pt x="63" y="128"/>
                </a:lnTo>
                <a:lnTo>
                  <a:pt x="70" y="141"/>
                </a:lnTo>
                <a:moveTo>
                  <a:pt x="56" y="148"/>
                </a:moveTo>
                <a:lnTo>
                  <a:pt x="43" y="155"/>
                </a:lnTo>
                <a:lnTo>
                  <a:pt x="36" y="141"/>
                </a:lnTo>
                <a:lnTo>
                  <a:pt x="50" y="134"/>
                </a:lnTo>
                <a:lnTo>
                  <a:pt x="56" y="148"/>
                </a:lnTo>
                <a:moveTo>
                  <a:pt x="43" y="155"/>
                </a:moveTo>
                <a:lnTo>
                  <a:pt x="29" y="163"/>
                </a:lnTo>
                <a:lnTo>
                  <a:pt x="22" y="148"/>
                </a:lnTo>
                <a:lnTo>
                  <a:pt x="36" y="141"/>
                </a:lnTo>
                <a:lnTo>
                  <a:pt x="43" y="155"/>
                </a:lnTo>
                <a:moveTo>
                  <a:pt x="29" y="163"/>
                </a:moveTo>
                <a:lnTo>
                  <a:pt x="16" y="169"/>
                </a:lnTo>
                <a:lnTo>
                  <a:pt x="9" y="155"/>
                </a:lnTo>
                <a:lnTo>
                  <a:pt x="22" y="148"/>
                </a:lnTo>
                <a:lnTo>
                  <a:pt x="29" y="163"/>
                </a:lnTo>
                <a:moveTo>
                  <a:pt x="16" y="169"/>
                </a:moveTo>
                <a:lnTo>
                  <a:pt x="0" y="177"/>
                </a:lnTo>
                <a:lnTo>
                  <a:pt x="0" y="154"/>
                </a:lnTo>
                <a:lnTo>
                  <a:pt x="15" y="154"/>
                </a:lnTo>
                <a:lnTo>
                  <a:pt x="15" y="165"/>
                </a:lnTo>
                <a:lnTo>
                  <a:pt x="7" y="165"/>
                </a:lnTo>
                <a:lnTo>
                  <a:pt x="4" y="157"/>
                </a:lnTo>
                <a:lnTo>
                  <a:pt x="9" y="155"/>
                </a:lnTo>
                <a:lnTo>
                  <a:pt x="16" y="169"/>
                </a:lnTo>
                <a:moveTo>
                  <a:pt x="0" y="154"/>
                </a:moveTo>
                <a:lnTo>
                  <a:pt x="0" y="139"/>
                </a:lnTo>
                <a:lnTo>
                  <a:pt x="15" y="139"/>
                </a:lnTo>
                <a:lnTo>
                  <a:pt x="15" y="154"/>
                </a:lnTo>
                <a:lnTo>
                  <a:pt x="0" y="154"/>
                </a:lnTo>
                <a:moveTo>
                  <a:pt x="0" y="139"/>
                </a:moveTo>
                <a:lnTo>
                  <a:pt x="0" y="124"/>
                </a:lnTo>
                <a:lnTo>
                  <a:pt x="15" y="124"/>
                </a:lnTo>
                <a:lnTo>
                  <a:pt x="15" y="139"/>
                </a:lnTo>
                <a:lnTo>
                  <a:pt x="0" y="139"/>
                </a:lnTo>
                <a:moveTo>
                  <a:pt x="0" y="124"/>
                </a:moveTo>
                <a:lnTo>
                  <a:pt x="0" y="109"/>
                </a:lnTo>
                <a:lnTo>
                  <a:pt x="15" y="109"/>
                </a:lnTo>
                <a:lnTo>
                  <a:pt x="15" y="124"/>
                </a:lnTo>
                <a:lnTo>
                  <a:pt x="0" y="124"/>
                </a:lnTo>
                <a:moveTo>
                  <a:pt x="0" y="109"/>
                </a:moveTo>
                <a:lnTo>
                  <a:pt x="0" y="94"/>
                </a:lnTo>
                <a:lnTo>
                  <a:pt x="15" y="94"/>
                </a:lnTo>
                <a:lnTo>
                  <a:pt x="15" y="109"/>
                </a:lnTo>
                <a:lnTo>
                  <a:pt x="0" y="109"/>
                </a:lnTo>
                <a:moveTo>
                  <a:pt x="0" y="94"/>
                </a:moveTo>
                <a:lnTo>
                  <a:pt x="0" y="78"/>
                </a:lnTo>
                <a:lnTo>
                  <a:pt x="15" y="78"/>
                </a:lnTo>
                <a:lnTo>
                  <a:pt x="15" y="94"/>
                </a:lnTo>
                <a:lnTo>
                  <a:pt x="0" y="94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7"/>
                </a:lnTo>
                <a:lnTo>
                  <a:pt x="15" y="17"/>
                </a:lnTo>
                <a:lnTo>
                  <a:pt x="15" y="33"/>
                </a:lnTo>
                <a:lnTo>
                  <a:pt x="0" y="33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6"/>
                </a:lnTo>
                <a:lnTo>
                  <a:pt x="4" y="19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2199240" y="2466000"/>
            <a:ext cx="486000" cy="0"/>
          </a:xfrm>
          <a:custGeom>
            <a:avLst/>
            <a:gdLst/>
            <a:ahLst/>
            <a:rect l="0" t="0" r="r" b="b"/>
            <a:pathLst>
              <a:path fill="none" w="1350" h="0">
                <a:moveTo>
                  <a:pt x="0" y="0"/>
                </a:moveTo>
                <a:lnTo>
                  <a:pt x="80" y="0"/>
                </a:lnTo>
                <a:cubicBezTo>
                  <a:pt x="159" y="0"/>
                  <a:pt x="317" y="0"/>
                  <a:pt x="476" y="0"/>
                </a:cubicBezTo>
                <a:cubicBezTo>
                  <a:pt x="634" y="0"/>
                  <a:pt x="793" y="0"/>
                  <a:pt x="938" y="0"/>
                </a:cubicBezTo>
                <a:cubicBezTo>
                  <a:pt x="1084" y="0"/>
                  <a:pt x="1217" y="0"/>
                  <a:pt x="1284" y="0"/>
                </a:cubicBezTo>
                <a:lnTo>
                  <a:pt x="1350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2657880" y="24386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2655360" y="2433960"/>
            <a:ext cx="63720" cy="64080"/>
          </a:xfrm>
          <a:custGeom>
            <a:avLst/>
            <a:gdLst/>
            <a:ahLst/>
            <a:rect l="0" t="0" r="r" b="b"/>
            <a:pathLst>
              <a:path w="177" h="178">
                <a:moveTo>
                  <a:pt x="24" y="13"/>
                </a:moveTo>
                <a:lnTo>
                  <a:pt x="38" y="20"/>
                </a:lnTo>
                <a:lnTo>
                  <a:pt x="31" y="34"/>
                </a:lnTo>
                <a:lnTo>
                  <a:pt x="17" y="27"/>
                </a:lnTo>
                <a:lnTo>
                  <a:pt x="24" y="13"/>
                </a:lnTo>
                <a:moveTo>
                  <a:pt x="38" y="20"/>
                </a:moveTo>
                <a:lnTo>
                  <a:pt x="51" y="27"/>
                </a:lnTo>
                <a:lnTo>
                  <a:pt x="45" y="41"/>
                </a:lnTo>
                <a:lnTo>
                  <a:pt x="31" y="34"/>
                </a:lnTo>
                <a:lnTo>
                  <a:pt x="38" y="20"/>
                </a:lnTo>
                <a:moveTo>
                  <a:pt x="51" y="27"/>
                </a:moveTo>
                <a:lnTo>
                  <a:pt x="65" y="34"/>
                </a:lnTo>
                <a:lnTo>
                  <a:pt x="58" y="48"/>
                </a:lnTo>
                <a:lnTo>
                  <a:pt x="45" y="41"/>
                </a:lnTo>
                <a:lnTo>
                  <a:pt x="51" y="27"/>
                </a:lnTo>
                <a:moveTo>
                  <a:pt x="65" y="34"/>
                </a:moveTo>
                <a:lnTo>
                  <a:pt x="79" y="41"/>
                </a:lnTo>
                <a:lnTo>
                  <a:pt x="72" y="54"/>
                </a:lnTo>
                <a:lnTo>
                  <a:pt x="58" y="48"/>
                </a:lnTo>
                <a:lnTo>
                  <a:pt x="65" y="34"/>
                </a:lnTo>
                <a:moveTo>
                  <a:pt x="79" y="41"/>
                </a:moveTo>
                <a:lnTo>
                  <a:pt x="92" y="48"/>
                </a:lnTo>
                <a:lnTo>
                  <a:pt x="85" y="61"/>
                </a:lnTo>
                <a:lnTo>
                  <a:pt x="72" y="54"/>
                </a:lnTo>
                <a:lnTo>
                  <a:pt x="79" y="41"/>
                </a:lnTo>
                <a:moveTo>
                  <a:pt x="92" y="48"/>
                </a:moveTo>
                <a:lnTo>
                  <a:pt x="107" y="54"/>
                </a:lnTo>
                <a:lnTo>
                  <a:pt x="99" y="68"/>
                </a:lnTo>
                <a:lnTo>
                  <a:pt x="85" y="61"/>
                </a:lnTo>
                <a:lnTo>
                  <a:pt x="92" y="48"/>
                </a:lnTo>
                <a:moveTo>
                  <a:pt x="107" y="54"/>
                </a:moveTo>
                <a:lnTo>
                  <a:pt x="120" y="61"/>
                </a:lnTo>
                <a:lnTo>
                  <a:pt x="114" y="75"/>
                </a:lnTo>
                <a:lnTo>
                  <a:pt x="99" y="68"/>
                </a:lnTo>
                <a:lnTo>
                  <a:pt x="107" y="54"/>
                </a:lnTo>
                <a:moveTo>
                  <a:pt x="120" y="61"/>
                </a:moveTo>
                <a:lnTo>
                  <a:pt x="134" y="68"/>
                </a:lnTo>
                <a:lnTo>
                  <a:pt x="127" y="82"/>
                </a:lnTo>
                <a:lnTo>
                  <a:pt x="114" y="75"/>
                </a:lnTo>
                <a:lnTo>
                  <a:pt x="120" y="61"/>
                </a:lnTo>
                <a:moveTo>
                  <a:pt x="134" y="68"/>
                </a:moveTo>
                <a:lnTo>
                  <a:pt x="148" y="75"/>
                </a:lnTo>
                <a:lnTo>
                  <a:pt x="141" y="88"/>
                </a:lnTo>
                <a:lnTo>
                  <a:pt x="127" y="82"/>
                </a:lnTo>
                <a:lnTo>
                  <a:pt x="134" y="68"/>
                </a:lnTo>
                <a:moveTo>
                  <a:pt x="148" y="75"/>
                </a:moveTo>
                <a:lnTo>
                  <a:pt x="161" y="82"/>
                </a:lnTo>
                <a:lnTo>
                  <a:pt x="154" y="95"/>
                </a:lnTo>
                <a:lnTo>
                  <a:pt x="141" y="88"/>
                </a:lnTo>
                <a:lnTo>
                  <a:pt x="148" y="75"/>
                </a:lnTo>
                <a:moveTo>
                  <a:pt x="161" y="82"/>
                </a:moveTo>
                <a:lnTo>
                  <a:pt x="177" y="90"/>
                </a:lnTo>
                <a:lnTo>
                  <a:pt x="153" y="102"/>
                </a:lnTo>
                <a:lnTo>
                  <a:pt x="146" y="88"/>
                </a:lnTo>
                <a:lnTo>
                  <a:pt x="157" y="83"/>
                </a:lnTo>
                <a:lnTo>
                  <a:pt x="160" y="90"/>
                </a:lnTo>
                <a:lnTo>
                  <a:pt x="157" y="96"/>
                </a:lnTo>
                <a:lnTo>
                  <a:pt x="154" y="95"/>
                </a:lnTo>
                <a:lnTo>
                  <a:pt x="161" y="82"/>
                </a:lnTo>
                <a:moveTo>
                  <a:pt x="153" y="102"/>
                </a:moveTo>
                <a:lnTo>
                  <a:pt x="139" y="109"/>
                </a:lnTo>
                <a:lnTo>
                  <a:pt x="132" y="95"/>
                </a:lnTo>
                <a:lnTo>
                  <a:pt x="146" y="88"/>
                </a:lnTo>
                <a:lnTo>
                  <a:pt x="153" y="102"/>
                </a:lnTo>
                <a:moveTo>
                  <a:pt x="139" y="109"/>
                </a:moveTo>
                <a:lnTo>
                  <a:pt x="125" y="116"/>
                </a:lnTo>
                <a:lnTo>
                  <a:pt x="119" y="102"/>
                </a:lnTo>
                <a:lnTo>
                  <a:pt x="132" y="95"/>
                </a:lnTo>
                <a:lnTo>
                  <a:pt x="139" y="109"/>
                </a:lnTo>
                <a:moveTo>
                  <a:pt x="125" y="116"/>
                </a:moveTo>
                <a:lnTo>
                  <a:pt x="112" y="122"/>
                </a:lnTo>
                <a:lnTo>
                  <a:pt x="105" y="109"/>
                </a:lnTo>
                <a:lnTo>
                  <a:pt x="119" y="102"/>
                </a:lnTo>
                <a:lnTo>
                  <a:pt x="125" y="116"/>
                </a:lnTo>
                <a:moveTo>
                  <a:pt x="112" y="122"/>
                </a:moveTo>
                <a:lnTo>
                  <a:pt x="97" y="129"/>
                </a:lnTo>
                <a:lnTo>
                  <a:pt x="90" y="116"/>
                </a:lnTo>
                <a:lnTo>
                  <a:pt x="105" y="109"/>
                </a:lnTo>
                <a:lnTo>
                  <a:pt x="112" y="122"/>
                </a:lnTo>
                <a:moveTo>
                  <a:pt x="97" y="129"/>
                </a:moveTo>
                <a:lnTo>
                  <a:pt x="84" y="136"/>
                </a:lnTo>
                <a:lnTo>
                  <a:pt x="77" y="122"/>
                </a:lnTo>
                <a:lnTo>
                  <a:pt x="90" y="116"/>
                </a:lnTo>
                <a:lnTo>
                  <a:pt x="97" y="129"/>
                </a:lnTo>
                <a:moveTo>
                  <a:pt x="84" y="136"/>
                </a:moveTo>
                <a:lnTo>
                  <a:pt x="70" y="143"/>
                </a:lnTo>
                <a:lnTo>
                  <a:pt x="63" y="129"/>
                </a:lnTo>
                <a:lnTo>
                  <a:pt x="77" y="122"/>
                </a:lnTo>
                <a:lnTo>
                  <a:pt x="84" y="136"/>
                </a:lnTo>
                <a:moveTo>
                  <a:pt x="70" y="143"/>
                </a:moveTo>
                <a:lnTo>
                  <a:pt x="56" y="150"/>
                </a:lnTo>
                <a:lnTo>
                  <a:pt x="50" y="136"/>
                </a:lnTo>
                <a:lnTo>
                  <a:pt x="63" y="129"/>
                </a:lnTo>
                <a:lnTo>
                  <a:pt x="70" y="143"/>
                </a:lnTo>
                <a:moveTo>
                  <a:pt x="56" y="150"/>
                </a:moveTo>
                <a:lnTo>
                  <a:pt x="43" y="156"/>
                </a:lnTo>
                <a:lnTo>
                  <a:pt x="36" y="143"/>
                </a:lnTo>
                <a:lnTo>
                  <a:pt x="50" y="136"/>
                </a:lnTo>
                <a:lnTo>
                  <a:pt x="56" y="150"/>
                </a:lnTo>
                <a:moveTo>
                  <a:pt x="43" y="156"/>
                </a:moveTo>
                <a:lnTo>
                  <a:pt x="29" y="163"/>
                </a:lnTo>
                <a:lnTo>
                  <a:pt x="22" y="150"/>
                </a:lnTo>
                <a:lnTo>
                  <a:pt x="36" y="143"/>
                </a:lnTo>
                <a:lnTo>
                  <a:pt x="43" y="156"/>
                </a:lnTo>
                <a:moveTo>
                  <a:pt x="29" y="163"/>
                </a:moveTo>
                <a:lnTo>
                  <a:pt x="16" y="170"/>
                </a:lnTo>
                <a:lnTo>
                  <a:pt x="9" y="156"/>
                </a:lnTo>
                <a:lnTo>
                  <a:pt x="22" y="150"/>
                </a:lnTo>
                <a:lnTo>
                  <a:pt x="29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6"/>
                </a:lnTo>
                <a:lnTo>
                  <a:pt x="15" y="156"/>
                </a:lnTo>
                <a:lnTo>
                  <a:pt x="15" y="166"/>
                </a:lnTo>
                <a:lnTo>
                  <a:pt x="7" y="166"/>
                </a:lnTo>
                <a:lnTo>
                  <a:pt x="4" y="159"/>
                </a:lnTo>
                <a:lnTo>
                  <a:pt x="9" y="156"/>
                </a:lnTo>
                <a:lnTo>
                  <a:pt x="16" y="170"/>
                </a:lnTo>
                <a:moveTo>
                  <a:pt x="0" y="156"/>
                </a:moveTo>
                <a:lnTo>
                  <a:pt x="0" y="141"/>
                </a:lnTo>
                <a:lnTo>
                  <a:pt x="15" y="141"/>
                </a:lnTo>
                <a:lnTo>
                  <a:pt x="15" y="156"/>
                </a:lnTo>
                <a:lnTo>
                  <a:pt x="0" y="156"/>
                </a:lnTo>
                <a:moveTo>
                  <a:pt x="0" y="141"/>
                </a:moveTo>
                <a:lnTo>
                  <a:pt x="0" y="126"/>
                </a:lnTo>
                <a:lnTo>
                  <a:pt x="15" y="126"/>
                </a:lnTo>
                <a:lnTo>
                  <a:pt x="15" y="141"/>
                </a:lnTo>
                <a:lnTo>
                  <a:pt x="0" y="141"/>
                </a:lnTo>
                <a:moveTo>
                  <a:pt x="0" y="126"/>
                </a:moveTo>
                <a:lnTo>
                  <a:pt x="0" y="110"/>
                </a:lnTo>
                <a:lnTo>
                  <a:pt x="15" y="110"/>
                </a:lnTo>
                <a:lnTo>
                  <a:pt x="15" y="126"/>
                </a:lnTo>
                <a:lnTo>
                  <a:pt x="0" y="126"/>
                </a:lnTo>
                <a:moveTo>
                  <a:pt x="0" y="110"/>
                </a:moveTo>
                <a:lnTo>
                  <a:pt x="0" y="95"/>
                </a:lnTo>
                <a:lnTo>
                  <a:pt x="15" y="95"/>
                </a:lnTo>
                <a:lnTo>
                  <a:pt x="15" y="110"/>
                </a:lnTo>
                <a:lnTo>
                  <a:pt x="0" y="110"/>
                </a:lnTo>
                <a:moveTo>
                  <a:pt x="0" y="95"/>
                </a:moveTo>
                <a:lnTo>
                  <a:pt x="0" y="80"/>
                </a:lnTo>
                <a:lnTo>
                  <a:pt x="15" y="80"/>
                </a:lnTo>
                <a:lnTo>
                  <a:pt x="15" y="95"/>
                </a:lnTo>
                <a:lnTo>
                  <a:pt x="0" y="95"/>
                </a:lnTo>
                <a:moveTo>
                  <a:pt x="0" y="80"/>
                </a:moveTo>
                <a:lnTo>
                  <a:pt x="0" y="65"/>
                </a:lnTo>
                <a:lnTo>
                  <a:pt x="15" y="65"/>
                </a:lnTo>
                <a:lnTo>
                  <a:pt x="15" y="80"/>
                </a:lnTo>
                <a:lnTo>
                  <a:pt x="0" y="80"/>
                </a:lnTo>
                <a:moveTo>
                  <a:pt x="0" y="65"/>
                </a:moveTo>
                <a:lnTo>
                  <a:pt x="0" y="50"/>
                </a:lnTo>
                <a:lnTo>
                  <a:pt x="15" y="50"/>
                </a:lnTo>
                <a:lnTo>
                  <a:pt x="15" y="65"/>
                </a:lnTo>
                <a:lnTo>
                  <a:pt x="0" y="65"/>
                </a:lnTo>
                <a:moveTo>
                  <a:pt x="0" y="50"/>
                </a:moveTo>
                <a:lnTo>
                  <a:pt x="0" y="34"/>
                </a:lnTo>
                <a:lnTo>
                  <a:pt x="15" y="34"/>
                </a:lnTo>
                <a:lnTo>
                  <a:pt x="15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5" y="19"/>
                </a:lnTo>
                <a:lnTo>
                  <a:pt x="15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4" y="13"/>
                </a:lnTo>
                <a:lnTo>
                  <a:pt x="17" y="27"/>
                </a:lnTo>
                <a:lnTo>
                  <a:pt x="4" y="20"/>
                </a:lnTo>
                <a:lnTo>
                  <a:pt x="7" y="13"/>
                </a:lnTo>
                <a:lnTo>
                  <a:pt x="15" y="13"/>
                </a:lnTo>
                <a:lnTo>
                  <a:pt x="15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1591920" y="2650680"/>
            <a:ext cx="1324080" cy="609480"/>
          </a:xfrm>
          <a:custGeom>
            <a:avLst/>
            <a:gdLst/>
            <a:ahLst/>
            <a:rect l="0" t="0" r="r" b="b"/>
            <a:pathLst>
              <a:path fill="none" w="3678" h="1693">
                <a:moveTo>
                  <a:pt x="0" y="0"/>
                </a:moveTo>
                <a:lnTo>
                  <a:pt x="360" y="283"/>
                </a:lnTo>
                <a:cubicBezTo>
                  <a:pt x="721" y="565"/>
                  <a:pt x="1443" y="1129"/>
                  <a:pt x="1882" y="1411"/>
                </a:cubicBezTo>
                <a:cubicBezTo>
                  <a:pt x="2322" y="1693"/>
                  <a:pt x="2481" y="1693"/>
                  <a:pt x="2733" y="1693"/>
                </a:cubicBezTo>
                <a:cubicBezTo>
                  <a:pt x="2985" y="1693"/>
                  <a:pt x="3332" y="1693"/>
                  <a:pt x="3505" y="1693"/>
                </a:cubicBezTo>
                <a:lnTo>
                  <a:pt x="3678" y="1693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2888280" y="32324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7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2885400" y="322812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25" y="12"/>
                </a:moveTo>
                <a:lnTo>
                  <a:pt x="38" y="19"/>
                </a:lnTo>
                <a:lnTo>
                  <a:pt x="32" y="33"/>
                </a:lnTo>
                <a:lnTo>
                  <a:pt x="18" y="26"/>
                </a:lnTo>
                <a:lnTo>
                  <a:pt x="25" y="12"/>
                </a:lnTo>
                <a:moveTo>
                  <a:pt x="38" y="19"/>
                </a:moveTo>
                <a:lnTo>
                  <a:pt x="52" y="26"/>
                </a:lnTo>
                <a:lnTo>
                  <a:pt x="45" y="39"/>
                </a:lnTo>
                <a:lnTo>
                  <a:pt x="32" y="33"/>
                </a:lnTo>
                <a:lnTo>
                  <a:pt x="38" y="19"/>
                </a:lnTo>
                <a:moveTo>
                  <a:pt x="52" y="26"/>
                </a:moveTo>
                <a:lnTo>
                  <a:pt x="66" y="33"/>
                </a:lnTo>
                <a:lnTo>
                  <a:pt x="59" y="46"/>
                </a:lnTo>
                <a:lnTo>
                  <a:pt x="45" y="39"/>
                </a:lnTo>
                <a:lnTo>
                  <a:pt x="52" y="26"/>
                </a:lnTo>
                <a:moveTo>
                  <a:pt x="66" y="33"/>
                </a:moveTo>
                <a:lnTo>
                  <a:pt x="79" y="39"/>
                </a:lnTo>
                <a:lnTo>
                  <a:pt x="72" y="53"/>
                </a:lnTo>
                <a:lnTo>
                  <a:pt x="59" y="46"/>
                </a:lnTo>
                <a:lnTo>
                  <a:pt x="66" y="33"/>
                </a:lnTo>
                <a:moveTo>
                  <a:pt x="79" y="39"/>
                </a:moveTo>
                <a:lnTo>
                  <a:pt x="93" y="46"/>
                </a:lnTo>
                <a:lnTo>
                  <a:pt x="86" y="60"/>
                </a:lnTo>
                <a:lnTo>
                  <a:pt x="72" y="53"/>
                </a:lnTo>
                <a:lnTo>
                  <a:pt x="79" y="39"/>
                </a:lnTo>
                <a:moveTo>
                  <a:pt x="93" y="46"/>
                </a:moveTo>
                <a:lnTo>
                  <a:pt x="106" y="53"/>
                </a:lnTo>
                <a:lnTo>
                  <a:pt x="100" y="67"/>
                </a:lnTo>
                <a:lnTo>
                  <a:pt x="86" y="60"/>
                </a:lnTo>
                <a:lnTo>
                  <a:pt x="93" y="46"/>
                </a:lnTo>
                <a:moveTo>
                  <a:pt x="106" y="53"/>
                </a:moveTo>
                <a:lnTo>
                  <a:pt x="120" y="60"/>
                </a:lnTo>
                <a:lnTo>
                  <a:pt x="113" y="73"/>
                </a:lnTo>
                <a:lnTo>
                  <a:pt x="100" y="67"/>
                </a:lnTo>
                <a:lnTo>
                  <a:pt x="106" y="53"/>
                </a:lnTo>
                <a:moveTo>
                  <a:pt x="120" y="60"/>
                </a:moveTo>
                <a:lnTo>
                  <a:pt x="134" y="67"/>
                </a:lnTo>
                <a:lnTo>
                  <a:pt x="127" y="80"/>
                </a:lnTo>
                <a:lnTo>
                  <a:pt x="113" y="73"/>
                </a:lnTo>
                <a:lnTo>
                  <a:pt x="120" y="60"/>
                </a:lnTo>
                <a:moveTo>
                  <a:pt x="134" y="67"/>
                </a:moveTo>
                <a:lnTo>
                  <a:pt x="147" y="73"/>
                </a:lnTo>
                <a:lnTo>
                  <a:pt x="140" y="87"/>
                </a:lnTo>
                <a:lnTo>
                  <a:pt x="127" y="80"/>
                </a:lnTo>
                <a:lnTo>
                  <a:pt x="134" y="67"/>
                </a:lnTo>
                <a:moveTo>
                  <a:pt x="147" y="73"/>
                </a:moveTo>
                <a:lnTo>
                  <a:pt x="161" y="80"/>
                </a:lnTo>
                <a:lnTo>
                  <a:pt x="154" y="94"/>
                </a:lnTo>
                <a:lnTo>
                  <a:pt x="140" y="87"/>
                </a:lnTo>
                <a:lnTo>
                  <a:pt x="147" y="73"/>
                </a:lnTo>
                <a:moveTo>
                  <a:pt x="161" y="80"/>
                </a:moveTo>
                <a:lnTo>
                  <a:pt x="178" y="88"/>
                </a:lnTo>
                <a:lnTo>
                  <a:pt x="152" y="102"/>
                </a:lnTo>
                <a:lnTo>
                  <a:pt x="145" y="87"/>
                </a:lnTo>
                <a:lnTo>
                  <a:pt x="156" y="81"/>
                </a:lnTo>
                <a:lnTo>
                  <a:pt x="160" y="88"/>
                </a:lnTo>
                <a:lnTo>
                  <a:pt x="156" y="95"/>
                </a:lnTo>
                <a:lnTo>
                  <a:pt x="154" y="94"/>
                </a:lnTo>
                <a:lnTo>
                  <a:pt x="161" y="80"/>
                </a:lnTo>
                <a:moveTo>
                  <a:pt x="152" y="102"/>
                </a:moveTo>
                <a:lnTo>
                  <a:pt x="138" y="108"/>
                </a:lnTo>
                <a:lnTo>
                  <a:pt x="132" y="94"/>
                </a:lnTo>
                <a:lnTo>
                  <a:pt x="145" y="87"/>
                </a:lnTo>
                <a:lnTo>
                  <a:pt x="152" y="102"/>
                </a:lnTo>
                <a:moveTo>
                  <a:pt x="138" y="108"/>
                </a:moveTo>
                <a:lnTo>
                  <a:pt x="125" y="115"/>
                </a:lnTo>
                <a:lnTo>
                  <a:pt x="118" y="102"/>
                </a:lnTo>
                <a:lnTo>
                  <a:pt x="132" y="94"/>
                </a:lnTo>
                <a:lnTo>
                  <a:pt x="138" y="108"/>
                </a:lnTo>
                <a:moveTo>
                  <a:pt x="125" y="115"/>
                </a:moveTo>
                <a:lnTo>
                  <a:pt x="111" y="122"/>
                </a:lnTo>
                <a:lnTo>
                  <a:pt x="104" y="108"/>
                </a:lnTo>
                <a:lnTo>
                  <a:pt x="118" y="102"/>
                </a:lnTo>
                <a:lnTo>
                  <a:pt x="125" y="115"/>
                </a:lnTo>
                <a:moveTo>
                  <a:pt x="111" y="122"/>
                </a:moveTo>
                <a:lnTo>
                  <a:pt x="98" y="129"/>
                </a:lnTo>
                <a:lnTo>
                  <a:pt x="91" y="115"/>
                </a:lnTo>
                <a:lnTo>
                  <a:pt x="104" y="108"/>
                </a:lnTo>
                <a:lnTo>
                  <a:pt x="111" y="122"/>
                </a:lnTo>
                <a:moveTo>
                  <a:pt x="98" y="129"/>
                </a:moveTo>
                <a:lnTo>
                  <a:pt x="84" y="136"/>
                </a:lnTo>
                <a:lnTo>
                  <a:pt x="77" y="122"/>
                </a:lnTo>
                <a:lnTo>
                  <a:pt x="91" y="115"/>
                </a:lnTo>
                <a:lnTo>
                  <a:pt x="98" y="129"/>
                </a:lnTo>
                <a:moveTo>
                  <a:pt x="84" y="136"/>
                </a:moveTo>
                <a:lnTo>
                  <a:pt x="70" y="142"/>
                </a:lnTo>
                <a:lnTo>
                  <a:pt x="64" y="129"/>
                </a:lnTo>
                <a:lnTo>
                  <a:pt x="77" y="122"/>
                </a:lnTo>
                <a:lnTo>
                  <a:pt x="84" y="136"/>
                </a:lnTo>
                <a:moveTo>
                  <a:pt x="70" y="142"/>
                </a:moveTo>
                <a:lnTo>
                  <a:pt x="57" y="149"/>
                </a:lnTo>
                <a:lnTo>
                  <a:pt x="50" y="136"/>
                </a:lnTo>
                <a:lnTo>
                  <a:pt x="64" y="129"/>
                </a:lnTo>
                <a:lnTo>
                  <a:pt x="70" y="142"/>
                </a:lnTo>
                <a:moveTo>
                  <a:pt x="57" y="149"/>
                </a:moveTo>
                <a:lnTo>
                  <a:pt x="43" y="156"/>
                </a:lnTo>
                <a:lnTo>
                  <a:pt x="36" y="142"/>
                </a:lnTo>
                <a:lnTo>
                  <a:pt x="50" y="136"/>
                </a:lnTo>
                <a:lnTo>
                  <a:pt x="57" y="149"/>
                </a:lnTo>
                <a:moveTo>
                  <a:pt x="43" y="156"/>
                </a:moveTo>
                <a:lnTo>
                  <a:pt x="30" y="163"/>
                </a:lnTo>
                <a:lnTo>
                  <a:pt x="23" y="149"/>
                </a:lnTo>
                <a:lnTo>
                  <a:pt x="36" y="142"/>
                </a:lnTo>
                <a:lnTo>
                  <a:pt x="43" y="156"/>
                </a:lnTo>
                <a:moveTo>
                  <a:pt x="30" y="163"/>
                </a:moveTo>
                <a:lnTo>
                  <a:pt x="16" y="170"/>
                </a:lnTo>
                <a:lnTo>
                  <a:pt x="9" y="156"/>
                </a:lnTo>
                <a:lnTo>
                  <a:pt x="23" y="149"/>
                </a:lnTo>
                <a:lnTo>
                  <a:pt x="30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5"/>
                </a:lnTo>
                <a:lnTo>
                  <a:pt x="15" y="155"/>
                </a:lnTo>
                <a:lnTo>
                  <a:pt x="15" y="165"/>
                </a:lnTo>
                <a:lnTo>
                  <a:pt x="8" y="165"/>
                </a:lnTo>
                <a:lnTo>
                  <a:pt x="4" y="158"/>
                </a:lnTo>
                <a:lnTo>
                  <a:pt x="9" y="156"/>
                </a:lnTo>
                <a:lnTo>
                  <a:pt x="16" y="170"/>
                </a:lnTo>
                <a:moveTo>
                  <a:pt x="0" y="155"/>
                </a:moveTo>
                <a:lnTo>
                  <a:pt x="0" y="140"/>
                </a:lnTo>
                <a:lnTo>
                  <a:pt x="15" y="140"/>
                </a:lnTo>
                <a:lnTo>
                  <a:pt x="15" y="155"/>
                </a:lnTo>
                <a:lnTo>
                  <a:pt x="0" y="155"/>
                </a:lnTo>
                <a:moveTo>
                  <a:pt x="0" y="140"/>
                </a:moveTo>
                <a:lnTo>
                  <a:pt x="0" y="125"/>
                </a:lnTo>
                <a:lnTo>
                  <a:pt x="15" y="125"/>
                </a:lnTo>
                <a:lnTo>
                  <a:pt x="15" y="140"/>
                </a:lnTo>
                <a:lnTo>
                  <a:pt x="0" y="140"/>
                </a:lnTo>
                <a:moveTo>
                  <a:pt x="0" y="125"/>
                </a:moveTo>
                <a:lnTo>
                  <a:pt x="0" y="110"/>
                </a:lnTo>
                <a:lnTo>
                  <a:pt x="15" y="110"/>
                </a:lnTo>
                <a:lnTo>
                  <a:pt x="15" y="125"/>
                </a:lnTo>
                <a:lnTo>
                  <a:pt x="0" y="125"/>
                </a:lnTo>
                <a:moveTo>
                  <a:pt x="0" y="110"/>
                </a:moveTo>
                <a:lnTo>
                  <a:pt x="0" y="94"/>
                </a:lnTo>
                <a:lnTo>
                  <a:pt x="15" y="94"/>
                </a:lnTo>
                <a:lnTo>
                  <a:pt x="15" y="110"/>
                </a:lnTo>
                <a:lnTo>
                  <a:pt x="0" y="110"/>
                </a:lnTo>
                <a:moveTo>
                  <a:pt x="0" y="94"/>
                </a:moveTo>
                <a:lnTo>
                  <a:pt x="0" y="78"/>
                </a:lnTo>
                <a:lnTo>
                  <a:pt x="15" y="78"/>
                </a:lnTo>
                <a:lnTo>
                  <a:pt x="15" y="94"/>
                </a:lnTo>
                <a:lnTo>
                  <a:pt x="0" y="94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8"/>
                </a:lnTo>
                <a:lnTo>
                  <a:pt x="15" y="18"/>
                </a:lnTo>
                <a:lnTo>
                  <a:pt x="15" y="33"/>
                </a:lnTo>
                <a:lnTo>
                  <a:pt x="0" y="33"/>
                </a:lnTo>
                <a:moveTo>
                  <a:pt x="0" y="18"/>
                </a:moveTo>
                <a:lnTo>
                  <a:pt x="0" y="0"/>
                </a:lnTo>
                <a:lnTo>
                  <a:pt x="25" y="12"/>
                </a:lnTo>
                <a:lnTo>
                  <a:pt x="18" y="26"/>
                </a:lnTo>
                <a:lnTo>
                  <a:pt x="4" y="19"/>
                </a:lnTo>
                <a:lnTo>
                  <a:pt x="8" y="12"/>
                </a:lnTo>
                <a:lnTo>
                  <a:pt x="15" y="12"/>
                </a:lnTo>
                <a:lnTo>
                  <a:pt x="15" y="18"/>
                </a:lnTo>
                <a:lnTo>
                  <a:pt x="0" y="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4492440" y="1589760"/>
            <a:ext cx="753120" cy="0"/>
          </a:xfrm>
          <a:custGeom>
            <a:avLst/>
            <a:gdLst/>
            <a:ahLst/>
            <a:rect l="0" t="0" r="r" b="b"/>
            <a:pathLst>
              <a:path fill="none" w="2092" h="0">
                <a:moveTo>
                  <a:pt x="0" y="0"/>
                </a:moveTo>
                <a:lnTo>
                  <a:pt x="79" y="0"/>
                </a:lnTo>
                <a:cubicBezTo>
                  <a:pt x="158" y="0"/>
                  <a:pt x="317" y="0"/>
                  <a:pt x="475" y="0"/>
                </a:cubicBezTo>
                <a:cubicBezTo>
                  <a:pt x="633" y="0"/>
                  <a:pt x="792" y="0"/>
                  <a:pt x="1061" y="0"/>
                </a:cubicBezTo>
                <a:cubicBezTo>
                  <a:pt x="1331" y="0"/>
                  <a:pt x="1712" y="0"/>
                  <a:pt x="1902" y="0"/>
                </a:cubicBezTo>
                <a:lnTo>
                  <a:pt x="2092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5218200" y="156240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2" name=""/>
          <p:cNvSpPr/>
          <p:nvPr/>
        </p:nvSpPr>
        <p:spPr>
          <a:xfrm>
            <a:off x="5215680" y="155808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24" y="12"/>
                </a:moveTo>
                <a:lnTo>
                  <a:pt x="39" y="19"/>
                </a:lnTo>
                <a:lnTo>
                  <a:pt x="31" y="32"/>
                </a:lnTo>
                <a:lnTo>
                  <a:pt x="18" y="26"/>
                </a:lnTo>
                <a:lnTo>
                  <a:pt x="24" y="12"/>
                </a:lnTo>
                <a:moveTo>
                  <a:pt x="39" y="19"/>
                </a:moveTo>
                <a:lnTo>
                  <a:pt x="53" y="26"/>
                </a:lnTo>
                <a:lnTo>
                  <a:pt x="46" y="39"/>
                </a:lnTo>
                <a:lnTo>
                  <a:pt x="31" y="32"/>
                </a:lnTo>
                <a:lnTo>
                  <a:pt x="39" y="19"/>
                </a:lnTo>
                <a:moveTo>
                  <a:pt x="53" y="26"/>
                </a:moveTo>
                <a:lnTo>
                  <a:pt x="66" y="32"/>
                </a:lnTo>
                <a:lnTo>
                  <a:pt x="59" y="46"/>
                </a:lnTo>
                <a:lnTo>
                  <a:pt x="46" y="39"/>
                </a:lnTo>
                <a:lnTo>
                  <a:pt x="53" y="26"/>
                </a:lnTo>
                <a:moveTo>
                  <a:pt x="66" y="32"/>
                </a:moveTo>
                <a:lnTo>
                  <a:pt x="80" y="39"/>
                </a:lnTo>
                <a:lnTo>
                  <a:pt x="73" y="53"/>
                </a:lnTo>
                <a:lnTo>
                  <a:pt x="59" y="46"/>
                </a:lnTo>
                <a:lnTo>
                  <a:pt x="66" y="32"/>
                </a:lnTo>
                <a:moveTo>
                  <a:pt x="80" y="39"/>
                </a:moveTo>
                <a:lnTo>
                  <a:pt x="93" y="46"/>
                </a:lnTo>
                <a:lnTo>
                  <a:pt x="87" y="60"/>
                </a:lnTo>
                <a:lnTo>
                  <a:pt x="73" y="53"/>
                </a:lnTo>
                <a:lnTo>
                  <a:pt x="80" y="39"/>
                </a:lnTo>
                <a:moveTo>
                  <a:pt x="93" y="46"/>
                </a:moveTo>
                <a:lnTo>
                  <a:pt x="107" y="53"/>
                </a:lnTo>
                <a:lnTo>
                  <a:pt x="100" y="66"/>
                </a:lnTo>
                <a:lnTo>
                  <a:pt x="87" y="60"/>
                </a:lnTo>
                <a:lnTo>
                  <a:pt x="93" y="46"/>
                </a:lnTo>
                <a:moveTo>
                  <a:pt x="107" y="53"/>
                </a:moveTo>
                <a:lnTo>
                  <a:pt x="121" y="60"/>
                </a:lnTo>
                <a:lnTo>
                  <a:pt x="114" y="73"/>
                </a:lnTo>
                <a:lnTo>
                  <a:pt x="100" y="66"/>
                </a:lnTo>
                <a:lnTo>
                  <a:pt x="107" y="53"/>
                </a:lnTo>
                <a:moveTo>
                  <a:pt x="121" y="60"/>
                </a:moveTo>
                <a:lnTo>
                  <a:pt x="134" y="66"/>
                </a:lnTo>
                <a:lnTo>
                  <a:pt x="127" y="80"/>
                </a:lnTo>
                <a:lnTo>
                  <a:pt x="114" y="73"/>
                </a:lnTo>
                <a:lnTo>
                  <a:pt x="121" y="60"/>
                </a:lnTo>
                <a:moveTo>
                  <a:pt x="134" y="66"/>
                </a:moveTo>
                <a:lnTo>
                  <a:pt x="148" y="73"/>
                </a:lnTo>
                <a:lnTo>
                  <a:pt x="141" y="87"/>
                </a:lnTo>
                <a:lnTo>
                  <a:pt x="127" y="80"/>
                </a:lnTo>
                <a:lnTo>
                  <a:pt x="134" y="66"/>
                </a:lnTo>
                <a:moveTo>
                  <a:pt x="148" y="73"/>
                </a:moveTo>
                <a:lnTo>
                  <a:pt x="161" y="80"/>
                </a:lnTo>
                <a:lnTo>
                  <a:pt x="155" y="94"/>
                </a:lnTo>
                <a:lnTo>
                  <a:pt x="141" y="87"/>
                </a:lnTo>
                <a:lnTo>
                  <a:pt x="148" y="73"/>
                </a:lnTo>
                <a:moveTo>
                  <a:pt x="161" y="80"/>
                </a:moveTo>
                <a:lnTo>
                  <a:pt x="177" y="88"/>
                </a:lnTo>
                <a:lnTo>
                  <a:pt x="153" y="100"/>
                </a:lnTo>
                <a:lnTo>
                  <a:pt x="146" y="87"/>
                </a:lnTo>
                <a:lnTo>
                  <a:pt x="157" y="81"/>
                </a:lnTo>
                <a:lnTo>
                  <a:pt x="160" y="88"/>
                </a:lnTo>
                <a:lnTo>
                  <a:pt x="157" y="95"/>
                </a:lnTo>
                <a:lnTo>
                  <a:pt x="155" y="94"/>
                </a:lnTo>
                <a:lnTo>
                  <a:pt x="161" y="80"/>
                </a:lnTo>
                <a:moveTo>
                  <a:pt x="153" y="100"/>
                </a:moveTo>
                <a:lnTo>
                  <a:pt x="139" y="107"/>
                </a:lnTo>
                <a:lnTo>
                  <a:pt x="132" y="94"/>
                </a:lnTo>
                <a:lnTo>
                  <a:pt x="146" y="87"/>
                </a:lnTo>
                <a:lnTo>
                  <a:pt x="153" y="100"/>
                </a:lnTo>
                <a:moveTo>
                  <a:pt x="139" y="107"/>
                </a:moveTo>
                <a:lnTo>
                  <a:pt x="126" y="114"/>
                </a:lnTo>
                <a:lnTo>
                  <a:pt x="119" y="100"/>
                </a:lnTo>
                <a:lnTo>
                  <a:pt x="132" y="94"/>
                </a:lnTo>
                <a:lnTo>
                  <a:pt x="139" y="107"/>
                </a:lnTo>
                <a:moveTo>
                  <a:pt x="126" y="114"/>
                </a:moveTo>
                <a:lnTo>
                  <a:pt x="112" y="121"/>
                </a:lnTo>
                <a:lnTo>
                  <a:pt x="105" y="107"/>
                </a:lnTo>
                <a:lnTo>
                  <a:pt x="119" y="100"/>
                </a:lnTo>
                <a:lnTo>
                  <a:pt x="126" y="114"/>
                </a:lnTo>
                <a:moveTo>
                  <a:pt x="112" y="121"/>
                </a:moveTo>
                <a:lnTo>
                  <a:pt x="98" y="128"/>
                </a:lnTo>
                <a:lnTo>
                  <a:pt x="91" y="114"/>
                </a:lnTo>
                <a:lnTo>
                  <a:pt x="105" y="107"/>
                </a:lnTo>
                <a:lnTo>
                  <a:pt x="112" y="121"/>
                </a:lnTo>
                <a:moveTo>
                  <a:pt x="98" y="128"/>
                </a:moveTo>
                <a:lnTo>
                  <a:pt x="85" y="134"/>
                </a:lnTo>
                <a:lnTo>
                  <a:pt x="78" y="121"/>
                </a:lnTo>
                <a:lnTo>
                  <a:pt x="91" y="114"/>
                </a:lnTo>
                <a:lnTo>
                  <a:pt x="98" y="128"/>
                </a:lnTo>
                <a:moveTo>
                  <a:pt x="85" y="134"/>
                </a:moveTo>
                <a:lnTo>
                  <a:pt x="71" y="141"/>
                </a:lnTo>
                <a:lnTo>
                  <a:pt x="64" y="128"/>
                </a:lnTo>
                <a:lnTo>
                  <a:pt x="78" y="121"/>
                </a:lnTo>
                <a:lnTo>
                  <a:pt x="85" y="134"/>
                </a:lnTo>
                <a:moveTo>
                  <a:pt x="71" y="141"/>
                </a:moveTo>
                <a:lnTo>
                  <a:pt x="57" y="148"/>
                </a:lnTo>
                <a:lnTo>
                  <a:pt x="51" y="134"/>
                </a:lnTo>
                <a:lnTo>
                  <a:pt x="64" y="128"/>
                </a:lnTo>
                <a:lnTo>
                  <a:pt x="71" y="141"/>
                </a:lnTo>
                <a:moveTo>
                  <a:pt x="57" y="148"/>
                </a:moveTo>
                <a:lnTo>
                  <a:pt x="44" y="155"/>
                </a:lnTo>
                <a:lnTo>
                  <a:pt x="37" y="141"/>
                </a:lnTo>
                <a:lnTo>
                  <a:pt x="51" y="134"/>
                </a:lnTo>
                <a:lnTo>
                  <a:pt x="57" y="148"/>
                </a:lnTo>
                <a:moveTo>
                  <a:pt x="44" y="155"/>
                </a:moveTo>
                <a:lnTo>
                  <a:pt x="29" y="163"/>
                </a:lnTo>
                <a:lnTo>
                  <a:pt x="22" y="148"/>
                </a:lnTo>
                <a:lnTo>
                  <a:pt x="37" y="141"/>
                </a:lnTo>
                <a:lnTo>
                  <a:pt x="44" y="155"/>
                </a:lnTo>
                <a:moveTo>
                  <a:pt x="29" y="163"/>
                </a:moveTo>
                <a:lnTo>
                  <a:pt x="16" y="169"/>
                </a:lnTo>
                <a:lnTo>
                  <a:pt x="9" y="155"/>
                </a:lnTo>
                <a:lnTo>
                  <a:pt x="22" y="148"/>
                </a:lnTo>
                <a:lnTo>
                  <a:pt x="29" y="163"/>
                </a:lnTo>
                <a:moveTo>
                  <a:pt x="16" y="169"/>
                </a:moveTo>
                <a:lnTo>
                  <a:pt x="0" y="177"/>
                </a:lnTo>
                <a:lnTo>
                  <a:pt x="0" y="154"/>
                </a:lnTo>
                <a:lnTo>
                  <a:pt x="15" y="154"/>
                </a:lnTo>
                <a:lnTo>
                  <a:pt x="15" y="165"/>
                </a:lnTo>
                <a:lnTo>
                  <a:pt x="7" y="165"/>
                </a:lnTo>
                <a:lnTo>
                  <a:pt x="4" y="157"/>
                </a:lnTo>
                <a:lnTo>
                  <a:pt x="9" y="155"/>
                </a:lnTo>
                <a:lnTo>
                  <a:pt x="16" y="169"/>
                </a:lnTo>
                <a:moveTo>
                  <a:pt x="0" y="154"/>
                </a:moveTo>
                <a:lnTo>
                  <a:pt x="0" y="139"/>
                </a:lnTo>
                <a:lnTo>
                  <a:pt x="15" y="139"/>
                </a:lnTo>
                <a:lnTo>
                  <a:pt x="15" y="154"/>
                </a:lnTo>
                <a:lnTo>
                  <a:pt x="0" y="154"/>
                </a:lnTo>
                <a:moveTo>
                  <a:pt x="0" y="139"/>
                </a:moveTo>
                <a:lnTo>
                  <a:pt x="0" y="124"/>
                </a:lnTo>
                <a:lnTo>
                  <a:pt x="15" y="124"/>
                </a:lnTo>
                <a:lnTo>
                  <a:pt x="15" y="139"/>
                </a:lnTo>
                <a:lnTo>
                  <a:pt x="0" y="139"/>
                </a:lnTo>
                <a:moveTo>
                  <a:pt x="0" y="124"/>
                </a:moveTo>
                <a:lnTo>
                  <a:pt x="0" y="109"/>
                </a:lnTo>
                <a:lnTo>
                  <a:pt x="15" y="109"/>
                </a:lnTo>
                <a:lnTo>
                  <a:pt x="15" y="124"/>
                </a:lnTo>
                <a:lnTo>
                  <a:pt x="0" y="124"/>
                </a:lnTo>
                <a:moveTo>
                  <a:pt x="0" y="109"/>
                </a:moveTo>
                <a:lnTo>
                  <a:pt x="0" y="94"/>
                </a:lnTo>
                <a:lnTo>
                  <a:pt x="15" y="94"/>
                </a:lnTo>
                <a:lnTo>
                  <a:pt x="15" y="109"/>
                </a:lnTo>
                <a:lnTo>
                  <a:pt x="0" y="109"/>
                </a:lnTo>
                <a:moveTo>
                  <a:pt x="0" y="94"/>
                </a:moveTo>
                <a:lnTo>
                  <a:pt x="0" y="78"/>
                </a:lnTo>
                <a:lnTo>
                  <a:pt x="15" y="78"/>
                </a:lnTo>
                <a:lnTo>
                  <a:pt x="15" y="94"/>
                </a:lnTo>
                <a:lnTo>
                  <a:pt x="0" y="94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7"/>
                </a:lnTo>
                <a:lnTo>
                  <a:pt x="15" y="17"/>
                </a:lnTo>
                <a:lnTo>
                  <a:pt x="15" y="33"/>
                </a:lnTo>
                <a:lnTo>
                  <a:pt x="0" y="33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8" y="26"/>
                </a:lnTo>
                <a:lnTo>
                  <a:pt x="4" y="19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4492440" y="2466000"/>
            <a:ext cx="486000" cy="0"/>
          </a:xfrm>
          <a:custGeom>
            <a:avLst/>
            <a:gdLst/>
            <a:ahLst/>
            <a:rect l="0" t="0" r="r" b="b"/>
            <a:pathLst>
              <a:path fill="none" w="1350" h="0">
                <a:moveTo>
                  <a:pt x="0" y="0"/>
                </a:moveTo>
                <a:lnTo>
                  <a:pt x="79" y="0"/>
                </a:lnTo>
                <a:cubicBezTo>
                  <a:pt x="158" y="0"/>
                  <a:pt x="317" y="0"/>
                  <a:pt x="475" y="0"/>
                </a:cubicBezTo>
                <a:cubicBezTo>
                  <a:pt x="633" y="0"/>
                  <a:pt x="792" y="0"/>
                  <a:pt x="938" y="0"/>
                </a:cubicBezTo>
                <a:cubicBezTo>
                  <a:pt x="1083" y="0"/>
                  <a:pt x="1216" y="0"/>
                  <a:pt x="1283" y="0"/>
                </a:cubicBezTo>
                <a:lnTo>
                  <a:pt x="1350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/>
          <p:nvPr/>
        </p:nvSpPr>
        <p:spPr>
          <a:xfrm>
            <a:off x="4951080" y="24386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5" name=""/>
          <p:cNvSpPr/>
          <p:nvPr/>
        </p:nvSpPr>
        <p:spPr>
          <a:xfrm>
            <a:off x="4948200" y="243396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25" y="13"/>
                </a:moveTo>
                <a:lnTo>
                  <a:pt x="38" y="20"/>
                </a:lnTo>
                <a:lnTo>
                  <a:pt x="31" y="34"/>
                </a:lnTo>
                <a:lnTo>
                  <a:pt x="18" y="27"/>
                </a:lnTo>
                <a:lnTo>
                  <a:pt x="25" y="13"/>
                </a:lnTo>
                <a:moveTo>
                  <a:pt x="38" y="20"/>
                </a:moveTo>
                <a:lnTo>
                  <a:pt x="52" y="27"/>
                </a:lnTo>
                <a:lnTo>
                  <a:pt x="45" y="41"/>
                </a:lnTo>
                <a:lnTo>
                  <a:pt x="31" y="34"/>
                </a:lnTo>
                <a:lnTo>
                  <a:pt x="38" y="20"/>
                </a:lnTo>
                <a:moveTo>
                  <a:pt x="52" y="27"/>
                </a:moveTo>
                <a:lnTo>
                  <a:pt x="65" y="34"/>
                </a:lnTo>
                <a:lnTo>
                  <a:pt x="59" y="48"/>
                </a:lnTo>
                <a:lnTo>
                  <a:pt x="45" y="41"/>
                </a:lnTo>
                <a:lnTo>
                  <a:pt x="52" y="27"/>
                </a:lnTo>
                <a:moveTo>
                  <a:pt x="65" y="34"/>
                </a:moveTo>
                <a:lnTo>
                  <a:pt x="80" y="41"/>
                </a:lnTo>
                <a:lnTo>
                  <a:pt x="73" y="54"/>
                </a:lnTo>
                <a:lnTo>
                  <a:pt x="59" y="48"/>
                </a:lnTo>
                <a:lnTo>
                  <a:pt x="65" y="34"/>
                </a:lnTo>
                <a:moveTo>
                  <a:pt x="80" y="41"/>
                </a:moveTo>
                <a:lnTo>
                  <a:pt x="94" y="48"/>
                </a:lnTo>
                <a:lnTo>
                  <a:pt x="87" y="61"/>
                </a:lnTo>
                <a:lnTo>
                  <a:pt x="73" y="54"/>
                </a:lnTo>
                <a:lnTo>
                  <a:pt x="80" y="41"/>
                </a:lnTo>
                <a:moveTo>
                  <a:pt x="94" y="48"/>
                </a:moveTo>
                <a:lnTo>
                  <a:pt x="107" y="54"/>
                </a:lnTo>
                <a:lnTo>
                  <a:pt x="100" y="68"/>
                </a:lnTo>
                <a:lnTo>
                  <a:pt x="87" y="61"/>
                </a:lnTo>
                <a:lnTo>
                  <a:pt x="94" y="48"/>
                </a:lnTo>
                <a:moveTo>
                  <a:pt x="107" y="54"/>
                </a:moveTo>
                <a:lnTo>
                  <a:pt x="121" y="61"/>
                </a:lnTo>
                <a:lnTo>
                  <a:pt x="114" y="75"/>
                </a:lnTo>
                <a:lnTo>
                  <a:pt x="100" y="68"/>
                </a:lnTo>
                <a:lnTo>
                  <a:pt x="107" y="54"/>
                </a:lnTo>
                <a:moveTo>
                  <a:pt x="121" y="61"/>
                </a:moveTo>
                <a:lnTo>
                  <a:pt x="134" y="68"/>
                </a:lnTo>
                <a:lnTo>
                  <a:pt x="128" y="82"/>
                </a:lnTo>
                <a:lnTo>
                  <a:pt x="114" y="75"/>
                </a:lnTo>
                <a:lnTo>
                  <a:pt x="121" y="61"/>
                </a:lnTo>
                <a:moveTo>
                  <a:pt x="134" y="68"/>
                </a:moveTo>
                <a:lnTo>
                  <a:pt x="148" y="75"/>
                </a:lnTo>
                <a:lnTo>
                  <a:pt x="141" y="88"/>
                </a:lnTo>
                <a:lnTo>
                  <a:pt x="128" y="82"/>
                </a:lnTo>
                <a:lnTo>
                  <a:pt x="134" y="68"/>
                </a:lnTo>
                <a:moveTo>
                  <a:pt x="148" y="75"/>
                </a:moveTo>
                <a:lnTo>
                  <a:pt x="162" y="82"/>
                </a:lnTo>
                <a:lnTo>
                  <a:pt x="155" y="95"/>
                </a:lnTo>
                <a:lnTo>
                  <a:pt x="141" y="88"/>
                </a:lnTo>
                <a:lnTo>
                  <a:pt x="148" y="75"/>
                </a:lnTo>
                <a:moveTo>
                  <a:pt x="162" y="82"/>
                </a:moveTo>
                <a:lnTo>
                  <a:pt x="178" y="90"/>
                </a:lnTo>
                <a:lnTo>
                  <a:pt x="153" y="102"/>
                </a:lnTo>
                <a:lnTo>
                  <a:pt x="146" y="88"/>
                </a:lnTo>
                <a:lnTo>
                  <a:pt x="157" y="83"/>
                </a:lnTo>
                <a:lnTo>
                  <a:pt x="161" y="90"/>
                </a:lnTo>
                <a:lnTo>
                  <a:pt x="157" y="96"/>
                </a:lnTo>
                <a:lnTo>
                  <a:pt x="155" y="95"/>
                </a:lnTo>
                <a:lnTo>
                  <a:pt x="162" y="82"/>
                </a:lnTo>
                <a:moveTo>
                  <a:pt x="153" y="102"/>
                </a:moveTo>
                <a:lnTo>
                  <a:pt x="139" y="109"/>
                </a:lnTo>
                <a:lnTo>
                  <a:pt x="132" y="95"/>
                </a:lnTo>
                <a:lnTo>
                  <a:pt x="146" y="88"/>
                </a:lnTo>
                <a:lnTo>
                  <a:pt x="153" y="102"/>
                </a:lnTo>
                <a:moveTo>
                  <a:pt x="139" y="109"/>
                </a:moveTo>
                <a:lnTo>
                  <a:pt x="126" y="116"/>
                </a:lnTo>
                <a:lnTo>
                  <a:pt x="119" y="102"/>
                </a:lnTo>
                <a:lnTo>
                  <a:pt x="132" y="95"/>
                </a:lnTo>
                <a:lnTo>
                  <a:pt x="139" y="109"/>
                </a:lnTo>
                <a:moveTo>
                  <a:pt x="126" y="116"/>
                </a:moveTo>
                <a:lnTo>
                  <a:pt x="112" y="122"/>
                </a:lnTo>
                <a:lnTo>
                  <a:pt x="105" y="109"/>
                </a:lnTo>
                <a:lnTo>
                  <a:pt x="119" y="102"/>
                </a:lnTo>
                <a:lnTo>
                  <a:pt x="126" y="116"/>
                </a:lnTo>
                <a:moveTo>
                  <a:pt x="112" y="122"/>
                </a:moveTo>
                <a:lnTo>
                  <a:pt x="98" y="129"/>
                </a:lnTo>
                <a:lnTo>
                  <a:pt x="92" y="116"/>
                </a:lnTo>
                <a:lnTo>
                  <a:pt x="105" y="109"/>
                </a:lnTo>
                <a:lnTo>
                  <a:pt x="112" y="122"/>
                </a:lnTo>
                <a:moveTo>
                  <a:pt x="98" y="129"/>
                </a:moveTo>
                <a:lnTo>
                  <a:pt x="85" y="136"/>
                </a:lnTo>
                <a:lnTo>
                  <a:pt x="78" y="122"/>
                </a:lnTo>
                <a:lnTo>
                  <a:pt x="92" y="116"/>
                </a:lnTo>
                <a:lnTo>
                  <a:pt x="98" y="129"/>
                </a:lnTo>
                <a:moveTo>
                  <a:pt x="85" y="136"/>
                </a:moveTo>
                <a:lnTo>
                  <a:pt x="70" y="143"/>
                </a:lnTo>
                <a:lnTo>
                  <a:pt x="63" y="129"/>
                </a:lnTo>
                <a:lnTo>
                  <a:pt x="78" y="122"/>
                </a:lnTo>
                <a:lnTo>
                  <a:pt x="85" y="136"/>
                </a:lnTo>
                <a:moveTo>
                  <a:pt x="70" y="143"/>
                </a:moveTo>
                <a:lnTo>
                  <a:pt x="57" y="150"/>
                </a:lnTo>
                <a:lnTo>
                  <a:pt x="50" y="136"/>
                </a:lnTo>
                <a:lnTo>
                  <a:pt x="63" y="129"/>
                </a:lnTo>
                <a:lnTo>
                  <a:pt x="70" y="143"/>
                </a:lnTo>
                <a:moveTo>
                  <a:pt x="57" y="150"/>
                </a:moveTo>
                <a:lnTo>
                  <a:pt x="43" y="156"/>
                </a:lnTo>
                <a:lnTo>
                  <a:pt x="36" y="143"/>
                </a:lnTo>
                <a:lnTo>
                  <a:pt x="50" y="136"/>
                </a:lnTo>
                <a:lnTo>
                  <a:pt x="57" y="150"/>
                </a:lnTo>
                <a:moveTo>
                  <a:pt x="43" y="156"/>
                </a:moveTo>
                <a:lnTo>
                  <a:pt x="29" y="163"/>
                </a:lnTo>
                <a:lnTo>
                  <a:pt x="23" y="150"/>
                </a:lnTo>
                <a:lnTo>
                  <a:pt x="36" y="143"/>
                </a:lnTo>
                <a:lnTo>
                  <a:pt x="43" y="156"/>
                </a:lnTo>
                <a:moveTo>
                  <a:pt x="29" y="163"/>
                </a:moveTo>
                <a:lnTo>
                  <a:pt x="16" y="170"/>
                </a:lnTo>
                <a:lnTo>
                  <a:pt x="9" y="156"/>
                </a:lnTo>
                <a:lnTo>
                  <a:pt x="23" y="150"/>
                </a:lnTo>
                <a:lnTo>
                  <a:pt x="29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6"/>
                </a:lnTo>
                <a:lnTo>
                  <a:pt x="15" y="156"/>
                </a:lnTo>
                <a:lnTo>
                  <a:pt x="15" y="166"/>
                </a:lnTo>
                <a:lnTo>
                  <a:pt x="8" y="166"/>
                </a:lnTo>
                <a:lnTo>
                  <a:pt x="4" y="159"/>
                </a:lnTo>
                <a:lnTo>
                  <a:pt x="9" y="156"/>
                </a:lnTo>
                <a:lnTo>
                  <a:pt x="16" y="170"/>
                </a:lnTo>
                <a:moveTo>
                  <a:pt x="0" y="156"/>
                </a:moveTo>
                <a:lnTo>
                  <a:pt x="0" y="141"/>
                </a:lnTo>
                <a:lnTo>
                  <a:pt x="15" y="141"/>
                </a:lnTo>
                <a:lnTo>
                  <a:pt x="15" y="156"/>
                </a:lnTo>
                <a:lnTo>
                  <a:pt x="0" y="156"/>
                </a:lnTo>
                <a:moveTo>
                  <a:pt x="0" y="141"/>
                </a:moveTo>
                <a:lnTo>
                  <a:pt x="0" y="126"/>
                </a:lnTo>
                <a:lnTo>
                  <a:pt x="15" y="126"/>
                </a:lnTo>
                <a:lnTo>
                  <a:pt x="15" y="141"/>
                </a:lnTo>
                <a:lnTo>
                  <a:pt x="0" y="141"/>
                </a:lnTo>
                <a:moveTo>
                  <a:pt x="0" y="126"/>
                </a:moveTo>
                <a:lnTo>
                  <a:pt x="0" y="110"/>
                </a:lnTo>
                <a:lnTo>
                  <a:pt x="15" y="110"/>
                </a:lnTo>
                <a:lnTo>
                  <a:pt x="15" y="126"/>
                </a:lnTo>
                <a:lnTo>
                  <a:pt x="0" y="126"/>
                </a:lnTo>
                <a:moveTo>
                  <a:pt x="0" y="110"/>
                </a:moveTo>
                <a:lnTo>
                  <a:pt x="0" y="95"/>
                </a:lnTo>
                <a:lnTo>
                  <a:pt x="15" y="95"/>
                </a:lnTo>
                <a:lnTo>
                  <a:pt x="15" y="110"/>
                </a:lnTo>
                <a:lnTo>
                  <a:pt x="0" y="110"/>
                </a:lnTo>
                <a:moveTo>
                  <a:pt x="0" y="95"/>
                </a:moveTo>
                <a:lnTo>
                  <a:pt x="0" y="80"/>
                </a:lnTo>
                <a:lnTo>
                  <a:pt x="15" y="80"/>
                </a:lnTo>
                <a:lnTo>
                  <a:pt x="15" y="95"/>
                </a:lnTo>
                <a:lnTo>
                  <a:pt x="0" y="95"/>
                </a:lnTo>
                <a:moveTo>
                  <a:pt x="0" y="80"/>
                </a:moveTo>
                <a:lnTo>
                  <a:pt x="0" y="65"/>
                </a:lnTo>
                <a:lnTo>
                  <a:pt x="15" y="65"/>
                </a:lnTo>
                <a:lnTo>
                  <a:pt x="15" y="80"/>
                </a:lnTo>
                <a:lnTo>
                  <a:pt x="0" y="80"/>
                </a:lnTo>
                <a:moveTo>
                  <a:pt x="0" y="65"/>
                </a:moveTo>
                <a:lnTo>
                  <a:pt x="0" y="50"/>
                </a:lnTo>
                <a:lnTo>
                  <a:pt x="15" y="50"/>
                </a:lnTo>
                <a:lnTo>
                  <a:pt x="15" y="65"/>
                </a:lnTo>
                <a:lnTo>
                  <a:pt x="0" y="65"/>
                </a:lnTo>
                <a:moveTo>
                  <a:pt x="0" y="50"/>
                </a:moveTo>
                <a:lnTo>
                  <a:pt x="0" y="34"/>
                </a:lnTo>
                <a:lnTo>
                  <a:pt x="15" y="34"/>
                </a:lnTo>
                <a:lnTo>
                  <a:pt x="15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5" y="19"/>
                </a:lnTo>
                <a:lnTo>
                  <a:pt x="15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5" y="13"/>
                </a:lnTo>
                <a:lnTo>
                  <a:pt x="18" y="27"/>
                </a:lnTo>
                <a:lnTo>
                  <a:pt x="4" y="20"/>
                </a:lnTo>
                <a:lnTo>
                  <a:pt x="8" y="13"/>
                </a:lnTo>
                <a:lnTo>
                  <a:pt x="15" y="13"/>
                </a:lnTo>
                <a:lnTo>
                  <a:pt x="15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4262040" y="3259800"/>
            <a:ext cx="716400" cy="0"/>
          </a:xfrm>
          <a:custGeom>
            <a:avLst/>
            <a:gdLst/>
            <a:ahLst/>
            <a:rect l="0" t="0" r="r" b="b"/>
            <a:pathLst>
              <a:path fill="none" w="1990" h="0">
                <a:moveTo>
                  <a:pt x="0" y="0"/>
                </a:moveTo>
                <a:lnTo>
                  <a:pt x="186" y="0"/>
                </a:lnTo>
                <a:cubicBezTo>
                  <a:pt x="372" y="0"/>
                  <a:pt x="743" y="0"/>
                  <a:pt x="1008" y="0"/>
                </a:cubicBezTo>
                <a:cubicBezTo>
                  <a:pt x="1273" y="0"/>
                  <a:pt x="1432" y="0"/>
                  <a:pt x="1578" y="0"/>
                </a:cubicBezTo>
                <a:cubicBezTo>
                  <a:pt x="1723" y="0"/>
                  <a:pt x="1856" y="0"/>
                  <a:pt x="1923" y="0"/>
                </a:cubicBezTo>
                <a:lnTo>
                  <a:pt x="1990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4951080" y="32324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7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8" name=""/>
          <p:cNvSpPr/>
          <p:nvPr/>
        </p:nvSpPr>
        <p:spPr>
          <a:xfrm>
            <a:off x="4948200" y="322812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25" y="12"/>
                </a:moveTo>
                <a:lnTo>
                  <a:pt x="38" y="19"/>
                </a:lnTo>
                <a:lnTo>
                  <a:pt x="31" y="33"/>
                </a:lnTo>
                <a:lnTo>
                  <a:pt x="18" y="26"/>
                </a:lnTo>
                <a:lnTo>
                  <a:pt x="25" y="12"/>
                </a:lnTo>
                <a:moveTo>
                  <a:pt x="38" y="19"/>
                </a:moveTo>
                <a:lnTo>
                  <a:pt x="52" y="26"/>
                </a:lnTo>
                <a:lnTo>
                  <a:pt x="45" y="39"/>
                </a:lnTo>
                <a:lnTo>
                  <a:pt x="31" y="33"/>
                </a:lnTo>
                <a:lnTo>
                  <a:pt x="38" y="19"/>
                </a:lnTo>
                <a:moveTo>
                  <a:pt x="52" y="26"/>
                </a:moveTo>
                <a:lnTo>
                  <a:pt x="65" y="33"/>
                </a:lnTo>
                <a:lnTo>
                  <a:pt x="59" y="46"/>
                </a:lnTo>
                <a:lnTo>
                  <a:pt x="45" y="39"/>
                </a:lnTo>
                <a:lnTo>
                  <a:pt x="52" y="26"/>
                </a:lnTo>
                <a:moveTo>
                  <a:pt x="65" y="33"/>
                </a:moveTo>
                <a:lnTo>
                  <a:pt x="80" y="39"/>
                </a:lnTo>
                <a:lnTo>
                  <a:pt x="73" y="53"/>
                </a:lnTo>
                <a:lnTo>
                  <a:pt x="59" y="46"/>
                </a:lnTo>
                <a:lnTo>
                  <a:pt x="65" y="33"/>
                </a:lnTo>
                <a:moveTo>
                  <a:pt x="80" y="39"/>
                </a:moveTo>
                <a:lnTo>
                  <a:pt x="94" y="46"/>
                </a:lnTo>
                <a:lnTo>
                  <a:pt x="87" y="60"/>
                </a:lnTo>
                <a:lnTo>
                  <a:pt x="73" y="53"/>
                </a:lnTo>
                <a:lnTo>
                  <a:pt x="80" y="39"/>
                </a:lnTo>
                <a:moveTo>
                  <a:pt x="94" y="46"/>
                </a:moveTo>
                <a:lnTo>
                  <a:pt x="107" y="53"/>
                </a:lnTo>
                <a:lnTo>
                  <a:pt x="100" y="67"/>
                </a:lnTo>
                <a:lnTo>
                  <a:pt x="87" y="60"/>
                </a:lnTo>
                <a:lnTo>
                  <a:pt x="94" y="46"/>
                </a:lnTo>
                <a:moveTo>
                  <a:pt x="107" y="53"/>
                </a:moveTo>
                <a:lnTo>
                  <a:pt x="121" y="60"/>
                </a:lnTo>
                <a:lnTo>
                  <a:pt x="114" y="73"/>
                </a:lnTo>
                <a:lnTo>
                  <a:pt x="100" y="67"/>
                </a:lnTo>
                <a:lnTo>
                  <a:pt x="107" y="53"/>
                </a:lnTo>
                <a:moveTo>
                  <a:pt x="121" y="60"/>
                </a:moveTo>
                <a:lnTo>
                  <a:pt x="134" y="67"/>
                </a:lnTo>
                <a:lnTo>
                  <a:pt x="128" y="80"/>
                </a:lnTo>
                <a:lnTo>
                  <a:pt x="114" y="73"/>
                </a:lnTo>
                <a:lnTo>
                  <a:pt x="121" y="60"/>
                </a:lnTo>
                <a:moveTo>
                  <a:pt x="134" y="67"/>
                </a:moveTo>
                <a:lnTo>
                  <a:pt x="148" y="73"/>
                </a:lnTo>
                <a:lnTo>
                  <a:pt x="141" y="87"/>
                </a:lnTo>
                <a:lnTo>
                  <a:pt x="128" y="80"/>
                </a:lnTo>
                <a:lnTo>
                  <a:pt x="134" y="67"/>
                </a:lnTo>
                <a:moveTo>
                  <a:pt x="148" y="73"/>
                </a:moveTo>
                <a:lnTo>
                  <a:pt x="162" y="80"/>
                </a:lnTo>
                <a:lnTo>
                  <a:pt x="155" y="94"/>
                </a:lnTo>
                <a:lnTo>
                  <a:pt x="141" y="87"/>
                </a:lnTo>
                <a:lnTo>
                  <a:pt x="148" y="73"/>
                </a:lnTo>
                <a:moveTo>
                  <a:pt x="162" y="80"/>
                </a:moveTo>
                <a:lnTo>
                  <a:pt x="178" y="88"/>
                </a:lnTo>
                <a:lnTo>
                  <a:pt x="153" y="102"/>
                </a:lnTo>
                <a:lnTo>
                  <a:pt x="146" y="87"/>
                </a:lnTo>
                <a:lnTo>
                  <a:pt x="157" y="81"/>
                </a:lnTo>
                <a:lnTo>
                  <a:pt x="161" y="88"/>
                </a:lnTo>
                <a:lnTo>
                  <a:pt x="157" y="95"/>
                </a:lnTo>
                <a:lnTo>
                  <a:pt x="155" y="94"/>
                </a:lnTo>
                <a:lnTo>
                  <a:pt x="162" y="80"/>
                </a:lnTo>
                <a:moveTo>
                  <a:pt x="153" y="102"/>
                </a:moveTo>
                <a:lnTo>
                  <a:pt x="139" y="108"/>
                </a:lnTo>
                <a:lnTo>
                  <a:pt x="132" y="94"/>
                </a:lnTo>
                <a:lnTo>
                  <a:pt x="146" y="87"/>
                </a:lnTo>
                <a:lnTo>
                  <a:pt x="153" y="102"/>
                </a:lnTo>
                <a:moveTo>
                  <a:pt x="139" y="108"/>
                </a:moveTo>
                <a:lnTo>
                  <a:pt x="126" y="115"/>
                </a:lnTo>
                <a:lnTo>
                  <a:pt x="119" y="102"/>
                </a:lnTo>
                <a:lnTo>
                  <a:pt x="132" y="94"/>
                </a:lnTo>
                <a:lnTo>
                  <a:pt x="139" y="108"/>
                </a:lnTo>
                <a:moveTo>
                  <a:pt x="126" y="115"/>
                </a:moveTo>
                <a:lnTo>
                  <a:pt x="112" y="122"/>
                </a:lnTo>
                <a:lnTo>
                  <a:pt x="105" y="108"/>
                </a:lnTo>
                <a:lnTo>
                  <a:pt x="119" y="102"/>
                </a:lnTo>
                <a:lnTo>
                  <a:pt x="126" y="115"/>
                </a:lnTo>
                <a:moveTo>
                  <a:pt x="112" y="122"/>
                </a:moveTo>
                <a:lnTo>
                  <a:pt x="98" y="129"/>
                </a:lnTo>
                <a:lnTo>
                  <a:pt x="92" y="115"/>
                </a:lnTo>
                <a:lnTo>
                  <a:pt x="105" y="108"/>
                </a:lnTo>
                <a:lnTo>
                  <a:pt x="112" y="122"/>
                </a:lnTo>
                <a:moveTo>
                  <a:pt x="98" y="129"/>
                </a:moveTo>
                <a:lnTo>
                  <a:pt x="85" y="136"/>
                </a:lnTo>
                <a:lnTo>
                  <a:pt x="78" y="122"/>
                </a:lnTo>
                <a:lnTo>
                  <a:pt x="92" y="115"/>
                </a:lnTo>
                <a:lnTo>
                  <a:pt x="98" y="129"/>
                </a:lnTo>
                <a:moveTo>
                  <a:pt x="85" y="136"/>
                </a:moveTo>
                <a:lnTo>
                  <a:pt x="70" y="142"/>
                </a:lnTo>
                <a:lnTo>
                  <a:pt x="63" y="129"/>
                </a:lnTo>
                <a:lnTo>
                  <a:pt x="78" y="122"/>
                </a:lnTo>
                <a:lnTo>
                  <a:pt x="85" y="136"/>
                </a:lnTo>
                <a:moveTo>
                  <a:pt x="70" y="142"/>
                </a:moveTo>
                <a:lnTo>
                  <a:pt x="57" y="149"/>
                </a:lnTo>
                <a:lnTo>
                  <a:pt x="50" y="136"/>
                </a:lnTo>
                <a:lnTo>
                  <a:pt x="63" y="129"/>
                </a:lnTo>
                <a:lnTo>
                  <a:pt x="70" y="142"/>
                </a:lnTo>
                <a:moveTo>
                  <a:pt x="57" y="149"/>
                </a:moveTo>
                <a:lnTo>
                  <a:pt x="43" y="156"/>
                </a:lnTo>
                <a:lnTo>
                  <a:pt x="36" y="142"/>
                </a:lnTo>
                <a:lnTo>
                  <a:pt x="50" y="136"/>
                </a:lnTo>
                <a:lnTo>
                  <a:pt x="57" y="149"/>
                </a:lnTo>
                <a:moveTo>
                  <a:pt x="43" y="156"/>
                </a:moveTo>
                <a:lnTo>
                  <a:pt x="29" y="163"/>
                </a:lnTo>
                <a:lnTo>
                  <a:pt x="23" y="149"/>
                </a:lnTo>
                <a:lnTo>
                  <a:pt x="36" y="142"/>
                </a:lnTo>
                <a:lnTo>
                  <a:pt x="43" y="156"/>
                </a:lnTo>
                <a:moveTo>
                  <a:pt x="29" y="163"/>
                </a:moveTo>
                <a:lnTo>
                  <a:pt x="16" y="170"/>
                </a:lnTo>
                <a:lnTo>
                  <a:pt x="9" y="156"/>
                </a:lnTo>
                <a:lnTo>
                  <a:pt x="23" y="149"/>
                </a:lnTo>
                <a:lnTo>
                  <a:pt x="29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5"/>
                </a:lnTo>
                <a:lnTo>
                  <a:pt x="15" y="155"/>
                </a:lnTo>
                <a:lnTo>
                  <a:pt x="15" y="165"/>
                </a:lnTo>
                <a:lnTo>
                  <a:pt x="8" y="165"/>
                </a:lnTo>
                <a:lnTo>
                  <a:pt x="4" y="158"/>
                </a:lnTo>
                <a:lnTo>
                  <a:pt x="9" y="156"/>
                </a:lnTo>
                <a:lnTo>
                  <a:pt x="16" y="170"/>
                </a:lnTo>
                <a:moveTo>
                  <a:pt x="0" y="155"/>
                </a:moveTo>
                <a:lnTo>
                  <a:pt x="0" y="140"/>
                </a:lnTo>
                <a:lnTo>
                  <a:pt x="15" y="140"/>
                </a:lnTo>
                <a:lnTo>
                  <a:pt x="15" y="155"/>
                </a:lnTo>
                <a:lnTo>
                  <a:pt x="0" y="155"/>
                </a:lnTo>
                <a:moveTo>
                  <a:pt x="0" y="140"/>
                </a:moveTo>
                <a:lnTo>
                  <a:pt x="0" y="125"/>
                </a:lnTo>
                <a:lnTo>
                  <a:pt x="15" y="125"/>
                </a:lnTo>
                <a:lnTo>
                  <a:pt x="15" y="140"/>
                </a:lnTo>
                <a:lnTo>
                  <a:pt x="0" y="140"/>
                </a:lnTo>
                <a:moveTo>
                  <a:pt x="0" y="125"/>
                </a:moveTo>
                <a:lnTo>
                  <a:pt x="0" y="110"/>
                </a:lnTo>
                <a:lnTo>
                  <a:pt x="15" y="110"/>
                </a:lnTo>
                <a:lnTo>
                  <a:pt x="15" y="125"/>
                </a:lnTo>
                <a:lnTo>
                  <a:pt x="0" y="125"/>
                </a:lnTo>
                <a:moveTo>
                  <a:pt x="0" y="110"/>
                </a:moveTo>
                <a:lnTo>
                  <a:pt x="0" y="94"/>
                </a:lnTo>
                <a:lnTo>
                  <a:pt x="15" y="94"/>
                </a:lnTo>
                <a:lnTo>
                  <a:pt x="15" y="110"/>
                </a:lnTo>
                <a:lnTo>
                  <a:pt x="0" y="110"/>
                </a:lnTo>
                <a:moveTo>
                  <a:pt x="0" y="94"/>
                </a:moveTo>
                <a:lnTo>
                  <a:pt x="0" y="78"/>
                </a:lnTo>
                <a:lnTo>
                  <a:pt x="15" y="78"/>
                </a:lnTo>
                <a:lnTo>
                  <a:pt x="15" y="94"/>
                </a:lnTo>
                <a:lnTo>
                  <a:pt x="0" y="94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8"/>
                </a:lnTo>
                <a:lnTo>
                  <a:pt x="15" y="18"/>
                </a:lnTo>
                <a:lnTo>
                  <a:pt x="15" y="33"/>
                </a:lnTo>
                <a:lnTo>
                  <a:pt x="0" y="33"/>
                </a:lnTo>
                <a:moveTo>
                  <a:pt x="0" y="18"/>
                </a:moveTo>
                <a:lnTo>
                  <a:pt x="0" y="0"/>
                </a:lnTo>
                <a:lnTo>
                  <a:pt x="25" y="12"/>
                </a:lnTo>
                <a:lnTo>
                  <a:pt x="18" y="26"/>
                </a:lnTo>
                <a:lnTo>
                  <a:pt x="4" y="19"/>
                </a:lnTo>
                <a:lnTo>
                  <a:pt x="8" y="12"/>
                </a:lnTo>
                <a:lnTo>
                  <a:pt x="15" y="12"/>
                </a:lnTo>
                <a:lnTo>
                  <a:pt x="15" y="18"/>
                </a:lnTo>
                <a:lnTo>
                  <a:pt x="0" y="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6229440" y="1586520"/>
            <a:ext cx="901800" cy="674280"/>
          </a:xfrm>
          <a:custGeom>
            <a:avLst/>
            <a:gdLst/>
            <a:ahLst/>
            <a:rect l="0" t="0" r="r" b="b"/>
            <a:pathLst>
              <a:path w="2505" h="1873">
                <a:moveTo>
                  <a:pt x="0" y="0"/>
                </a:moveTo>
                <a:lnTo>
                  <a:pt x="38" y="0"/>
                </a:lnTo>
                <a:lnTo>
                  <a:pt x="38" y="19"/>
                </a:lnTo>
                <a:lnTo>
                  <a:pt x="0" y="19"/>
                </a:lnTo>
                <a:lnTo>
                  <a:pt x="0" y="0"/>
                </a:lnTo>
                <a:moveTo>
                  <a:pt x="76" y="0"/>
                </a:moveTo>
                <a:lnTo>
                  <a:pt x="114" y="0"/>
                </a:lnTo>
                <a:lnTo>
                  <a:pt x="114" y="19"/>
                </a:lnTo>
                <a:lnTo>
                  <a:pt x="76" y="19"/>
                </a:lnTo>
                <a:lnTo>
                  <a:pt x="76" y="0"/>
                </a:lnTo>
                <a:moveTo>
                  <a:pt x="152" y="0"/>
                </a:moveTo>
                <a:lnTo>
                  <a:pt x="190" y="0"/>
                </a:lnTo>
                <a:lnTo>
                  <a:pt x="190" y="19"/>
                </a:lnTo>
                <a:lnTo>
                  <a:pt x="152" y="19"/>
                </a:lnTo>
                <a:lnTo>
                  <a:pt x="152" y="0"/>
                </a:lnTo>
                <a:moveTo>
                  <a:pt x="227" y="0"/>
                </a:moveTo>
                <a:lnTo>
                  <a:pt x="265" y="0"/>
                </a:lnTo>
                <a:lnTo>
                  <a:pt x="265" y="19"/>
                </a:lnTo>
                <a:lnTo>
                  <a:pt x="226" y="19"/>
                </a:lnTo>
                <a:lnTo>
                  <a:pt x="227" y="0"/>
                </a:lnTo>
                <a:moveTo>
                  <a:pt x="304" y="0"/>
                </a:moveTo>
                <a:lnTo>
                  <a:pt x="341" y="2"/>
                </a:lnTo>
                <a:lnTo>
                  <a:pt x="340" y="21"/>
                </a:lnTo>
                <a:lnTo>
                  <a:pt x="303" y="19"/>
                </a:lnTo>
                <a:lnTo>
                  <a:pt x="304" y="0"/>
                </a:lnTo>
                <a:moveTo>
                  <a:pt x="380" y="4"/>
                </a:moveTo>
                <a:cubicBezTo>
                  <a:pt x="392" y="4"/>
                  <a:pt x="404" y="5"/>
                  <a:pt x="416" y="6"/>
                </a:cubicBezTo>
                <a:lnTo>
                  <a:pt x="415" y="25"/>
                </a:lnTo>
                <a:cubicBezTo>
                  <a:pt x="403" y="24"/>
                  <a:pt x="391" y="23"/>
                  <a:pt x="379" y="23"/>
                </a:cubicBezTo>
                <a:lnTo>
                  <a:pt x="380" y="4"/>
                </a:lnTo>
                <a:moveTo>
                  <a:pt x="452" y="9"/>
                </a:moveTo>
                <a:cubicBezTo>
                  <a:pt x="464" y="11"/>
                  <a:pt x="476" y="12"/>
                  <a:pt x="489" y="13"/>
                </a:cubicBezTo>
                <a:lnTo>
                  <a:pt x="486" y="32"/>
                </a:lnTo>
                <a:cubicBezTo>
                  <a:pt x="474" y="31"/>
                  <a:pt x="462" y="30"/>
                  <a:pt x="450" y="28"/>
                </a:cubicBezTo>
                <a:lnTo>
                  <a:pt x="452" y="9"/>
                </a:lnTo>
                <a:moveTo>
                  <a:pt x="527" y="18"/>
                </a:moveTo>
                <a:cubicBezTo>
                  <a:pt x="540" y="20"/>
                  <a:pt x="553" y="22"/>
                  <a:pt x="566" y="25"/>
                </a:cubicBezTo>
                <a:lnTo>
                  <a:pt x="562" y="43"/>
                </a:lnTo>
                <a:cubicBezTo>
                  <a:pt x="550" y="41"/>
                  <a:pt x="537" y="39"/>
                  <a:pt x="524" y="37"/>
                </a:cubicBezTo>
                <a:lnTo>
                  <a:pt x="527" y="18"/>
                </a:lnTo>
                <a:moveTo>
                  <a:pt x="606" y="32"/>
                </a:moveTo>
                <a:cubicBezTo>
                  <a:pt x="619" y="34"/>
                  <a:pt x="632" y="37"/>
                  <a:pt x="646" y="40"/>
                </a:cubicBezTo>
                <a:lnTo>
                  <a:pt x="642" y="59"/>
                </a:lnTo>
                <a:cubicBezTo>
                  <a:pt x="629" y="56"/>
                  <a:pt x="615" y="53"/>
                  <a:pt x="602" y="51"/>
                </a:cubicBezTo>
                <a:lnTo>
                  <a:pt x="606" y="32"/>
                </a:lnTo>
                <a:moveTo>
                  <a:pt x="682" y="49"/>
                </a:moveTo>
                <a:cubicBezTo>
                  <a:pt x="694" y="52"/>
                  <a:pt x="707" y="55"/>
                  <a:pt x="719" y="58"/>
                </a:cubicBezTo>
                <a:lnTo>
                  <a:pt x="714" y="77"/>
                </a:lnTo>
                <a:cubicBezTo>
                  <a:pt x="702" y="73"/>
                  <a:pt x="690" y="70"/>
                  <a:pt x="677" y="67"/>
                </a:cubicBezTo>
                <a:lnTo>
                  <a:pt x="682" y="49"/>
                </a:lnTo>
                <a:moveTo>
                  <a:pt x="756" y="69"/>
                </a:moveTo>
                <a:cubicBezTo>
                  <a:pt x="769" y="73"/>
                  <a:pt x="781" y="77"/>
                  <a:pt x="793" y="81"/>
                </a:cubicBezTo>
                <a:lnTo>
                  <a:pt x="787" y="99"/>
                </a:lnTo>
                <a:cubicBezTo>
                  <a:pt x="775" y="95"/>
                  <a:pt x="763" y="91"/>
                  <a:pt x="751" y="87"/>
                </a:cubicBezTo>
                <a:lnTo>
                  <a:pt x="756" y="69"/>
                </a:lnTo>
                <a:moveTo>
                  <a:pt x="828" y="93"/>
                </a:moveTo>
                <a:cubicBezTo>
                  <a:pt x="840" y="97"/>
                  <a:pt x="852" y="101"/>
                  <a:pt x="864" y="106"/>
                </a:cubicBezTo>
                <a:lnTo>
                  <a:pt x="857" y="124"/>
                </a:lnTo>
                <a:cubicBezTo>
                  <a:pt x="846" y="119"/>
                  <a:pt x="834" y="115"/>
                  <a:pt x="822" y="111"/>
                </a:cubicBezTo>
                <a:lnTo>
                  <a:pt x="828" y="93"/>
                </a:lnTo>
                <a:moveTo>
                  <a:pt x="900" y="120"/>
                </a:moveTo>
                <a:cubicBezTo>
                  <a:pt x="912" y="125"/>
                  <a:pt x="924" y="131"/>
                  <a:pt x="936" y="136"/>
                </a:cubicBezTo>
                <a:lnTo>
                  <a:pt x="928" y="153"/>
                </a:lnTo>
                <a:cubicBezTo>
                  <a:pt x="917" y="148"/>
                  <a:pt x="905" y="143"/>
                  <a:pt x="893" y="138"/>
                </a:cubicBezTo>
                <a:lnTo>
                  <a:pt x="900" y="120"/>
                </a:lnTo>
                <a:moveTo>
                  <a:pt x="970" y="151"/>
                </a:moveTo>
                <a:cubicBezTo>
                  <a:pt x="981" y="157"/>
                  <a:pt x="993" y="162"/>
                  <a:pt x="1004" y="168"/>
                </a:cubicBezTo>
                <a:lnTo>
                  <a:pt x="995" y="185"/>
                </a:lnTo>
                <a:cubicBezTo>
                  <a:pt x="984" y="179"/>
                  <a:pt x="973" y="174"/>
                  <a:pt x="962" y="169"/>
                </a:cubicBezTo>
                <a:lnTo>
                  <a:pt x="970" y="151"/>
                </a:lnTo>
                <a:moveTo>
                  <a:pt x="1038" y="186"/>
                </a:moveTo>
                <a:cubicBezTo>
                  <a:pt x="1050" y="192"/>
                  <a:pt x="1061" y="199"/>
                  <a:pt x="1073" y="205"/>
                </a:cubicBezTo>
                <a:lnTo>
                  <a:pt x="1063" y="222"/>
                </a:lnTo>
                <a:cubicBezTo>
                  <a:pt x="1052" y="215"/>
                  <a:pt x="1041" y="209"/>
                  <a:pt x="1029" y="203"/>
                </a:cubicBezTo>
                <a:lnTo>
                  <a:pt x="1038" y="186"/>
                </a:lnTo>
                <a:moveTo>
                  <a:pt x="1105" y="224"/>
                </a:moveTo>
                <a:cubicBezTo>
                  <a:pt x="1116" y="231"/>
                  <a:pt x="1126" y="237"/>
                  <a:pt x="1137" y="244"/>
                </a:cubicBezTo>
                <a:lnTo>
                  <a:pt x="1126" y="260"/>
                </a:lnTo>
                <a:cubicBezTo>
                  <a:pt x="1116" y="253"/>
                  <a:pt x="1106" y="247"/>
                  <a:pt x="1095" y="240"/>
                </a:cubicBezTo>
                <a:lnTo>
                  <a:pt x="1105" y="224"/>
                </a:lnTo>
                <a:moveTo>
                  <a:pt x="1169" y="265"/>
                </a:moveTo>
                <a:cubicBezTo>
                  <a:pt x="1179" y="272"/>
                  <a:pt x="1190" y="280"/>
                  <a:pt x="1201" y="288"/>
                </a:cubicBezTo>
                <a:lnTo>
                  <a:pt x="1190" y="303"/>
                </a:lnTo>
                <a:cubicBezTo>
                  <a:pt x="1179" y="296"/>
                  <a:pt x="1169" y="289"/>
                  <a:pt x="1158" y="282"/>
                </a:cubicBezTo>
                <a:lnTo>
                  <a:pt x="1169" y="265"/>
                </a:lnTo>
                <a:moveTo>
                  <a:pt x="1233" y="311"/>
                </a:moveTo>
                <a:lnTo>
                  <a:pt x="1234" y="312"/>
                </a:lnTo>
                <a:cubicBezTo>
                  <a:pt x="1243" y="319"/>
                  <a:pt x="1253" y="326"/>
                  <a:pt x="1262" y="334"/>
                </a:cubicBezTo>
                <a:lnTo>
                  <a:pt x="1251" y="349"/>
                </a:lnTo>
                <a:cubicBezTo>
                  <a:pt x="1241" y="341"/>
                  <a:pt x="1232" y="334"/>
                  <a:pt x="1223" y="327"/>
                </a:cubicBezTo>
                <a:lnTo>
                  <a:pt x="1222" y="327"/>
                </a:lnTo>
                <a:lnTo>
                  <a:pt x="1221" y="326"/>
                </a:lnTo>
                <a:lnTo>
                  <a:pt x="1233" y="311"/>
                </a:lnTo>
                <a:moveTo>
                  <a:pt x="1292" y="357"/>
                </a:moveTo>
                <a:cubicBezTo>
                  <a:pt x="1302" y="365"/>
                  <a:pt x="1311" y="373"/>
                  <a:pt x="1321" y="381"/>
                </a:cubicBezTo>
                <a:lnTo>
                  <a:pt x="1309" y="396"/>
                </a:lnTo>
                <a:cubicBezTo>
                  <a:pt x="1299" y="388"/>
                  <a:pt x="1289" y="380"/>
                  <a:pt x="1280" y="372"/>
                </a:cubicBezTo>
                <a:lnTo>
                  <a:pt x="1292" y="357"/>
                </a:lnTo>
                <a:moveTo>
                  <a:pt x="1351" y="406"/>
                </a:moveTo>
                <a:cubicBezTo>
                  <a:pt x="1360" y="415"/>
                  <a:pt x="1370" y="423"/>
                  <a:pt x="1380" y="432"/>
                </a:cubicBezTo>
                <a:lnTo>
                  <a:pt x="1367" y="446"/>
                </a:lnTo>
                <a:cubicBezTo>
                  <a:pt x="1357" y="438"/>
                  <a:pt x="1348" y="429"/>
                  <a:pt x="1338" y="421"/>
                </a:cubicBezTo>
                <a:lnTo>
                  <a:pt x="1351" y="406"/>
                </a:lnTo>
                <a:moveTo>
                  <a:pt x="1408" y="458"/>
                </a:moveTo>
                <a:lnTo>
                  <a:pt x="1435" y="484"/>
                </a:lnTo>
                <a:lnTo>
                  <a:pt x="1422" y="497"/>
                </a:lnTo>
                <a:lnTo>
                  <a:pt x="1395" y="472"/>
                </a:lnTo>
                <a:lnTo>
                  <a:pt x="1408" y="458"/>
                </a:lnTo>
                <a:moveTo>
                  <a:pt x="1463" y="510"/>
                </a:moveTo>
                <a:lnTo>
                  <a:pt x="1491" y="537"/>
                </a:lnTo>
                <a:lnTo>
                  <a:pt x="1478" y="550"/>
                </a:lnTo>
                <a:lnTo>
                  <a:pt x="1450" y="524"/>
                </a:lnTo>
                <a:lnTo>
                  <a:pt x="1463" y="510"/>
                </a:lnTo>
                <a:moveTo>
                  <a:pt x="1518" y="564"/>
                </a:moveTo>
                <a:lnTo>
                  <a:pt x="1545" y="592"/>
                </a:lnTo>
                <a:lnTo>
                  <a:pt x="1532" y="605"/>
                </a:lnTo>
                <a:lnTo>
                  <a:pt x="1505" y="578"/>
                </a:lnTo>
                <a:lnTo>
                  <a:pt x="1518" y="564"/>
                </a:lnTo>
                <a:moveTo>
                  <a:pt x="1571" y="620"/>
                </a:moveTo>
                <a:lnTo>
                  <a:pt x="1597" y="647"/>
                </a:lnTo>
                <a:lnTo>
                  <a:pt x="1583" y="660"/>
                </a:lnTo>
                <a:lnTo>
                  <a:pt x="1557" y="633"/>
                </a:lnTo>
                <a:lnTo>
                  <a:pt x="1571" y="620"/>
                </a:lnTo>
                <a:moveTo>
                  <a:pt x="1623" y="676"/>
                </a:moveTo>
                <a:lnTo>
                  <a:pt x="1648" y="704"/>
                </a:lnTo>
                <a:lnTo>
                  <a:pt x="1634" y="717"/>
                </a:lnTo>
                <a:lnTo>
                  <a:pt x="1608" y="688"/>
                </a:lnTo>
                <a:lnTo>
                  <a:pt x="1623" y="676"/>
                </a:lnTo>
                <a:moveTo>
                  <a:pt x="1673" y="733"/>
                </a:moveTo>
                <a:lnTo>
                  <a:pt x="1698" y="761"/>
                </a:lnTo>
                <a:lnTo>
                  <a:pt x="1684" y="774"/>
                </a:lnTo>
                <a:lnTo>
                  <a:pt x="1659" y="745"/>
                </a:lnTo>
                <a:lnTo>
                  <a:pt x="1673" y="733"/>
                </a:lnTo>
                <a:moveTo>
                  <a:pt x="1723" y="791"/>
                </a:moveTo>
                <a:lnTo>
                  <a:pt x="1748" y="820"/>
                </a:lnTo>
                <a:lnTo>
                  <a:pt x="1733" y="832"/>
                </a:lnTo>
                <a:lnTo>
                  <a:pt x="1709" y="803"/>
                </a:lnTo>
                <a:lnTo>
                  <a:pt x="1723" y="791"/>
                </a:lnTo>
                <a:moveTo>
                  <a:pt x="1773" y="849"/>
                </a:moveTo>
                <a:lnTo>
                  <a:pt x="1797" y="879"/>
                </a:lnTo>
                <a:lnTo>
                  <a:pt x="1782" y="891"/>
                </a:lnTo>
                <a:lnTo>
                  <a:pt x="1758" y="861"/>
                </a:lnTo>
                <a:lnTo>
                  <a:pt x="1773" y="849"/>
                </a:lnTo>
                <a:moveTo>
                  <a:pt x="1821" y="908"/>
                </a:moveTo>
                <a:lnTo>
                  <a:pt x="1845" y="938"/>
                </a:lnTo>
                <a:lnTo>
                  <a:pt x="1830" y="950"/>
                </a:lnTo>
                <a:lnTo>
                  <a:pt x="1806" y="920"/>
                </a:lnTo>
                <a:lnTo>
                  <a:pt x="1821" y="908"/>
                </a:lnTo>
                <a:moveTo>
                  <a:pt x="1869" y="970"/>
                </a:moveTo>
                <a:lnTo>
                  <a:pt x="1894" y="1001"/>
                </a:lnTo>
                <a:lnTo>
                  <a:pt x="1879" y="1012"/>
                </a:lnTo>
                <a:lnTo>
                  <a:pt x="1854" y="981"/>
                </a:lnTo>
                <a:lnTo>
                  <a:pt x="1869" y="970"/>
                </a:lnTo>
                <a:moveTo>
                  <a:pt x="1918" y="1032"/>
                </a:moveTo>
                <a:lnTo>
                  <a:pt x="1941" y="1063"/>
                </a:lnTo>
                <a:lnTo>
                  <a:pt x="1926" y="1074"/>
                </a:lnTo>
                <a:lnTo>
                  <a:pt x="1903" y="1043"/>
                </a:lnTo>
                <a:lnTo>
                  <a:pt x="1918" y="1032"/>
                </a:lnTo>
                <a:moveTo>
                  <a:pt x="1965" y="1094"/>
                </a:moveTo>
                <a:lnTo>
                  <a:pt x="1988" y="1124"/>
                </a:lnTo>
                <a:lnTo>
                  <a:pt x="1973" y="1136"/>
                </a:lnTo>
                <a:lnTo>
                  <a:pt x="1950" y="1105"/>
                </a:lnTo>
                <a:lnTo>
                  <a:pt x="1965" y="1094"/>
                </a:lnTo>
                <a:moveTo>
                  <a:pt x="2010" y="1155"/>
                </a:moveTo>
                <a:lnTo>
                  <a:pt x="2032" y="1185"/>
                </a:lnTo>
                <a:lnTo>
                  <a:pt x="2017" y="1196"/>
                </a:lnTo>
                <a:lnTo>
                  <a:pt x="1995" y="1166"/>
                </a:lnTo>
                <a:lnTo>
                  <a:pt x="2010" y="1155"/>
                </a:lnTo>
                <a:moveTo>
                  <a:pt x="2054" y="1214"/>
                </a:moveTo>
                <a:lnTo>
                  <a:pt x="2075" y="1244"/>
                </a:lnTo>
                <a:lnTo>
                  <a:pt x="2060" y="1255"/>
                </a:lnTo>
                <a:lnTo>
                  <a:pt x="2039" y="1226"/>
                </a:lnTo>
                <a:lnTo>
                  <a:pt x="2054" y="1214"/>
                </a:lnTo>
                <a:moveTo>
                  <a:pt x="2096" y="1273"/>
                </a:moveTo>
                <a:lnTo>
                  <a:pt x="2119" y="1305"/>
                </a:lnTo>
                <a:lnTo>
                  <a:pt x="2104" y="1316"/>
                </a:lnTo>
                <a:lnTo>
                  <a:pt x="2081" y="1284"/>
                </a:lnTo>
                <a:lnTo>
                  <a:pt x="2096" y="1273"/>
                </a:lnTo>
                <a:moveTo>
                  <a:pt x="2142" y="1337"/>
                </a:moveTo>
                <a:lnTo>
                  <a:pt x="2164" y="1368"/>
                </a:lnTo>
                <a:lnTo>
                  <a:pt x="2148" y="1379"/>
                </a:lnTo>
                <a:lnTo>
                  <a:pt x="2127" y="1348"/>
                </a:lnTo>
                <a:lnTo>
                  <a:pt x="2142" y="1337"/>
                </a:lnTo>
                <a:moveTo>
                  <a:pt x="2185" y="1398"/>
                </a:moveTo>
                <a:lnTo>
                  <a:pt x="2206" y="1428"/>
                </a:lnTo>
                <a:lnTo>
                  <a:pt x="2191" y="1439"/>
                </a:lnTo>
                <a:lnTo>
                  <a:pt x="2170" y="1409"/>
                </a:lnTo>
                <a:lnTo>
                  <a:pt x="2185" y="1398"/>
                </a:lnTo>
                <a:moveTo>
                  <a:pt x="2229" y="1462"/>
                </a:moveTo>
                <a:lnTo>
                  <a:pt x="2252" y="1494"/>
                </a:lnTo>
                <a:lnTo>
                  <a:pt x="2236" y="1505"/>
                </a:lnTo>
                <a:lnTo>
                  <a:pt x="2214" y="1473"/>
                </a:lnTo>
                <a:lnTo>
                  <a:pt x="2229" y="1462"/>
                </a:lnTo>
                <a:moveTo>
                  <a:pt x="2273" y="1524"/>
                </a:moveTo>
                <a:lnTo>
                  <a:pt x="2292" y="1553"/>
                </a:lnTo>
                <a:lnTo>
                  <a:pt x="2277" y="1564"/>
                </a:lnTo>
                <a:lnTo>
                  <a:pt x="2276" y="1563"/>
                </a:lnTo>
                <a:lnTo>
                  <a:pt x="2257" y="1535"/>
                </a:lnTo>
                <a:lnTo>
                  <a:pt x="2273" y="1524"/>
                </a:lnTo>
                <a:moveTo>
                  <a:pt x="2314" y="1585"/>
                </a:moveTo>
                <a:lnTo>
                  <a:pt x="2336" y="1616"/>
                </a:lnTo>
                <a:lnTo>
                  <a:pt x="2320" y="1627"/>
                </a:lnTo>
                <a:lnTo>
                  <a:pt x="2298" y="1595"/>
                </a:lnTo>
                <a:lnTo>
                  <a:pt x="2314" y="1585"/>
                </a:lnTo>
                <a:moveTo>
                  <a:pt x="2357" y="1647"/>
                </a:moveTo>
                <a:lnTo>
                  <a:pt x="2379" y="1678"/>
                </a:lnTo>
                <a:lnTo>
                  <a:pt x="2363" y="1689"/>
                </a:lnTo>
                <a:lnTo>
                  <a:pt x="2341" y="1658"/>
                </a:lnTo>
                <a:lnTo>
                  <a:pt x="2357" y="1647"/>
                </a:lnTo>
                <a:moveTo>
                  <a:pt x="2400" y="1710"/>
                </a:moveTo>
                <a:lnTo>
                  <a:pt x="2422" y="1741"/>
                </a:lnTo>
                <a:lnTo>
                  <a:pt x="2406" y="1752"/>
                </a:lnTo>
                <a:lnTo>
                  <a:pt x="2385" y="1721"/>
                </a:lnTo>
                <a:lnTo>
                  <a:pt x="2400" y="1710"/>
                </a:lnTo>
                <a:moveTo>
                  <a:pt x="2443" y="1772"/>
                </a:moveTo>
                <a:lnTo>
                  <a:pt x="2465" y="1804"/>
                </a:lnTo>
                <a:lnTo>
                  <a:pt x="2449" y="1815"/>
                </a:lnTo>
                <a:lnTo>
                  <a:pt x="2428" y="1783"/>
                </a:lnTo>
                <a:lnTo>
                  <a:pt x="2443" y="1772"/>
                </a:lnTo>
                <a:moveTo>
                  <a:pt x="2486" y="1835"/>
                </a:moveTo>
                <a:lnTo>
                  <a:pt x="2505" y="1862"/>
                </a:lnTo>
                <a:lnTo>
                  <a:pt x="2489" y="1873"/>
                </a:lnTo>
                <a:lnTo>
                  <a:pt x="2471" y="1846"/>
                </a:lnTo>
                <a:lnTo>
                  <a:pt x="2486" y="183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7090200" y="2220480"/>
            <a:ext cx="53640" cy="60840"/>
          </a:xfrm>
          <a:custGeom>
            <a:avLst/>
            <a:gdLst/>
            <a:ahLst/>
            <a:rect l="0" t="0" r="r" b="b"/>
            <a:pathLst>
              <a:path w="149" h="169">
                <a:moveTo>
                  <a:pt x="126" y="0"/>
                </a:moveTo>
                <a:lnTo>
                  <a:pt x="149" y="169"/>
                </a:lnTo>
                <a:lnTo>
                  <a:pt x="0" y="86"/>
                </a:lnTo>
                <a:lnTo>
                  <a:pt x="126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7084800" y="2215800"/>
            <a:ext cx="62640" cy="70560"/>
          </a:xfrm>
          <a:custGeom>
            <a:avLst/>
            <a:gdLst/>
            <a:ahLst/>
            <a:rect l="0" t="0" r="r" b="b"/>
            <a:pathLst>
              <a:path w="174" h="196">
                <a:moveTo>
                  <a:pt x="150" y="27"/>
                </a:moveTo>
                <a:lnTo>
                  <a:pt x="153" y="42"/>
                </a:lnTo>
                <a:lnTo>
                  <a:pt x="137" y="44"/>
                </a:lnTo>
                <a:lnTo>
                  <a:pt x="135" y="29"/>
                </a:lnTo>
                <a:lnTo>
                  <a:pt x="150" y="27"/>
                </a:lnTo>
                <a:moveTo>
                  <a:pt x="153" y="42"/>
                </a:moveTo>
                <a:lnTo>
                  <a:pt x="155" y="57"/>
                </a:lnTo>
                <a:lnTo>
                  <a:pt x="140" y="59"/>
                </a:lnTo>
                <a:lnTo>
                  <a:pt x="137" y="44"/>
                </a:lnTo>
                <a:lnTo>
                  <a:pt x="153" y="42"/>
                </a:lnTo>
                <a:moveTo>
                  <a:pt x="155" y="57"/>
                </a:moveTo>
                <a:lnTo>
                  <a:pt x="157" y="72"/>
                </a:lnTo>
                <a:lnTo>
                  <a:pt x="142" y="74"/>
                </a:lnTo>
                <a:lnTo>
                  <a:pt x="140" y="59"/>
                </a:lnTo>
                <a:lnTo>
                  <a:pt x="155" y="57"/>
                </a:lnTo>
                <a:moveTo>
                  <a:pt x="157" y="72"/>
                </a:moveTo>
                <a:lnTo>
                  <a:pt x="159" y="87"/>
                </a:lnTo>
                <a:lnTo>
                  <a:pt x="144" y="89"/>
                </a:lnTo>
                <a:lnTo>
                  <a:pt x="142" y="74"/>
                </a:lnTo>
                <a:lnTo>
                  <a:pt x="157" y="72"/>
                </a:lnTo>
                <a:moveTo>
                  <a:pt x="159" y="87"/>
                </a:moveTo>
                <a:lnTo>
                  <a:pt x="161" y="102"/>
                </a:lnTo>
                <a:lnTo>
                  <a:pt x="146" y="104"/>
                </a:lnTo>
                <a:lnTo>
                  <a:pt x="144" y="89"/>
                </a:lnTo>
                <a:lnTo>
                  <a:pt x="159" y="87"/>
                </a:lnTo>
                <a:moveTo>
                  <a:pt x="161" y="102"/>
                </a:moveTo>
                <a:lnTo>
                  <a:pt x="163" y="117"/>
                </a:lnTo>
                <a:lnTo>
                  <a:pt x="148" y="119"/>
                </a:lnTo>
                <a:lnTo>
                  <a:pt x="146" y="104"/>
                </a:lnTo>
                <a:lnTo>
                  <a:pt x="161" y="102"/>
                </a:lnTo>
                <a:moveTo>
                  <a:pt x="163" y="117"/>
                </a:moveTo>
                <a:lnTo>
                  <a:pt x="165" y="132"/>
                </a:lnTo>
                <a:lnTo>
                  <a:pt x="150" y="134"/>
                </a:lnTo>
                <a:lnTo>
                  <a:pt x="148" y="119"/>
                </a:lnTo>
                <a:lnTo>
                  <a:pt x="163" y="117"/>
                </a:lnTo>
                <a:moveTo>
                  <a:pt x="165" y="132"/>
                </a:moveTo>
                <a:lnTo>
                  <a:pt x="167" y="147"/>
                </a:lnTo>
                <a:lnTo>
                  <a:pt x="152" y="150"/>
                </a:lnTo>
                <a:lnTo>
                  <a:pt x="150" y="134"/>
                </a:lnTo>
                <a:lnTo>
                  <a:pt x="165" y="132"/>
                </a:lnTo>
                <a:moveTo>
                  <a:pt x="167" y="147"/>
                </a:moveTo>
                <a:lnTo>
                  <a:pt x="169" y="162"/>
                </a:lnTo>
                <a:lnTo>
                  <a:pt x="154" y="165"/>
                </a:lnTo>
                <a:lnTo>
                  <a:pt x="152" y="150"/>
                </a:lnTo>
                <a:lnTo>
                  <a:pt x="167" y="147"/>
                </a:lnTo>
                <a:moveTo>
                  <a:pt x="169" y="162"/>
                </a:moveTo>
                <a:lnTo>
                  <a:pt x="172" y="178"/>
                </a:lnTo>
                <a:lnTo>
                  <a:pt x="156" y="180"/>
                </a:lnTo>
                <a:lnTo>
                  <a:pt x="154" y="165"/>
                </a:lnTo>
                <a:lnTo>
                  <a:pt x="169" y="162"/>
                </a:lnTo>
                <a:moveTo>
                  <a:pt x="172" y="178"/>
                </a:moveTo>
                <a:lnTo>
                  <a:pt x="174" y="196"/>
                </a:lnTo>
                <a:lnTo>
                  <a:pt x="150" y="182"/>
                </a:lnTo>
                <a:lnTo>
                  <a:pt x="157" y="169"/>
                </a:lnTo>
                <a:lnTo>
                  <a:pt x="168" y="175"/>
                </a:lnTo>
                <a:lnTo>
                  <a:pt x="164" y="181"/>
                </a:lnTo>
                <a:lnTo>
                  <a:pt x="157" y="182"/>
                </a:lnTo>
                <a:lnTo>
                  <a:pt x="156" y="180"/>
                </a:lnTo>
                <a:lnTo>
                  <a:pt x="172" y="178"/>
                </a:lnTo>
                <a:moveTo>
                  <a:pt x="150" y="182"/>
                </a:moveTo>
                <a:lnTo>
                  <a:pt x="136" y="175"/>
                </a:lnTo>
                <a:lnTo>
                  <a:pt x="144" y="161"/>
                </a:lnTo>
                <a:lnTo>
                  <a:pt x="157" y="169"/>
                </a:lnTo>
                <a:lnTo>
                  <a:pt x="150" y="182"/>
                </a:lnTo>
                <a:moveTo>
                  <a:pt x="136" y="175"/>
                </a:moveTo>
                <a:lnTo>
                  <a:pt x="123" y="167"/>
                </a:lnTo>
                <a:lnTo>
                  <a:pt x="130" y="154"/>
                </a:lnTo>
                <a:lnTo>
                  <a:pt x="144" y="161"/>
                </a:lnTo>
                <a:lnTo>
                  <a:pt x="136" y="175"/>
                </a:lnTo>
                <a:moveTo>
                  <a:pt x="123" y="167"/>
                </a:moveTo>
                <a:lnTo>
                  <a:pt x="110" y="160"/>
                </a:lnTo>
                <a:lnTo>
                  <a:pt x="117" y="147"/>
                </a:lnTo>
                <a:lnTo>
                  <a:pt x="130" y="154"/>
                </a:lnTo>
                <a:lnTo>
                  <a:pt x="123" y="167"/>
                </a:lnTo>
                <a:moveTo>
                  <a:pt x="110" y="160"/>
                </a:moveTo>
                <a:lnTo>
                  <a:pt x="97" y="153"/>
                </a:lnTo>
                <a:lnTo>
                  <a:pt x="104" y="139"/>
                </a:lnTo>
                <a:lnTo>
                  <a:pt x="117" y="147"/>
                </a:lnTo>
                <a:lnTo>
                  <a:pt x="110" y="160"/>
                </a:lnTo>
                <a:moveTo>
                  <a:pt x="97" y="153"/>
                </a:moveTo>
                <a:lnTo>
                  <a:pt x="83" y="145"/>
                </a:lnTo>
                <a:lnTo>
                  <a:pt x="91" y="132"/>
                </a:lnTo>
                <a:lnTo>
                  <a:pt x="104" y="139"/>
                </a:lnTo>
                <a:lnTo>
                  <a:pt x="97" y="153"/>
                </a:lnTo>
                <a:moveTo>
                  <a:pt x="83" y="145"/>
                </a:moveTo>
                <a:lnTo>
                  <a:pt x="70" y="138"/>
                </a:lnTo>
                <a:lnTo>
                  <a:pt x="77" y="125"/>
                </a:lnTo>
                <a:lnTo>
                  <a:pt x="91" y="132"/>
                </a:lnTo>
                <a:lnTo>
                  <a:pt x="83" y="145"/>
                </a:lnTo>
                <a:moveTo>
                  <a:pt x="70" y="138"/>
                </a:moveTo>
                <a:lnTo>
                  <a:pt x="57" y="130"/>
                </a:lnTo>
                <a:lnTo>
                  <a:pt x="64" y="117"/>
                </a:lnTo>
                <a:lnTo>
                  <a:pt x="77" y="125"/>
                </a:lnTo>
                <a:lnTo>
                  <a:pt x="70" y="138"/>
                </a:lnTo>
                <a:moveTo>
                  <a:pt x="57" y="130"/>
                </a:moveTo>
                <a:lnTo>
                  <a:pt x="43" y="123"/>
                </a:lnTo>
                <a:lnTo>
                  <a:pt x="51" y="110"/>
                </a:lnTo>
                <a:lnTo>
                  <a:pt x="64" y="117"/>
                </a:lnTo>
                <a:lnTo>
                  <a:pt x="57" y="130"/>
                </a:lnTo>
                <a:moveTo>
                  <a:pt x="43" y="123"/>
                </a:moveTo>
                <a:lnTo>
                  <a:pt x="30" y="116"/>
                </a:lnTo>
                <a:lnTo>
                  <a:pt x="37" y="102"/>
                </a:lnTo>
                <a:lnTo>
                  <a:pt x="51" y="110"/>
                </a:lnTo>
                <a:lnTo>
                  <a:pt x="43" y="123"/>
                </a:lnTo>
                <a:moveTo>
                  <a:pt x="30" y="116"/>
                </a:moveTo>
                <a:lnTo>
                  <a:pt x="17" y="108"/>
                </a:lnTo>
                <a:lnTo>
                  <a:pt x="24" y="95"/>
                </a:lnTo>
                <a:lnTo>
                  <a:pt x="37" y="102"/>
                </a:lnTo>
                <a:lnTo>
                  <a:pt x="30" y="116"/>
                </a:lnTo>
                <a:moveTo>
                  <a:pt x="17" y="108"/>
                </a:moveTo>
                <a:lnTo>
                  <a:pt x="0" y="100"/>
                </a:lnTo>
                <a:lnTo>
                  <a:pt x="19" y="87"/>
                </a:lnTo>
                <a:lnTo>
                  <a:pt x="28" y="100"/>
                </a:lnTo>
                <a:lnTo>
                  <a:pt x="20" y="105"/>
                </a:lnTo>
                <a:lnTo>
                  <a:pt x="16" y="99"/>
                </a:lnTo>
                <a:lnTo>
                  <a:pt x="19" y="92"/>
                </a:lnTo>
                <a:lnTo>
                  <a:pt x="24" y="95"/>
                </a:lnTo>
                <a:lnTo>
                  <a:pt x="17" y="108"/>
                </a:lnTo>
                <a:moveTo>
                  <a:pt x="19" y="87"/>
                </a:moveTo>
                <a:lnTo>
                  <a:pt x="32" y="79"/>
                </a:lnTo>
                <a:lnTo>
                  <a:pt x="40" y="91"/>
                </a:lnTo>
                <a:lnTo>
                  <a:pt x="28" y="100"/>
                </a:lnTo>
                <a:lnTo>
                  <a:pt x="19" y="87"/>
                </a:lnTo>
                <a:moveTo>
                  <a:pt x="32" y="79"/>
                </a:moveTo>
                <a:lnTo>
                  <a:pt x="44" y="70"/>
                </a:lnTo>
                <a:lnTo>
                  <a:pt x="53" y="83"/>
                </a:lnTo>
                <a:lnTo>
                  <a:pt x="40" y="91"/>
                </a:lnTo>
                <a:lnTo>
                  <a:pt x="32" y="79"/>
                </a:lnTo>
                <a:moveTo>
                  <a:pt x="44" y="70"/>
                </a:moveTo>
                <a:lnTo>
                  <a:pt x="57" y="61"/>
                </a:lnTo>
                <a:lnTo>
                  <a:pt x="65" y="74"/>
                </a:lnTo>
                <a:lnTo>
                  <a:pt x="53" y="83"/>
                </a:lnTo>
                <a:lnTo>
                  <a:pt x="44" y="70"/>
                </a:lnTo>
                <a:moveTo>
                  <a:pt x="57" y="61"/>
                </a:moveTo>
                <a:lnTo>
                  <a:pt x="69" y="53"/>
                </a:lnTo>
                <a:lnTo>
                  <a:pt x="78" y="65"/>
                </a:lnTo>
                <a:lnTo>
                  <a:pt x="65" y="74"/>
                </a:lnTo>
                <a:lnTo>
                  <a:pt x="57" y="61"/>
                </a:lnTo>
                <a:moveTo>
                  <a:pt x="69" y="53"/>
                </a:moveTo>
                <a:lnTo>
                  <a:pt x="82" y="44"/>
                </a:lnTo>
                <a:lnTo>
                  <a:pt x="90" y="57"/>
                </a:lnTo>
                <a:lnTo>
                  <a:pt x="78" y="65"/>
                </a:lnTo>
                <a:lnTo>
                  <a:pt x="69" y="53"/>
                </a:lnTo>
                <a:moveTo>
                  <a:pt x="82" y="44"/>
                </a:moveTo>
                <a:lnTo>
                  <a:pt x="94" y="36"/>
                </a:lnTo>
                <a:lnTo>
                  <a:pt x="103" y="48"/>
                </a:lnTo>
                <a:lnTo>
                  <a:pt x="90" y="57"/>
                </a:lnTo>
                <a:lnTo>
                  <a:pt x="82" y="44"/>
                </a:lnTo>
                <a:moveTo>
                  <a:pt x="94" y="36"/>
                </a:moveTo>
                <a:lnTo>
                  <a:pt x="107" y="27"/>
                </a:lnTo>
                <a:lnTo>
                  <a:pt x="116" y="40"/>
                </a:lnTo>
                <a:lnTo>
                  <a:pt x="103" y="48"/>
                </a:lnTo>
                <a:lnTo>
                  <a:pt x="94" y="36"/>
                </a:lnTo>
                <a:moveTo>
                  <a:pt x="107" y="27"/>
                </a:moveTo>
                <a:lnTo>
                  <a:pt x="119" y="18"/>
                </a:lnTo>
                <a:lnTo>
                  <a:pt x="128" y="31"/>
                </a:lnTo>
                <a:lnTo>
                  <a:pt x="116" y="40"/>
                </a:lnTo>
                <a:lnTo>
                  <a:pt x="107" y="27"/>
                </a:lnTo>
                <a:moveTo>
                  <a:pt x="119" y="18"/>
                </a:moveTo>
                <a:lnTo>
                  <a:pt x="132" y="10"/>
                </a:lnTo>
                <a:lnTo>
                  <a:pt x="141" y="22"/>
                </a:lnTo>
                <a:lnTo>
                  <a:pt x="128" y="31"/>
                </a:lnTo>
                <a:lnTo>
                  <a:pt x="119" y="18"/>
                </a:lnTo>
                <a:moveTo>
                  <a:pt x="132" y="10"/>
                </a:moveTo>
                <a:lnTo>
                  <a:pt x="147" y="0"/>
                </a:lnTo>
                <a:lnTo>
                  <a:pt x="150" y="27"/>
                </a:lnTo>
                <a:lnTo>
                  <a:pt x="135" y="29"/>
                </a:lnTo>
                <a:lnTo>
                  <a:pt x="133" y="14"/>
                </a:lnTo>
                <a:lnTo>
                  <a:pt x="141" y="13"/>
                </a:lnTo>
                <a:lnTo>
                  <a:pt x="145" y="19"/>
                </a:lnTo>
                <a:lnTo>
                  <a:pt x="141" y="22"/>
                </a:lnTo>
                <a:lnTo>
                  <a:pt x="132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6496920" y="2462400"/>
            <a:ext cx="315360" cy="7200"/>
          </a:xfrm>
          <a:custGeom>
            <a:avLst/>
            <a:gdLst/>
            <a:ahLst/>
            <a:rect l="0" t="0" r="r" b="b"/>
            <a:pathLst>
              <a:path w="876" h="20">
                <a:moveTo>
                  <a:pt x="0" y="0"/>
                </a:moveTo>
                <a:lnTo>
                  <a:pt x="38" y="0"/>
                </a:lnTo>
                <a:lnTo>
                  <a:pt x="38" y="20"/>
                </a:lnTo>
                <a:lnTo>
                  <a:pt x="0" y="20"/>
                </a:lnTo>
                <a:lnTo>
                  <a:pt x="0" y="0"/>
                </a:lnTo>
                <a:moveTo>
                  <a:pt x="76" y="0"/>
                </a:moveTo>
                <a:lnTo>
                  <a:pt x="79" y="0"/>
                </a:lnTo>
                <a:lnTo>
                  <a:pt x="111" y="0"/>
                </a:lnTo>
                <a:lnTo>
                  <a:pt x="111" y="20"/>
                </a:lnTo>
                <a:lnTo>
                  <a:pt x="79" y="20"/>
                </a:lnTo>
                <a:lnTo>
                  <a:pt x="76" y="20"/>
                </a:lnTo>
                <a:lnTo>
                  <a:pt x="76" y="0"/>
                </a:lnTo>
                <a:moveTo>
                  <a:pt x="152" y="0"/>
                </a:moveTo>
                <a:lnTo>
                  <a:pt x="188" y="0"/>
                </a:lnTo>
                <a:lnTo>
                  <a:pt x="188" y="20"/>
                </a:lnTo>
                <a:lnTo>
                  <a:pt x="152" y="20"/>
                </a:lnTo>
                <a:lnTo>
                  <a:pt x="152" y="0"/>
                </a:lnTo>
                <a:moveTo>
                  <a:pt x="227" y="0"/>
                </a:moveTo>
                <a:lnTo>
                  <a:pt x="265" y="0"/>
                </a:lnTo>
                <a:lnTo>
                  <a:pt x="265" y="20"/>
                </a:lnTo>
                <a:lnTo>
                  <a:pt x="227" y="20"/>
                </a:lnTo>
                <a:lnTo>
                  <a:pt x="227" y="0"/>
                </a:lnTo>
                <a:moveTo>
                  <a:pt x="302" y="0"/>
                </a:moveTo>
                <a:lnTo>
                  <a:pt x="340" y="0"/>
                </a:lnTo>
                <a:lnTo>
                  <a:pt x="340" y="20"/>
                </a:lnTo>
                <a:lnTo>
                  <a:pt x="302" y="20"/>
                </a:lnTo>
                <a:lnTo>
                  <a:pt x="302" y="0"/>
                </a:lnTo>
                <a:moveTo>
                  <a:pt x="379" y="0"/>
                </a:moveTo>
                <a:lnTo>
                  <a:pt x="402" y="0"/>
                </a:lnTo>
                <a:lnTo>
                  <a:pt x="418" y="0"/>
                </a:lnTo>
                <a:lnTo>
                  <a:pt x="418" y="20"/>
                </a:lnTo>
                <a:lnTo>
                  <a:pt x="402" y="20"/>
                </a:lnTo>
                <a:lnTo>
                  <a:pt x="379" y="20"/>
                </a:lnTo>
                <a:lnTo>
                  <a:pt x="379" y="0"/>
                </a:lnTo>
                <a:moveTo>
                  <a:pt x="456" y="0"/>
                </a:moveTo>
                <a:lnTo>
                  <a:pt x="463" y="0"/>
                </a:lnTo>
                <a:lnTo>
                  <a:pt x="497" y="0"/>
                </a:lnTo>
                <a:lnTo>
                  <a:pt x="497" y="20"/>
                </a:lnTo>
                <a:lnTo>
                  <a:pt x="463" y="20"/>
                </a:lnTo>
                <a:lnTo>
                  <a:pt x="456" y="20"/>
                </a:lnTo>
                <a:lnTo>
                  <a:pt x="456" y="0"/>
                </a:lnTo>
                <a:moveTo>
                  <a:pt x="537" y="0"/>
                </a:moveTo>
                <a:lnTo>
                  <a:pt x="575" y="0"/>
                </a:lnTo>
                <a:lnTo>
                  <a:pt x="575" y="20"/>
                </a:lnTo>
                <a:lnTo>
                  <a:pt x="537" y="20"/>
                </a:lnTo>
                <a:lnTo>
                  <a:pt x="537" y="0"/>
                </a:lnTo>
                <a:moveTo>
                  <a:pt x="613" y="0"/>
                </a:moveTo>
                <a:lnTo>
                  <a:pt x="648" y="0"/>
                </a:lnTo>
                <a:lnTo>
                  <a:pt x="648" y="20"/>
                </a:lnTo>
                <a:lnTo>
                  <a:pt x="613" y="20"/>
                </a:lnTo>
                <a:lnTo>
                  <a:pt x="613" y="0"/>
                </a:lnTo>
                <a:moveTo>
                  <a:pt x="686" y="0"/>
                </a:moveTo>
                <a:lnTo>
                  <a:pt x="724" y="0"/>
                </a:lnTo>
                <a:lnTo>
                  <a:pt x="724" y="20"/>
                </a:lnTo>
                <a:lnTo>
                  <a:pt x="686" y="20"/>
                </a:lnTo>
                <a:lnTo>
                  <a:pt x="686" y="0"/>
                </a:lnTo>
                <a:moveTo>
                  <a:pt x="763" y="0"/>
                </a:moveTo>
                <a:lnTo>
                  <a:pt x="801" y="0"/>
                </a:lnTo>
                <a:lnTo>
                  <a:pt x="801" y="20"/>
                </a:lnTo>
                <a:lnTo>
                  <a:pt x="763" y="20"/>
                </a:lnTo>
                <a:lnTo>
                  <a:pt x="763" y="0"/>
                </a:lnTo>
                <a:moveTo>
                  <a:pt x="838" y="0"/>
                </a:moveTo>
                <a:lnTo>
                  <a:pt x="876" y="0"/>
                </a:lnTo>
                <a:lnTo>
                  <a:pt x="876" y="20"/>
                </a:lnTo>
                <a:lnTo>
                  <a:pt x="838" y="20"/>
                </a:lnTo>
                <a:lnTo>
                  <a:pt x="838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6784560" y="24386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6781680" y="243396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25" y="13"/>
                </a:moveTo>
                <a:lnTo>
                  <a:pt x="38" y="20"/>
                </a:lnTo>
                <a:lnTo>
                  <a:pt x="31" y="34"/>
                </a:lnTo>
                <a:lnTo>
                  <a:pt x="18" y="27"/>
                </a:lnTo>
                <a:lnTo>
                  <a:pt x="25" y="13"/>
                </a:lnTo>
                <a:moveTo>
                  <a:pt x="38" y="20"/>
                </a:moveTo>
                <a:lnTo>
                  <a:pt x="52" y="27"/>
                </a:lnTo>
                <a:lnTo>
                  <a:pt x="45" y="41"/>
                </a:lnTo>
                <a:lnTo>
                  <a:pt x="31" y="34"/>
                </a:lnTo>
                <a:lnTo>
                  <a:pt x="38" y="20"/>
                </a:lnTo>
                <a:moveTo>
                  <a:pt x="52" y="27"/>
                </a:moveTo>
                <a:lnTo>
                  <a:pt x="65" y="34"/>
                </a:lnTo>
                <a:lnTo>
                  <a:pt x="59" y="48"/>
                </a:lnTo>
                <a:lnTo>
                  <a:pt x="45" y="41"/>
                </a:lnTo>
                <a:lnTo>
                  <a:pt x="52" y="27"/>
                </a:lnTo>
                <a:moveTo>
                  <a:pt x="65" y="34"/>
                </a:moveTo>
                <a:lnTo>
                  <a:pt x="79" y="41"/>
                </a:lnTo>
                <a:lnTo>
                  <a:pt x="72" y="54"/>
                </a:lnTo>
                <a:lnTo>
                  <a:pt x="59" y="48"/>
                </a:lnTo>
                <a:lnTo>
                  <a:pt x="65" y="34"/>
                </a:lnTo>
                <a:moveTo>
                  <a:pt x="79" y="41"/>
                </a:moveTo>
                <a:lnTo>
                  <a:pt x="94" y="48"/>
                </a:lnTo>
                <a:lnTo>
                  <a:pt x="87" y="61"/>
                </a:lnTo>
                <a:lnTo>
                  <a:pt x="72" y="54"/>
                </a:lnTo>
                <a:lnTo>
                  <a:pt x="79" y="41"/>
                </a:lnTo>
                <a:moveTo>
                  <a:pt x="94" y="48"/>
                </a:moveTo>
                <a:lnTo>
                  <a:pt x="107" y="54"/>
                </a:lnTo>
                <a:lnTo>
                  <a:pt x="100" y="68"/>
                </a:lnTo>
                <a:lnTo>
                  <a:pt x="87" y="61"/>
                </a:lnTo>
                <a:lnTo>
                  <a:pt x="94" y="48"/>
                </a:lnTo>
                <a:moveTo>
                  <a:pt x="107" y="54"/>
                </a:moveTo>
                <a:lnTo>
                  <a:pt x="121" y="61"/>
                </a:lnTo>
                <a:lnTo>
                  <a:pt x="114" y="75"/>
                </a:lnTo>
                <a:lnTo>
                  <a:pt x="100" y="68"/>
                </a:lnTo>
                <a:lnTo>
                  <a:pt x="107" y="54"/>
                </a:lnTo>
                <a:moveTo>
                  <a:pt x="121" y="61"/>
                </a:moveTo>
                <a:lnTo>
                  <a:pt x="134" y="68"/>
                </a:lnTo>
                <a:lnTo>
                  <a:pt x="128" y="82"/>
                </a:lnTo>
                <a:lnTo>
                  <a:pt x="114" y="75"/>
                </a:lnTo>
                <a:lnTo>
                  <a:pt x="121" y="61"/>
                </a:lnTo>
                <a:moveTo>
                  <a:pt x="134" y="68"/>
                </a:moveTo>
                <a:lnTo>
                  <a:pt x="148" y="75"/>
                </a:lnTo>
                <a:lnTo>
                  <a:pt x="141" y="88"/>
                </a:lnTo>
                <a:lnTo>
                  <a:pt x="128" y="82"/>
                </a:lnTo>
                <a:lnTo>
                  <a:pt x="134" y="68"/>
                </a:lnTo>
                <a:moveTo>
                  <a:pt x="148" y="75"/>
                </a:moveTo>
                <a:lnTo>
                  <a:pt x="162" y="82"/>
                </a:lnTo>
                <a:lnTo>
                  <a:pt x="155" y="95"/>
                </a:lnTo>
                <a:lnTo>
                  <a:pt x="141" y="88"/>
                </a:lnTo>
                <a:lnTo>
                  <a:pt x="148" y="75"/>
                </a:lnTo>
                <a:moveTo>
                  <a:pt x="162" y="82"/>
                </a:moveTo>
                <a:lnTo>
                  <a:pt x="178" y="90"/>
                </a:lnTo>
                <a:lnTo>
                  <a:pt x="153" y="102"/>
                </a:lnTo>
                <a:lnTo>
                  <a:pt x="146" y="88"/>
                </a:lnTo>
                <a:lnTo>
                  <a:pt x="157" y="83"/>
                </a:lnTo>
                <a:lnTo>
                  <a:pt x="161" y="90"/>
                </a:lnTo>
                <a:lnTo>
                  <a:pt x="157" y="96"/>
                </a:lnTo>
                <a:lnTo>
                  <a:pt x="155" y="95"/>
                </a:lnTo>
                <a:lnTo>
                  <a:pt x="162" y="82"/>
                </a:lnTo>
                <a:moveTo>
                  <a:pt x="153" y="102"/>
                </a:moveTo>
                <a:lnTo>
                  <a:pt x="139" y="109"/>
                </a:lnTo>
                <a:lnTo>
                  <a:pt x="132" y="95"/>
                </a:lnTo>
                <a:lnTo>
                  <a:pt x="146" y="88"/>
                </a:lnTo>
                <a:lnTo>
                  <a:pt x="153" y="102"/>
                </a:lnTo>
                <a:moveTo>
                  <a:pt x="139" y="109"/>
                </a:moveTo>
                <a:lnTo>
                  <a:pt x="126" y="116"/>
                </a:lnTo>
                <a:lnTo>
                  <a:pt x="119" y="102"/>
                </a:lnTo>
                <a:lnTo>
                  <a:pt x="132" y="95"/>
                </a:lnTo>
                <a:lnTo>
                  <a:pt x="139" y="109"/>
                </a:lnTo>
                <a:moveTo>
                  <a:pt x="126" y="116"/>
                </a:moveTo>
                <a:lnTo>
                  <a:pt x="112" y="122"/>
                </a:lnTo>
                <a:lnTo>
                  <a:pt x="105" y="109"/>
                </a:lnTo>
                <a:lnTo>
                  <a:pt x="119" y="102"/>
                </a:lnTo>
                <a:lnTo>
                  <a:pt x="126" y="116"/>
                </a:lnTo>
                <a:moveTo>
                  <a:pt x="112" y="122"/>
                </a:moveTo>
                <a:lnTo>
                  <a:pt x="98" y="129"/>
                </a:lnTo>
                <a:lnTo>
                  <a:pt x="92" y="116"/>
                </a:lnTo>
                <a:lnTo>
                  <a:pt x="105" y="109"/>
                </a:lnTo>
                <a:lnTo>
                  <a:pt x="112" y="122"/>
                </a:lnTo>
                <a:moveTo>
                  <a:pt x="98" y="129"/>
                </a:moveTo>
                <a:lnTo>
                  <a:pt x="85" y="136"/>
                </a:lnTo>
                <a:lnTo>
                  <a:pt x="77" y="122"/>
                </a:lnTo>
                <a:lnTo>
                  <a:pt x="92" y="116"/>
                </a:lnTo>
                <a:lnTo>
                  <a:pt x="98" y="129"/>
                </a:lnTo>
                <a:moveTo>
                  <a:pt x="85" y="136"/>
                </a:moveTo>
                <a:lnTo>
                  <a:pt x="70" y="143"/>
                </a:lnTo>
                <a:lnTo>
                  <a:pt x="63" y="129"/>
                </a:lnTo>
                <a:lnTo>
                  <a:pt x="77" y="122"/>
                </a:lnTo>
                <a:lnTo>
                  <a:pt x="85" y="136"/>
                </a:lnTo>
                <a:moveTo>
                  <a:pt x="70" y="143"/>
                </a:moveTo>
                <a:lnTo>
                  <a:pt x="57" y="150"/>
                </a:lnTo>
                <a:lnTo>
                  <a:pt x="50" y="136"/>
                </a:lnTo>
                <a:lnTo>
                  <a:pt x="63" y="129"/>
                </a:lnTo>
                <a:lnTo>
                  <a:pt x="70" y="143"/>
                </a:lnTo>
                <a:moveTo>
                  <a:pt x="57" y="150"/>
                </a:moveTo>
                <a:lnTo>
                  <a:pt x="43" y="156"/>
                </a:lnTo>
                <a:lnTo>
                  <a:pt x="36" y="143"/>
                </a:lnTo>
                <a:lnTo>
                  <a:pt x="50" y="136"/>
                </a:lnTo>
                <a:lnTo>
                  <a:pt x="57" y="150"/>
                </a:lnTo>
                <a:moveTo>
                  <a:pt x="43" y="156"/>
                </a:moveTo>
                <a:lnTo>
                  <a:pt x="29" y="163"/>
                </a:lnTo>
                <a:lnTo>
                  <a:pt x="23" y="150"/>
                </a:lnTo>
                <a:lnTo>
                  <a:pt x="36" y="143"/>
                </a:lnTo>
                <a:lnTo>
                  <a:pt x="43" y="156"/>
                </a:lnTo>
                <a:moveTo>
                  <a:pt x="29" y="163"/>
                </a:moveTo>
                <a:lnTo>
                  <a:pt x="16" y="170"/>
                </a:lnTo>
                <a:lnTo>
                  <a:pt x="9" y="156"/>
                </a:lnTo>
                <a:lnTo>
                  <a:pt x="23" y="150"/>
                </a:lnTo>
                <a:lnTo>
                  <a:pt x="29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6"/>
                </a:lnTo>
                <a:lnTo>
                  <a:pt x="15" y="156"/>
                </a:lnTo>
                <a:lnTo>
                  <a:pt x="15" y="166"/>
                </a:lnTo>
                <a:lnTo>
                  <a:pt x="8" y="166"/>
                </a:lnTo>
                <a:lnTo>
                  <a:pt x="4" y="159"/>
                </a:lnTo>
                <a:lnTo>
                  <a:pt x="9" y="156"/>
                </a:lnTo>
                <a:lnTo>
                  <a:pt x="16" y="170"/>
                </a:lnTo>
                <a:moveTo>
                  <a:pt x="0" y="156"/>
                </a:moveTo>
                <a:lnTo>
                  <a:pt x="0" y="141"/>
                </a:lnTo>
                <a:lnTo>
                  <a:pt x="15" y="141"/>
                </a:lnTo>
                <a:lnTo>
                  <a:pt x="15" y="156"/>
                </a:lnTo>
                <a:lnTo>
                  <a:pt x="0" y="156"/>
                </a:lnTo>
                <a:moveTo>
                  <a:pt x="0" y="141"/>
                </a:moveTo>
                <a:lnTo>
                  <a:pt x="0" y="126"/>
                </a:lnTo>
                <a:lnTo>
                  <a:pt x="15" y="126"/>
                </a:lnTo>
                <a:lnTo>
                  <a:pt x="15" y="141"/>
                </a:lnTo>
                <a:lnTo>
                  <a:pt x="0" y="141"/>
                </a:lnTo>
                <a:moveTo>
                  <a:pt x="0" y="126"/>
                </a:moveTo>
                <a:lnTo>
                  <a:pt x="0" y="110"/>
                </a:lnTo>
                <a:lnTo>
                  <a:pt x="15" y="110"/>
                </a:lnTo>
                <a:lnTo>
                  <a:pt x="15" y="126"/>
                </a:lnTo>
                <a:lnTo>
                  <a:pt x="0" y="126"/>
                </a:lnTo>
                <a:moveTo>
                  <a:pt x="0" y="110"/>
                </a:moveTo>
                <a:lnTo>
                  <a:pt x="0" y="95"/>
                </a:lnTo>
                <a:lnTo>
                  <a:pt x="15" y="95"/>
                </a:lnTo>
                <a:lnTo>
                  <a:pt x="15" y="110"/>
                </a:lnTo>
                <a:lnTo>
                  <a:pt x="0" y="110"/>
                </a:lnTo>
                <a:moveTo>
                  <a:pt x="0" y="95"/>
                </a:moveTo>
                <a:lnTo>
                  <a:pt x="0" y="80"/>
                </a:lnTo>
                <a:lnTo>
                  <a:pt x="15" y="80"/>
                </a:lnTo>
                <a:lnTo>
                  <a:pt x="15" y="95"/>
                </a:lnTo>
                <a:lnTo>
                  <a:pt x="0" y="95"/>
                </a:lnTo>
                <a:moveTo>
                  <a:pt x="0" y="80"/>
                </a:moveTo>
                <a:lnTo>
                  <a:pt x="0" y="65"/>
                </a:lnTo>
                <a:lnTo>
                  <a:pt x="15" y="65"/>
                </a:lnTo>
                <a:lnTo>
                  <a:pt x="15" y="80"/>
                </a:lnTo>
                <a:lnTo>
                  <a:pt x="0" y="80"/>
                </a:lnTo>
                <a:moveTo>
                  <a:pt x="0" y="65"/>
                </a:moveTo>
                <a:lnTo>
                  <a:pt x="0" y="50"/>
                </a:lnTo>
                <a:lnTo>
                  <a:pt x="15" y="50"/>
                </a:lnTo>
                <a:lnTo>
                  <a:pt x="15" y="65"/>
                </a:lnTo>
                <a:lnTo>
                  <a:pt x="0" y="65"/>
                </a:lnTo>
                <a:moveTo>
                  <a:pt x="0" y="50"/>
                </a:moveTo>
                <a:lnTo>
                  <a:pt x="0" y="34"/>
                </a:lnTo>
                <a:lnTo>
                  <a:pt x="15" y="34"/>
                </a:lnTo>
                <a:lnTo>
                  <a:pt x="15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5" y="19"/>
                </a:lnTo>
                <a:lnTo>
                  <a:pt x="15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5" y="13"/>
                </a:lnTo>
                <a:lnTo>
                  <a:pt x="18" y="27"/>
                </a:lnTo>
                <a:lnTo>
                  <a:pt x="4" y="20"/>
                </a:lnTo>
                <a:lnTo>
                  <a:pt x="8" y="13"/>
                </a:lnTo>
                <a:lnTo>
                  <a:pt x="15" y="13"/>
                </a:lnTo>
                <a:lnTo>
                  <a:pt x="15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6496920" y="2670480"/>
            <a:ext cx="619920" cy="593280"/>
          </a:xfrm>
          <a:custGeom>
            <a:avLst/>
            <a:gdLst/>
            <a:ahLst/>
            <a:rect l="0" t="0" r="r" b="b"/>
            <a:pathLst>
              <a:path w="1722" h="1648">
                <a:moveTo>
                  <a:pt x="0" y="1628"/>
                </a:moveTo>
                <a:lnTo>
                  <a:pt x="39" y="1628"/>
                </a:lnTo>
                <a:lnTo>
                  <a:pt x="39" y="1648"/>
                </a:lnTo>
                <a:lnTo>
                  <a:pt x="0" y="1648"/>
                </a:lnTo>
                <a:lnTo>
                  <a:pt x="0" y="1628"/>
                </a:lnTo>
                <a:moveTo>
                  <a:pt x="77" y="1628"/>
                </a:moveTo>
                <a:lnTo>
                  <a:pt x="80" y="1628"/>
                </a:lnTo>
                <a:cubicBezTo>
                  <a:pt x="93" y="1628"/>
                  <a:pt x="103" y="1628"/>
                  <a:pt x="111" y="1627"/>
                </a:cubicBezTo>
                <a:lnTo>
                  <a:pt x="111" y="1647"/>
                </a:lnTo>
                <a:cubicBezTo>
                  <a:pt x="104" y="1648"/>
                  <a:pt x="93" y="1648"/>
                  <a:pt x="80" y="1648"/>
                </a:cubicBezTo>
                <a:lnTo>
                  <a:pt x="77" y="1648"/>
                </a:lnTo>
                <a:lnTo>
                  <a:pt x="77" y="1628"/>
                </a:lnTo>
                <a:moveTo>
                  <a:pt x="151" y="1624"/>
                </a:moveTo>
                <a:cubicBezTo>
                  <a:pt x="162" y="1622"/>
                  <a:pt x="173" y="1621"/>
                  <a:pt x="184" y="1618"/>
                </a:cubicBezTo>
                <a:lnTo>
                  <a:pt x="188" y="1638"/>
                </a:lnTo>
                <a:cubicBezTo>
                  <a:pt x="176" y="1640"/>
                  <a:pt x="165" y="1642"/>
                  <a:pt x="154" y="1644"/>
                </a:cubicBezTo>
                <a:lnTo>
                  <a:pt x="151" y="1624"/>
                </a:lnTo>
                <a:moveTo>
                  <a:pt x="220" y="1609"/>
                </a:moveTo>
                <a:cubicBezTo>
                  <a:pt x="233" y="1605"/>
                  <a:pt x="246" y="1600"/>
                  <a:pt x="259" y="1595"/>
                </a:cubicBezTo>
                <a:lnTo>
                  <a:pt x="266" y="1613"/>
                </a:lnTo>
                <a:cubicBezTo>
                  <a:pt x="252" y="1618"/>
                  <a:pt x="239" y="1623"/>
                  <a:pt x="225" y="1627"/>
                </a:cubicBezTo>
                <a:lnTo>
                  <a:pt x="220" y="1609"/>
                </a:lnTo>
                <a:moveTo>
                  <a:pt x="292" y="1581"/>
                </a:moveTo>
                <a:cubicBezTo>
                  <a:pt x="304" y="1575"/>
                  <a:pt x="316" y="1569"/>
                  <a:pt x="327" y="1563"/>
                </a:cubicBezTo>
                <a:lnTo>
                  <a:pt x="336" y="1580"/>
                </a:lnTo>
                <a:cubicBezTo>
                  <a:pt x="324" y="1586"/>
                  <a:pt x="312" y="1592"/>
                  <a:pt x="300" y="1598"/>
                </a:cubicBezTo>
                <a:lnTo>
                  <a:pt x="292" y="1581"/>
                </a:lnTo>
                <a:moveTo>
                  <a:pt x="358" y="1546"/>
                </a:moveTo>
                <a:cubicBezTo>
                  <a:pt x="369" y="1539"/>
                  <a:pt x="380" y="1532"/>
                  <a:pt x="391" y="1525"/>
                </a:cubicBezTo>
                <a:lnTo>
                  <a:pt x="401" y="1541"/>
                </a:lnTo>
                <a:cubicBezTo>
                  <a:pt x="390" y="1549"/>
                  <a:pt x="379" y="1555"/>
                  <a:pt x="368" y="1562"/>
                </a:cubicBezTo>
                <a:lnTo>
                  <a:pt x="358" y="1546"/>
                </a:lnTo>
                <a:moveTo>
                  <a:pt x="422" y="1504"/>
                </a:moveTo>
                <a:cubicBezTo>
                  <a:pt x="432" y="1497"/>
                  <a:pt x="442" y="1490"/>
                  <a:pt x="452" y="1483"/>
                </a:cubicBezTo>
                <a:lnTo>
                  <a:pt x="463" y="1498"/>
                </a:lnTo>
                <a:cubicBezTo>
                  <a:pt x="453" y="1505"/>
                  <a:pt x="443" y="1513"/>
                  <a:pt x="433" y="1520"/>
                </a:cubicBezTo>
                <a:lnTo>
                  <a:pt x="422" y="1504"/>
                </a:lnTo>
                <a:moveTo>
                  <a:pt x="483" y="1459"/>
                </a:moveTo>
                <a:cubicBezTo>
                  <a:pt x="492" y="1451"/>
                  <a:pt x="502" y="1443"/>
                  <a:pt x="512" y="1435"/>
                </a:cubicBezTo>
                <a:lnTo>
                  <a:pt x="524" y="1449"/>
                </a:lnTo>
                <a:cubicBezTo>
                  <a:pt x="514" y="1458"/>
                  <a:pt x="504" y="1466"/>
                  <a:pt x="494" y="1474"/>
                </a:cubicBezTo>
                <a:lnTo>
                  <a:pt x="483" y="1459"/>
                </a:lnTo>
                <a:moveTo>
                  <a:pt x="539" y="1411"/>
                </a:moveTo>
                <a:cubicBezTo>
                  <a:pt x="549" y="1403"/>
                  <a:pt x="558" y="1394"/>
                  <a:pt x="568" y="1386"/>
                </a:cubicBezTo>
                <a:lnTo>
                  <a:pt x="581" y="1400"/>
                </a:lnTo>
                <a:cubicBezTo>
                  <a:pt x="571" y="1408"/>
                  <a:pt x="561" y="1417"/>
                  <a:pt x="552" y="1425"/>
                </a:cubicBezTo>
                <a:lnTo>
                  <a:pt x="539" y="1411"/>
                </a:lnTo>
                <a:moveTo>
                  <a:pt x="597" y="1358"/>
                </a:moveTo>
                <a:cubicBezTo>
                  <a:pt x="606" y="1350"/>
                  <a:pt x="614" y="1342"/>
                  <a:pt x="623" y="1333"/>
                </a:cubicBezTo>
                <a:lnTo>
                  <a:pt x="636" y="1347"/>
                </a:lnTo>
                <a:cubicBezTo>
                  <a:pt x="628" y="1355"/>
                  <a:pt x="619" y="1364"/>
                  <a:pt x="610" y="1372"/>
                </a:cubicBezTo>
                <a:lnTo>
                  <a:pt x="597" y="1358"/>
                </a:lnTo>
                <a:moveTo>
                  <a:pt x="649" y="1307"/>
                </a:moveTo>
                <a:lnTo>
                  <a:pt x="676" y="1279"/>
                </a:lnTo>
                <a:lnTo>
                  <a:pt x="690" y="1293"/>
                </a:lnTo>
                <a:lnTo>
                  <a:pt x="663" y="1320"/>
                </a:lnTo>
                <a:lnTo>
                  <a:pt x="649" y="1307"/>
                </a:lnTo>
                <a:moveTo>
                  <a:pt x="704" y="1251"/>
                </a:moveTo>
                <a:lnTo>
                  <a:pt x="729" y="1224"/>
                </a:lnTo>
                <a:lnTo>
                  <a:pt x="743" y="1237"/>
                </a:lnTo>
                <a:lnTo>
                  <a:pt x="718" y="1264"/>
                </a:lnTo>
                <a:lnTo>
                  <a:pt x="704" y="1251"/>
                </a:lnTo>
                <a:moveTo>
                  <a:pt x="754" y="1196"/>
                </a:moveTo>
                <a:lnTo>
                  <a:pt x="780" y="1168"/>
                </a:lnTo>
                <a:lnTo>
                  <a:pt x="794" y="1181"/>
                </a:lnTo>
                <a:lnTo>
                  <a:pt x="768" y="1209"/>
                </a:lnTo>
                <a:lnTo>
                  <a:pt x="754" y="1196"/>
                </a:lnTo>
                <a:moveTo>
                  <a:pt x="806" y="1139"/>
                </a:moveTo>
                <a:lnTo>
                  <a:pt x="832" y="1110"/>
                </a:lnTo>
                <a:lnTo>
                  <a:pt x="846" y="1123"/>
                </a:lnTo>
                <a:lnTo>
                  <a:pt x="820" y="1152"/>
                </a:lnTo>
                <a:lnTo>
                  <a:pt x="806" y="1139"/>
                </a:lnTo>
                <a:moveTo>
                  <a:pt x="856" y="1082"/>
                </a:moveTo>
                <a:lnTo>
                  <a:pt x="880" y="1054"/>
                </a:lnTo>
                <a:lnTo>
                  <a:pt x="894" y="1066"/>
                </a:lnTo>
                <a:lnTo>
                  <a:pt x="870" y="1095"/>
                </a:lnTo>
                <a:lnTo>
                  <a:pt x="856" y="1082"/>
                </a:lnTo>
                <a:moveTo>
                  <a:pt x="904" y="1026"/>
                </a:moveTo>
                <a:lnTo>
                  <a:pt x="929" y="997"/>
                </a:lnTo>
                <a:lnTo>
                  <a:pt x="943" y="1009"/>
                </a:lnTo>
                <a:lnTo>
                  <a:pt x="919" y="1038"/>
                </a:lnTo>
                <a:lnTo>
                  <a:pt x="904" y="1026"/>
                </a:lnTo>
                <a:moveTo>
                  <a:pt x="953" y="967"/>
                </a:moveTo>
                <a:lnTo>
                  <a:pt x="978" y="938"/>
                </a:lnTo>
                <a:lnTo>
                  <a:pt x="993" y="950"/>
                </a:lnTo>
                <a:lnTo>
                  <a:pt x="968" y="980"/>
                </a:lnTo>
                <a:lnTo>
                  <a:pt x="953" y="967"/>
                </a:lnTo>
                <a:moveTo>
                  <a:pt x="1002" y="908"/>
                </a:moveTo>
                <a:lnTo>
                  <a:pt x="1027" y="879"/>
                </a:lnTo>
                <a:lnTo>
                  <a:pt x="1042" y="891"/>
                </a:lnTo>
                <a:lnTo>
                  <a:pt x="1017" y="920"/>
                </a:lnTo>
                <a:lnTo>
                  <a:pt x="1002" y="908"/>
                </a:lnTo>
                <a:moveTo>
                  <a:pt x="1051" y="849"/>
                </a:moveTo>
                <a:lnTo>
                  <a:pt x="1076" y="819"/>
                </a:lnTo>
                <a:lnTo>
                  <a:pt x="1090" y="831"/>
                </a:lnTo>
                <a:lnTo>
                  <a:pt x="1066" y="861"/>
                </a:lnTo>
                <a:lnTo>
                  <a:pt x="1051" y="849"/>
                </a:lnTo>
                <a:moveTo>
                  <a:pt x="1100" y="788"/>
                </a:moveTo>
                <a:lnTo>
                  <a:pt x="1125" y="758"/>
                </a:lnTo>
                <a:lnTo>
                  <a:pt x="1140" y="769"/>
                </a:lnTo>
                <a:lnTo>
                  <a:pt x="1115" y="800"/>
                </a:lnTo>
                <a:lnTo>
                  <a:pt x="1100" y="788"/>
                </a:lnTo>
                <a:moveTo>
                  <a:pt x="1149" y="727"/>
                </a:moveTo>
                <a:lnTo>
                  <a:pt x="1173" y="697"/>
                </a:lnTo>
                <a:lnTo>
                  <a:pt x="1188" y="708"/>
                </a:lnTo>
                <a:lnTo>
                  <a:pt x="1164" y="739"/>
                </a:lnTo>
                <a:lnTo>
                  <a:pt x="1149" y="727"/>
                </a:lnTo>
                <a:moveTo>
                  <a:pt x="1197" y="666"/>
                </a:moveTo>
                <a:lnTo>
                  <a:pt x="1221" y="636"/>
                </a:lnTo>
                <a:lnTo>
                  <a:pt x="1236" y="648"/>
                </a:lnTo>
                <a:lnTo>
                  <a:pt x="1212" y="678"/>
                </a:lnTo>
                <a:lnTo>
                  <a:pt x="1197" y="666"/>
                </a:lnTo>
                <a:moveTo>
                  <a:pt x="1244" y="607"/>
                </a:moveTo>
                <a:lnTo>
                  <a:pt x="1267" y="577"/>
                </a:lnTo>
                <a:lnTo>
                  <a:pt x="1282" y="589"/>
                </a:lnTo>
                <a:lnTo>
                  <a:pt x="1259" y="618"/>
                </a:lnTo>
                <a:lnTo>
                  <a:pt x="1244" y="607"/>
                </a:lnTo>
                <a:moveTo>
                  <a:pt x="1289" y="549"/>
                </a:moveTo>
                <a:lnTo>
                  <a:pt x="1311" y="520"/>
                </a:lnTo>
                <a:lnTo>
                  <a:pt x="1326" y="532"/>
                </a:lnTo>
                <a:lnTo>
                  <a:pt x="1304" y="560"/>
                </a:lnTo>
                <a:lnTo>
                  <a:pt x="1289" y="549"/>
                </a:lnTo>
                <a:moveTo>
                  <a:pt x="1335" y="489"/>
                </a:moveTo>
                <a:lnTo>
                  <a:pt x="1359" y="458"/>
                </a:lnTo>
                <a:lnTo>
                  <a:pt x="1374" y="470"/>
                </a:lnTo>
                <a:lnTo>
                  <a:pt x="1350" y="500"/>
                </a:lnTo>
                <a:lnTo>
                  <a:pt x="1335" y="489"/>
                </a:lnTo>
                <a:moveTo>
                  <a:pt x="1382" y="428"/>
                </a:moveTo>
                <a:lnTo>
                  <a:pt x="1404" y="399"/>
                </a:lnTo>
                <a:lnTo>
                  <a:pt x="1419" y="410"/>
                </a:lnTo>
                <a:lnTo>
                  <a:pt x="1397" y="440"/>
                </a:lnTo>
                <a:lnTo>
                  <a:pt x="1382" y="428"/>
                </a:lnTo>
                <a:moveTo>
                  <a:pt x="1428" y="368"/>
                </a:moveTo>
                <a:lnTo>
                  <a:pt x="1452" y="337"/>
                </a:lnTo>
                <a:lnTo>
                  <a:pt x="1467" y="348"/>
                </a:lnTo>
                <a:lnTo>
                  <a:pt x="1443" y="380"/>
                </a:lnTo>
                <a:lnTo>
                  <a:pt x="1428" y="368"/>
                </a:lnTo>
                <a:moveTo>
                  <a:pt x="1475" y="306"/>
                </a:moveTo>
                <a:lnTo>
                  <a:pt x="1496" y="278"/>
                </a:lnTo>
                <a:lnTo>
                  <a:pt x="1511" y="290"/>
                </a:lnTo>
                <a:lnTo>
                  <a:pt x="1490" y="318"/>
                </a:lnTo>
                <a:lnTo>
                  <a:pt x="1475" y="306"/>
                </a:lnTo>
                <a:moveTo>
                  <a:pt x="1519" y="248"/>
                </a:moveTo>
                <a:lnTo>
                  <a:pt x="1542" y="218"/>
                </a:lnTo>
                <a:lnTo>
                  <a:pt x="1557" y="230"/>
                </a:lnTo>
                <a:lnTo>
                  <a:pt x="1534" y="260"/>
                </a:lnTo>
                <a:lnTo>
                  <a:pt x="1519" y="248"/>
                </a:lnTo>
                <a:moveTo>
                  <a:pt x="1565" y="188"/>
                </a:moveTo>
                <a:lnTo>
                  <a:pt x="1588" y="158"/>
                </a:lnTo>
                <a:lnTo>
                  <a:pt x="1603" y="169"/>
                </a:lnTo>
                <a:lnTo>
                  <a:pt x="1580" y="199"/>
                </a:lnTo>
                <a:lnTo>
                  <a:pt x="1565" y="188"/>
                </a:lnTo>
                <a:moveTo>
                  <a:pt x="1611" y="127"/>
                </a:moveTo>
                <a:lnTo>
                  <a:pt x="1634" y="97"/>
                </a:lnTo>
                <a:lnTo>
                  <a:pt x="1649" y="108"/>
                </a:lnTo>
                <a:lnTo>
                  <a:pt x="1626" y="139"/>
                </a:lnTo>
                <a:lnTo>
                  <a:pt x="1611" y="127"/>
                </a:lnTo>
                <a:moveTo>
                  <a:pt x="1657" y="67"/>
                </a:moveTo>
                <a:lnTo>
                  <a:pt x="1680" y="36"/>
                </a:lnTo>
                <a:lnTo>
                  <a:pt x="1695" y="48"/>
                </a:lnTo>
                <a:lnTo>
                  <a:pt x="1672" y="78"/>
                </a:lnTo>
                <a:lnTo>
                  <a:pt x="1657" y="67"/>
                </a:lnTo>
                <a:moveTo>
                  <a:pt x="1703" y="6"/>
                </a:moveTo>
                <a:lnTo>
                  <a:pt x="1707" y="0"/>
                </a:lnTo>
                <a:lnTo>
                  <a:pt x="1722" y="11"/>
                </a:lnTo>
                <a:lnTo>
                  <a:pt x="1718" y="18"/>
                </a:lnTo>
                <a:lnTo>
                  <a:pt x="1703" y="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6" name=""/>
          <p:cNvSpPr/>
          <p:nvPr/>
        </p:nvSpPr>
        <p:spPr>
          <a:xfrm>
            <a:off x="7075440" y="2650680"/>
            <a:ext cx="55440" cy="60480"/>
          </a:xfrm>
          <a:custGeom>
            <a:avLst/>
            <a:gdLst/>
            <a:ahLst/>
            <a:rect l="0" t="0" r="r" b="b"/>
            <a:pathLst>
              <a:path w="154" h="168">
                <a:moveTo>
                  <a:pt x="0" y="76"/>
                </a:moveTo>
                <a:lnTo>
                  <a:pt x="154" y="0"/>
                </a:lnTo>
                <a:lnTo>
                  <a:pt x="122" y="168"/>
                </a:lnTo>
                <a:lnTo>
                  <a:pt x="0" y="7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7070400" y="2645640"/>
            <a:ext cx="64080" cy="70560"/>
          </a:xfrm>
          <a:custGeom>
            <a:avLst/>
            <a:gdLst/>
            <a:ahLst/>
            <a:rect l="0" t="0" r="r" b="b"/>
            <a:pathLst>
              <a:path w="178" h="196">
                <a:moveTo>
                  <a:pt x="25" y="76"/>
                </a:moveTo>
                <a:lnTo>
                  <a:pt x="38" y="69"/>
                </a:lnTo>
                <a:lnTo>
                  <a:pt x="45" y="83"/>
                </a:lnTo>
                <a:lnTo>
                  <a:pt x="31" y="89"/>
                </a:lnTo>
                <a:lnTo>
                  <a:pt x="25" y="76"/>
                </a:lnTo>
                <a:moveTo>
                  <a:pt x="38" y="69"/>
                </a:moveTo>
                <a:lnTo>
                  <a:pt x="52" y="62"/>
                </a:lnTo>
                <a:lnTo>
                  <a:pt x="59" y="76"/>
                </a:lnTo>
                <a:lnTo>
                  <a:pt x="45" y="83"/>
                </a:lnTo>
                <a:lnTo>
                  <a:pt x="38" y="69"/>
                </a:lnTo>
                <a:moveTo>
                  <a:pt x="52" y="62"/>
                </a:moveTo>
                <a:lnTo>
                  <a:pt x="66" y="55"/>
                </a:lnTo>
                <a:lnTo>
                  <a:pt x="72" y="69"/>
                </a:lnTo>
                <a:lnTo>
                  <a:pt x="59" y="76"/>
                </a:lnTo>
                <a:lnTo>
                  <a:pt x="52" y="62"/>
                </a:lnTo>
                <a:moveTo>
                  <a:pt x="66" y="55"/>
                </a:moveTo>
                <a:lnTo>
                  <a:pt x="79" y="49"/>
                </a:lnTo>
                <a:lnTo>
                  <a:pt x="86" y="62"/>
                </a:lnTo>
                <a:lnTo>
                  <a:pt x="72" y="69"/>
                </a:lnTo>
                <a:lnTo>
                  <a:pt x="66" y="55"/>
                </a:lnTo>
                <a:moveTo>
                  <a:pt x="79" y="49"/>
                </a:moveTo>
                <a:lnTo>
                  <a:pt x="93" y="42"/>
                </a:lnTo>
                <a:lnTo>
                  <a:pt x="101" y="56"/>
                </a:lnTo>
                <a:lnTo>
                  <a:pt x="86" y="62"/>
                </a:lnTo>
                <a:lnTo>
                  <a:pt x="79" y="49"/>
                </a:lnTo>
                <a:moveTo>
                  <a:pt x="93" y="42"/>
                </a:moveTo>
                <a:lnTo>
                  <a:pt x="107" y="35"/>
                </a:lnTo>
                <a:lnTo>
                  <a:pt x="114" y="49"/>
                </a:lnTo>
                <a:lnTo>
                  <a:pt x="101" y="56"/>
                </a:lnTo>
                <a:lnTo>
                  <a:pt x="93" y="42"/>
                </a:lnTo>
                <a:moveTo>
                  <a:pt x="107" y="35"/>
                </a:moveTo>
                <a:lnTo>
                  <a:pt x="121" y="29"/>
                </a:lnTo>
                <a:lnTo>
                  <a:pt x="128" y="42"/>
                </a:lnTo>
                <a:lnTo>
                  <a:pt x="114" y="49"/>
                </a:lnTo>
                <a:lnTo>
                  <a:pt x="107" y="35"/>
                </a:lnTo>
                <a:moveTo>
                  <a:pt x="121" y="29"/>
                </a:moveTo>
                <a:lnTo>
                  <a:pt x="135" y="22"/>
                </a:lnTo>
                <a:lnTo>
                  <a:pt x="141" y="36"/>
                </a:lnTo>
                <a:lnTo>
                  <a:pt x="128" y="42"/>
                </a:lnTo>
                <a:lnTo>
                  <a:pt x="121" y="29"/>
                </a:lnTo>
                <a:moveTo>
                  <a:pt x="135" y="22"/>
                </a:moveTo>
                <a:lnTo>
                  <a:pt x="148" y="15"/>
                </a:lnTo>
                <a:lnTo>
                  <a:pt x="155" y="29"/>
                </a:lnTo>
                <a:lnTo>
                  <a:pt x="141" y="36"/>
                </a:lnTo>
                <a:lnTo>
                  <a:pt x="135" y="22"/>
                </a:lnTo>
                <a:moveTo>
                  <a:pt x="148" y="15"/>
                </a:moveTo>
                <a:lnTo>
                  <a:pt x="162" y="8"/>
                </a:lnTo>
                <a:lnTo>
                  <a:pt x="169" y="22"/>
                </a:lnTo>
                <a:lnTo>
                  <a:pt x="155" y="29"/>
                </a:lnTo>
                <a:lnTo>
                  <a:pt x="148" y="15"/>
                </a:lnTo>
                <a:moveTo>
                  <a:pt x="162" y="8"/>
                </a:moveTo>
                <a:lnTo>
                  <a:pt x="178" y="0"/>
                </a:lnTo>
                <a:lnTo>
                  <a:pt x="173" y="28"/>
                </a:lnTo>
                <a:lnTo>
                  <a:pt x="158" y="25"/>
                </a:lnTo>
                <a:lnTo>
                  <a:pt x="160" y="13"/>
                </a:lnTo>
                <a:lnTo>
                  <a:pt x="168" y="14"/>
                </a:lnTo>
                <a:lnTo>
                  <a:pt x="171" y="21"/>
                </a:lnTo>
                <a:lnTo>
                  <a:pt x="169" y="22"/>
                </a:lnTo>
                <a:lnTo>
                  <a:pt x="162" y="8"/>
                </a:lnTo>
                <a:moveTo>
                  <a:pt x="173" y="28"/>
                </a:moveTo>
                <a:lnTo>
                  <a:pt x="170" y="43"/>
                </a:lnTo>
                <a:lnTo>
                  <a:pt x="155" y="40"/>
                </a:lnTo>
                <a:lnTo>
                  <a:pt x="158" y="25"/>
                </a:lnTo>
                <a:lnTo>
                  <a:pt x="173" y="28"/>
                </a:lnTo>
                <a:moveTo>
                  <a:pt x="170" y="43"/>
                </a:moveTo>
                <a:lnTo>
                  <a:pt x="167" y="58"/>
                </a:lnTo>
                <a:lnTo>
                  <a:pt x="152" y="55"/>
                </a:lnTo>
                <a:lnTo>
                  <a:pt x="155" y="40"/>
                </a:lnTo>
                <a:lnTo>
                  <a:pt x="170" y="43"/>
                </a:lnTo>
                <a:moveTo>
                  <a:pt x="167" y="58"/>
                </a:moveTo>
                <a:lnTo>
                  <a:pt x="165" y="73"/>
                </a:lnTo>
                <a:lnTo>
                  <a:pt x="150" y="70"/>
                </a:lnTo>
                <a:lnTo>
                  <a:pt x="152" y="55"/>
                </a:lnTo>
                <a:lnTo>
                  <a:pt x="167" y="58"/>
                </a:lnTo>
                <a:moveTo>
                  <a:pt x="165" y="73"/>
                </a:moveTo>
                <a:lnTo>
                  <a:pt x="162" y="87"/>
                </a:lnTo>
                <a:lnTo>
                  <a:pt x="147" y="85"/>
                </a:lnTo>
                <a:lnTo>
                  <a:pt x="150" y="70"/>
                </a:lnTo>
                <a:lnTo>
                  <a:pt x="165" y="73"/>
                </a:lnTo>
                <a:moveTo>
                  <a:pt x="162" y="87"/>
                </a:moveTo>
                <a:lnTo>
                  <a:pt x="159" y="102"/>
                </a:lnTo>
                <a:lnTo>
                  <a:pt x="144" y="100"/>
                </a:lnTo>
                <a:lnTo>
                  <a:pt x="147" y="85"/>
                </a:lnTo>
                <a:lnTo>
                  <a:pt x="162" y="87"/>
                </a:lnTo>
                <a:moveTo>
                  <a:pt x="159" y="102"/>
                </a:moveTo>
                <a:lnTo>
                  <a:pt x="156" y="117"/>
                </a:lnTo>
                <a:lnTo>
                  <a:pt x="141" y="115"/>
                </a:lnTo>
                <a:lnTo>
                  <a:pt x="144" y="100"/>
                </a:lnTo>
                <a:lnTo>
                  <a:pt x="159" y="102"/>
                </a:lnTo>
                <a:moveTo>
                  <a:pt x="156" y="117"/>
                </a:moveTo>
                <a:lnTo>
                  <a:pt x="153" y="133"/>
                </a:lnTo>
                <a:lnTo>
                  <a:pt x="138" y="131"/>
                </a:lnTo>
                <a:lnTo>
                  <a:pt x="141" y="115"/>
                </a:lnTo>
                <a:lnTo>
                  <a:pt x="156" y="117"/>
                </a:lnTo>
                <a:moveTo>
                  <a:pt x="153" y="133"/>
                </a:moveTo>
                <a:lnTo>
                  <a:pt x="151" y="148"/>
                </a:lnTo>
                <a:lnTo>
                  <a:pt x="136" y="145"/>
                </a:lnTo>
                <a:lnTo>
                  <a:pt x="138" y="131"/>
                </a:lnTo>
                <a:lnTo>
                  <a:pt x="153" y="133"/>
                </a:lnTo>
                <a:moveTo>
                  <a:pt x="151" y="148"/>
                </a:moveTo>
                <a:lnTo>
                  <a:pt x="148" y="163"/>
                </a:lnTo>
                <a:lnTo>
                  <a:pt x="133" y="160"/>
                </a:lnTo>
                <a:lnTo>
                  <a:pt x="136" y="145"/>
                </a:lnTo>
                <a:lnTo>
                  <a:pt x="151" y="148"/>
                </a:lnTo>
                <a:moveTo>
                  <a:pt x="148" y="163"/>
                </a:moveTo>
                <a:lnTo>
                  <a:pt x="145" y="178"/>
                </a:lnTo>
                <a:lnTo>
                  <a:pt x="130" y="175"/>
                </a:lnTo>
                <a:lnTo>
                  <a:pt x="133" y="160"/>
                </a:lnTo>
                <a:lnTo>
                  <a:pt x="148" y="163"/>
                </a:lnTo>
                <a:moveTo>
                  <a:pt x="145" y="178"/>
                </a:moveTo>
                <a:lnTo>
                  <a:pt x="142" y="196"/>
                </a:lnTo>
                <a:lnTo>
                  <a:pt x="124" y="182"/>
                </a:lnTo>
                <a:lnTo>
                  <a:pt x="133" y="170"/>
                </a:lnTo>
                <a:lnTo>
                  <a:pt x="141" y="176"/>
                </a:lnTo>
                <a:lnTo>
                  <a:pt x="136" y="182"/>
                </a:lnTo>
                <a:lnTo>
                  <a:pt x="129" y="181"/>
                </a:lnTo>
                <a:lnTo>
                  <a:pt x="130" y="175"/>
                </a:lnTo>
                <a:lnTo>
                  <a:pt x="145" y="178"/>
                </a:lnTo>
                <a:moveTo>
                  <a:pt x="124" y="182"/>
                </a:moveTo>
                <a:lnTo>
                  <a:pt x="112" y="173"/>
                </a:lnTo>
                <a:lnTo>
                  <a:pt x="121" y="161"/>
                </a:lnTo>
                <a:lnTo>
                  <a:pt x="133" y="170"/>
                </a:lnTo>
                <a:lnTo>
                  <a:pt x="124" y="182"/>
                </a:lnTo>
                <a:moveTo>
                  <a:pt x="112" y="173"/>
                </a:moveTo>
                <a:lnTo>
                  <a:pt x="100" y="164"/>
                </a:lnTo>
                <a:lnTo>
                  <a:pt x="109" y="152"/>
                </a:lnTo>
                <a:lnTo>
                  <a:pt x="121" y="161"/>
                </a:lnTo>
                <a:lnTo>
                  <a:pt x="112" y="173"/>
                </a:lnTo>
                <a:moveTo>
                  <a:pt x="100" y="164"/>
                </a:moveTo>
                <a:lnTo>
                  <a:pt x="87" y="155"/>
                </a:lnTo>
                <a:lnTo>
                  <a:pt x="97" y="143"/>
                </a:lnTo>
                <a:lnTo>
                  <a:pt x="109" y="152"/>
                </a:lnTo>
                <a:lnTo>
                  <a:pt x="100" y="164"/>
                </a:lnTo>
                <a:moveTo>
                  <a:pt x="87" y="155"/>
                </a:moveTo>
                <a:lnTo>
                  <a:pt x="75" y="146"/>
                </a:lnTo>
                <a:lnTo>
                  <a:pt x="84" y="133"/>
                </a:lnTo>
                <a:lnTo>
                  <a:pt x="97" y="143"/>
                </a:lnTo>
                <a:lnTo>
                  <a:pt x="87" y="155"/>
                </a:lnTo>
                <a:moveTo>
                  <a:pt x="75" y="146"/>
                </a:moveTo>
                <a:lnTo>
                  <a:pt x="63" y="136"/>
                </a:lnTo>
                <a:lnTo>
                  <a:pt x="72" y="124"/>
                </a:lnTo>
                <a:lnTo>
                  <a:pt x="84" y="133"/>
                </a:lnTo>
                <a:lnTo>
                  <a:pt x="75" y="146"/>
                </a:lnTo>
                <a:moveTo>
                  <a:pt x="63" y="136"/>
                </a:moveTo>
                <a:lnTo>
                  <a:pt x="50" y="127"/>
                </a:lnTo>
                <a:lnTo>
                  <a:pt x="60" y="114"/>
                </a:lnTo>
                <a:lnTo>
                  <a:pt x="72" y="124"/>
                </a:lnTo>
                <a:lnTo>
                  <a:pt x="63" y="136"/>
                </a:lnTo>
                <a:moveTo>
                  <a:pt x="50" y="127"/>
                </a:moveTo>
                <a:lnTo>
                  <a:pt x="38" y="117"/>
                </a:lnTo>
                <a:lnTo>
                  <a:pt x="47" y="105"/>
                </a:lnTo>
                <a:lnTo>
                  <a:pt x="60" y="114"/>
                </a:lnTo>
                <a:lnTo>
                  <a:pt x="50" y="127"/>
                </a:lnTo>
                <a:moveTo>
                  <a:pt x="38" y="117"/>
                </a:moveTo>
                <a:lnTo>
                  <a:pt x="26" y="108"/>
                </a:lnTo>
                <a:lnTo>
                  <a:pt x="35" y="96"/>
                </a:lnTo>
                <a:lnTo>
                  <a:pt x="47" y="105"/>
                </a:lnTo>
                <a:lnTo>
                  <a:pt x="38" y="117"/>
                </a:lnTo>
                <a:moveTo>
                  <a:pt x="26" y="108"/>
                </a:moveTo>
                <a:lnTo>
                  <a:pt x="14" y="99"/>
                </a:lnTo>
                <a:lnTo>
                  <a:pt x="23" y="86"/>
                </a:lnTo>
                <a:lnTo>
                  <a:pt x="35" y="96"/>
                </a:lnTo>
                <a:lnTo>
                  <a:pt x="26" y="108"/>
                </a:lnTo>
                <a:moveTo>
                  <a:pt x="14" y="99"/>
                </a:moveTo>
                <a:lnTo>
                  <a:pt x="0" y="88"/>
                </a:lnTo>
                <a:lnTo>
                  <a:pt x="25" y="76"/>
                </a:lnTo>
                <a:lnTo>
                  <a:pt x="31" y="89"/>
                </a:lnTo>
                <a:lnTo>
                  <a:pt x="18" y="96"/>
                </a:lnTo>
                <a:lnTo>
                  <a:pt x="14" y="89"/>
                </a:lnTo>
                <a:lnTo>
                  <a:pt x="19" y="83"/>
                </a:lnTo>
                <a:lnTo>
                  <a:pt x="23" y="86"/>
                </a:lnTo>
                <a:lnTo>
                  <a:pt x="14" y="9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8" name=""/>
          <p:cNvSpPr/>
          <p:nvPr/>
        </p:nvSpPr>
        <p:spPr>
          <a:xfrm>
            <a:off x="7702200" y="2462400"/>
            <a:ext cx="315360" cy="7200"/>
          </a:xfrm>
          <a:custGeom>
            <a:avLst/>
            <a:gdLst/>
            <a:ahLst/>
            <a:rect l="0" t="0" r="r" b="b"/>
            <a:pathLst>
              <a:path w="876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moveTo>
                  <a:pt x="77" y="0"/>
                </a:moveTo>
                <a:lnTo>
                  <a:pt x="81" y="0"/>
                </a:lnTo>
                <a:lnTo>
                  <a:pt x="112" y="0"/>
                </a:lnTo>
                <a:lnTo>
                  <a:pt x="112" y="20"/>
                </a:lnTo>
                <a:lnTo>
                  <a:pt x="81" y="20"/>
                </a:lnTo>
                <a:lnTo>
                  <a:pt x="77" y="20"/>
                </a:lnTo>
                <a:lnTo>
                  <a:pt x="77" y="0"/>
                </a:lnTo>
                <a:moveTo>
                  <a:pt x="153" y="0"/>
                </a:moveTo>
                <a:lnTo>
                  <a:pt x="189" y="0"/>
                </a:lnTo>
                <a:lnTo>
                  <a:pt x="189" y="20"/>
                </a:lnTo>
                <a:lnTo>
                  <a:pt x="153" y="20"/>
                </a:lnTo>
                <a:lnTo>
                  <a:pt x="153" y="0"/>
                </a:lnTo>
                <a:moveTo>
                  <a:pt x="228" y="0"/>
                </a:moveTo>
                <a:lnTo>
                  <a:pt x="266" y="0"/>
                </a:lnTo>
                <a:lnTo>
                  <a:pt x="266" y="20"/>
                </a:lnTo>
                <a:lnTo>
                  <a:pt x="228" y="20"/>
                </a:lnTo>
                <a:lnTo>
                  <a:pt x="228" y="0"/>
                </a:lnTo>
                <a:moveTo>
                  <a:pt x="304" y="0"/>
                </a:moveTo>
                <a:lnTo>
                  <a:pt x="342" y="0"/>
                </a:lnTo>
                <a:lnTo>
                  <a:pt x="342" y="20"/>
                </a:lnTo>
                <a:lnTo>
                  <a:pt x="304" y="20"/>
                </a:lnTo>
                <a:lnTo>
                  <a:pt x="304" y="0"/>
                </a:lnTo>
                <a:moveTo>
                  <a:pt x="380" y="0"/>
                </a:moveTo>
                <a:lnTo>
                  <a:pt x="403" y="0"/>
                </a:lnTo>
                <a:lnTo>
                  <a:pt x="419" y="0"/>
                </a:lnTo>
                <a:lnTo>
                  <a:pt x="419" y="20"/>
                </a:lnTo>
                <a:lnTo>
                  <a:pt x="403" y="20"/>
                </a:lnTo>
                <a:lnTo>
                  <a:pt x="380" y="20"/>
                </a:lnTo>
                <a:lnTo>
                  <a:pt x="380" y="0"/>
                </a:lnTo>
                <a:moveTo>
                  <a:pt x="458" y="0"/>
                </a:moveTo>
                <a:lnTo>
                  <a:pt x="464" y="0"/>
                </a:lnTo>
                <a:lnTo>
                  <a:pt x="498" y="0"/>
                </a:lnTo>
                <a:lnTo>
                  <a:pt x="498" y="20"/>
                </a:lnTo>
                <a:lnTo>
                  <a:pt x="464" y="20"/>
                </a:lnTo>
                <a:lnTo>
                  <a:pt x="458" y="20"/>
                </a:lnTo>
                <a:lnTo>
                  <a:pt x="458" y="0"/>
                </a:lnTo>
                <a:moveTo>
                  <a:pt x="538" y="0"/>
                </a:moveTo>
                <a:lnTo>
                  <a:pt x="577" y="0"/>
                </a:lnTo>
                <a:lnTo>
                  <a:pt x="577" y="20"/>
                </a:lnTo>
                <a:lnTo>
                  <a:pt x="538" y="20"/>
                </a:lnTo>
                <a:lnTo>
                  <a:pt x="538" y="0"/>
                </a:lnTo>
                <a:moveTo>
                  <a:pt x="614" y="0"/>
                </a:moveTo>
                <a:lnTo>
                  <a:pt x="650" y="0"/>
                </a:lnTo>
                <a:lnTo>
                  <a:pt x="650" y="20"/>
                </a:lnTo>
                <a:lnTo>
                  <a:pt x="614" y="20"/>
                </a:lnTo>
                <a:lnTo>
                  <a:pt x="614" y="0"/>
                </a:lnTo>
                <a:moveTo>
                  <a:pt x="687" y="0"/>
                </a:moveTo>
                <a:lnTo>
                  <a:pt x="726" y="0"/>
                </a:lnTo>
                <a:lnTo>
                  <a:pt x="726" y="20"/>
                </a:lnTo>
                <a:lnTo>
                  <a:pt x="687" y="20"/>
                </a:lnTo>
                <a:lnTo>
                  <a:pt x="687" y="0"/>
                </a:lnTo>
                <a:moveTo>
                  <a:pt x="764" y="0"/>
                </a:moveTo>
                <a:lnTo>
                  <a:pt x="801" y="0"/>
                </a:lnTo>
                <a:lnTo>
                  <a:pt x="801" y="20"/>
                </a:lnTo>
                <a:lnTo>
                  <a:pt x="764" y="20"/>
                </a:lnTo>
                <a:lnTo>
                  <a:pt x="764" y="0"/>
                </a:lnTo>
                <a:moveTo>
                  <a:pt x="838" y="0"/>
                </a:moveTo>
                <a:lnTo>
                  <a:pt x="876" y="0"/>
                </a:lnTo>
                <a:lnTo>
                  <a:pt x="876" y="20"/>
                </a:lnTo>
                <a:lnTo>
                  <a:pt x="838" y="20"/>
                </a:lnTo>
                <a:lnTo>
                  <a:pt x="838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7989840" y="2438640"/>
            <a:ext cx="55080" cy="55080"/>
          </a:xfrm>
          <a:custGeom>
            <a:avLst/>
            <a:gdLst/>
            <a:ahLst/>
            <a:rect l="0" t="0" r="r" b="b"/>
            <a:pathLst>
              <a:path w="153" h="153">
                <a:moveTo>
                  <a:pt x="0" y="0"/>
                </a:moveTo>
                <a:lnTo>
                  <a:pt x="153" y="76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7986960" y="243396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25" y="13"/>
                </a:moveTo>
                <a:lnTo>
                  <a:pt x="39" y="20"/>
                </a:lnTo>
                <a:lnTo>
                  <a:pt x="32" y="34"/>
                </a:lnTo>
                <a:lnTo>
                  <a:pt x="18" y="27"/>
                </a:lnTo>
                <a:lnTo>
                  <a:pt x="25" y="13"/>
                </a:lnTo>
                <a:moveTo>
                  <a:pt x="39" y="20"/>
                </a:moveTo>
                <a:lnTo>
                  <a:pt x="52" y="27"/>
                </a:lnTo>
                <a:lnTo>
                  <a:pt x="45" y="41"/>
                </a:lnTo>
                <a:lnTo>
                  <a:pt x="32" y="34"/>
                </a:lnTo>
                <a:lnTo>
                  <a:pt x="39" y="20"/>
                </a:lnTo>
                <a:moveTo>
                  <a:pt x="52" y="27"/>
                </a:moveTo>
                <a:lnTo>
                  <a:pt x="66" y="34"/>
                </a:lnTo>
                <a:lnTo>
                  <a:pt x="59" y="48"/>
                </a:lnTo>
                <a:lnTo>
                  <a:pt x="45" y="41"/>
                </a:lnTo>
                <a:lnTo>
                  <a:pt x="52" y="27"/>
                </a:lnTo>
                <a:moveTo>
                  <a:pt x="66" y="34"/>
                </a:moveTo>
                <a:lnTo>
                  <a:pt x="80" y="41"/>
                </a:lnTo>
                <a:lnTo>
                  <a:pt x="73" y="54"/>
                </a:lnTo>
                <a:lnTo>
                  <a:pt x="59" y="48"/>
                </a:lnTo>
                <a:lnTo>
                  <a:pt x="66" y="34"/>
                </a:lnTo>
                <a:moveTo>
                  <a:pt x="80" y="41"/>
                </a:moveTo>
                <a:lnTo>
                  <a:pt x="94" y="48"/>
                </a:lnTo>
                <a:lnTo>
                  <a:pt x="87" y="61"/>
                </a:lnTo>
                <a:lnTo>
                  <a:pt x="73" y="54"/>
                </a:lnTo>
                <a:lnTo>
                  <a:pt x="80" y="41"/>
                </a:lnTo>
                <a:moveTo>
                  <a:pt x="94" y="48"/>
                </a:moveTo>
                <a:lnTo>
                  <a:pt x="108" y="54"/>
                </a:lnTo>
                <a:lnTo>
                  <a:pt x="101" y="68"/>
                </a:lnTo>
                <a:lnTo>
                  <a:pt x="87" y="61"/>
                </a:lnTo>
                <a:lnTo>
                  <a:pt x="94" y="48"/>
                </a:lnTo>
                <a:moveTo>
                  <a:pt x="108" y="54"/>
                </a:moveTo>
                <a:lnTo>
                  <a:pt x="121" y="61"/>
                </a:lnTo>
                <a:lnTo>
                  <a:pt x="114" y="75"/>
                </a:lnTo>
                <a:lnTo>
                  <a:pt x="101" y="68"/>
                </a:lnTo>
                <a:lnTo>
                  <a:pt x="108" y="54"/>
                </a:lnTo>
                <a:moveTo>
                  <a:pt x="121" y="61"/>
                </a:moveTo>
                <a:lnTo>
                  <a:pt x="135" y="68"/>
                </a:lnTo>
                <a:lnTo>
                  <a:pt x="128" y="82"/>
                </a:lnTo>
                <a:lnTo>
                  <a:pt x="114" y="75"/>
                </a:lnTo>
                <a:lnTo>
                  <a:pt x="121" y="61"/>
                </a:lnTo>
                <a:moveTo>
                  <a:pt x="135" y="68"/>
                </a:moveTo>
                <a:lnTo>
                  <a:pt x="148" y="75"/>
                </a:lnTo>
                <a:lnTo>
                  <a:pt x="142" y="88"/>
                </a:lnTo>
                <a:lnTo>
                  <a:pt x="128" y="82"/>
                </a:lnTo>
                <a:lnTo>
                  <a:pt x="135" y="68"/>
                </a:lnTo>
                <a:moveTo>
                  <a:pt x="148" y="75"/>
                </a:moveTo>
                <a:lnTo>
                  <a:pt x="162" y="82"/>
                </a:lnTo>
                <a:lnTo>
                  <a:pt x="155" y="95"/>
                </a:lnTo>
                <a:lnTo>
                  <a:pt x="142" y="88"/>
                </a:lnTo>
                <a:lnTo>
                  <a:pt x="148" y="75"/>
                </a:lnTo>
                <a:moveTo>
                  <a:pt x="162" y="82"/>
                </a:moveTo>
                <a:lnTo>
                  <a:pt x="178" y="90"/>
                </a:lnTo>
                <a:lnTo>
                  <a:pt x="153" y="102"/>
                </a:lnTo>
                <a:lnTo>
                  <a:pt x="146" y="88"/>
                </a:lnTo>
                <a:lnTo>
                  <a:pt x="158" y="83"/>
                </a:lnTo>
                <a:lnTo>
                  <a:pt x="161" y="90"/>
                </a:lnTo>
                <a:lnTo>
                  <a:pt x="158" y="96"/>
                </a:lnTo>
                <a:lnTo>
                  <a:pt x="155" y="95"/>
                </a:lnTo>
                <a:lnTo>
                  <a:pt x="162" y="82"/>
                </a:lnTo>
                <a:moveTo>
                  <a:pt x="153" y="102"/>
                </a:moveTo>
                <a:lnTo>
                  <a:pt x="140" y="109"/>
                </a:lnTo>
                <a:lnTo>
                  <a:pt x="133" y="95"/>
                </a:lnTo>
                <a:lnTo>
                  <a:pt x="146" y="88"/>
                </a:lnTo>
                <a:lnTo>
                  <a:pt x="153" y="102"/>
                </a:lnTo>
                <a:moveTo>
                  <a:pt x="140" y="109"/>
                </a:moveTo>
                <a:lnTo>
                  <a:pt x="126" y="116"/>
                </a:lnTo>
                <a:lnTo>
                  <a:pt x="119" y="102"/>
                </a:lnTo>
                <a:lnTo>
                  <a:pt x="133" y="95"/>
                </a:lnTo>
                <a:lnTo>
                  <a:pt x="140" y="109"/>
                </a:lnTo>
                <a:moveTo>
                  <a:pt x="126" y="116"/>
                </a:moveTo>
                <a:lnTo>
                  <a:pt x="112" y="122"/>
                </a:lnTo>
                <a:lnTo>
                  <a:pt x="106" y="109"/>
                </a:lnTo>
                <a:lnTo>
                  <a:pt x="119" y="102"/>
                </a:lnTo>
                <a:lnTo>
                  <a:pt x="126" y="116"/>
                </a:lnTo>
                <a:moveTo>
                  <a:pt x="112" y="122"/>
                </a:moveTo>
                <a:lnTo>
                  <a:pt x="99" y="129"/>
                </a:lnTo>
                <a:lnTo>
                  <a:pt x="92" y="116"/>
                </a:lnTo>
                <a:lnTo>
                  <a:pt x="106" y="109"/>
                </a:lnTo>
                <a:lnTo>
                  <a:pt x="112" y="122"/>
                </a:lnTo>
                <a:moveTo>
                  <a:pt x="99" y="129"/>
                </a:moveTo>
                <a:lnTo>
                  <a:pt x="85" y="136"/>
                </a:lnTo>
                <a:lnTo>
                  <a:pt x="77" y="122"/>
                </a:lnTo>
                <a:lnTo>
                  <a:pt x="92" y="116"/>
                </a:lnTo>
                <a:lnTo>
                  <a:pt x="99" y="129"/>
                </a:lnTo>
                <a:moveTo>
                  <a:pt x="85" y="136"/>
                </a:moveTo>
                <a:lnTo>
                  <a:pt x="71" y="143"/>
                </a:lnTo>
                <a:lnTo>
                  <a:pt x="64" y="129"/>
                </a:lnTo>
                <a:lnTo>
                  <a:pt x="77" y="122"/>
                </a:lnTo>
                <a:lnTo>
                  <a:pt x="85" y="136"/>
                </a:lnTo>
                <a:moveTo>
                  <a:pt x="71" y="143"/>
                </a:moveTo>
                <a:lnTo>
                  <a:pt x="57" y="150"/>
                </a:lnTo>
                <a:lnTo>
                  <a:pt x="50" y="136"/>
                </a:lnTo>
                <a:lnTo>
                  <a:pt x="64" y="129"/>
                </a:lnTo>
                <a:lnTo>
                  <a:pt x="71" y="143"/>
                </a:lnTo>
                <a:moveTo>
                  <a:pt x="57" y="150"/>
                </a:moveTo>
                <a:lnTo>
                  <a:pt x="43" y="156"/>
                </a:lnTo>
                <a:lnTo>
                  <a:pt x="37" y="143"/>
                </a:lnTo>
                <a:lnTo>
                  <a:pt x="50" y="136"/>
                </a:lnTo>
                <a:lnTo>
                  <a:pt x="57" y="150"/>
                </a:lnTo>
                <a:moveTo>
                  <a:pt x="43" y="156"/>
                </a:moveTo>
                <a:lnTo>
                  <a:pt x="30" y="163"/>
                </a:lnTo>
                <a:lnTo>
                  <a:pt x="23" y="150"/>
                </a:lnTo>
                <a:lnTo>
                  <a:pt x="37" y="143"/>
                </a:lnTo>
                <a:lnTo>
                  <a:pt x="43" y="156"/>
                </a:lnTo>
                <a:moveTo>
                  <a:pt x="30" y="163"/>
                </a:moveTo>
                <a:lnTo>
                  <a:pt x="16" y="170"/>
                </a:lnTo>
                <a:lnTo>
                  <a:pt x="9" y="156"/>
                </a:lnTo>
                <a:lnTo>
                  <a:pt x="23" y="150"/>
                </a:lnTo>
                <a:lnTo>
                  <a:pt x="30" y="163"/>
                </a:lnTo>
                <a:moveTo>
                  <a:pt x="16" y="170"/>
                </a:moveTo>
                <a:lnTo>
                  <a:pt x="0" y="178"/>
                </a:lnTo>
                <a:lnTo>
                  <a:pt x="0" y="156"/>
                </a:lnTo>
                <a:lnTo>
                  <a:pt x="15" y="156"/>
                </a:lnTo>
                <a:lnTo>
                  <a:pt x="15" y="166"/>
                </a:lnTo>
                <a:lnTo>
                  <a:pt x="8" y="166"/>
                </a:lnTo>
                <a:lnTo>
                  <a:pt x="4" y="159"/>
                </a:lnTo>
                <a:lnTo>
                  <a:pt x="9" y="156"/>
                </a:lnTo>
                <a:lnTo>
                  <a:pt x="16" y="170"/>
                </a:lnTo>
                <a:moveTo>
                  <a:pt x="0" y="156"/>
                </a:moveTo>
                <a:lnTo>
                  <a:pt x="0" y="141"/>
                </a:lnTo>
                <a:lnTo>
                  <a:pt x="15" y="141"/>
                </a:lnTo>
                <a:lnTo>
                  <a:pt x="15" y="156"/>
                </a:lnTo>
                <a:lnTo>
                  <a:pt x="0" y="156"/>
                </a:lnTo>
                <a:moveTo>
                  <a:pt x="0" y="141"/>
                </a:moveTo>
                <a:lnTo>
                  <a:pt x="0" y="126"/>
                </a:lnTo>
                <a:lnTo>
                  <a:pt x="15" y="126"/>
                </a:lnTo>
                <a:lnTo>
                  <a:pt x="15" y="141"/>
                </a:lnTo>
                <a:lnTo>
                  <a:pt x="0" y="141"/>
                </a:lnTo>
                <a:moveTo>
                  <a:pt x="0" y="126"/>
                </a:moveTo>
                <a:lnTo>
                  <a:pt x="0" y="110"/>
                </a:lnTo>
                <a:lnTo>
                  <a:pt x="15" y="110"/>
                </a:lnTo>
                <a:lnTo>
                  <a:pt x="15" y="126"/>
                </a:lnTo>
                <a:lnTo>
                  <a:pt x="0" y="126"/>
                </a:lnTo>
                <a:moveTo>
                  <a:pt x="0" y="110"/>
                </a:moveTo>
                <a:lnTo>
                  <a:pt x="0" y="95"/>
                </a:lnTo>
                <a:lnTo>
                  <a:pt x="15" y="95"/>
                </a:lnTo>
                <a:lnTo>
                  <a:pt x="15" y="110"/>
                </a:lnTo>
                <a:lnTo>
                  <a:pt x="0" y="110"/>
                </a:lnTo>
                <a:moveTo>
                  <a:pt x="0" y="95"/>
                </a:moveTo>
                <a:lnTo>
                  <a:pt x="0" y="80"/>
                </a:lnTo>
                <a:lnTo>
                  <a:pt x="15" y="80"/>
                </a:lnTo>
                <a:lnTo>
                  <a:pt x="15" y="95"/>
                </a:lnTo>
                <a:lnTo>
                  <a:pt x="0" y="95"/>
                </a:lnTo>
                <a:moveTo>
                  <a:pt x="0" y="80"/>
                </a:moveTo>
                <a:lnTo>
                  <a:pt x="0" y="65"/>
                </a:lnTo>
                <a:lnTo>
                  <a:pt x="15" y="65"/>
                </a:lnTo>
                <a:lnTo>
                  <a:pt x="15" y="80"/>
                </a:lnTo>
                <a:lnTo>
                  <a:pt x="0" y="80"/>
                </a:lnTo>
                <a:moveTo>
                  <a:pt x="0" y="65"/>
                </a:moveTo>
                <a:lnTo>
                  <a:pt x="0" y="50"/>
                </a:lnTo>
                <a:lnTo>
                  <a:pt x="15" y="50"/>
                </a:lnTo>
                <a:lnTo>
                  <a:pt x="15" y="65"/>
                </a:lnTo>
                <a:lnTo>
                  <a:pt x="0" y="65"/>
                </a:lnTo>
                <a:moveTo>
                  <a:pt x="0" y="50"/>
                </a:moveTo>
                <a:lnTo>
                  <a:pt x="0" y="34"/>
                </a:lnTo>
                <a:lnTo>
                  <a:pt x="15" y="34"/>
                </a:lnTo>
                <a:lnTo>
                  <a:pt x="15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5" y="19"/>
                </a:lnTo>
                <a:lnTo>
                  <a:pt x="15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5" y="13"/>
                </a:lnTo>
                <a:lnTo>
                  <a:pt x="18" y="27"/>
                </a:lnTo>
                <a:lnTo>
                  <a:pt x="4" y="20"/>
                </a:lnTo>
                <a:lnTo>
                  <a:pt x="8" y="13"/>
                </a:lnTo>
                <a:lnTo>
                  <a:pt x="15" y="13"/>
                </a:lnTo>
                <a:lnTo>
                  <a:pt x="15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511920" y="2280960"/>
            <a:ext cx="1687680" cy="370080"/>
          </a:xfrm>
          <a:custGeom>
            <a:avLst/>
            <a:gdLst/>
            <a:ahLst/>
            <a:rect l="0" t="0" r="r" b="b"/>
            <a:pathLst>
              <a:path w="4688" h="1028">
                <a:moveTo>
                  <a:pt x="0" y="0"/>
                </a:moveTo>
                <a:lnTo>
                  <a:pt x="4688" y="0"/>
                </a:lnTo>
                <a:lnTo>
                  <a:pt x="4688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511920" y="2280960"/>
            <a:ext cx="1687680" cy="370080"/>
          </a:xfrm>
          <a:custGeom>
            <a:avLst/>
            <a:gdLst/>
            <a:ahLst/>
            <a:rect l="0" t="0" r="r" b="b"/>
            <a:pathLst>
              <a:path w="4688" h="1028">
                <a:moveTo>
                  <a:pt x="0" y="0"/>
                </a:moveTo>
                <a:lnTo>
                  <a:pt x="4688" y="0"/>
                </a:lnTo>
                <a:lnTo>
                  <a:pt x="4688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096000" y="1098360"/>
            <a:ext cx="10202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OKx-projectdoelen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2712600" y="1323000"/>
            <a:ext cx="1780200" cy="534240"/>
          </a:xfrm>
          <a:custGeom>
            <a:avLst/>
            <a:gdLst/>
            <a:ahLst/>
            <a:rect l="0" t="0" r="r" b="b"/>
            <a:pathLst>
              <a:path w="4945" h="1484">
                <a:moveTo>
                  <a:pt x="0" y="0"/>
                </a:moveTo>
                <a:lnTo>
                  <a:pt x="4945" y="0"/>
                </a:lnTo>
                <a:lnTo>
                  <a:pt x="4945" y="1484"/>
                </a:lnTo>
                <a:lnTo>
                  <a:pt x="0" y="148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2712600" y="1323000"/>
            <a:ext cx="1780200" cy="534240"/>
          </a:xfrm>
          <a:custGeom>
            <a:avLst/>
            <a:gdLst/>
            <a:ahLst/>
            <a:rect l="0" t="0" r="r" b="b"/>
            <a:pathLst>
              <a:path w="4945" h="1484">
                <a:moveTo>
                  <a:pt x="0" y="0"/>
                </a:moveTo>
                <a:lnTo>
                  <a:pt x="4945" y="0"/>
                </a:lnTo>
                <a:lnTo>
                  <a:pt x="4945" y="1484"/>
                </a:lnTo>
                <a:lnTo>
                  <a:pt x="0" y="1484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17480" y="2398680"/>
            <a:ext cx="1288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Leren zonder Drempels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930040" y="1440360"/>
            <a:ext cx="1353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doel-0001 gezamenlijke 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2712600" y="2198880"/>
            <a:ext cx="1780200" cy="534240"/>
          </a:xfrm>
          <a:custGeom>
            <a:avLst/>
            <a:gdLst/>
            <a:ahLst/>
            <a:rect l="0" t="0" r="r" b="b"/>
            <a:pathLst>
              <a:path w="4945" h="1484">
                <a:moveTo>
                  <a:pt x="0" y="0"/>
                </a:moveTo>
                <a:lnTo>
                  <a:pt x="4945" y="0"/>
                </a:lnTo>
                <a:lnTo>
                  <a:pt x="4945" y="1484"/>
                </a:lnTo>
                <a:lnTo>
                  <a:pt x="0" y="148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2712600" y="2198880"/>
            <a:ext cx="1780200" cy="534240"/>
          </a:xfrm>
          <a:custGeom>
            <a:avLst/>
            <a:gdLst/>
            <a:ahLst/>
            <a:rect l="0" t="0" r="r" b="b"/>
            <a:pathLst>
              <a:path w="4945" h="1484">
                <a:moveTo>
                  <a:pt x="0" y="0"/>
                </a:moveTo>
                <a:lnTo>
                  <a:pt x="4945" y="0"/>
                </a:lnTo>
                <a:lnTo>
                  <a:pt x="4945" y="1484"/>
                </a:lnTo>
                <a:lnTo>
                  <a:pt x="0" y="1484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498840" y="1604520"/>
            <a:ext cx="208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taal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309120" y="2316600"/>
            <a:ext cx="590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doel-0002 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2943000" y="3075120"/>
            <a:ext cx="1319400" cy="370080"/>
          </a:xfrm>
          <a:custGeom>
            <a:avLst/>
            <a:gdLst/>
            <a:ahLst/>
            <a:rect l="0" t="0" r="r" b="b"/>
            <a:pathLst>
              <a:path w="3665" h="1028">
                <a:moveTo>
                  <a:pt x="0" y="0"/>
                </a:moveTo>
                <a:lnTo>
                  <a:pt x="3665" y="0"/>
                </a:lnTo>
                <a:lnTo>
                  <a:pt x="3665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/>
          <p:nvPr/>
        </p:nvSpPr>
        <p:spPr>
          <a:xfrm>
            <a:off x="2943000" y="3075120"/>
            <a:ext cx="1319400" cy="370080"/>
          </a:xfrm>
          <a:custGeom>
            <a:avLst/>
            <a:gdLst/>
            <a:ahLst/>
            <a:rect l="0" t="0" r="r" b="b"/>
            <a:pathLst>
              <a:path w="3665" h="1028">
                <a:moveTo>
                  <a:pt x="0" y="0"/>
                </a:moveTo>
                <a:lnTo>
                  <a:pt x="3665" y="0"/>
                </a:lnTo>
                <a:lnTo>
                  <a:pt x="3665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014280" y="2480760"/>
            <a:ext cx="11833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gegevensuitwisseling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5272920" y="1405080"/>
            <a:ext cx="956880" cy="369720"/>
          </a:xfrm>
          <a:custGeom>
            <a:avLst/>
            <a:gdLst/>
            <a:ahLst/>
            <a:rect l="0" t="0" r="r" b="b"/>
            <a:pathLst>
              <a:path w="2658" h="1027">
                <a:moveTo>
                  <a:pt x="0" y="0"/>
                </a:moveTo>
                <a:lnTo>
                  <a:pt x="2658" y="0"/>
                </a:lnTo>
                <a:lnTo>
                  <a:pt x="2658" y="1027"/>
                </a:lnTo>
                <a:lnTo>
                  <a:pt x="0" y="102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5272920" y="1405080"/>
            <a:ext cx="956880" cy="369720"/>
          </a:xfrm>
          <a:custGeom>
            <a:avLst/>
            <a:gdLst/>
            <a:ahLst/>
            <a:rect l="0" t="0" r="r" b="b"/>
            <a:pathLst>
              <a:path w="2658" h="1027">
                <a:moveTo>
                  <a:pt x="0" y="0"/>
                </a:moveTo>
                <a:lnTo>
                  <a:pt x="2658" y="0"/>
                </a:lnTo>
                <a:lnTo>
                  <a:pt x="2658" y="1027"/>
                </a:lnTo>
                <a:lnTo>
                  <a:pt x="0" y="1027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148560" y="3192480"/>
            <a:ext cx="916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doel-0003 keuze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5005800" y="2280960"/>
            <a:ext cx="1491480" cy="370080"/>
          </a:xfrm>
          <a:custGeom>
            <a:avLst/>
            <a:gdLst/>
            <a:ahLst/>
            <a:rect l="0" t="0" r="r" b="b"/>
            <a:pathLst>
              <a:path w="4143" h="1028">
                <a:moveTo>
                  <a:pt x="0" y="0"/>
                </a:moveTo>
                <a:lnTo>
                  <a:pt x="4143" y="0"/>
                </a:lnTo>
                <a:lnTo>
                  <a:pt x="4143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5005800" y="2280960"/>
            <a:ext cx="1491480" cy="370080"/>
          </a:xfrm>
          <a:custGeom>
            <a:avLst/>
            <a:gdLst/>
            <a:ahLst/>
            <a:rect l="0" t="0" r="r" b="b"/>
            <a:pathLst>
              <a:path w="4143" h="1028">
                <a:moveTo>
                  <a:pt x="0" y="0"/>
                </a:moveTo>
                <a:lnTo>
                  <a:pt x="4143" y="0"/>
                </a:lnTo>
                <a:lnTo>
                  <a:pt x="4143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478480" y="1522440"/>
            <a:ext cx="549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epic-0001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5005800" y="3075120"/>
            <a:ext cx="1491480" cy="370080"/>
          </a:xfrm>
          <a:custGeom>
            <a:avLst/>
            <a:gdLst/>
            <a:ahLst/>
            <a:rect l="0" t="0" r="r" b="b"/>
            <a:pathLst>
              <a:path w="4143" h="1028">
                <a:moveTo>
                  <a:pt x="0" y="0"/>
                </a:moveTo>
                <a:lnTo>
                  <a:pt x="4143" y="0"/>
                </a:lnTo>
                <a:lnTo>
                  <a:pt x="4143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5005800" y="3075120"/>
            <a:ext cx="1491480" cy="370080"/>
          </a:xfrm>
          <a:custGeom>
            <a:avLst/>
            <a:gdLst/>
            <a:ahLst/>
            <a:rect l="0" t="0" r="r" b="b"/>
            <a:pathLst>
              <a:path w="4143" h="1028">
                <a:moveTo>
                  <a:pt x="0" y="0"/>
                </a:moveTo>
                <a:lnTo>
                  <a:pt x="4143" y="0"/>
                </a:lnTo>
                <a:lnTo>
                  <a:pt x="4143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211360" y="2398680"/>
            <a:ext cx="1085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epic-0002 t/m 0005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6839280" y="2280960"/>
            <a:ext cx="863280" cy="370080"/>
          </a:xfrm>
          <a:custGeom>
            <a:avLst/>
            <a:gdLst/>
            <a:ahLst/>
            <a:rect l="0" t="0" r="r" b="b"/>
            <a:pathLst>
              <a:path w="2398" h="1028">
                <a:moveTo>
                  <a:pt x="0" y="0"/>
                </a:moveTo>
                <a:lnTo>
                  <a:pt x="2398" y="0"/>
                </a:lnTo>
                <a:lnTo>
                  <a:pt x="2398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6839280" y="2280960"/>
            <a:ext cx="863280" cy="370080"/>
          </a:xfrm>
          <a:custGeom>
            <a:avLst/>
            <a:gdLst/>
            <a:ahLst/>
            <a:rect l="0" t="0" r="r" b="b"/>
            <a:pathLst>
              <a:path w="2398" h="1028">
                <a:moveTo>
                  <a:pt x="0" y="0"/>
                </a:moveTo>
                <a:lnTo>
                  <a:pt x="2398" y="0"/>
                </a:lnTo>
                <a:lnTo>
                  <a:pt x="2398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211360" y="3192480"/>
            <a:ext cx="1085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epic-0006 t/m 0008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8044560" y="2280960"/>
            <a:ext cx="777960" cy="370080"/>
          </a:xfrm>
          <a:custGeom>
            <a:avLst/>
            <a:gdLst/>
            <a:ahLst/>
            <a:rect l="0" t="0" r="r" b="b"/>
            <a:pathLst>
              <a:path w="2161" h="1028">
                <a:moveTo>
                  <a:pt x="0" y="0"/>
                </a:moveTo>
                <a:lnTo>
                  <a:pt x="2161" y="0"/>
                </a:lnTo>
                <a:lnTo>
                  <a:pt x="2161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8044560" y="2280960"/>
            <a:ext cx="777960" cy="370080"/>
          </a:xfrm>
          <a:custGeom>
            <a:avLst/>
            <a:gdLst/>
            <a:ahLst/>
            <a:rect l="0" t="0" r="r" b="b"/>
            <a:pathLst>
              <a:path w="2161" h="1028">
                <a:moveTo>
                  <a:pt x="0" y="0"/>
                </a:moveTo>
                <a:lnTo>
                  <a:pt x="2161" y="0"/>
                </a:lnTo>
                <a:lnTo>
                  <a:pt x="2161" y="1028"/>
                </a:lnTo>
                <a:lnTo>
                  <a:pt x="0" y="102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7044840" y="2398680"/>
            <a:ext cx="456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features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/>
          <p:nvPr/>
        </p:nvSpPr>
        <p:spPr>
          <a:xfrm>
            <a:off x="447480" y="40384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8250120" y="2398680"/>
            <a:ext cx="369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stories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/>
          <p:nvPr/>
        </p:nvSpPr>
        <p:spPr>
          <a:xfrm>
            <a:off x="447480" y="43336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39360" y="3984840"/>
            <a:ext cx="5540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structuur staat: van doel via epic en feature naar story, en door naar de eis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3562200" y="444816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3" y="0"/>
                </a:moveTo>
                <a:lnTo>
                  <a:pt x="202" y="0"/>
                </a:lnTo>
                <a:lnTo>
                  <a:pt x="202" y="27"/>
                </a:lnTo>
                <a:lnTo>
                  <a:pt x="123" y="27"/>
                </a:lnTo>
                <a:lnTo>
                  <a:pt x="123" y="0"/>
                </a:lnTo>
                <a:moveTo>
                  <a:pt x="244" y="0"/>
                </a:moveTo>
                <a:lnTo>
                  <a:pt x="324" y="0"/>
                </a:lnTo>
                <a:lnTo>
                  <a:pt x="324" y="27"/>
                </a:lnTo>
                <a:lnTo>
                  <a:pt x="244" y="27"/>
                </a:lnTo>
                <a:lnTo>
                  <a:pt x="244" y="0"/>
                </a:lnTo>
                <a:moveTo>
                  <a:pt x="366" y="0"/>
                </a:moveTo>
                <a:lnTo>
                  <a:pt x="445" y="0"/>
                </a:lnTo>
                <a:lnTo>
                  <a:pt x="445" y="27"/>
                </a:lnTo>
                <a:lnTo>
                  <a:pt x="366" y="27"/>
                </a:lnTo>
                <a:lnTo>
                  <a:pt x="366" y="0"/>
                </a:lnTo>
                <a:moveTo>
                  <a:pt x="488" y="0"/>
                </a:moveTo>
                <a:lnTo>
                  <a:pt x="567" y="0"/>
                </a:lnTo>
                <a:lnTo>
                  <a:pt x="567" y="27"/>
                </a:lnTo>
                <a:lnTo>
                  <a:pt x="488" y="27"/>
                </a:lnTo>
                <a:lnTo>
                  <a:pt x="488" y="0"/>
                </a:lnTo>
                <a:moveTo>
                  <a:pt x="609" y="0"/>
                </a:moveTo>
                <a:lnTo>
                  <a:pt x="689" y="0"/>
                </a:lnTo>
                <a:lnTo>
                  <a:pt x="689" y="27"/>
                </a:lnTo>
                <a:lnTo>
                  <a:pt x="609" y="27"/>
                </a:lnTo>
                <a:lnTo>
                  <a:pt x="60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447480" y="46386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39360" y="4280040"/>
            <a:ext cx="3656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Klikbaar in beide richtingen, deels antwoord op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#45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2476440" y="475272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2" y="0"/>
                </a:moveTo>
                <a:lnTo>
                  <a:pt x="341" y="0"/>
                </a:lnTo>
                <a:lnTo>
                  <a:pt x="341" y="28"/>
                </a:lnTo>
                <a:lnTo>
                  <a:pt x="262" y="28"/>
                </a:lnTo>
                <a:lnTo>
                  <a:pt x="262" y="0"/>
                </a:lnTo>
                <a:moveTo>
                  <a:pt x="393" y="0"/>
                </a:moveTo>
                <a:lnTo>
                  <a:pt x="473" y="0"/>
                </a:lnTo>
                <a:lnTo>
                  <a:pt x="473" y="28"/>
                </a:lnTo>
                <a:lnTo>
                  <a:pt x="393" y="28"/>
                </a:lnTo>
                <a:lnTo>
                  <a:pt x="393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8"/>
                </a:lnTo>
                <a:lnTo>
                  <a:pt x="524" y="28"/>
                </a:lnTo>
                <a:lnTo>
                  <a:pt x="524" y="0"/>
                </a:lnTo>
                <a:moveTo>
                  <a:pt x="656" y="0"/>
                </a:moveTo>
                <a:lnTo>
                  <a:pt x="735" y="0"/>
                </a:lnTo>
                <a:lnTo>
                  <a:pt x="735" y="28"/>
                </a:lnTo>
                <a:lnTo>
                  <a:pt x="656" y="28"/>
                </a:lnTo>
                <a:lnTo>
                  <a:pt x="656" y="0"/>
                </a:lnTo>
                <a:moveTo>
                  <a:pt x="787" y="0"/>
                </a:moveTo>
                <a:lnTo>
                  <a:pt x="866" y="0"/>
                </a:lnTo>
                <a:lnTo>
                  <a:pt x="866" y="28"/>
                </a:lnTo>
                <a:lnTo>
                  <a:pt x="787" y="28"/>
                </a:lnTo>
                <a:lnTo>
                  <a:pt x="787" y="0"/>
                </a:lnTo>
                <a:moveTo>
                  <a:pt x="918" y="0"/>
                </a:moveTo>
                <a:lnTo>
                  <a:pt x="997" y="0"/>
                </a:lnTo>
                <a:lnTo>
                  <a:pt x="997" y="28"/>
                </a:lnTo>
                <a:lnTo>
                  <a:pt x="918" y="28"/>
                </a:lnTo>
                <a:lnTo>
                  <a:pt x="918" y="0"/>
                </a:lnTo>
                <a:moveTo>
                  <a:pt x="1049" y="0"/>
                </a:moveTo>
                <a:lnTo>
                  <a:pt x="1129" y="0"/>
                </a:lnTo>
                <a:lnTo>
                  <a:pt x="1129" y="28"/>
                </a:lnTo>
                <a:lnTo>
                  <a:pt x="1049" y="28"/>
                </a:lnTo>
                <a:lnTo>
                  <a:pt x="1049" y="0"/>
                </a:lnTo>
                <a:moveTo>
                  <a:pt x="1180" y="0"/>
                </a:moveTo>
                <a:lnTo>
                  <a:pt x="1260" y="0"/>
                </a:lnTo>
                <a:lnTo>
                  <a:pt x="1260" y="28"/>
                </a:lnTo>
                <a:lnTo>
                  <a:pt x="1180" y="28"/>
                </a:lnTo>
                <a:lnTo>
                  <a:pt x="1180" y="0"/>
                </a:lnTo>
                <a:moveTo>
                  <a:pt x="1312" y="0"/>
                </a:moveTo>
                <a:lnTo>
                  <a:pt x="1391" y="0"/>
                </a:lnTo>
                <a:lnTo>
                  <a:pt x="1391" y="28"/>
                </a:lnTo>
                <a:lnTo>
                  <a:pt x="1312" y="28"/>
                </a:lnTo>
                <a:lnTo>
                  <a:pt x="1312" y="0"/>
                </a:lnTo>
                <a:moveTo>
                  <a:pt x="1443" y="0"/>
                </a:moveTo>
                <a:lnTo>
                  <a:pt x="1522" y="0"/>
                </a:lnTo>
                <a:lnTo>
                  <a:pt x="1522" y="28"/>
                </a:lnTo>
                <a:lnTo>
                  <a:pt x="1443" y="28"/>
                </a:lnTo>
                <a:lnTo>
                  <a:pt x="1443" y="0"/>
                </a:lnTo>
                <a:moveTo>
                  <a:pt x="1574" y="0"/>
                </a:moveTo>
                <a:lnTo>
                  <a:pt x="1653" y="0"/>
                </a:lnTo>
                <a:lnTo>
                  <a:pt x="1653" y="28"/>
                </a:lnTo>
                <a:lnTo>
                  <a:pt x="1574" y="28"/>
                </a:lnTo>
                <a:lnTo>
                  <a:pt x="1574" y="0"/>
                </a:lnTo>
                <a:moveTo>
                  <a:pt x="1705" y="0"/>
                </a:moveTo>
                <a:lnTo>
                  <a:pt x="1785" y="0"/>
                </a:lnTo>
                <a:lnTo>
                  <a:pt x="1785" y="28"/>
                </a:lnTo>
                <a:lnTo>
                  <a:pt x="1705" y="28"/>
                </a:lnTo>
                <a:lnTo>
                  <a:pt x="1705" y="0"/>
                </a:lnTo>
                <a:moveTo>
                  <a:pt x="1836" y="0"/>
                </a:moveTo>
                <a:lnTo>
                  <a:pt x="1916" y="0"/>
                </a:lnTo>
                <a:lnTo>
                  <a:pt x="1916" y="28"/>
                </a:lnTo>
                <a:lnTo>
                  <a:pt x="1836" y="28"/>
                </a:lnTo>
                <a:lnTo>
                  <a:pt x="1836" y="0"/>
                </a:lnTo>
                <a:moveTo>
                  <a:pt x="1968" y="0"/>
                </a:moveTo>
                <a:lnTo>
                  <a:pt x="2047" y="0"/>
                </a:lnTo>
                <a:lnTo>
                  <a:pt x="2047" y="28"/>
                </a:lnTo>
                <a:lnTo>
                  <a:pt x="1968" y="28"/>
                </a:lnTo>
                <a:lnTo>
                  <a:pt x="1968" y="0"/>
                </a:lnTo>
                <a:moveTo>
                  <a:pt x="2099" y="0"/>
                </a:moveTo>
                <a:lnTo>
                  <a:pt x="2178" y="0"/>
                </a:lnTo>
                <a:lnTo>
                  <a:pt x="2178" y="28"/>
                </a:lnTo>
                <a:lnTo>
                  <a:pt x="2099" y="28"/>
                </a:lnTo>
                <a:lnTo>
                  <a:pt x="2099" y="0"/>
                </a:lnTo>
                <a:moveTo>
                  <a:pt x="2230" y="0"/>
                </a:moveTo>
                <a:lnTo>
                  <a:pt x="2309" y="0"/>
                </a:lnTo>
                <a:lnTo>
                  <a:pt x="2309" y="28"/>
                </a:lnTo>
                <a:lnTo>
                  <a:pt x="2230" y="28"/>
                </a:lnTo>
                <a:lnTo>
                  <a:pt x="2230" y="0"/>
                </a:lnTo>
                <a:moveTo>
                  <a:pt x="2361" y="0"/>
                </a:moveTo>
                <a:lnTo>
                  <a:pt x="2440" y="0"/>
                </a:lnTo>
                <a:lnTo>
                  <a:pt x="2440" y="28"/>
                </a:lnTo>
                <a:lnTo>
                  <a:pt x="2361" y="28"/>
                </a:lnTo>
                <a:lnTo>
                  <a:pt x="2361" y="0"/>
                </a:lnTo>
                <a:moveTo>
                  <a:pt x="2492" y="0"/>
                </a:moveTo>
                <a:lnTo>
                  <a:pt x="2572" y="0"/>
                </a:lnTo>
                <a:lnTo>
                  <a:pt x="2572" y="28"/>
                </a:lnTo>
                <a:lnTo>
                  <a:pt x="2492" y="28"/>
                </a:lnTo>
                <a:lnTo>
                  <a:pt x="2492" y="0"/>
                </a:lnTo>
                <a:moveTo>
                  <a:pt x="2623" y="0"/>
                </a:moveTo>
                <a:lnTo>
                  <a:pt x="2704" y="0"/>
                </a:lnTo>
                <a:lnTo>
                  <a:pt x="2704" y="28"/>
                </a:lnTo>
                <a:lnTo>
                  <a:pt x="2623" y="28"/>
                </a:lnTo>
                <a:lnTo>
                  <a:pt x="2623" y="0"/>
                </a:lnTo>
                <a:moveTo>
                  <a:pt x="2756" y="0"/>
                </a:moveTo>
                <a:lnTo>
                  <a:pt x="2835" y="0"/>
                </a:lnTo>
                <a:lnTo>
                  <a:pt x="2835" y="28"/>
                </a:lnTo>
                <a:lnTo>
                  <a:pt x="2756" y="28"/>
                </a:lnTo>
                <a:lnTo>
                  <a:pt x="2756" y="0"/>
                </a:lnTo>
                <a:moveTo>
                  <a:pt x="2887" y="0"/>
                </a:moveTo>
                <a:lnTo>
                  <a:pt x="2966" y="0"/>
                </a:lnTo>
                <a:lnTo>
                  <a:pt x="2966" y="28"/>
                </a:lnTo>
                <a:lnTo>
                  <a:pt x="2887" y="28"/>
                </a:lnTo>
                <a:lnTo>
                  <a:pt x="2887" y="0"/>
                </a:lnTo>
                <a:moveTo>
                  <a:pt x="3018" y="0"/>
                </a:moveTo>
                <a:lnTo>
                  <a:pt x="3097" y="0"/>
                </a:lnTo>
                <a:lnTo>
                  <a:pt x="3097" y="28"/>
                </a:lnTo>
                <a:lnTo>
                  <a:pt x="3018" y="28"/>
                </a:lnTo>
                <a:lnTo>
                  <a:pt x="3018" y="0"/>
                </a:lnTo>
                <a:moveTo>
                  <a:pt x="3149" y="0"/>
                </a:moveTo>
                <a:lnTo>
                  <a:pt x="3229" y="0"/>
                </a:lnTo>
                <a:lnTo>
                  <a:pt x="3229" y="28"/>
                </a:lnTo>
                <a:lnTo>
                  <a:pt x="3149" y="28"/>
                </a:lnTo>
                <a:lnTo>
                  <a:pt x="3149" y="0"/>
                </a:lnTo>
                <a:moveTo>
                  <a:pt x="3280" y="0"/>
                </a:moveTo>
                <a:lnTo>
                  <a:pt x="3360" y="0"/>
                </a:lnTo>
                <a:lnTo>
                  <a:pt x="3360" y="28"/>
                </a:lnTo>
                <a:lnTo>
                  <a:pt x="3280" y="28"/>
                </a:lnTo>
                <a:lnTo>
                  <a:pt x="3280" y="0"/>
                </a:lnTo>
                <a:moveTo>
                  <a:pt x="3412" y="0"/>
                </a:moveTo>
                <a:lnTo>
                  <a:pt x="3491" y="0"/>
                </a:lnTo>
                <a:lnTo>
                  <a:pt x="3491" y="28"/>
                </a:lnTo>
                <a:lnTo>
                  <a:pt x="3412" y="28"/>
                </a:lnTo>
                <a:lnTo>
                  <a:pt x="3412" y="0"/>
                </a:lnTo>
                <a:moveTo>
                  <a:pt x="3543" y="0"/>
                </a:moveTo>
                <a:lnTo>
                  <a:pt x="3622" y="0"/>
                </a:lnTo>
                <a:lnTo>
                  <a:pt x="3622" y="28"/>
                </a:lnTo>
                <a:lnTo>
                  <a:pt x="3543" y="28"/>
                </a:lnTo>
                <a:lnTo>
                  <a:pt x="3543" y="0"/>
                </a:lnTo>
                <a:moveTo>
                  <a:pt x="3674" y="0"/>
                </a:moveTo>
                <a:lnTo>
                  <a:pt x="3753" y="0"/>
                </a:lnTo>
                <a:lnTo>
                  <a:pt x="3753" y="28"/>
                </a:lnTo>
                <a:lnTo>
                  <a:pt x="3674" y="28"/>
                </a:lnTo>
                <a:lnTo>
                  <a:pt x="3674" y="0"/>
                </a:lnTo>
                <a:moveTo>
                  <a:pt x="3805" y="0"/>
                </a:moveTo>
                <a:lnTo>
                  <a:pt x="3885" y="0"/>
                </a:lnTo>
                <a:lnTo>
                  <a:pt x="3885" y="28"/>
                </a:lnTo>
                <a:lnTo>
                  <a:pt x="3805" y="28"/>
                </a:lnTo>
                <a:lnTo>
                  <a:pt x="3805" y="0"/>
                </a:lnTo>
                <a:moveTo>
                  <a:pt x="3936" y="0"/>
                </a:moveTo>
                <a:lnTo>
                  <a:pt x="4016" y="0"/>
                </a:lnTo>
                <a:lnTo>
                  <a:pt x="4016" y="28"/>
                </a:lnTo>
                <a:lnTo>
                  <a:pt x="3936" y="28"/>
                </a:lnTo>
                <a:lnTo>
                  <a:pt x="3936" y="0"/>
                </a:lnTo>
                <a:moveTo>
                  <a:pt x="4068" y="0"/>
                </a:moveTo>
                <a:lnTo>
                  <a:pt x="4147" y="0"/>
                </a:lnTo>
                <a:lnTo>
                  <a:pt x="4147" y="28"/>
                </a:lnTo>
                <a:lnTo>
                  <a:pt x="4068" y="28"/>
                </a:lnTo>
                <a:lnTo>
                  <a:pt x="4068" y="0"/>
                </a:lnTo>
                <a:moveTo>
                  <a:pt x="4199" y="0"/>
                </a:moveTo>
                <a:lnTo>
                  <a:pt x="4278" y="0"/>
                </a:lnTo>
                <a:lnTo>
                  <a:pt x="4278" y="28"/>
                </a:lnTo>
                <a:lnTo>
                  <a:pt x="4199" y="28"/>
                </a:lnTo>
                <a:lnTo>
                  <a:pt x="4199" y="0"/>
                </a:lnTo>
                <a:moveTo>
                  <a:pt x="4330" y="0"/>
                </a:moveTo>
                <a:lnTo>
                  <a:pt x="4409" y="0"/>
                </a:lnTo>
                <a:lnTo>
                  <a:pt x="4409" y="28"/>
                </a:lnTo>
                <a:lnTo>
                  <a:pt x="4330" y="28"/>
                </a:lnTo>
                <a:lnTo>
                  <a:pt x="4330" y="0"/>
                </a:lnTo>
                <a:moveTo>
                  <a:pt x="4461" y="0"/>
                </a:moveTo>
                <a:lnTo>
                  <a:pt x="4540" y="0"/>
                </a:lnTo>
                <a:lnTo>
                  <a:pt x="4540" y="28"/>
                </a:lnTo>
                <a:lnTo>
                  <a:pt x="4461" y="28"/>
                </a:lnTo>
                <a:lnTo>
                  <a:pt x="4461" y="0"/>
                </a:lnTo>
                <a:moveTo>
                  <a:pt x="4592" y="0"/>
                </a:moveTo>
                <a:lnTo>
                  <a:pt x="4672" y="0"/>
                </a:lnTo>
                <a:lnTo>
                  <a:pt x="4672" y="28"/>
                </a:lnTo>
                <a:lnTo>
                  <a:pt x="4592" y="28"/>
                </a:lnTo>
                <a:lnTo>
                  <a:pt x="4592" y="0"/>
                </a:lnTo>
                <a:moveTo>
                  <a:pt x="4723" y="0"/>
                </a:moveTo>
                <a:lnTo>
                  <a:pt x="4803" y="0"/>
                </a:lnTo>
                <a:lnTo>
                  <a:pt x="4803" y="28"/>
                </a:lnTo>
                <a:lnTo>
                  <a:pt x="4723" y="28"/>
                </a:lnTo>
                <a:lnTo>
                  <a:pt x="4723" y="0"/>
                </a:lnTo>
                <a:moveTo>
                  <a:pt x="4855" y="0"/>
                </a:moveTo>
                <a:lnTo>
                  <a:pt x="4934" y="0"/>
                </a:lnTo>
                <a:lnTo>
                  <a:pt x="4934" y="28"/>
                </a:lnTo>
                <a:lnTo>
                  <a:pt x="4855" y="28"/>
                </a:lnTo>
                <a:lnTo>
                  <a:pt x="4855" y="0"/>
                </a:lnTo>
                <a:moveTo>
                  <a:pt x="4986" y="0"/>
                </a:moveTo>
                <a:lnTo>
                  <a:pt x="5065" y="0"/>
                </a:lnTo>
                <a:lnTo>
                  <a:pt x="5065" y="28"/>
                </a:lnTo>
                <a:lnTo>
                  <a:pt x="4986" y="28"/>
                </a:lnTo>
                <a:lnTo>
                  <a:pt x="4986" y="0"/>
                </a:lnTo>
                <a:moveTo>
                  <a:pt x="5117" y="0"/>
                </a:moveTo>
                <a:lnTo>
                  <a:pt x="5196" y="0"/>
                </a:lnTo>
                <a:lnTo>
                  <a:pt x="5196" y="28"/>
                </a:lnTo>
                <a:lnTo>
                  <a:pt x="5117" y="28"/>
                </a:lnTo>
                <a:lnTo>
                  <a:pt x="5117" y="0"/>
                </a:lnTo>
                <a:moveTo>
                  <a:pt x="5248" y="0"/>
                </a:moveTo>
                <a:lnTo>
                  <a:pt x="5328" y="0"/>
                </a:lnTo>
                <a:lnTo>
                  <a:pt x="5328" y="28"/>
                </a:lnTo>
                <a:lnTo>
                  <a:pt x="5248" y="28"/>
                </a:lnTo>
                <a:lnTo>
                  <a:pt x="5248" y="0"/>
                </a:lnTo>
                <a:moveTo>
                  <a:pt x="5379" y="0"/>
                </a:moveTo>
                <a:lnTo>
                  <a:pt x="5459" y="0"/>
                </a:lnTo>
                <a:lnTo>
                  <a:pt x="5459" y="28"/>
                </a:lnTo>
                <a:lnTo>
                  <a:pt x="5379" y="28"/>
                </a:lnTo>
                <a:lnTo>
                  <a:pt x="5379" y="0"/>
                </a:lnTo>
                <a:moveTo>
                  <a:pt x="5511" y="0"/>
                </a:moveTo>
                <a:lnTo>
                  <a:pt x="5590" y="0"/>
                </a:lnTo>
                <a:lnTo>
                  <a:pt x="5590" y="28"/>
                </a:lnTo>
                <a:lnTo>
                  <a:pt x="5511" y="28"/>
                </a:lnTo>
                <a:lnTo>
                  <a:pt x="5511" y="0"/>
                </a:lnTo>
                <a:moveTo>
                  <a:pt x="5642" y="0"/>
                </a:moveTo>
                <a:lnTo>
                  <a:pt x="5721" y="0"/>
                </a:lnTo>
                <a:lnTo>
                  <a:pt x="5721" y="28"/>
                </a:lnTo>
                <a:lnTo>
                  <a:pt x="5642" y="28"/>
                </a:lnTo>
                <a:lnTo>
                  <a:pt x="5642" y="0"/>
                </a:lnTo>
                <a:moveTo>
                  <a:pt x="5773" y="0"/>
                </a:moveTo>
                <a:lnTo>
                  <a:pt x="5852" y="0"/>
                </a:lnTo>
                <a:lnTo>
                  <a:pt x="5852" y="28"/>
                </a:lnTo>
                <a:lnTo>
                  <a:pt x="5773" y="28"/>
                </a:lnTo>
                <a:lnTo>
                  <a:pt x="5773" y="0"/>
                </a:lnTo>
                <a:moveTo>
                  <a:pt x="5904" y="0"/>
                </a:moveTo>
                <a:lnTo>
                  <a:pt x="5984" y="0"/>
                </a:lnTo>
                <a:lnTo>
                  <a:pt x="5984" y="28"/>
                </a:lnTo>
                <a:lnTo>
                  <a:pt x="5904" y="28"/>
                </a:lnTo>
                <a:lnTo>
                  <a:pt x="5904" y="0"/>
                </a:lnTo>
                <a:moveTo>
                  <a:pt x="6035" y="0"/>
                </a:moveTo>
                <a:lnTo>
                  <a:pt x="6115" y="0"/>
                </a:lnTo>
                <a:lnTo>
                  <a:pt x="6115" y="28"/>
                </a:lnTo>
                <a:lnTo>
                  <a:pt x="6035" y="28"/>
                </a:lnTo>
                <a:lnTo>
                  <a:pt x="6035" y="0"/>
                </a:lnTo>
                <a:moveTo>
                  <a:pt x="6167" y="0"/>
                </a:moveTo>
                <a:lnTo>
                  <a:pt x="6246" y="0"/>
                </a:lnTo>
                <a:lnTo>
                  <a:pt x="6246" y="28"/>
                </a:lnTo>
                <a:lnTo>
                  <a:pt x="6167" y="28"/>
                </a:lnTo>
                <a:lnTo>
                  <a:pt x="6167" y="0"/>
                </a:lnTo>
                <a:moveTo>
                  <a:pt x="6298" y="0"/>
                </a:moveTo>
                <a:lnTo>
                  <a:pt x="6377" y="0"/>
                </a:lnTo>
                <a:lnTo>
                  <a:pt x="6377" y="28"/>
                </a:lnTo>
                <a:lnTo>
                  <a:pt x="6298" y="28"/>
                </a:lnTo>
                <a:lnTo>
                  <a:pt x="629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39360" y="4584600"/>
            <a:ext cx="4700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Verdieping loopt in milestone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Requirementsboom doorontwikkelen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57" name=""/>
          <p:cNvSpPr txBox="1"/>
          <p:nvPr/>
        </p:nvSpPr>
        <p:spPr>
          <a:xfrm>
            <a:off x="439920" y="1434240"/>
            <a:ext cx="75171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Loop het wensen- en eisenpakket door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457200" y="2051280"/>
            <a:ext cx="6657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74151"/>
                </a:solidFill>
                <a:latin typeface="Arial"/>
                <a:ea typeface="Arial"/>
              </a:rPr>
              <a:t>Voordat we gaan bouwen moeten we scherp hebben wat we willen en wat we moeten kunnen.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1599840" y="2752560"/>
            <a:ext cx="400680" cy="9720"/>
          </a:xfrm>
          <a:custGeom>
            <a:avLst/>
            <a:gdLst/>
            <a:ahLst/>
            <a:rect l="0" t="0" r="r" b="b"/>
            <a:pathLst>
              <a:path w="1113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7"/>
                </a:lnTo>
                <a:lnTo>
                  <a:pt x="129" y="27"/>
                </a:lnTo>
                <a:lnTo>
                  <a:pt x="129" y="0"/>
                </a:lnTo>
                <a:moveTo>
                  <a:pt x="258" y="0"/>
                </a:moveTo>
                <a:lnTo>
                  <a:pt x="338" y="0"/>
                </a:lnTo>
                <a:lnTo>
                  <a:pt x="338" y="27"/>
                </a:lnTo>
                <a:lnTo>
                  <a:pt x="258" y="27"/>
                </a:lnTo>
                <a:lnTo>
                  <a:pt x="258" y="0"/>
                </a:lnTo>
                <a:moveTo>
                  <a:pt x="387" y="0"/>
                </a:moveTo>
                <a:lnTo>
                  <a:pt x="467" y="0"/>
                </a:lnTo>
                <a:lnTo>
                  <a:pt x="467" y="27"/>
                </a:lnTo>
                <a:lnTo>
                  <a:pt x="387" y="27"/>
                </a:lnTo>
                <a:lnTo>
                  <a:pt x="387" y="0"/>
                </a:lnTo>
                <a:moveTo>
                  <a:pt x="516" y="0"/>
                </a:moveTo>
                <a:lnTo>
                  <a:pt x="597" y="0"/>
                </a:lnTo>
                <a:lnTo>
                  <a:pt x="597" y="27"/>
                </a:lnTo>
                <a:lnTo>
                  <a:pt x="516" y="27"/>
                </a:lnTo>
                <a:lnTo>
                  <a:pt x="516" y="0"/>
                </a:lnTo>
                <a:moveTo>
                  <a:pt x="646" y="0"/>
                </a:moveTo>
                <a:lnTo>
                  <a:pt x="726" y="0"/>
                </a:lnTo>
                <a:lnTo>
                  <a:pt x="726" y="27"/>
                </a:lnTo>
                <a:lnTo>
                  <a:pt x="646" y="27"/>
                </a:lnTo>
                <a:lnTo>
                  <a:pt x="646" y="0"/>
                </a:lnTo>
                <a:moveTo>
                  <a:pt x="775" y="0"/>
                </a:moveTo>
                <a:lnTo>
                  <a:pt x="855" y="0"/>
                </a:lnTo>
                <a:lnTo>
                  <a:pt x="855" y="27"/>
                </a:lnTo>
                <a:lnTo>
                  <a:pt x="775" y="27"/>
                </a:lnTo>
                <a:lnTo>
                  <a:pt x="775" y="0"/>
                </a:lnTo>
                <a:moveTo>
                  <a:pt x="904" y="0"/>
                </a:moveTo>
                <a:lnTo>
                  <a:pt x="984" y="0"/>
                </a:lnTo>
                <a:lnTo>
                  <a:pt x="984" y="27"/>
                </a:lnTo>
                <a:lnTo>
                  <a:pt x="904" y="27"/>
                </a:lnTo>
                <a:lnTo>
                  <a:pt x="904" y="0"/>
                </a:lnTo>
                <a:moveTo>
                  <a:pt x="1033" y="0"/>
                </a:moveTo>
                <a:lnTo>
                  <a:pt x="1113" y="0"/>
                </a:lnTo>
                <a:lnTo>
                  <a:pt x="1113" y="27"/>
                </a:lnTo>
                <a:lnTo>
                  <a:pt x="1033" y="27"/>
                </a:lnTo>
                <a:lnTo>
                  <a:pt x="103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>
            <a:off x="447480" y="3019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7200" y="2573280"/>
            <a:ext cx="192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Drie vragen, via PR 82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447480" y="33238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39360" y="2965680"/>
            <a:ext cx="819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mis je?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447480" y="36194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639360" y="3270240"/>
            <a:ext cx="1334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staat er goed?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39360" y="3565440"/>
            <a:ext cx="1469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Is dit de juiste vorm?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4781520" y="3019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789080" y="2570760"/>
            <a:ext cx="18324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Hulp bij het doorlopen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4781520" y="33238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4971240" y="2965680"/>
            <a:ext cx="3545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sessie van een uur per leverancier, via Teams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971240" y="3270240"/>
            <a:ext cx="2183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wekelijkse inloop op vrijdag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80" name=""/>
          <p:cNvSpPr txBox="1"/>
          <p:nvPr/>
        </p:nvSpPr>
        <p:spPr>
          <a:xfrm>
            <a:off x="440964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2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388960" y="2566440"/>
            <a:ext cx="54612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Branching en release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90" name=""/>
          <p:cNvSpPr txBox="1"/>
          <p:nvPr/>
        </p:nvSpPr>
        <p:spPr>
          <a:xfrm>
            <a:off x="365760" y="217080"/>
            <a:ext cx="21481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dd784b"/>
                </a:solidFill>
                <a:latin typeface="Arial"/>
                <a:ea typeface="Arial"/>
              </a:rPr>
              <a:t>Branchmodel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2643120" y="633240"/>
            <a:ext cx="4048200" cy="4439160"/>
          </a:xfrm>
          <a:custGeom>
            <a:avLst/>
            <a:gdLst/>
            <a:ahLst/>
            <a:rect l="0" t="0" r="r" b="b"/>
            <a:pathLst>
              <a:path w="11245" h="12331">
                <a:moveTo>
                  <a:pt x="0" y="12132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1047" y="0"/>
                </a:lnTo>
                <a:cubicBezTo>
                  <a:pt x="11060" y="0"/>
                  <a:pt x="11073" y="1"/>
                  <a:pt x="11086" y="4"/>
                </a:cubicBezTo>
                <a:cubicBezTo>
                  <a:pt x="11099" y="6"/>
                  <a:pt x="11111" y="10"/>
                  <a:pt x="11123" y="15"/>
                </a:cubicBezTo>
                <a:cubicBezTo>
                  <a:pt x="11135" y="20"/>
                  <a:pt x="11146" y="26"/>
                  <a:pt x="11157" y="33"/>
                </a:cubicBezTo>
                <a:cubicBezTo>
                  <a:pt x="11168" y="41"/>
                  <a:pt x="11178" y="49"/>
                  <a:pt x="11187" y="58"/>
                </a:cubicBezTo>
                <a:cubicBezTo>
                  <a:pt x="11197" y="67"/>
                  <a:pt x="11205" y="77"/>
                  <a:pt x="11212" y="88"/>
                </a:cubicBezTo>
                <a:cubicBezTo>
                  <a:pt x="11219" y="99"/>
                  <a:pt x="11225" y="110"/>
                  <a:pt x="11230" y="122"/>
                </a:cubicBezTo>
                <a:cubicBezTo>
                  <a:pt x="11235" y="135"/>
                  <a:pt x="11239" y="147"/>
                  <a:pt x="11242" y="160"/>
                </a:cubicBezTo>
                <a:cubicBezTo>
                  <a:pt x="11244" y="172"/>
                  <a:pt x="11245" y="185"/>
                  <a:pt x="11245" y="198"/>
                </a:cubicBezTo>
                <a:lnTo>
                  <a:pt x="11245" y="12132"/>
                </a:lnTo>
                <a:cubicBezTo>
                  <a:pt x="11245" y="12145"/>
                  <a:pt x="11244" y="12158"/>
                  <a:pt x="11242" y="12171"/>
                </a:cubicBezTo>
                <a:cubicBezTo>
                  <a:pt x="11239" y="12184"/>
                  <a:pt x="11235" y="12196"/>
                  <a:pt x="11230" y="12208"/>
                </a:cubicBezTo>
                <a:cubicBezTo>
                  <a:pt x="11225" y="12220"/>
                  <a:pt x="11219" y="12232"/>
                  <a:pt x="11212" y="12242"/>
                </a:cubicBezTo>
                <a:cubicBezTo>
                  <a:pt x="11205" y="12253"/>
                  <a:pt x="11197" y="12263"/>
                  <a:pt x="11187" y="12272"/>
                </a:cubicBezTo>
                <a:cubicBezTo>
                  <a:pt x="11178" y="12282"/>
                  <a:pt x="11168" y="12290"/>
                  <a:pt x="11157" y="12297"/>
                </a:cubicBezTo>
                <a:cubicBezTo>
                  <a:pt x="11146" y="12304"/>
                  <a:pt x="11135" y="12310"/>
                  <a:pt x="11123" y="12315"/>
                </a:cubicBezTo>
                <a:cubicBezTo>
                  <a:pt x="11111" y="12320"/>
                  <a:pt x="11099" y="12324"/>
                  <a:pt x="11086" y="12327"/>
                </a:cubicBezTo>
                <a:cubicBezTo>
                  <a:pt x="11073" y="12329"/>
                  <a:pt x="11060" y="12331"/>
                  <a:pt x="11047" y="12331"/>
                </a:cubicBezTo>
                <a:lnTo>
                  <a:pt x="198" y="12331"/>
                </a:lnTo>
                <a:cubicBezTo>
                  <a:pt x="185" y="12331"/>
                  <a:pt x="172" y="12329"/>
                  <a:pt x="159" y="12327"/>
                </a:cubicBezTo>
                <a:cubicBezTo>
                  <a:pt x="147" y="12324"/>
                  <a:pt x="134" y="12320"/>
                  <a:pt x="122" y="12315"/>
                </a:cubicBezTo>
                <a:cubicBezTo>
                  <a:pt x="110" y="12310"/>
                  <a:pt x="99" y="12304"/>
                  <a:pt x="88" y="12297"/>
                </a:cubicBezTo>
                <a:cubicBezTo>
                  <a:pt x="77" y="12290"/>
                  <a:pt x="67" y="12282"/>
                  <a:pt x="58" y="12272"/>
                </a:cubicBezTo>
                <a:cubicBezTo>
                  <a:pt x="49" y="12263"/>
                  <a:pt x="40" y="12253"/>
                  <a:pt x="33" y="12242"/>
                </a:cubicBezTo>
                <a:cubicBezTo>
                  <a:pt x="26" y="12232"/>
                  <a:pt x="20" y="12220"/>
                  <a:pt x="15" y="12208"/>
                </a:cubicBezTo>
                <a:cubicBezTo>
                  <a:pt x="10" y="12196"/>
                  <a:pt x="6" y="12184"/>
                  <a:pt x="3" y="12171"/>
                </a:cubicBezTo>
                <a:cubicBezTo>
                  <a:pt x="1" y="12158"/>
                  <a:pt x="0" y="12145"/>
                  <a:pt x="0" y="12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2643120" y="633240"/>
            <a:ext cx="4048200" cy="4439160"/>
          </a:xfrm>
          <a:custGeom>
            <a:avLst/>
            <a:gdLst/>
            <a:ahLst/>
            <a:rect l="0" t="0" r="r" b="b"/>
            <a:pathLst>
              <a:path w="11245" h="12331">
                <a:moveTo>
                  <a:pt x="0" y="12132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1047" y="0"/>
                </a:lnTo>
                <a:cubicBezTo>
                  <a:pt x="11060" y="0"/>
                  <a:pt x="11073" y="1"/>
                  <a:pt x="11086" y="4"/>
                </a:cubicBezTo>
                <a:cubicBezTo>
                  <a:pt x="11099" y="6"/>
                  <a:pt x="11111" y="10"/>
                  <a:pt x="11123" y="15"/>
                </a:cubicBezTo>
                <a:cubicBezTo>
                  <a:pt x="11135" y="20"/>
                  <a:pt x="11146" y="26"/>
                  <a:pt x="11157" y="33"/>
                </a:cubicBezTo>
                <a:cubicBezTo>
                  <a:pt x="11168" y="41"/>
                  <a:pt x="11178" y="49"/>
                  <a:pt x="11187" y="58"/>
                </a:cubicBezTo>
                <a:cubicBezTo>
                  <a:pt x="11197" y="67"/>
                  <a:pt x="11205" y="77"/>
                  <a:pt x="11212" y="88"/>
                </a:cubicBezTo>
                <a:cubicBezTo>
                  <a:pt x="11219" y="99"/>
                  <a:pt x="11225" y="110"/>
                  <a:pt x="11230" y="122"/>
                </a:cubicBezTo>
                <a:cubicBezTo>
                  <a:pt x="11235" y="135"/>
                  <a:pt x="11239" y="147"/>
                  <a:pt x="11242" y="160"/>
                </a:cubicBezTo>
                <a:cubicBezTo>
                  <a:pt x="11244" y="172"/>
                  <a:pt x="11245" y="185"/>
                  <a:pt x="11245" y="198"/>
                </a:cubicBezTo>
                <a:lnTo>
                  <a:pt x="11245" y="12132"/>
                </a:lnTo>
                <a:cubicBezTo>
                  <a:pt x="11245" y="12145"/>
                  <a:pt x="11244" y="12158"/>
                  <a:pt x="11242" y="12171"/>
                </a:cubicBezTo>
                <a:cubicBezTo>
                  <a:pt x="11239" y="12184"/>
                  <a:pt x="11235" y="12196"/>
                  <a:pt x="11230" y="12208"/>
                </a:cubicBezTo>
                <a:cubicBezTo>
                  <a:pt x="11225" y="12220"/>
                  <a:pt x="11219" y="12232"/>
                  <a:pt x="11212" y="12242"/>
                </a:cubicBezTo>
                <a:cubicBezTo>
                  <a:pt x="11205" y="12253"/>
                  <a:pt x="11197" y="12263"/>
                  <a:pt x="11187" y="12272"/>
                </a:cubicBezTo>
                <a:cubicBezTo>
                  <a:pt x="11178" y="12282"/>
                  <a:pt x="11168" y="12290"/>
                  <a:pt x="11157" y="12297"/>
                </a:cubicBezTo>
                <a:cubicBezTo>
                  <a:pt x="11146" y="12304"/>
                  <a:pt x="11135" y="12310"/>
                  <a:pt x="11123" y="12315"/>
                </a:cubicBezTo>
                <a:cubicBezTo>
                  <a:pt x="11111" y="12320"/>
                  <a:pt x="11099" y="12324"/>
                  <a:pt x="11086" y="12327"/>
                </a:cubicBezTo>
                <a:cubicBezTo>
                  <a:pt x="11073" y="12329"/>
                  <a:pt x="11060" y="12331"/>
                  <a:pt x="11047" y="12331"/>
                </a:cubicBezTo>
                <a:lnTo>
                  <a:pt x="198" y="12331"/>
                </a:lnTo>
                <a:cubicBezTo>
                  <a:pt x="185" y="12331"/>
                  <a:pt x="172" y="12329"/>
                  <a:pt x="159" y="12327"/>
                </a:cubicBezTo>
                <a:cubicBezTo>
                  <a:pt x="147" y="12324"/>
                  <a:pt x="134" y="12320"/>
                  <a:pt x="122" y="12315"/>
                </a:cubicBezTo>
                <a:cubicBezTo>
                  <a:pt x="110" y="12310"/>
                  <a:pt x="99" y="12304"/>
                  <a:pt x="88" y="12297"/>
                </a:cubicBezTo>
                <a:cubicBezTo>
                  <a:pt x="77" y="12290"/>
                  <a:pt x="67" y="12282"/>
                  <a:pt x="58" y="12272"/>
                </a:cubicBezTo>
                <a:cubicBezTo>
                  <a:pt x="49" y="12263"/>
                  <a:pt x="40" y="12253"/>
                  <a:pt x="33" y="12242"/>
                </a:cubicBezTo>
                <a:cubicBezTo>
                  <a:pt x="26" y="12232"/>
                  <a:pt x="20" y="12220"/>
                  <a:pt x="15" y="12208"/>
                </a:cubicBezTo>
                <a:cubicBezTo>
                  <a:pt x="10" y="12196"/>
                  <a:pt x="6" y="12184"/>
                  <a:pt x="3" y="12171"/>
                </a:cubicBezTo>
                <a:cubicBezTo>
                  <a:pt x="1" y="12158"/>
                  <a:pt x="0" y="12145"/>
                  <a:pt x="0" y="12132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2"/>
          <a:stretch/>
        </p:blipFill>
        <p:spPr>
          <a:xfrm>
            <a:off x="2647800" y="638280"/>
            <a:ext cx="4038120" cy="4428720"/>
          </a:xfrm>
          <a:prstGeom prst="rect">
            <a:avLst/>
          </a:prstGeom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356560" y="372600"/>
            <a:ext cx="1332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Voorstel, Public PR 81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0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03" name=""/>
          <p:cNvSpPr/>
          <p:nvPr/>
        </p:nvSpPr>
        <p:spPr>
          <a:xfrm>
            <a:off x="1397520" y="1884240"/>
            <a:ext cx="966960" cy="0"/>
          </a:xfrm>
          <a:custGeom>
            <a:avLst/>
            <a:gdLst/>
            <a:ahLst/>
            <a:rect l="0" t="0" r="r" b="b"/>
            <a:pathLst>
              <a:path fill="none" w="2686" h="0">
                <a:moveTo>
                  <a:pt x="0" y="0"/>
                </a:moveTo>
                <a:lnTo>
                  <a:pt x="228" y="0"/>
                </a:lnTo>
                <a:cubicBezTo>
                  <a:pt x="457" y="0"/>
                  <a:pt x="914" y="0"/>
                  <a:pt x="1362" y="0"/>
                </a:cubicBezTo>
                <a:cubicBezTo>
                  <a:pt x="1809" y="0"/>
                  <a:pt x="2248" y="0"/>
                  <a:pt x="2467" y="0"/>
                </a:cubicBezTo>
                <a:lnTo>
                  <a:pt x="2686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234432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234252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8" y="9"/>
                </a:moveTo>
                <a:lnTo>
                  <a:pt x="28" y="14"/>
                </a:lnTo>
                <a:lnTo>
                  <a:pt x="23" y="24"/>
                </a:lnTo>
                <a:lnTo>
                  <a:pt x="13" y="19"/>
                </a:lnTo>
                <a:lnTo>
                  <a:pt x="18" y="9"/>
                </a:lnTo>
                <a:moveTo>
                  <a:pt x="28" y="14"/>
                </a:moveTo>
                <a:lnTo>
                  <a:pt x="38" y="19"/>
                </a:lnTo>
                <a:lnTo>
                  <a:pt x="33" y="29"/>
                </a:lnTo>
                <a:lnTo>
                  <a:pt x="23" y="24"/>
                </a:lnTo>
                <a:lnTo>
                  <a:pt x="28" y="14"/>
                </a:lnTo>
                <a:moveTo>
                  <a:pt x="38" y="19"/>
                </a:moveTo>
                <a:lnTo>
                  <a:pt x="48" y="24"/>
                </a:lnTo>
                <a:lnTo>
                  <a:pt x="43" y="34"/>
                </a:lnTo>
                <a:lnTo>
                  <a:pt x="33" y="29"/>
                </a:lnTo>
                <a:lnTo>
                  <a:pt x="38" y="19"/>
                </a:lnTo>
                <a:moveTo>
                  <a:pt x="48" y="24"/>
                </a:moveTo>
                <a:lnTo>
                  <a:pt x="59" y="29"/>
                </a:lnTo>
                <a:lnTo>
                  <a:pt x="53" y="39"/>
                </a:lnTo>
                <a:lnTo>
                  <a:pt x="43" y="34"/>
                </a:lnTo>
                <a:lnTo>
                  <a:pt x="48" y="24"/>
                </a:lnTo>
                <a:moveTo>
                  <a:pt x="59" y="29"/>
                </a:moveTo>
                <a:lnTo>
                  <a:pt x="69" y="34"/>
                </a:lnTo>
                <a:lnTo>
                  <a:pt x="64" y="44"/>
                </a:lnTo>
                <a:lnTo>
                  <a:pt x="53" y="39"/>
                </a:lnTo>
                <a:lnTo>
                  <a:pt x="59" y="29"/>
                </a:lnTo>
                <a:moveTo>
                  <a:pt x="69" y="34"/>
                </a:moveTo>
                <a:lnTo>
                  <a:pt x="79" y="39"/>
                </a:lnTo>
                <a:lnTo>
                  <a:pt x="74" y="49"/>
                </a:lnTo>
                <a:lnTo>
                  <a:pt x="64" y="44"/>
                </a:lnTo>
                <a:lnTo>
                  <a:pt x="69" y="34"/>
                </a:lnTo>
                <a:moveTo>
                  <a:pt x="79" y="39"/>
                </a:moveTo>
                <a:lnTo>
                  <a:pt x="89" y="44"/>
                </a:lnTo>
                <a:lnTo>
                  <a:pt x="84" y="54"/>
                </a:lnTo>
                <a:lnTo>
                  <a:pt x="74" y="49"/>
                </a:lnTo>
                <a:lnTo>
                  <a:pt x="79" y="39"/>
                </a:lnTo>
                <a:moveTo>
                  <a:pt x="89" y="44"/>
                </a:moveTo>
                <a:lnTo>
                  <a:pt x="99" y="49"/>
                </a:lnTo>
                <a:lnTo>
                  <a:pt x="94" y="59"/>
                </a:lnTo>
                <a:lnTo>
                  <a:pt x="84" y="54"/>
                </a:lnTo>
                <a:lnTo>
                  <a:pt x="89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4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8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8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3" y="84"/>
                </a:lnTo>
                <a:lnTo>
                  <a:pt x="88" y="74"/>
                </a:lnTo>
                <a:lnTo>
                  <a:pt x="98" y="69"/>
                </a:lnTo>
                <a:lnTo>
                  <a:pt x="103" y="79"/>
                </a:lnTo>
                <a:moveTo>
                  <a:pt x="93" y="84"/>
                </a:moveTo>
                <a:lnTo>
                  <a:pt x="83" y="89"/>
                </a:lnTo>
                <a:lnTo>
                  <a:pt x="78" y="79"/>
                </a:lnTo>
                <a:lnTo>
                  <a:pt x="88" y="74"/>
                </a:lnTo>
                <a:lnTo>
                  <a:pt x="93" y="84"/>
                </a:lnTo>
                <a:moveTo>
                  <a:pt x="83" y="89"/>
                </a:moveTo>
                <a:lnTo>
                  <a:pt x="72" y="94"/>
                </a:lnTo>
                <a:lnTo>
                  <a:pt x="67" y="84"/>
                </a:lnTo>
                <a:lnTo>
                  <a:pt x="78" y="79"/>
                </a:lnTo>
                <a:lnTo>
                  <a:pt x="83" y="89"/>
                </a:lnTo>
                <a:moveTo>
                  <a:pt x="72" y="94"/>
                </a:moveTo>
                <a:lnTo>
                  <a:pt x="62" y="100"/>
                </a:lnTo>
                <a:lnTo>
                  <a:pt x="56" y="89"/>
                </a:lnTo>
                <a:lnTo>
                  <a:pt x="67" y="84"/>
                </a:lnTo>
                <a:lnTo>
                  <a:pt x="72" y="94"/>
                </a:lnTo>
                <a:moveTo>
                  <a:pt x="62" y="100"/>
                </a:moveTo>
                <a:lnTo>
                  <a:pt x="51" y="105"/>
                </a:lnTo>
                <a:lnTo>
                  <a:pt x="46" y="94"/>
                </a:lnTo>
                <a:lnTo>
                  <a:pt x="56" y="89"/>
                </a:lnTo>
                <a:lnTo>
                  <a:pt x="62" y="100"/>
                </a:lnTo>
                <a:moveTo>
                  <a:pt x="51" y="105"/>
                </a:moveTo>
                <a:lnTo>
                  <a:pt x="41" y="110"/>
                </a:lnTo>
                <a:lnTo>
                  <a:pt x="36" y="100"/>
                </a:lnTo>
                <a:lnTo>
                  <a:pt x="46" y="94"/>
                </a:lnTo>
                <a:lnTo>
                  <a:pt x="51" y="105"/>
                </a:lnTo>
                <a:moveTo>
                  <a:pt x="41" y="110"/>
                </a:moveTo>
                <a:lnTo>
                  <a:pt x="31" y="115"/>
                </a:lnTo>
                <a:lnTo>
                  <a:pt x="26" y="105"/>
                </a:lnTo>
                <a:lnTo>
                  <a:pt x="36" y="100"/>
                </a:lnTo>
                <a:lnTo>
                  <a:pt x="41" y="110"/>
                </a:lnTo>
                <a:moveTo>
                  <a:pt x="31" y="115"/>
                </a:moveTo>
                <a:lnTo>
                  <a:pt x="21" y="120"/>
                </a:lnTo>
                <a:lnTo>
                  <a:pt x="16" y="110"/>
                </a:lnTo>
                <a:lnTo>
                  <a:pt x="26" y="105"/>
                </a:lnTo>
                <a:lnTo>
                  <a:pt x="31" y="115"/>
                </a:lnTo>
                <a:moveTo>
                  <a:pt x="21" y="120"/>
                </a:moveTo>
                <a:lnTo>
                  <a:pt x="11" y="125"/>
                </a:lnTo>
                <a:lnTo>
                  <a:pt x="6" y="115"/>
                </a:lnTo>
                <a:lnTo>
                  <a:pt x="16" y="110"/>
                </a:lnTo>
                <a:lnTo>
                  <a:pt x="21" y="120"/>
                </a:lnTo>
                <a:moveTo>
                  <a:pt x="11" y="125"/>
                </a:moveTo>
                <a:lnTo>
                  <a:pt x="0" y="131"/>
                </a:lnTo>
                <a:lnTo>
                  <a:pt x="0" y="115"/>
                </a:lnTo>
                <a:lnTo>
                  <a:pt x="11" y="115"/>
                </a:lnTo>
                <a:lnTo>
                  <a:pt x="11" y="122"/>
                </a:lnTo>
                <a:lnTo>
                  <a:pt x="5" y="122"/>
                </a:lnTo>
                <a:lnTo>
                  <a:pt x="3" y="117"/>
                </a:lnTo>
                <a:lnTo>
                  <a:pt x="6" y="115"/>
                </a:lnTo>
                <a:lnTo>
                  <a:pt x="11" y="125"/>
                </a:lnTo>
                <a:moveTo>
                  <a:pt x="0" y="115"/>
                </a:moveTo>
                <a:lnTo>
                  <a:pt x="0" y="104"/>
                </a:lnTo>
                <a:lnTo>
                  <a:pt x="11" y="104"/>
                </a:lnTo>
                <a:lnTo>
                  <a:pt x="11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1" y="91"/>
                </a:lnTo>
                <a:lnTo>
                  <a:pt x="11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1" y="80"/>
                </a:lnTo>
                <a:lnTo>
                  <a:pt x="11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1" y="69"/>
                </a:lnTo>
                <a:lnTo>
                  <a:pt x="11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1" y="58"/>
                </a:lnTo>
                <a:lnTo>
                  <a:pt x="11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1" y="47"/>
                </a:lnTo>
                <a:lnTo>
                  <a:pt x="11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1" y="35"/>
                </a:lnTo>
                <a:lnTo>
                  <a:pt x="11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1" y="24"/>
                </a:lnTo>
                <a:lnTo>
                  <a:pt x="11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1" y="13"/>
                </a:lnTo>
                <a:lnTo>
                  <a:pt x="11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8" y="9"/>
                </a:lnTo>
                <a:lnTo>
                  <a:pt x="13" y="19"/>
                </a:lnTo>
                <a:lnTo>
                  <a:pt x="3" y="14"/>
                </a:lnTo>
                <a:lnTo>
                  <a:pt x="5" y="9"/>
                </a:lnTo>
                <a:lnTo>
                  <a:pt x="11" y="9"/>
                </a:lnTo>
                <a:lnTo>
                  <a:pt x="1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2835720" y="1884240"/>
            <a:ext cx="450720" cy="0"/>
          </a:xfrm>
          <a:custGeom>
            <a:avLst/>
            <a:gdLst/>
            <a:ahLst/>
            <a:rect l="0" t="0" r="r" b="b"/>
            <a:pathLst>
              <a:path fill="none" w="1252" h="0">
                <a:moveTo>
                  <a:pt x="0" y="0"/>
                </a:moveTo>
                <a:lnTo>
                  <a:pt x="109" y="0"/>
                </a:lnTo>
                <a:cubicBezTo>
                  <a:pt x="218" y="0"/>
                  <a:pt x="436" y="0"/>
                  <a:pt x="644" y="0"/>
                </a:cubicBezTo>
                <a:cubicBezTo>
                  <a:pt x="853" y="0"/>
                  <a:pt x="1052" y="0"/>
                  <a:pt x="1152" y="0"/>
                </a:cubicBezTo>
                <a:lnTo>
                  <a:pt x="1252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326628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326412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8" y="9"/>
                </a:moveTo>
                <a:lnTo>
                  <a:pt x="28" y="14"/>
                </a:lnTo>
                <a:lnTo>
                  <a:pt x="23" y="24"/>
                </a:lnTo>
                <a:lnTo>
                  <a:pt x="13" y="19"/>
                </a:lnTo>
                <a:lnTo>
                  <a:pt x="18" y="9"/>
                </a:lnTo>
                <a:moveTo>
                  <a:pt x="28" y="14"/>
                </a:moveTo>
                <a:lnTo>
                  <a:pt x="38" y="19"/>
                </a:lnTo>
                <a:lnTo>
                  <a:pt x="33" y="29"/>
                </a:lnTo>
                <a:lnTo>
                  <a:pt x="23" y="24"/>
                </a:lnTo>
                <a:lnTo>
                  <a:pt x="28" y="14"/>
                </a:lnTo>
                <a:moveTo>
                  <a:pt x="38" y="19"/>
                </a:moveTo>
                <a:lnTo>
                  <a:pt x="48" y="24"/>
                </a:lnTo>
                <a:lnTo>
                  <a:pt x="43" y="34"/>
                </a:lnTo>
                <a:lnTo>
                  <a:pt x="33" y="29"/>
                </a:lnTo>
                <a:lnTo>
                  <a:pt x="38" y="19"/>
                </a:lnTo>
                <a:moveTo>
                  <a:pt x="48" y="24"/>
                </a:moveTo>
                <a:lnTo>
                  <a:pt x="58" y="29"/>
                </a:lnTo>
                <a:lnTo>
                  <a:pt x="53" y="39"/>
                </a:lnTo>
                <a:lnTo>
                  <a:pt x="43" y="34"/>
                </a:lnTo>
                <a:lnTo>
                  <a:pt x="48" y="24"/>
                </a:lnTo>
                <a:moveTo>
                  <a:pt x="58" y="29"/>
                </a:moveTo>
                <a:lnTo>
                  <a:pt x="68" y="34"/>
                </a:lnTo>
                <a:lnTo>
                  <a:pt x="63" y="44"/>
                </a:lnTo>
                <a:lnTo>
                  <a:pt x="53" y="39"/>
                </a:lnTo>
                <a:lnTo>
                  <a:pt x="58" y="29"/>
                </a:lnTo>
                <a:moveTo>
                  <a:pt x="68" y="34"/>
                </a:moveTo>
                <a:lnTo>
                  <a:pt x="78" y="39"/>
                </a:lnTo>
                <a:lnTo>
                  <a:pt x="73" y="49"/>
                </a:lnTo>
                <a:lnTo>
                  <a:pt x="63" y="44"/>
                </a:lnTo>
                <a:lnTo>
                  <a:pt x="68" y="34"/>
                </a:lnTo>
                <a:moveTo>
                  <a:pt x="78" y="39"/>
                </a:moveTo>
                <a:lnTo>
                  <a:pt x="88" y="44"/>
                </a:lnTo>
                <a:lnTo>
                  <a:pt x="83" y="54"/>
                </a:lnTo>
                <a:lnTo>
                  <a:pt x="73" y="49"/>
                </a:lnTo>
                <a:lnTo>
                  <a:pt x="78" y="39"/>
                </a:lnTo>
                <a:moveTo>
                  <a:pt x="88" y="44"/>
                </a:moveTo>
                <a:lnTo>
                  <a:pt x="99" y="49"/>
                </a:lnTo>
                <a:lnTo>
                  <a:pt x="93" y="59"/>
                </a:lnTo>
                <a:lnTo>
                  <a:pt x="83" y="54"/>
                </a:lnTo>
                <a:lnTo>
                  <a:pt x="88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3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9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7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2" y="84"/>
                </a:lnTo>
                <a:lnTo>
                  <a:pt x="87" y="74"/>
                </a:lnTo>
                <a:lnTo>
                  <a:pt x="97" y="69"/>
                </a:lnTo>
                <a:lnTo>
                  <a:pt x="103" y="79"/>
                </a:lnTo>
                <a:moveTo>
                  <a:pt x="92" y="84"/>
                </a:moveTo>
                <a:lnTo>
                  <a:pt x="82" y="89"/>
                </a:lnTo>
                <a:lnTo>
                  <a:pt x="77" y="79"/>
                </a:lnTo>
                <a:lnTo>
                  <a:pt x="87" y="74"/>
                </a:lnTo>
                <a:lnTo>
                  <a:pt x="92" y="84"/>
                </a:lnTo>
                <a:moveTo>
                  <a:pt x="82" y="89"/>
                </a:moveTo>
                <a:lnTo>
                  <a:pt x="72" y="94"/>
                </a:lnTo>
                <a:lnTo>
                  <a:pt x="67" y="84"/>
                </a:lnTo>
                <a:lnTo>
                  <a:pt x="77" y="79"/>
                </a:lnTo>
                <a:lnTo>
                  <a:pt x="82" y="89"/>
                </a:lnTo>
                <a:moveTo>
                  <a:pt x="72" y="94"/>
                </a:moveTo>
                <a:lnTo>
                  <a:pt x="62" y="100"/>
                </a:lnTo>
                <a:lnTo>
                  <a:pt x="57" y="89"/>
                </a:lnTo>
                <a:lnTo>
                  <a:pt x="67" y="84"/>
                </a:lnTo>
                <a:lnTo>
                  <a:pt x="72" y="94"/>
                </a:lnTo>
                <a:moveTo>
                  <a:pt x="62" y="100"/>
                </a:moveTo>
                <a:lnTo>
                  <a:pt x="52" y="105"/>
                </a:lnTo>
                <a:lnTo>
                  <a:pt x="47" y="94"/>
                </a:lnTo>
                <a:lnTo>
                  <a:pt x="57" y="89"/>
                </a:lnTo>
                <a:lnTo>
                  <a:pt x="62" y="100"/>
                </a:lnTo>
                <a:moveTo>
                  <a:pt x="52" y="105"/>
                </a:moveTo>
                <a:lnTo>
                  <a:pt x="42" y="110"/>
                </a:lnTo>
                <a:lnTo>
                  <a:pt x="37" y="100"/>
                </a:lnTo>
                <a:lnTo>
                  <a:pt x="47" y="94"/>
                </a:lnTo>
                <a:lnTo>
                  <a:pt x="52" y="105"/>
                </a:lnTo>
                <a:moveTo>
                  <a:pt x="42" y="110"/>
                </a:moveTo>
                <a:lnTo>
                  <a:pt x="32" y="115"/>
                </a:lnTo>
                <a:lnTo>
                  <a:pt x="27" y="105"/>
                </a:lnTo>
                <a:lnTo>
                  <a:pt x="37" y="100"/>
                </a:lnTo>
                <a:lnTo>
                  <a:pt x="42" y="110"/>
                </a:lnTo>
                <a:moveTo>
                  <a:pt x="32" y="115"/>
                </a:moveTo>
                <a:lnTo>
                  <a:pt x="22" y="120"/>
                </a:lnTo>
                <a:lnTo>
                  <a:pt x="17" y="110"/>
                </a:lnTo>
                <a:lnTo>
                  <a:pt x="27" y="105"/>
                </a:lnTo>
                <a:lnTo>
                  <a:pt x="32" y="115"/>
                </a:lnTo>
                <a:moveTo>
                  <a:pt x="22" y="120"/>
                </a:moveTo>
                <a:lnTo>
                  <a:pt x="12" y="125"/>
                </a:lnTo>
                <a:lnTo>
                  <a:pt x="7" y="115"/>
                </a:lnTo>
                <a:lnTo>
                  <a:pt x="17" y="110"/>
                </a:lnTo>
                <a:lnTo>
                  <a:pt x="22" y="120"/>
                </a:lnTo>
                <a:moveTo>
                  <a:pt x="12" y="125"/>
                </a:moveTo>
                <a:lnTo>
                  <a:pt x="0" y="131"/>
                </a:lnTo>
                <a:lnTo>
                  <a:pt x="0" y="115"/>
                </a:lnTo>
                <a:lnTo>
                  <a:pt x="11" y="115"/>
                </a:lnTo>
                <a:lnTo>
                  <a:pt x="11" y="122"/>
                </a:lnTo>
                <a:lnTo>
                  <a:pt x="6" y="122"/>
                </a:lnTo>
                <a:lnTo>
                  <a:pt x="3" y="117"/>
                </a:lnTo>
                <a:lnTo>
                  <a:pt x="7" y="115"/>
                </a:lnTo>
                <a:lnTo>
                  <a:pt x="12" y="125"/>
                </a:lnTo>
                <a:moveTo>
                  <a:pt x="0" y="115"/>
                </a:moveTo>
                <a:lnTo>
                  <a:pt x="0" y="104"/>
                </a:lnTo>
                <a:lnTo>
                  <a:pt x="11" y="104"/>
                </a:lnTo>
                <a:lnTo>
                  <a:pt x="11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1" y="91"/>
                </a:lnTo>
                <a:lnTo>
                  <a:pt x="11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1" y="80"/>
                </a:lnTo>
                <a:lnTo>
                  <a:pt x="11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1" y="69"/>
                </a:lnTo>
                <a:lnTo>
                  <a:pt x="11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1" y="58"/>
                </a:lnTo>
                <a:lnTo>
                  <a:pt x="11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1" y="47"/>
                </a:lnTo>
                <a:lnTo>
                  <a:pt x="11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1" y="35"/>
                </a:lnTo>
                <a:lnTo>
                  <a:pt x="11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1" y="24"/>
                </a:lnTo>
                <a:lnTo>
                  <a:pt x="11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1" y="13"/>
                </a:lnTo>
                <a:lnTo>
                  <a:pt x="11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8" y="9"/>
                </a:lnTo>
                <a:lnTo>
                  <a:pt x="13" y="19"/>
                </a:lnTo>
                <a:lnTo>
                  <a:pt x="3" y="14"/>
                </a:lnTo>
                <a:lnTo>
                  <a:pt x="6" y="9"/>
                </a:lnTo>
                <a:lnTo>
                  <a:pt x="11" y="9"/>
                </a:lnTo>
                <a:lnTo>
                  <a:pt x="1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4218840" y="1884240"/>
            <a:ext cx="336240" cy="0"/>
          </a:xfrm>
          <a:custGeom>
            <a:avLst/>
            <a:gdLst/>
            <a:ahLst/>
            <a:rect l="0" t="0" r="r" b="b"/>
            <a:pathLst>
              <a:path fill="none" w="934" h="0">
                <a:moveTo>
                  <a:pt x="0" y="0"/>
                </a:moveTo>
                <a:lnTo>
                  <a:pt x="82" y="0"/>
                </a:lnTo>
                <a:cubicBezTo>
                  <a:pt x="165" y="0"/>
                  <a:pt x="330" y="0"/>
                  <a:pt x="486" y="0"/>
                </a:cubicBezTo>
                <a:cubicBezTo>
                  <a:pt x="642" y="0"/>
                  <a:pt x="788" y="0"/>
                  <a:pt x="861" y="0"/>
                </a:cubicBezTo>
                <a:lnTo>
                  <a:pt x="934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453492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453312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8" y="9"/>
                </a:moveTo>
                <a:lnTo>
                  <a:pt x="28" y="14"/>
                </a:lnTo>
                <a:lnTo>
                  <a:pt x="23" y="24"/>
                </a:lnTo>
                <a:lnTo>
                  <a:pt x="13" y="19"/>
                </a:lnTo>
                <a:lnTo>
                  <a:pt x="18" y="9"/>
                </a:lnTo>
                <a:moveTo>
                  <a:pt x="28" y="14"/>
                </a:moveTo>
                <a:lnTo>
                  <a:pt x="38" y="19"/>
                </a:lnTo>
                <a:lnTo>
                  <a:pt x="33" y="29"/>
                </a:lnTo>
                <a:lnTo>
                  <a:pt x="23" y="24"/>
                </a:lnTo>
                <a:lnTo>
                  <a:pt x="28" y="14"/>
                </a:lnTo>
                <a:moveTo>
                  <a:pt x="38" y="19"/>
                </a:moveTo>
                <a:lnTo>
                  <a:pt x="48" y="24"/>
                </a:lnTo>
                <a:lnTo>
                  <a:pt x="43" y="34"/>
                </a:lnTo>
                <a:lnTo>
                  <a:pt x="33" y="29"/>
                </a:lnTo>
                <a:lnTo>
                  <a:pt x="38" y="19"/>
                </a:lnTo>
                <a:moveTo>
                  <a:pt x="48" y="24"/>
                </a:moveTo>
                <a:lnTo>
                  <a:pt x="58" y="29"/>
                </a:lnTo>
                <a:lnTo>
                  <a:pt x="53" y="39"/>
                </a:lnTo>
                <a:lnTo>
                  <a:pt x="43" y="34"/>
                </a:lnTo>
                <a:lnTo>
                  <a:pt x="48" y="24"/>
                </a:lnTo>
                <a:moveTo>
                  <a:pt x="58" y="29"/>
                </a:moveTo>
                <a:lnTo>
                  <a:pt x="68" y="34"/>
                </a:lnTo>
                <a:lnTo>
                  <a:pt x="63" y="44"/>
                </a:lnTo>
                <a:lnTo>
                  <a:pt x="53" y="39"/>
                </a:lnTo>
                <a:lnTo>
                  <a:pt x="58" y="29"/>
                </a:lnTo>
                <a:moveTo>
                  <a:pt x="68" y="34"/>
                </a:moveTo>
                <a:lnTo>
                  <a:pt x="78" y="39"/>
                </a:lnTo>
                <a:lnTo>
                  <a:pt x="73" y="49"/>
                </a:lnTo>
                <a:lnTo>
                  <a:pt x="63" y="44"/>
                </a:lnTo>
                <a:lnTo>
                  <a:pt x="68" y="34"/>
                </a:lnTo>
                <a:moveTo>
                  <a:pt x="78" y="39"/>
                </a:moveTo>
                <a:lnTo>
                  <a:pt x="89" y="44"/>
                </a:lnTo>
                <a:lnTo>
                  <a:pt x="84" y="54"/>
                </a:lnTo>
                <a:lnTo>
                  <a:pt x="73" y="49"/>
                </a:lnTo>
                <a:lnTo>
                  <a:pt x="78" y="39"/>
                </a:lnTo>
                <a:moveTo>
                  <a:pt x="89" y="44"/>
                </a:moveTo>
                <a:lnTo>
                  <a:pt x="99" y="49"/>
                </a:lnTo>
                <a:lnTo>
                  <a:pt x="94" y="59"/>
                </a:lnTo>
                <a:lnTo>
                  <a:pt x="84" y="54"/>
                </a:lnTo>
                <a:lnTo>
                  <a:pt x="89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4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8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8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3" y="84"/>
                </a:lnTo>
                <a:lnTo>
                  <a:pt x="88" y="74"/>
                </a:lnTo>
                <a:lnTo>
                  <a:pt x="98" y="69"/>
                </a:lnTo>
                <a:lnTo>
                  <a:pt x="103" y="79"/>
                </a:lnTo>
                <a:moveTo>
                  <a:pt x="93" y="84"/>
                </a:moveTo>
                <a:lnTo>
                  <a:pt x="82" y="89"/>
                </a:lnTo>
                <a:lnTo>
                  <a:pt x="77" y="79"/>
                </a:lnTo>
                <a:lnTo>
                  <a:pt x="88" y="74"/>
                </a:lnTo>
                <a:lnTo>
                  <a:pt x="93" y="84"/>
                </a:lnTo>
                <a:moveTo>
                  <a:pt x="82" y="89"/>
                </a:moveTo>
                <a:lnTo>
                  <a:pt x="72" y="94"/>
                </a:lnTo>
                <a:lnTo>
                  <a:pt x="67" y="84"/>
                </a:lnTo>
                <a:lnTo>
                  <a:pt x="77" y="79"/>
                </a:lnTo>
                <a:lnTo>
                  <a:pt x="82" y="89"/>
                </a:lnTo>
                <a:moveTo>
                  <a:pt x="72" y="94"/>
                </a:moveTo>
                <a:lnTo>
                  <a:pt x="62" y="100"/>
                </a:lnTo>
                <a:lnTo>
                  <a:pt x="57" y="89"/>
                </a:lnTo>
                <a:lnTo>
                  <a:pt x="67" y="84"/>
                </a:lnTo>
                <a:lnTo>
                  <a:pt x="72" y="94"/>
                </a:lnTo>
                <a:moveTo>
                  <a:pt x="62" y="100"/>
                </a:moveTo>
                <a:lnTo>
                  <a:pt x="52" y="105"/>
                </a:lnTo>
                <a:lnTo>
                  <a:pt x="47" y="94"/>
                </a:lnTo>
                <a:lnTo>
                  <a:pt x="57" y="89"/>
                </a:lnTo>
                <a:lnTo>
                  <a:pt x="62" y="100"/>
                </a:lnTo>
                <a:moveTo>
                  <a:pt x="52" y="105"/>
                </a:moveTo>
                <a:lnTo>
                  <a:pt x="42" y="110"/>
                </a:lnTo>
                <a:lnTo>
                  <a:pt x="37" y="100"/>
                </a:lnTo>
                <a:lnTo>
                  <a:pt x="47" y="94"/>
                </a:lnTo>
                <a:lnTo>
                  <a:pt x="52" y="105"/>
                </a:lnTo>
                <a:moveTo>
                  <a:pt x="42" y="110"/>
                </a:moveTo>
                <a:lnTo>
                  <a:pt x="32" y="115"/>
                </a:lnTo>
                <a:lnTo>
                  <a:pt x="27" y="105"/>
                </a:lnTo>
                <a:lnTo>
                  <a:pt x="37" y="100"/>
                </a:lnTo>
                <a:lnTo>
                  <a:pt x="42" y="110"/>
                </a:lnTo>
                <a:moveTo>
                  <a:pt x="32" y="115"/>
                </a:moveTo>
                <a:lnTo>
                  <a:pt x="22" y="120"/>
                </a:lnTo>
                <a:lnTo>
                  <a:pt x="17" y="110"/>
                </a:lnTo>
                <a:lnTo>
                  <a:pt x="27" y="105"/>
                </a:lnTo>
                <a:lnTo>
                  <a:pt x="32" y="115"/>
                </a:lnTo>
                <a:moveTo>
                  <a:pt x="22" y="120"/>
                </a:moveTo>
                <a:lnTo>
                  <a:pt x="12" y="125"/>
                </a:lnTo>
                <a:lnTo>
                  <a:pt x="7" y="115"/>
                </a:lnTo>
                <a:lnTo>
                  <a:pt x="17" y="110"/>
                </a:lnTo>
                <a:lnTo>
                  <a:pt x="22" y="120"/>
                </a:lnTo>
                <a:moveTo>
                  <a:pt x="12" y="125"/>
                </a:moveTo>
                <a:lnTo>
                  <a:pt x="0" y="131"/>
                </a:lnTo>
                <a:lnTo>
                  <a:pt x="0" y="115"/>
                </a:lnTo>
                <a:lnTo>
                  <a:pt x="11" y="115"/>
                </a:lnTo>
                <a:lnTo>
                  <a:pt x="11" y="122"/>
                </a:lnTo>
                <a:lnTo>
                  <a:pt x="5" y="122"/>
                </a:lnTo>
                <a:lnTo>
                  <a:pt x="3" y="117"/>
                </a:lnTo>
                <a:lnTo>
                  <a:pt x="7" y="115"/>
                </a:lnTo>
                <a:lnTo>
                  <a:pt x="12" y="125"/>
                </a:lnTo>
                <a:moveTo>
                  <a:pt x="0" y="115"/>
                </a:moveTo>
                <a:lnTo>
                  <a:pt x="0" y="104"/>
                </a:lnTo>
                <a:lnTo>
                  <a:pt x="11" y="104"/>
                </a:lnTo>
                <a:lnTo>
                  <a:pt x="11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1" y="91"/>
                </a:lnTo>
                <a:lnTo>
                  <a:pt x="11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1" y="80"/>
                </a:lnTo>
                <a:lnTo>
                  <a:pt x="11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1" y="69"/>
                </a:lnTo>
                <a:lnTo>
                  <a:pt x="11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1" y="58"/>
                </a:lnTo>
                <a:lnTo>
                  <a:pt x="11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1" y="47"/>
                </a:lnTo>
                <a:lnTo>
                  <a:pt x="11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1" y="35"/>
                </a:lnTo>
                <a:lnTo>
                  <a:pt x="11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1" y="24"/>
                </a:lnTo>
                <a:lnTo>
                  <a:pt x="11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1" y="13"/>
                </a:lnTo>
                <a:lnTo>
                  <a:pt x="11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8" y="9"/>
                </a:lnTo>
                <a:lnTo>
                  <a:pt x="13" y="19"/>
                </a:lnTo>
                <a:lnTo>
                  <a:pt x="3" y="14"/>
                </a:lnTo>
                <a:lnTo>
                  <a:pt x="5" y="9"/>
                </a:lnTo>
                <a:lnTo>
                  <a:pt x="11" y="9"/>
                </a:lnTo>
                <a:lnTo>
                  <a:pt x="1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5291640" y="1884240"/>
            <a:ext cx="553320" cy="0"/>
          </a:xfrm>
          <a:custGeom>
            <a:avLst/>
            <a:gdLst/>
            <a:ahLst/>
            <a:rect l="0" t="0" r="r" b="b"/>
            <a:pathLst>
              <a:path fill="none" w="1537" h="0">
                <a:moveTo>
                  <a:pt x="0" y="0"/>
                </a:moveTo>
                <a:lnTo>
                  <a:pt x="133" y="0"/>
                </a:lnTo>
                <a:cubicBezTo>
                  <a:pt x="266" y="0"/>
                  <a:pt x="531" y="0"/>
                  <a:pt x="788" y="0"/>
                </a:cubicBezTo>
                <a:cubicBezTo>
                  <a:pt x="1044" y="0"/>
                  <a:pt x="1291" y="0"/>
                  <a:pt x="1414" y="0"/>
                </a:cubicBezTo>
                <a:lnTo>
                  <a:pt x="1537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582480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582300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9" y="9"/>
                </a:moveTo>
                <a:lnTo>
                  <a:pt x="29" y="14"/>
                </a:lnTo>
                <a:lnTo>
                  <a:pt x="24" y="24"/>
                </a:lnTo>
                <a:lnTo>
                  <a:pt x="14" y="19"/>
                </a:lnTo>
                <a:lnTo>
                  <a:pt x="19" y="9"/>
                </a:lnTo>
                <a:moveTo>
                  <a:pt x="29" y="14"/>
                </a:moveTo>
                <a:lnTo>
                  <a:pt x="39" y="19"/>
                </a:lnTo>
                <a:lnTo>
                  <a:pt x="34" y="29"/>
                </a:lnTo>
                <a:lnTo>
                  <a:pt x="24" y="24"/>
                </a:lnTo>
                <a:lnTo>
                  <a:pt x="29" y="14"/>
                </a:lnTo>
                <a:moveTo>
                  <a:pt x="39" y="19"/>
                </a:moveTo>
                <a:lnTo>
                  <a:pt x="49" y="24"/>
                </a:lnTo>
                <a:lnTo>
                  <a:pt x="44" y="34"/>
                </a:lnTo>
                <a:lnTo>
                  <a:pt x="34" y="29"/>
                </a:lnTo>
                <a:lnTo>
                  <a:pt x="39" y="19"/>
                </a:lnTo>
                <a:moveTo>
                  <a:pt x="49" y="24"/>
                </a:moveTo>
                <a:lnTo>
                  <a:pt x="59" y="29"/>
                </a:lnTo>
                <a:lnTo>
                  <a:pt x="54" y="39"/>
                </a:lnTo>
                <a:lnTo>
                  <a:pt x="44" y="34"/>
                </a:lnTo>
                <a:lnTo>
                  <a:pt x="49" y="24"/>
                </a:lnTo>
                <a:moveTo>
                  <a:pt x="59" y="29"/>
                </a:moveTo>
                <a:lnTo>
                  <a:pt x="69" y="34"/>
                </a:lnTo>
                <a:lnTo>
                  <a:pt x="64" y="44"/>
                </a:lnTo>
                <a:lnTo>
                  <a:pt x="54" y="39"/>
                </a:lnTo>
                <a:lnTo>
                  <a:pt x="59" y="29"/>
                </a:lnTo>
                <a:moveTo>
                  <a:pt x="69" y="34"/>
                </a:moveTo>
                <a:lnTo>
                  <a:pt x="79" y="39"/>
                </a:lnTo>
                <a:lnTo>
                  <a:pt x="74" y="49"/>
                </a:lnTo>
                <a:lnTo>
                  <a:pt x="64" y="44"/>
                </a:lnTo>
                <a:lnTo>
                  <a:pt x="69" y="34"/>
                </a:lnTo>
                <a:moveTo>
                  <a:pt x="79" y="39"/>
                </a:moveTo>
                <a:lnTo>
                  <a:pt x="89" y="44"/>
                </a:lnTo>
                <a:lnTo>
                  <a:pt x="84" y="54"/>
                </a:lnTo>
                <a:lnTo>
                  <a:pt x="74" y="49"/>
                </a:lnTo>
                <a:lnTo>
                  <a:pt x="79" y="39"/>
                </a:lnTo>
                <a:moveTo>
                  <a:pt x="89" y="44"/>
                </a:moveTo>
                <a:lnTo>
                  <a:pt x="99" y="49"/>
                </a:lnTo>
                <a:lnTo>
                  <a:pt x="94" y="59"/>
                </a:lnTo>
                <a:lnTo>
                  <a:pt x="84" y="54"/>
                </a:lnTo>
                <a:lnTo>
                  <a:pt x="89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4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8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8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3" y="84"/>
                </a:lnTo>
                <a:lnTo>
                  <a:pt x="88" y="74"/>
                </a:lnTo>
                <a:lnTo>
                  <a:pt x="98" y="69"/>
                </a:lnTo>
                <a:lnTo>
                  <a:pt x="103" y="79"/>
                </a:lnTo>
                <a:moveTo>
                  <a:pt x="93" y="84"/>
                </a:moveTo>
                <a:lnTo>
                  <a:pt x="83" y="89"/>
                </a:lnTo>
                <a:lnTo>
                  <a:pt x="78" y="79"/>
                </a:lnTo>
                <a:lnTo>
                  <a:pt x="88" y="74"/>
                </a:lnTo>
                <a:lnTo>
                  <a:pt x="93" y="84"/>
                </a:lnTo>
                <a:moveTo>
                  <a:pt x="83" y="89"/>
                </a:moveTo>
                <a:lnTo>
                  <a:pt x="73" y="94"/>
                </a:lnTo>
                <a:lnTo>
                  <a:pt x="68" y="84"/>
                </a:lnTo>
                <a:lnTo>
                  <a:pt x="78" y="79"/>
                </a:lnTo>
                <a:lnTo>
                  <a:pt x="83" y="89"/>
                </a:lnTo>
                <a:moveTo>
                  <a:pt x="73" y="94"/>
                </a:moveTo>
                <a:lnTo>
                  <a:pt x="63" y="100"/>
                </a:lnTo>
                <a:lnTo>
                  <a:pt x="58" y="89"/>
                </a:lnTo>
                <a:lnTo>
                  <a:pt x="68" y="84"/>
                </a:lnTo>
                <a:lnTo>
                  <a:pt x="73" y="94"/>
                </a:lnTo>
                <a:moveTo>
                  <a:pt x="63" y="100"/>
                </a:moveTo>
                <a:lnTo>
                  <a:pt x="53" y="105"/>
                </a:lnTo>
                <a:lnTo>
                  <a:pt x="48" y="94"/>
                </a:lnTo>
                <a:lnTo>
                  <a:pt x="58" y="89"/>
                </a:lnTo>
                <a:lnTo>
                  <a:pt x="63" y="100"/>
                </a:lnTo>
                <a:moveTo>
                  <a:pt x="53" y="105"/>
                </a:moveTo>
                <a:lnTo>
                  <a:pt x="43" y="110"/>
                </a:lnTo>
                <a:lnTo>
                  <a:pt x="38" y="100"/>
                </a:lnTo>
                <a:lnTo>
                  <a:pt x="48" y="94"/>
                </a:lnTo>
                <a:lnTo>
                  <a:pt x="53" y="105"/>
                </a:lnTo>
                <a:moveTo>
                  <a:pt x="43" y="110"/>
                </a:moveTo>
                <a:lnTo>
                  <a:pt x="33" y="115"/>
                </a:lnTo>
                <a:lnTo>
                  <a:pt x="28" y="105"/>
                </a:lnTo>
                <a:lnTo>
                  <a:pt x="38" y="100"/>
                </a:lnTo>
                <a:lnTo>
                  <a:pt x="43" y="110"/>
                </a:lnTo>
                <a:moveTo>
                  <a:pt x="33" y="115"/>
                </a:moveTo>
                <a:lnTo>
                  <a:pt x="23" y="120"/>
                </a:lnTo>
                <a:lnTo>
                  <a:pt x="17" y="110"/>
                </a:lnTo>
                <a:lnTo>
                  <a:pt x="28" y="105"/>
                </a:lnTo>
                <a:lnTo>
                  <a:pt x="33" y="115"/>
                </a:lnTo>
                <a:moveTo>
                  <a:pt x="23" y="120"/>
                </a:moveTo>
                <a:lnTo>
                  <a:pt x="12" y="125"/>
                </a:lnTo>
                <a:lnTo>
                  <a:pt x="6" y="115"/>
                </a:lnTo>
                <a:lnTo>
                  <a:pt x="17" y="110"/>
                </a:lnTo>
                <a:lnTo>
                  <a:pt x="23" y="120"/>
                </a:lnTo>
                <a:moveTo>
                  <a:pt x="12" y="125"/>
                </a:moveTo>
                <a:lnTo>
                  <a:pt x="0" y="131"/>
                </a:lnTo>
                <a:lnTo>
                  <a:pt x="0" y="115"/>
                </a:lnTo>
                <a:lnTo>
                  <a:pt x="12" y="115"/>
                </a:lnTo>
                <a:lnTo>
                  <a:pt x="12" y="122"/>
                </a:lnTo>
                <a:lnTo>
                  <a:pt x="5" y="122"/>
                </a:lnTo>
                <a:lnTo>
                  <a:pt x="3" y="117"/>
                </a:lnTo>
                <a:lnTo>
                  <a:pt x="6" y="115"/>
                </a:lnTo>
                <a:lnTo>
                  <a:pt x="12" y="125"/>
                </a:lnTo>
                <a:moveTo>
                  <a:pt x="0" y="115"/>
                </a:moveTo>
                <a:lnTo>
                  <a:pt x="0" y="104"/>
                </a:lnTo>
                <a:lnTo>
                  <a:pt x="12" y="104"/>
                </a:lnTo>
                <a:lnTo>
                  <a:pt x="12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2" y="91"/>
                </a:lnTo>
                <a:lnTo>
                  <a:pt x="12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2" y="80"/>
                </a:lnTo>
                <a:lnTo>
                  <a:pt x="12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2" y="69"/>
                </a:lnTo>
                <a:lnTo>
                  <a:pt x="12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2" y="58"/>
                </a:lnTo>
                <a:lnTo>
                  <a:pt x="12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2" y="47"/>
                </a:lnTo>
                <a:lnTo>
                  <a:pt x="12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2" y="35"/>
                </a:lnTo>
                <a:lnTo>
                  <a:pt x="12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2" y="24"/>
                </a:lnTo>
                <a:lnTo>
                  <a:pt x="12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2" y="13"/>
                </a:lnTo>
                <a:lnTo>
                  <a:pt x="12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9" y="9"/>
                </a:lnTo>
                <a:lnTo>
                  <a:pt x="14" y="19"/>
                </a:lnTo>
                <a:lnTo>
                  <a:pt x="3" y="14"/>
                </a:lnTo>
                <a:lnTo>
                  <a:pt x="5" y="9"/>
                </a:lnTo>
                <a:lnTo>
                  <a:pt x="12" y="9"/>
                </a:lnTo>
                <a:lnTo>
                  <a:pt x="12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6853680" y="1884240"/>
            <a:ext cx="231840" cy="0"/>
          </a:xfrm>
          <a:custGeom>
            <a:avLst/>
            <a:gdLst/>
            <a:ahLst/>
            <a:rect l="0" t="0" r="r" b="b"/>
            <a:pathLst>
              <a:path fill="none" w="644" h="0">
                <a:moveTo>
                  <a:pt x="0" y="0"/>
                </a:moveTo>
                <a:lnTo>
                  <a:pt x="58" y="0"/>
                </a:lnTo>
                <a:cubicBezTo>
                  <a:pt x="116" y="0"/>
                  <a:pt x="233" y="0"/>
                  <a:pt x="340" y="0"/>
                </a:cubicBezTo>
                <a:cubicBezTo>
                  <a:pt x="448" y="0"/>
                  <a:pt x="546" y="0"/>
                  <a:pt x="595" y="0"/>
                </a:cubicBezTo>
                <a:lnTo>
                  <a:pt x="644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706536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706320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8" y="9"/>
                </a:moveTo>
                <a:lnTo>
                  <a:pt x="28" y="14"/>
                </a:lnTo>
                <a:lnTo>
                  <a:pt x="23" y="24"/>
                </a:lnTo>
                <a:lnTo>
                  <a:pt x="13" y="19"/>
                </a:lnTo>
                <a:lnTo>
                  <a:pt x="18" y="9"/>
                </a:lnTo>
                <a:moveTo>
                  <a:pt x="28" y="14"/>
                </a:moveTo>
                <a:lnTo>
                  <a:pt x="38" y="19"/>
                </a:lnTo>
                <a:lnTo>
                  <a:pt x="33" y="29"/>
                </a:lnTo>
                <a:lnTo>
                  <a:pt x="23" y="24"/>
                </a:lnTo>
                <a:lnTo>
                  <a:pt x="28" y="14"/>
                </a:lnTo>
                <a:moveTo>
                  <a:pt x="38" y="19"/>
                </a:moveTo>
                <a:lnTo>
                  <a:pt x="48" y="24"/>
                </a:lnTo>
                <a:lnTo>
                  <a:pt x="43" y="34"/>
                </a:lnTo>
                <a:lnTo>
                  <a:pt x="33" y="29"/>
                </a:lnTo>
                <a:lnTo>
                  <a:pt x="38" y="19"/>
                </a:lnTo>
                <a:moveTo>
                  <a:pt x="48" y="24"/>
                </a:moveTo>
                <a:lnTo>
                  <a:pt x="58" y="29"/>
                </a:lnTo>
                <a:lnTo>
                  <a:pt x="53" y="39"/>
                </a:lnTo>
                <a:lnTo>
                  <a:pt x="43" y="34"/>
                </a:lnTo>
                <a:lnTo>
                  <a:pt x="48" y="24"/>
                </a:lnTo>
                <a:moveTo>
                  <a:pt x="58" y="29"/>
                </a:moveTo>
                <a:lnTo>
                  <a:pt x="68" y="34"/>
                </a:lnTo>
                <a:lnTo>
                  <a:pt x="63" y="44"/>
                </a:lnTo>
                <a:lnTo>
                  <a:pt x="53" y="39"/>
                </a:lnTo>
                <a:lnTo>
                  <a:pt x="58" y="29"/>
                </a:lnTo>
                <a:moveTo>
                  <a:pt x="68" y="34"/>
                </a:moveTo>
                <a:lnTo>
                  <a:pt x="79" y="39"/>
                </a:lnTo>
                <a:lnTo>
                  <a:pt x="73" y="49"/>
                </a:lnTo>
                <a:lnTo>
                  <a:pt x="63" y="44"/>
                </a:lnTo>
                <a:lnTo>
                  <a:pt x="68" y="34"/>
                </a:lnTo>
                <a:moveTo>
                  <a:pt x="79" y="39"/>
                </a:moveTo>
                <a:lnTo>
                  <a:pt x="89" y="44"/>
                </a:lnTo>
                <a:lnTo>
                  <a:pt x="84" y="54"/>
                </a:lnTo>
                <a:lnTo>
                  <a:pt x="73" y="49"/>
                </a:lnTo>
                <a:lnTo>
                  <a:pt x="79" y="39"/>
                </a:lnTo>
                <a:moveTo>
                  <a:pt x="89" y="44"/>
                </a:moveTo>
                <a:lnTo>
                  <a:pt x="99" y="49"/>
                </a:lnTo>
                <a:lnTo>
                  <a:pt x="94" y="59"/>
                </a:lnTo>
                <a:lnTo>
                  <a:pt x="84" y="54"/>
                </a:lnTo>
                <a:lnTo>
                  <a:pt x="89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4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9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8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3" y="84"/>
                </a:lnTo>
                <a:lnTo>
                  <a:pt x="88" y="74"/>
                </a:lnTo>
                <a:lnTo>
                  <a:pt x="98" y="69"/>
                </a:lnTo>
                <a:lnTo>
                  <a:pt x="103" y="79"/>
                </a:lnTo>
                <a:moveTo>
                  <a:pt x="93" y="84"/>
                </a:moveTo>
                <a:lnTo>
                  <a:pt x="83" y="89"/>
                </a:lnTo>
                <a:lnTo>
                  <a:pt x="78" y="79"/>
                </a:lnTo>
                <a:lnTo>
                  <a:pt x="88" y="74"/>
                </a:lnTo>
                <a:lnTo>
                  <a:pt x="93" y="84"/>
                </a:lnTo>
                <a:moveTo>
                  <a:pt x="83" y="89"/>
                </a:moveTo>
                <a:lnTo>
                  <a:pt x="72" y="94"/>
                </a:lnTo>
                <a:lnTo>
                  <a:pt x="67" y="84"/>
                </a:lnTo>
                <a:lnTo>
                  <a:pt x="78" y="79"/>
                </a:lnTo>
                <a:lnTo>
                  <a:pt x="83" y="89"/>
                </a:lnTo>
                <a:moveTo>
                  <a:pt x="72" y="94"/>
                </a:moveTo>
                <a:lnTo>
                  <a:pt x="62" y="100"/>
                </a:lnTo>
                <a:lnTo>
                  <a:pt x="57" y="89"/>
                </a:lnTo>
                <a:lnTo>
                  <a:pt x="67" y="84"/>
                </a:lnTo>
                <a:lnTo>
                  <a:pt x="72" y="94"/>
                </a:lnTo>
                <a:moveTo>
                  <a:pt x="62" y="100"/>
                </a:moveTo>
                <a:lnTo>
                  <a:pt x="52" y="105"/>
                </a:lnTo>
                <a:lnTo>
                  <a:pt x="47" y="94"/>
                </a:lnTo>
                <a:lnTo>
                  <a:pt x="57" y="89"/>
                </a:lnTo>
                <a:lnTo>
                  <a:pt x="62" y="100"/>
                </a:lnTo>
                <a:moveTo>
                  <a:pt x="52" y="105"/>
                </a:moveTo>
                <a:lnTo>
                  <a:pt x="42" y="110"/>
                </a:lnTo>
                <a:lnTo>
                  <a:pt x="37" y="100"/>
                </a:lnTo>
                <a:lnTo>
                  <a:pt x="47" y="94"/>
                </a:lnTo>
                <a:lnTo>
                  <a:pt x="52" y="105"/>
                </a:lnTo>
                <a:moveTo>
                  <a:pt x="42" y="110"/>
                </a:moveTo>
                <a:lnTo>
                  <a:pt x="32" y="115"/>
                </a:lnTo>
                <a:lnTo>
                  <a:pt x="27" y="105"/>
                </a:lnTo>
                <a:lnTo>
                  <a:pt x="37" y="100"/>
                </a:lnTo>
                <a:lnTo>
                  <a:pt x="42" y="110"/>
                </a:lnTo>
                <a:moveTo>
                  <a:pt x="32" y="115"/>
                </a:moveTo>
                <a:lnTo>
                  <a:pt x="22" y="120"/>
                </a:lnTo>
                <a:lnTo>
                  <a:pt x="17" y="110"/>
                </a:lnTo>
                <a:lnTo>
                  <a:pt x="27" y="105"/>
                </a:lnTo>
                <a:lnTo>
                  <a:pt x="32" y="115"/>
                </a:lnTo>
                <a:moveTo>
                  <a:pt x="22" y="120"/>
                </a:moveTo>
                <a:lnTo>
                  <a:pt x="12" y="125"/>
                </a:lnTo>
                <a:lnTo>
                  <a:pt x="7" y="115"/>
                </a:lnTo>
                <a:lnTo>
                  <a:pt x="17" y="110"/>
                </a:lnTo>
                <a:lnTo>
                  <a:pt x="22" y="120"/>
                </a:lnTo>
                <a:moveTo>
                  <a:pt x="12" y="125"/>
                </a:moveTo>
                <a:lnTo>
                  <a:pt x="0" y="131"/>
                </a:lnTo>
                <a:lnTo>
                  <a:pt x="0" y="115"/>
                </a:lnTo>
                <a:lnTo>
                  <a:pt x="11" y="115"/>
                </a:lnTo>
                <a:lnTo>
                  <a:pt x="11" y="122"/>
                </a:lnTo>
                <a:lnTo>
                  <a:pt x="6" y="122"/>
                </a:lnTo>
                <a:lnTo>
                  <a:pt x="3" y="117"/>
                </a:lnTo>
                <a:lnTo>
                  <a:pt x="7" y="115"/>
                </a:lnTo>
                <a:lnTo>
                  <a:pt x="12" y="125"/>
                </a:lnTo>
                <a:moveTo>
                  <a:pt x="0" y="115"/>
                </a:moveTo>
                <a:lnTo>
                  <a:pt x="0" y="104"/>
                </a:lnTo>
                <a:lnTo>
                  <a:pt x="11" y="104"/>
                </a:lnTo>
                <a:lnTo>
                  <a:pt x="11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1" y="91"/>
                </a:lnTo>
                <a:lnTo>
                  <a:pt x="11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1" y="80"/>
                </a:lnTo>
                <a:lnTo>
                  <a:pt x="11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1" y="69"/>
                </a:lnTo>
                <a:lnTo>
                  <a:pt x="11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1" y="58"/>
                </a:lnTo>
                <a:lnTo>
                  <a:pt x="11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1" y="47"/>
                </a:lnTo>
                <a:lnTo>
                  <a:pt x="11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1" y="35"/>
                </a:lnTo>
                <a:lnTo>
                  <a:pt x="11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1" y="24"/>
                </a:lnTo>
                <a:lnTo>
                  <a:pt x="11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1" y="13"/>
                </a:lnTo>
                <a:lnTo>
                  <a:pt x="11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8" y="9"/>
                </a:lnTo>
                <a:lnTo>
                  <a:pt x="13" y="19"/>
                </a:lnTo>
                <a:lnTo>
                  <a:pt x="3" y="14"/>
                </a:lnTo>
                <a:lnTo>
                  <a:pt x="6" y="9"/>
                </a:lnTo>
                <a:lnTo>
                  <a:pt x="11" y="9"/>
                </a:lnTo>
                <a:lnTo>
                  <a:pt x="1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7715520" y="1884240"/>
            <a:ext cx="231840" cy="0"/>
          </a:xfrm>
          <a:custGeom>
            <a:avLst/>
            <a:gdLst/>
            <a:ahLst/>
            <a:rect l="0" t="0" r="r" b="b"/>
            <a:pathLst>
              <a:path fill="none" w="644" h="0">
                <a:moveTo>
                  <a:pt x="0" y="0"/>
                </a:moveTo>
                <a:lnTo>
                  <a:pt x="58" y="0"/>
                </a:lnTo>
                <a:cubicBezTo>
                  <a:pt x="116" y="0"/>
                  <a:pt x="233" y="0"/>
                  <a:pt x="340" y="0"/>
                </a:cubicBezTo>
                <a:cubicBezTo>
                  <a:pt x="448" y="0"/>
                  <a:pt x="546" y="0"/>
                  <a:pt x="595" y="0"/>
                </a:cubicBezTo>
                <a:lnTo>
                  <a:pt x="644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7927200" y="186408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0"/>
                </a:moveTo>
                <a:lnTo>
                  <a:pt x="113" y="56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7925040" y="186084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8" y="9"/>
                </a:moveTo>
                <a:lnTo>
                  <a:pt x="29" y="14"/>
                </a:lnTo>
                <a:lnTo>
                  <a:pt x="24" y="24"/>
                </a:lnTo>
                <a:lnTo>
                  <a:pt x="13" y="19"/>
                </a:lnTo>
                <a:lnTo>
                  <a:pt x="18" y="9"/>
                </a:lnTo>
                <a:moveTo>
                  <a:pt x="29" y="14"/>
                </a:moveTo>
                <a:lnTo>
                  <a:pt x="39" y="19"/>
                </a:lnTo>
                <a:lnTo>
                  <a:pt x="34" y="29"/>
                </a:lnTo>
                <a:lnTo>
                  <a:pt x="24" y="24"/>
                </a:lnTo>
                <a:lnTo>
                  <a:pt x="29" y="14"/>
                </a:lnTo>
                <a:moveTo>
                  <a:pt x="39" y="19"/>
                </a:moveTo>
                <a:lnTo>
                  <a:pt x="49" y="24"/>
                </a:lnTo>
                <a:lnTo>
                  <a:pt x="44" y="34"/>
                </a:lnTo>
                <a:lnTo>
                  <a:pt x="34" y="29"/>
                </a:lnTo>
                <a:lnTo>
                  <a:pt x="39" y="19"/>
                </a:lnTo>
                <a:moveTo>
                  <a:pt x="49" y="24"/>
                </a:moveTo>
                <a:lnTo>
                  <a:pt x="59" y="29"/>
                </a:lnTo>
                <a:lnTo>
                  <a:pt x="54" y="39"/>
                </a:lnTo>
                <a:lnTo>
                  <a:pt x="44" y="34"/>
                </a:lnTo>
                <a:lnTo>
                  <a:pt x="49" y="24"/>
                </a:lnTo>
                <a:moveTo>
                  <a:pt x="59" y="29"/>
                </a:moveTo>
                <a:lnTo>
                  <a:pt x="69" y="34"/>
                </a:lnTo>
                <a:lnTo>
                  <a:pt x="64" y="44"/>
                </a:lnTo>
                <a:lnTo>
                  <a:pt x="54" y="39"/>
                </a:lnTo>
                <a:lnTo>
                  <a:pt x="59" y="29"/>
                </a:lnTo>
                <a:moveTo>
                  <a:pt x="69" y="34"/>
                </a:moveTo>
                <a:lnTo>
                  <a:pt x="79" y="39"/>
                </a:lnTo>
                <a:lnTo>
                  <a:pt x="74" y="49"/>
                </a:lnTo>
                <a:lnTo>
                  <a:pt x="64" y="44"/>
                </a:lnTo>
                <a:lnTo>
                  <a:pt x="69" y="34"/>
                </a:lnTo>
                <a:moveTo>
                  <a:pt x="79" y="39"/>
                </a:moveTo>
                <a:lnTo>
                  <a:pt x="89" y="44"/>
                </a:lnTo>
                <a:lnTo>
                  <a:pt x="84" y="54"/>
                </a:lnTo>
                <a:lnTo>
                  <a:pt x="74" y="49"/>
                </a:lnTo>
                <a:lnTo>
                  <a:pt x="79" y="39"/>
                </a:lnTo>
                <a:moveTo>
                  <a:pt x="89" y="44"/>
                </a:moveTo>
                <a:lnTo>
                  <a:pt x="99" y="49"/>
                </a:lnTo>
                <a:lnTo>
                  <a:pt x="94" y="59"/>
                </a:lnTo>
                <a:lnTo>
                  <a:pt x="84" y="54"/>
                </a:lnTo>
                <a:lnTo>
                  <a:pt x="89" y="44"/>
                </a:lnTo>
                <a:moveTo>
                  <a:pt x="99" y="49"/>
                </a:moveTo>
                <a:lnTo>
                  <a:pt x="109" y="54"/>
                </a:lnTo>
                <a:lnTo>
                  <a:pt x="104" y="64"/>
                </a:lnTo>
                <a:lnTo>
                  <a:pt x="94" y="59"/>
                </a:lnTo>
                <a:lnTo>
                  <a:pt x="99" y="49"/>
                </a:lnTo>
                <a:moveTo>
                  <a:pt x="109" y="54"/>
                </a:moveTo>
                <a:lnTo>
                  <a:pt x="119" y="59"/>
                </a:lnTo>
                <a:lnTo>
                  <a:pt x="114" y="69"/>
                </a:lnTo>
                <a:lnTo>
                  <a:pt x="104" y="64"/>
                </a:lnTo>
                <a:lnTo>
                  <a:pt x="109" y="54"/>
                </a:lnTo>
                <a:moveTo>
                  <a:pt x="119" y="59"/>
                </a:moveTo>
                <a:lnTo>
                  <a:pt x="131" y="65"/>
                </a:lnTo>
                <a:lnTo>
                  <a:pt x="113" y="74"/>
                </a:lnTo>
                <a:lnTo>
                  <a:pt x="108" y="64"/>
                </a:lnTo>
                <a:lnTo>
                  <a:pt x="116" y="60"/>
                </a:lnTo>
                <a:lnTo>
                  <a:pt x="119" y="65"/>
                </a:lnTo>
                <a:lnTo>
                  <a:pt x="116" y="70"/>
                </a:lnTo>
                <a:lnTo>
                  <a:pt x="114" y="69"/>
                </a:lnTo>
                <a:lnTo>
                  <a:pt x="119" y="59"/>
                </a:lnTo>
                <a:moveTo>
                  <a:pt x="113" y="74"/>
                </a:moveTo>
                <a:lnTo>
                  <a:pt x="103" y="79"/>
                </a:lnTo>
                <a:lnTo>
                  <a:pt x="98" y="69"/>
                </a:lnTo>
                <a:lnTo>
                  <a:pt x="108" y="64"/>
                </a:lnTo>
                <a:lnTo>
                  <a:pt x="113" y="74"/>
                </a:lnTo>
                <a:moveTo>
                  <a:pt x="103" y="79"/>
                </a:moveTo>
                <a:lnTo>
                  <a:pt x="93" y="84"/>
                </a:lnTo>
                <a:lnTo>
                  <a:pt x="88" y="74"/>
                </a:lnTo>
                <a:lnTo>
                  <a:pt x="98" y="69"/>
                </a:lnTo>
                <a:lnTo>
                  <a:pt x="103" y="79"/>
                </a:lnTo>
                <a:moveTo>
                  <a:pt x="93" y="84"/>
                </a:moveTo>
                <a:lnTo>
                  <a:pt x="83" y="89"/>
                </a:lnTo>
                <a:lnTo>
                  <a:pt x="78" y="79"/>
                </a:lnTo>
                <a:lnTo>
                  <a:pt x="88" y="74"/>
                </a:lnTo>
                <a:lnTo>
                  <a:pt x="93" y="84"/>
                </a:lnTo>
                <a:moveTo>
                  <a:pt x="83" y="89"/>
                </a:moveTo>
                <a:lnTo>
                  <a:pt x="73" y="94"/>
                </a:lnTo>
                <a:lnTo>
                  <a:pt x="68" y="84"/>
                </a:lnTo>
                <a:lnTo>
                  <a:pt x="78" y="79"/>
                </a:lnTo>
                <a:lnTo>
                  <a:pt x="83" y="89"/>
                </a:lnTo>
                <a:moveTo>
                  <a:pt x="73" y="94"/>
                </a:moveTo>
                <a:lnTo>
                  <a:pt x="63" y="100"/>
                </a:lnTo>
                <a:lnTo>
                  <a:pt x="58" y="89"/>
                </a:lnTo>
                <a:lnTo>
                  <a:pt x="68" y="84"/>
                </a:lnTo>
                <a:lnTo>
                  <a:pt x="73" y="94"/>
                </a:lnTo>
                <a:moveTo>
                  <a:pt x="63" y="100"/>
                </a:moveTo>
                <a:lnTo>
                  <a:pt x="53" y="105"/>
                </a:lnTo>
                <a:lnTo>
                  <a:pt x="48" y="94"/>
                </a:lnTo>
                <a:lnTo>
                  <a:pt x="58" y="89"/>
                </a:lnTo>
                <a:lnTo>
                  <a:pt x="63" y="100"/>
                </a:lnTo>
                <a:moveTo>
                  <a:pt x="53" y="105"/>
                </a:moveTo>
                <a:lnTo>
                  <a:pt x="43" y="110"/>
                </a:lnTo>
                <a:lnTo>
                  <a:pt x="38" y="100"/>
                </a:lnTo>
                <a:lnTo>
                  <a:pt x="48" y="94"/>
                </a:lnTo>
                <a:lnTo>
                  <a:pt x="53" y="105"/>
                </a:lnTo>
                <a:moveTo>
                  <a:pt x="43" y="110"/>
                </a:moveTo>
                <a:lnTo>
                  <a:pt x="33" y="115"/>
                </a:lnTo>
                <a:lnTo>
                  <a:pt x="28" y="105"/>
                </a:lnTo>
                <a:lnTo>
                  <a:pt x="38" y="100"/>
                </a:lnTo>
                <a:lnTo>
                  <a:pt x="43" y="110"/>
                </a:lnTo>
                <a:moveTo>
                  <a:pt x="33" y="115"/>
                </a:moveTo>
                <a:lnTo>
                  <a:pt x="23" y="120"/>
                </a:lnTo>
                <a:lnTo>
                  <a:pt x="17" y="110"/>
                </a:lnTo>
                <a:lnTo>
                  <a:pt x="28" y="105"/>
                </a:lnTo>
                <a:lnTo>
                  <a:pt x="33" y="115"/>
                </a:lnTo>
                <a:moveTo>
                  <a:pt x="23" y="120"/>
                </a:moveTo>
                <a:lnTo>
                  <a:pt x="12" y="125"/>
                </a:lnTo>
                <a:lnTo>
                  <a:pt x="7" y="115"/>
                </a:lnTo>
                <a:lnTo>
                  <a:pt x="17" y="110"/>
                </a:lnTo>
                <a:lnTo>
                  <a:pt x="23" y="120"/>
                </a:lnTo>
                <a:moveTo>
                  <a:pt x="12" y="125"/>
                </a:moveTo>
                <a:lnTo>
                  <a:pt x="0" y="131"/>
                </a:lnTo>
                <a:lnTo>
                  <a:pt x="0" y="115"/>
                </a:lnTo>
                <a:lnTo>
                  <a:pt x="11" y="115"/>
                </a:lnTo>
                <a:lnTo>
                  <a:pt x="11" y="122"/>
                </a:lnTo>
                <a:lnTo>
                  <a:pt x="6" y="122"/>
                </a:lnTo>
                <a:lnTo>
                  <a:pt x="3" y="117"/>
                </a:lnTo>
                <a:lnTo>
                  <a:pt x="7" y="115"/>
                </a:lnTo>
                <a:lnTo>
                  <a:pt x="12" y="125"/>
                </a:lnTo>
                <a:moveTo>
                  <a:pt x="0" y="115"/>
                </a:moveTo>
                <a:lnTo>
                  <a:pt x="0" y="104"/>
                </a:lnTo>
                <a:lnTo>
                  <a:pt x="11" y="104"/>
                </a:lnTo>
                <a:lnTo>
                  <a:pt x="11" y="115"/>
                </a:lnTo>
                <a:lnTo>
                  <a:pt x="0" y="115"/>
                </a:lnTo>
                <a:moveTo>
                  <a:pt x="0" y="104"/>
                </a:moveTo>
                <a:lnTo>
                  <a:pt x="0" y="91"/>
                </a:lnTo>
                <a:lnTo>
                  <a:pt x="11" y="91"/>
                </a:lnTo>
                <a:lnTo>
                  <a:pt x="11" y="104"/>
                </a:lnTo>
                <a:lnTo>
                  <a:pt x="0" y="104"/>
                </a:lnTo>
                <a:moveTo>
                  <a:pt x="0" y="91"/>
                </a:moveTo>
                <a:lnTo>
                  <a:pt x="0" y="80"/>
                </a:lnTo>
                <a:lnTo>
                  <a:pt x="11" y="80"/>
                </a:lnTo>
                <a:lnTo>
                  <a:pt x="11" y="91"/>
                </a:lnTo>
                <a:lnTo>
                  <a:pt x="0" y="91"/>
                </a:lnTo>
                <a:moveTo>
                  <a:pt x="0" y="80"/>
                </a:moveTo>
                <a:lnTo>
                  <a:pt x="0" y="69"/>
                </a:lnTo>
                <a:lnTo>
                  <a:pt x="11" y="69"/>
                </a:lnTo>
                <a:lnTo>
                  <a:pt x="11" y="80"/>
                </a:lnTo>
                <a:lnTo>
                  <a:pt x="0" y="80"/>
                </a:lnTo>
                <a:moveTo>
                  <a:pt x="0" y="69"/>
                </a:moveTo>
                <a:lnTo>
                  <a:pt x="0" y="58"/>
                </a:lnTo>
                <a:lnTo>
                  <a:pt x="11" y="58"/>
                </a:lnTo>
                <a:lnTo>
                  <a:pt x="11" y="69"/>
                </a:lnTo>
                <a:lnTo>
                  <a:pt x="0" y="69"/>
                </a:lnTo>
                <a:moveTo>
                  <a:pt x="0" y="58"/>
                </a:moveTo>
                <a:lnTo>
                  <a:pt x="0" y="47"/>
                </a:lnTo>
                <a:lnTo>
                  <a:pt x="11" y="47"/>
                </a:lnTo>
                <a:lnTo>
                  <a:pt x="11" y="58"/>
                </a:lnTo>
                <a:lnTo>
                  <a:pt x="0" y="58"/>
                </a:lnTo>
                <a:moveTo>
                  <a:pt x="0" y="47"/>
                </a:moveTo>
                <a:lnTo>
                  <a:pt x="0" y="35"/>
                </a:lnTo>
                <a:lnTo>
                  <a:pt x="11" y="35"/>
                </a:lnTo>
                <a:lnTo>
                  <a:pt x="11" y="47"/>
                </a:lnTo>
                <a:lnTo>
                  <a:pt x="0" y="47"/>
                </a:lnTo>
                <a:moveTo>
                  <a:pt x="0" y="35"/>
                </a:moveTo>
                <a:lnTo>
                  <a:pt x="0" y="24"/>
                </a:lnTo>
                <a:lnTo>
                  <a:pt x="11" y="24"/>
                </a:lnTo>
                <a:lnTo>
                  <a:pt x="11" y="35"/>
                </a:lnTo>
                <a:lnTo>
                  <a:pt x="0" y="35"/>
                </a:lnTo>
                <a:moveTo>
                  <a:pt x="0" y="24"/>
                </a:moveTo>
                <a:lnTo>
                  <a:pt x="0" y="13"/>
                </a:lnTo>
                <a:lnTo>
                  <a:pt x="11" y="13"/>
                </a:lnTo>
                <a:lnTo>
                  <a:pt x="11" y="24"/>
                </a:lnTo>
                <a:lnTo>
                  <a:pt x="0" y="24"/>
                </a:lnTo>
                <a:moveTo>
                  <a:pt x="0" y="13"/>
                </a:moveTo>
                <a:lnTo>
                  <a:pt x="0" y="0"/>
                </a:lnTo>
                <a:lnTo>
                  <a:pt x="18" y="9"/>
                </a:lnTo>
                <a:lnTo>
                  <a:pt x="13" y="19"/>
                </a:lnTo>
                <a:lnTo>
                  <a:pt x="3" y="14"/>
                </a:lnTo>
                <a:lnTo>
                  <a:pt x="6" y="9"/>
                </a:lnTo>
                <a:lnTo>
                  <a:pt x="11" y="9"/>
                </a:lnTo>
                <a:lnTo>
                  <a:pt x="1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1523520" y="1823760"/>
            <a:ext cx="735840" cy="121320"/>
          </a:xfrm>
          <a:custGeom>
            <a:avLst/>
            <a:gdLst/>
            <a:ahLst/>
            <a:rect l="0" t="0" r="r" b="b"/>
            <a:pathLst>
              <a:path w="2044" h="337">
                <a:moveTo>
                  <a:pt x="0" y="0"/>
                </a:moveTo>
                <a:lnTo>
                  <a:pt x="2044" y="0"/>
                </a:lnTo>
                <a:lnTo>
                  <a:pt x="2044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1523520" y="1823760"/>
            <a:ext cx="735840" cy="121320"/>
          </a:xfrm>
          <a:custGeom>
            <a:avLst/>
            <a:gdLst/>
            <a:ahLst/>
            <a:rect l="0" t="0" r="r" b="b"/>
            <a:pathLst>
              <a:path w="2044" h="337">
                <a:moveTo>
                  <a:pt x="0" y="0"/>
                </a:moveTo>
                <a:lnTo>
                  <a:pt x="2044" y="0"/>
                </a:lnTo>
                <a:lnTo>
                  <a:pt x="2044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39920" y="948600"/>
            <a:ext cx="5622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bron naar releasepakket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2961720" y="1823760"/>
            <a:ext cx="217080" cy="121320"/>
          </a:xfrm>
          <a:custGeom>
            <a:avLst/>
            <a:gdLst/>
            <a:ahLst/>
            <a:rect l="0" t="0" r="r" b="b"/>
            <a:pathLst>
              <a:path w="603" h="337">
                <a:moveTo>
                  <a:pt x="0" y="0"/>
                </a:moveTo>
                <a:lnTo>
                  <a:pt x="603" y="0"/>
                </a:lnTo>
                <a:lnTo>
                  <a:pt x="603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2961720" y="1823760"/>
            <a:ext cx="217080" cy="121320"/>
          </a:xfrm>
          <a:custGeom>
            <a:avLst/>
            <a:gdLst/>
            <a:ahLst/>
            <a:rect l="0" t="0" r="r" b="b"/>
            <a:pathLst>
              <a:path w="603" h="337">
                <a:moveTo>
                  <a:pt x="0" y="0"/>
                </a:moveTo>
                <a:lnTo>
                  <a:pt x="603" y="0"/>
                </a:lnTo>
                <a:lnTo>
                  <a:pt x="603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523520" y="1834920"/>
            <a:ext cx="7459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PR, interne review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4344840" y="1823760"/>
            <a:ext cx="106200" cy="121320"/>
          </a:xfrm>
          <a:custGeom>
            <a:avLst/>
            <a:gdLst/>
            <a:ahLst/>
            <a:rect l="0" t="0" r="r" b="b"/>
            <a:pathLst>
              <a:path w="295" h="337">
                <a:moveTo>
                  <a:pt x="0" y="0"/>
                </a:moveTo>
                <a:lnTo>
                  <a:pt x="295" y="0"/>
                </a:lnTo>
                <a:lnTo>
                  <a:pt x="295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4344840" y="1823760"/>
            <a:ext cx="106200" cy="121320"/>
          </a:xfrm>
          <a:custGeom>
            <a:avLst/>
            <a:gdLst/>
            <a:ahLst/>
            <a:rect l="0" t="0" r="r" b="b"/>
            <a:pathLst>
              <a:path w="295" h="337">
                <a:moveTo>
                  <a:pt x="0" y="0"/>
                </a:moveTo>
                <a:lnTo>
                  <a:pt x="295" y="0"/>
                </a:lnTo>
                <a:lnTo>
                  <a:pt x="295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2961720" y="1834920"/>
            <a:ext cx="2203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kloon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5417640" y="1823760"/>
            <a:ext cx="322920" cy="121320"/>
          </a:xfrm>
          <a:custGeom>
            <a:avLst/>
            <a:gdLst/>
            <a:ahLst/>
            <a:rect l="0" t="0" r="r" b="b"/>
            <a:pathLst>
              <a:path w="897" h="337">
                <a:moveTo>
                  <a:pt x="0" y="0"/>
                </a:moveTo>
                <a:lnTo>
                  <a:pt x="897" y="0"/>
                </a:lnTo>
                <a:lnTo>
                  <a:pt x="897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5417640" y="1823760"/>
            <a:ext cx="322920" cy="121320"/>
          </a:xfrm>
          <a:custGeom>
            <a:avLst/>
            <a:gdLst/>
            <a:ahLst/>
            <a:rect l="0" t="0" r="r" b="b"/>
            <a:pathLst>
              <a:path w="897" h="337">
                <a:moveTo>
                  <a:pt x="0" y="0"/>
                </a:moveTo>
                <a:lnTo>
                  <a:pt x="897" y="0"/>
                </a:lnTo>
                <a:lnTo>
                  <a:pt x="897" y="337"/>
                </a:lnTo>
                <a:lnTo>
                  <a:pt x="0" y="33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344840" y="1834920"/>
            <a:ext cx="10584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PR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497880" y="1748160"/>
            <a:ext cx="900000" cy="272520"/>
          </a:xfrm>
          <a:custGeom>
            <a:avLst/>
            <a:gdLst/>
            <a:ahLst/>
            <a:rect l="0" t="0" r="r" b="b"/>
            <a:pathLst>
              <a:path w="2500" h="757">
                <a:moveTo>
                  <a:pt x="0" y="0"/>
                </a:moveTo>
                <a:lnTo>
                  <a:pt x="2500" y="0"/>
                </a:lnTo>
                <a:lnTo>
                  <a:pt x="2500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497880" y="1748160"/>
            <a:ext cx="900000" cy="272520"/>
          </a:xfrm>
          <a:custGeom>
            <a:avLst/>
            <a:gdLst/>
            <a:ahLst/>
            <a:rect l="0" t="0" r="r" b="b"/>
            <a:pathLst>
              <a:path w="2500" h="757">
                <a:moveTo>
                  <a:pt x="0" y="0"/>
                </a:moveTo>
                <a:lnTo>
                  <a:pt x="2500" y="0"/>
                </a:lnTo>
                <a:lnTo>
                  <a:pt x="2500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5418000" y="1834920"/>
            <a:ext cx="32688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akkoord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2384640" y="1748160"/>
            <a:ext cx="451440" cy="272520"/>
          </a:xfrm>
          <a:custGeom>
            <a:avLst/>
            <a:gdLst/>
            <a:ahLst/>
            <a:rect l="0" t="0" r="r" b="b"/>
            <a:pathLst>
              <a:path w="1254" h="757">
                <a:moveTo>
                  <a:pt x="0" y="0"/>
                </a:moveTo>
                <a:lnTo>
                  <a:pt x="1254" y="0"/>
                </a:lnTo>
                <a:lnTo>
                  <a:pt x="1254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2384640" y="1748160"/>
            <a:ext cx="451440" cy="272520"/>
          </a:xfrm>
          <a:custGeom>
            <a:avLst/>
            <a:gdLst/>
            <a:ahLst/>
            <a:rect l="0" t="0" r="r" b="b"/>
            <a:pathLst>
              <a:path w="1254" h="757">
                <a:moveTo>
                  <a:pt x="0" y="0"/>
                </a:moveTo>
                <a:lnTo>
                  <a:pt x="1254" y="0"/>
                </a:lnTo>
                <a:lnTo>
                  <a:pt x="1254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49440" y="1834920"/>
            <a:ext cx="60408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feature branch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3306600" y="1687680"/>
            <a:ext cx="912600" cy="393480"/>
          </a:xfrm>
          <a:custGeom>
            <a:avLst/>
            <a:gdLst/>
            <a:ahLst/>
            <a:rect l="0" t="0" r="r" b="b"/>
            <a:pathLst>
              <a:path w="2535" h="1093">
                <a:moveTo>
                  <a:pt x="0" y="0"/>
                </a:moveTo>
                <a:lnTo>
                  <a:pt x="2535" y="0"/>
                </a:lnTo>
                <a:lnTo>
                  <a:pt x="2535" y="1093"/>
                </a:lnTo>
                <a:lnTo>
                  <a:pt x="0" y="109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3306600" y="1687680"/>
            <a:ext cx="912600" cy="393480"/>
          </a:xfrm>
          <a:custGeom>
            <a:avLst/>
            <a:gdLst/>
            <a:ahLst/>
            <a:rect l="0" t="0" r="r" b="b"/>
            <a:pathLst>
              <a:path w="2535" h="1093">
                <a:moveTo>
                  <a:pt x="0" y="0"/>
                </a:moveTo>
                <a:lnTo>
                  <a:pt x="2535" y="0"/>
                </a:lnTo>
                <a:lnTo>
                  <a:pt x="2535" y="1093"/>
                </a:lnTo>
                <a:lnTo>
                  <a:pt x="0" y="1093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536200" y="1834920"/>
            <a:ext cx="1501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dev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462840" y="1774440"/>
            <a:ext cx="6073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release branch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4577760" y="1526040"/>
            <a:ext cx="716760" cy="716760"/>
          </a:xfrm>
          <a:custGeom>
            <a:avLst/>
            <a:gdLst/>
            <a:ahLst/>
            <a:rect l="0" t="0" r="r" b="b"/>
            <a:pathLst>
              <a:path w="1991" h="1991">
                <a:moveTo>
                  <a:pt x="996" y="1991"/>
                </a:moveTo>
                <a:lnTo>
                  <a:pt x="1991" y="996"/>
                </a:lnTo>
                <a:lnTo>
                  <a:pt x="996" y="0"/>
                </a:lnTo>
                <a:lnTo>
                  <a:pt x="0" y="996"/>
                </a:lnTo>
                <a:lnTo>
                  <a:pt x="996" y="1991"/>
                </a:lnTo>
                <a:close/>
              </a:path>
            </a:pathLst>
          </a:custGeom>
          <a:solidFill>
            <a:srgbClr val="0b4f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4577760" y="1526040"/>
            <a:ext cx="716760" cy="716760"/>
          </a:xfrm>
          <a:custGeom>
            <a:avLst/>
            <a:gdLst/>
            <a:ahLst/>
            <a:rect l="0" t="0" r="r" b="b"/>
            <a:pathLst>
              <a:path w="1991" h="1991">
                <a:moveTo>
                  <a:pt x="996" y="1991"/>
                </a:moveTo>
                <a:lnTo>
                  <a:pt x="1991" y="996"/>
                </a:lnTo>
                <a:lnTo>
                  <a:pt x="996" y="0"/>
                </a:lnTo>
                <a:lnTo>
                  <a:pt x="0" y="996"/>
                </a:lnTo>
                <a:lnTo>
                  <a:pt x="996" y="1991"/>
                </a:lnTo>
                <a:close/>
              </a:path>
            </a:pathLst>
          </a:custGeom>
          <a:noFill/>
          <a:ln w="4680">
            <a:solidFill>
              <a:srgbClr val="0b4f6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457800" y="1895400"/>
            <a:ext cx="6181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bronbestanden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4772160" y="1774440"/>
            <a:ext cx="3283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ffffff"/>
                </a:solidFill>
                <a:latin typeface="DejaVuSans"/>
                <a:ea typeface="DejaVuSans"/>
              </a:rPr>
              <a:t>tests en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5865120" y="1687680"/>
            <a:ext cx="988920" cy="393480"/>
          </a:xfrm>
          <a:custGeom>
            <a:avLst/>
            <a:gdLst/>
            <a:ahLst/>
            <a:rect l="0" t="0" r="r" b="b"/>
            <a:pathLst>
              <a:path w="2747" h="1093">
                <a:moveTo>
                  <a:pt x="0" y="0"/>
                </a:moveTo>
                <a:lnTo>
                  <a:pt x="2747" y="0"/>
                </a:lnTo>
                <a:lnTo>
                  <a:pt x="2747" y="1093"/>
                </a:lnTo>
                <a:lnTo>
                  <a:pt x="0" y="109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5865120" y="1687680"/>
            <a:ext cx="988920" cy="393480"/>
          </a:xfrm>
          <a:custGeom>
            <a:avLst/>
            <a:gdLst/>
            <a:ahLst/>
            <a:rect l="0" t="0" r="r" b="b"/>
            <a:pathLst>
              <a:path w="2747" h="1093">
                <a:moveTo>
                  <a:pt x="0" y="0"/>
                </a:moveTo>
                <a:lnTo>
                  <a:pt x="2747" y="0"/>
                </a:lnTo>
                <a:lnTo>
                  <a:pt x="2747" y="1093"/>
                </a:lnTo>
                <a:lnTo>
                  <a:pt x="0" y="1093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4800240" y="1895400"/>
            <a:ext cx="27036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ffffff"/>
                </a:solidFill>
                <a:latin typeface="DejaVuSans"/>
                <a:ea typeface="DejaVuSans"/>
              </a:rPr>
              <a:t>review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016680" y="1774440"/>
            <a:ext cx="69408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release branch N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7105680" y="1748160"/>
            <a:ext cx="610200" cy="272520"/>
          </a:xfrm>
          <a:custGeom>
            <a:avLst/>
            <a:gdLst/>
            <a:ahLst/>
            <a:rect l="0" t="0" r="r" b="b"/>
            <a:pathLst>
              <a:path w="1695" h="757">
                <a:moveTo>
                  <a:pt x="0" y="0"/>
                </a:moveTo>
                <a:lnTo>
                  <a:pt x="1695" y="0"/>
                </a:lnTo>
                <a:lnTo>
                  <a:pt x="1695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7105680" y="1748160"/>
            <a:ext cx="610200" cy="272520"/>
          </a:xfrm>
          <a:custGeom>
            <a:avLst/>
            <a:gdLst/>
            <a:ahLst/>
            <a:rect l="0" t="0" r="r" b="b"/>
            <a:pathLst>
              <a:path w="1695" h="757">
                <a:moveTo>
                  <a:pt x="0" y="0"/>
                </a:moveTo>
                <a:lnTo>
                  <a:pt x="1695" y="0"/>
                </a:lnTo>
                <a:lnTo>
                  <a:pt x="1695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225840" y="1895400"/>
            <a:ext cx="27036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en N-1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7967520" y="1748160"/>
            <a:ext cx="869040" cy="272520"/>
          </a:xfrm>
          <a:custGeom>
            <a:avLst/>
            <a:gdLst/>
            <a:ahLst/>
            <a:rect l="0" t="0" r="r" b="b"/>
            <a:pathLst>
              <a:path w="2414" h="757">
                <a:moveTo>
                  <a:pt x="0" y="0"/>
                </a:moveTo>
                <a:lnTo>
                  <a:pt x="2414" y="0"/>
                </a:lnTo>
                <a:lnTo>
                  <a:pt x="2414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/>
          <p:nvPr/>
        </p:nvSpPr>
        <p:spPr>
          <a:xfrm>
            <a:off x="7967520" y="1748160"/>
            <a:ext cx="869040" cy="272520"/>
          </a:xfrm>
          <a:custGeom>
            <a:avLst/>
            <a:gdLst/>
            <a:ahLst/>
            <a:rect l="0" t="0" r="r" b="b"/>
            <a:pathLst>
              <a:path w="2414" h="757">
                <a:moveTo>
                  <a:pt x="0" y="0"/>
                </a:moveTo>
                <a:lnTo>
                  <a:pt x="2414" y="0"/>
                </a:lnTo>
                <a:lnTo>
                  <a:pt x="2414" y="757"/>
                </a:lnTo>
                <a:lnTo>
                  <a:pt x="0" y="757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9370d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7256880" y="1834920"/>
            <a:ext cx="31176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CI-build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447480" y="26096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8118720" y="1834920"/>
            <a:ext cx="576720" cy="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30" spc="-1" strike="noStrike">
                <a:solidFill>
                  <a:srgbClr val="333333"/>
                </a:solidFill>
                <a:latin typeface="DejaVuSans"/>
                <a:ea typeface="DejaVuSans"/>
              </a:rPr>
              <a:t>releasepakket</a:t>
            </a:r>
            <a:endParaRPr b="0" lang="en-US" sz="6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447480" y="29048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39360" y="2556000"/>
            <a:ext cx="4264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Feature branch met pull request naar dev: de interne review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/>
          <p:nvPr/>
        </p:nvSpPr>
        <p:spPr>
          <a:xfrm>
            <a:off x="447480" y="32097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39360" y="2851200"/>
            <a:ext cx="5253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Dev wordt gekloond naar een release branch, met alle bronbestanden erin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447480" y="35049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39360" y="3156120"/>
            <a:ext cx="5685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Vanaf die release branch een pull request ter review voor de kerngroep techniek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447480" y="38001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639360" y="3451320"/>
            <a:ext cx="6172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Na akkoord landen de bronbestanden op release branch N; de vorige blijft als N-1 staan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4829040" y="391464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2" y="0"/>
                </a:moveTo>
                <a:lnTo>
                  <a:pt x="201" y="0"/>
                </a:lnTo>
                <a:lnTo>
                  <a:pt x="201" y="27"/>
                </a:lnTo>
                <a:lnTo>
                  <a:pt x="122" y="27"/>
                </a:lnTo>
                <a:lnTo>
                  <a:pt x="122" y="0"/>
                </a:lnTo>
                <a:moveTo>
                  <a:pt x="243" y="0"/>
                </a:moveTo>
                <a:lnTo>
                  <a:pt x="323" y="0"/>
                </a:lnTo>
                <a:lnTo>
                  <a:pt x="323" y="27"/>
                </a:lnTo>
                <a:lnTo>
                  <a:pt x="243" y="27"/>
                </a:lnTo>
                <a:lnTo>
                  <a:pt x="243" y="0"/>
                </a:lnTo>
                <a:moveTo>
                  <a:pt x="365" y="0"/>
                </a:moveTo>
                <a:lnTo>
                  <a:pt x="444" y="0"/>
                </a:lnTo>
                <a:lnTo>
                  <a:pt x="444" y="27"/>
                </a:lnTo>
                <a:lnTo>
                  <a:pt x="365" y="27"/>
                </a:lnTo>
                <a:lnTo>
                  <a:pt x="365" y="0"/>
                </a:lnTo>
                <a:moveTo>
                  <a:pt x="487" y="0"/>
                </a:moveTo>
                <a:lnTo>
                  <a:pt x="566" y="0"/>
                </a:lnTo>
                <a:lnTo>
                  <a:pt x="566" y="27"/>
                </a:lnTo>
                <a:lnTo>
                  <a:pt x="487" y="27"/>
                </a:lnTo>
                <a:lnTo>
                  <a:pt x="487" y="0"/>
                </a:lnTo>
                <a:moveTo>
                  <a:pt x="608" y="0"/>
                </a:moveTo>
                <a:lnTo>
                  <a:pt x="689" y="0"/>
                </a:lnTo>
                <a:lnTo>
                  <a:pt x="689" y="27"/>
                </a:lnTo>
                <a:lnTo>
                  <a:pt x="608" y="27"/>
                </a:lnTo>
                <a:lnTo>
                  <a:pt x="60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447480" y="4095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39360" y="3746520"/>
            <a:ext cx="5154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Daarna start de CI de build; de bronbestanden blijven refereerbaar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#46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39360" y="4041720"/>
            <a:ext cx="7375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build levert ook het volledige document als markdown, zodat twee versies naast elkaar te leggen zijn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79" name=""/>
          <p:cNvSpPr/>
          <p:nvPr/>
        </p:nvSpPr>
        <p:spPr>
          <a:xfrm>
            <a:off x="447480" y="25142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439920" y="1643760"/>
            <a:ext cx="4499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is een pull request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447480" y="2809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39360" y="2460600"/>
            <a:ext cx="3486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voorstel tot wijziging, met de aanleiding erbij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447480" y="31143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39360" y="2755800"/>
            <a:ext cx="4269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Regel voor regel te bekijken en van commentaar te voorzien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447480" y="34099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639360" y="3060720"/>
            <a:ext cx="3902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Automatische controles draaien mee en moeten slagen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639360" y="3355920"/>
            <a:ext cx="2934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Pas na goedkeuring gaat de wijziging erin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9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96" name=""/>
          <p:cNvSpPr txBox="1"/>
          <p:nvPr/>
        </p:nvSpPr>
        <p:spPr>
          <a:xfrm>
            <a:off x="4441680" y="2293920"/>
            <a:ext cx="465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EMO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885680" y="2604240"/>
            <a:ext cx="674280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20" spc="-1" strike="noStrike">
                <a:solidFill>
                  <a:srgbClr val="ffffff"/>
                </a:solidFill>
                <a:latin typeface="Arial"/>
                <a:ea typeface="Arial"/>
              </a:rPr>
              <a:t>Reviewen via een pull request</a:t>
            </a:r>
            <a:endParaRPr b="0" lang="en-US" sz="31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0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06" name=""/>
          <p:cNvSpPr/>
          <p:nvPr/>
        </p:nvSpPr>
        <p:spPr>
          <a:xfrm>
            <a:off x="461880" y="1062000"/>
            <a:ext cx="7229880" cy="857520"/>
          </a:xfrm>
          <a:custGeom>
            <a:avLst/>
            <a:gdLst/>
            <a:ahLst/>
            <a:rect l="0" t="0" r="r" b="b"/>
            <a:pathLst>
              <a:path w="20083" h="2382">
                <a:moveTo>
                  <a:pt x="0" y="2078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5"/>
                </a:cubicBezTo>
                <a:cubicBezTo>
                  <a:pt x="19857" y="9"/>
                  <a:pt x="19876" y="15"/>
                  <a:pt x="19895" y="23"/>
                </a:cubicBezTo>
                <a:cubicBezTo>
                  <a:pt x="19913" y="30"/>
                  <a:pt x="19931" y="40"/>
                  <a:pt x="19947" y="51"/>
                </a:cubicBezTo>
                <a:cubicBezTo>
                  <a:pt x="19964" y="62"/>
                  <a:pt x="19979" y="75"/>
                  <a:pt x="19993" y="89"/>
                </a:cubicBezTo>
                <a:cubicBezTo>
                  <a:pt x="20008" y="103"/>
                  <a:pt x="20020" y="118"/>
                  <a:pt x="20031" y="135"/>
                </a:cubicBezTo>
                <a:cubicBezTo>
                  <a:pt x="20042" y="151"/>
                  <a:pt x="20052" y="169"/>
                  <a:pt x="20059" y="187"/>
                </a:cubicBezTo>
                <a:cubicBezTo>
                  <a:pt x="20067" y="206"/>
                  <a:pt x="20073" y="225"/>
                  <a:pt x="20077" y="245"/>
                </a:cubicBezTo>
                <a:cubicBezTo>
                  <a:pt x="20081" y="264"/>
                  <a:pt x="20083" y="284"/>
                  <a:pt x="20083" y="304"/>
                </a:cubicBezTo>
                <a:lnTo>
                  <a:pt x="20083" y="2078"/>
                </a:lnTo>
                <a:cubicBezTo>
                  <a:pt x="20083" y="2098"/>
                  <a:pt x="20081" y="2117"/>
                  <a:pt x="20077" y="2137"/>
                </a:cubicBezTo>
                <a:cubicBezTo>
                  <a:pt x="20073" y="2157"/>
                  <a:pt x="20067" y="2176"/>
                  <a:pt x="20059" y="2194"/>
                </a:cubicBezTo>
                <a:cubicBezTo>
                  <a:pt x="20052" y="2212"/>
                  <a:pt x="20042" y="2230"/>
                  <a:pt x="20031" y="2247"/>
                </a:cubicBezTo>
                <a:cubicBezTo>
                  <a:pt x="20020" y="2263"/>
                  <a:pt x="20008" y="2279"/>
                  <a:pt x="19993" y="2293"/>
                </a:cubicBezTo>
                <a:cubicBezTo>
                  <a:pt x="19979" y="2307"/>
                  <a:pt x="19964" y="2319"/>
                  <a:pt x="19947" y="2331"/>
                </a:cubicBezTo>
                <a:cubicBezTo>
                  <a:pt x="19931" y="2342"/>
                  <a:pt x="19913" y="2351"/>
                  <a:pt x="19895" y="2359"/>
                </a:cubicBezTo>
                <a:cubicBezTo>
                  <a:pt x="19876" y="2366"/>
                  <a:pt x="19857" y="2372"/>
                  <a:pt x="19838" y="2376"/>
                </a:cubicBezTo>
                <a:cubicBezTo>
                  <a:pt x="19818" y="2380"/>
                  <a:pt x="19798" y="2382"/>
                  <a:pt x="19778" y="2382"/>
                </a:cubicBezTo>
                <a:lnTo>
                  <a:pt x="304" y="2382"/>
                </a:lnTo>
                <a:cubicBezTo>
                  <a:pt x="284" y="2382"/>
                  <a:pt x="264" y="2380"/>
                  <a:pt x="245" y="2376"/>
                </a:cubicBezTo>
                <a:cubicBezTo>
                  <a:pt x="225" y="2372"/>
                  <a:pt x="206" y="2366"/>
                  <a:pt x="188" y="2359"/>
                </a:cubicBezTo>
                <a:cubicBezTo>
                  <a:pt x="169" y="2351"/>
                  <a:pt x="152" y="2342"/>
                  <a:pt x="135" y="2331"/>
                </a:cubicBezTo>
                <a:cubicBezTo>
                  <a:pt x="118" y="2319"/>
                  <a:pt x="103" y="2307"/>
                  <a:pt x="89" y="2293"/>
                </a:cubicBezTo>
                <a:cubicBezTo>
                  <a:pt x="75" y="2279"/>
                  <a:pt x="62" y="2263"/>
                  <a:pt x="51" y="2247"/>
                </a:cubicBezTo>
                <a:cubicBezTo>
                  <a:pt x="40" y="2230"/>
                  <a:pt x="31" y="2212"/>
                  <a:pt x="23" y="2194"/>
                </a:cubicBezTo>
                <a:cubicBezTo>
                  <a:pt x="15" y="2176"/>
                  <a:pt x="9" y="2157"/>
                  <a:pt x="6" y="2137"/>
                </a:cubicBezTo>
                <a:cubicBezTo>
                  <a:pt x="2" y="2117"/>
                  <a:pt x="0" y="2098"/>
                  <a:pt x="0" y="20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461880" y="1062000"/>
            <a:ext cx="7229880" cy="857520"/>
          </a:xfrm>
          <a:custGeom>
            <a:avLst/>
            <a:gdLst/>
            <a:ahLst/>
            <a:rect l="0" t="0" r="r" b="b"/>
            <a:pathLst>
              <a:path w="20083" h="2382">
                <a:moveTo>
                  <a:pt x="0" y="2078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5"/>
                </a:cubicBezTo>
                <a:cubicBezTo>
                  <a:pt x="19857" y="9"/>
                  <a:pt x="19876" y="15"/>
                  <a:pt x="19895" y="23"/>
                </a:cubicBezTo>
                <a:cubicBezTo>
                  <a:pt x="19913" y="30"/>
                  <a:pt x="19931" y="40"/>
                  <a:pt x="19947" y="51"/>
                </a:cubicBezTo>
                <a:cubicBezTo>
                  <a:pt x="19964" y="62"/>
                  <a:pt x="19979" y="75"/>
                  <a:pt x="19993" y="89"/>
                </a:cubicBezTo>
                <a:cubicBezTo>
                  <a:pt x="20008" y="103"/>
                  <a:pt x="20020" y="118"/>
                  <a:pt x="20031" y="135"/>
                </a:cubicBezTo>
                <a:cubicBezTo>
                  <a:pt x="20042" y="151"/>
                  <a:pt x="20052" y="169"/>
                  <a:pt x="20059" y="187"/>
                </a:cubicBezTo>
                <a:cubicBezTo>
                  <a:pt x="20067" y="206"/>
                  <a:pt x="20073" y="225"/>
                  <a:pt x="20077" y="245"/>
                </a:cubicBezTo>
                <a:cubicBezTo>
                  <a:pt x="20081" y="264"/>
                  <a:pt x="20083" y="284"/>
                  <a:pt x="20083" y="304"/>
                </a:cubicBezTo>
                <a:lnTo>
                  <a:pt x="20083" y="2078"/>
                </a:lnTo>
                <a:cubicBezTo>
                  <a:pt x="20083" y="2098"/>
                  <a:pt x="20081" y="2117"/>
                  <a:pt x="20077" y="2137"/>
                </a:cubicBezTo>
                <a:cubicBezTo>
                  <a:pt x="20073" y="2157"/>
                  <a:pt x="20067" y="2176"/>
                  <a:pt x="20059" y="2194"/>
                </a:cubicBezTo>
                <a:cubicBezTo>
                  <a:pt x="20052" y="2212"/>
                  <a:pt x="20042" y="2230"/>
                  <a:pt x="20031" y="2247"/>
                </a:cubicBezTo>
                <a:cubicBezTo>
                  <a:pt x="20020" y="2263"/>
                  <a:pt x="20008" y="2279"/>
                  <a:pt x="19993" y="2293"/>
                </a:cubicBezTo>
                <a:cubicBezTo>
                  <a:pt x="19979" y="2307"/>
                  <a:pt x="19964" y="2319"/>
                  <a:pt x="19947" y="2331"/>
                </a:cubicBezTo>
                <a:cubicBezTo>
                  <a:pt x="19931" y="2342"/>
                  <a:pt x="19913" y="2351"/>
                  <a:pt x="19895" y="2359"/>
                </a:cubicBezTo>
                <a:cubicBezTo>
                  <a:pt x="19876" y="2366"/>
                  <a:pt x="19857" y="2372"/>
                  <a:pt x="19838" y="2376"/>
                </a:cubicBezTo>
                <a:cubicBezTo>
                  <a:pt x="19818" y="2380"/>
                  <a:pt x="19798" y="2382"/>
                  <a:pt x="19778" y="2382"/>
                </a:cubicBezTo>
                <a:lnTo>
                  <a:pt x="304" y="2382"/>
                </a:lnTo>
                <a:cubicBezTo>
                  <a:pt x="284" y="2382"/>
                  <a:pt x="264" y="2380"/>
                  <a:pt x="245" y="2376"/>
                </a:cubicBezTo>
                <a:cubicBezTo>
                  <a:pt x="225" y="2372"/>
                  <a:pt x="206" y="2366"/>
                  <a:pt x="188" y="2359"/>
                </a:cubicBezTo>
                <a:cubicBezTo>
                  <a:pt x="169" y="2351"/>
                  <a:pt x="152" y="2342"/>
                  <a:pt x="135" y="2331"/>
                </a:cubicBezTo>
                <a:cubicBezTo>
                  <a:pt x="118" y="2319"/>
                  <a:pt x="103" y="2307"/>
                  <a:pt x="89" y="2293"/>
                </a:cubicBezTo>
                <a:cubicBezTo>
                  <a:pt x="75" y="2279"/>
                  <a:pt x="62" y="2263"/>
                  <a:pt x="51" y="2247"/>
                </a:cubicBezTo>
                <a:cubicBezTo>
                  <a:pt x="40" y="2230"/>
                  <a:pt x="31" y="2212"/>
                  <a:pt x="23" y="2194"/>
                </a:cubicBezTo>
                <a:cubicBezTo>
                  <a:pt x="15" y="2176"/>
                  <a:pt x="9" y="2157"/>
                  <a:pt x="6" y="2137"/>
                </a:cubicBezTo>
                <a:cubicBezTo>
                  <a:pt x="2" y="2117"/>
                  <a:pt x="0" y="2098"/>
                  <a:pt x="0" y="20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461880" y="1928520"/>
            <a:ext cx="7229880" cy="857880"/>
          </a:xfrm>
          <a:custGeom>
            <a:avLst/>
            <a:gdLst/>
            <a:ahLst/>
            <a:rect l="0" t="0" r="r" b="b"/>
            <a:pathLst>
              <a:path w="20083" h="2383">
                <a:moveTo>
                  <a:pt x="0" y="207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2"/>
                </a:cubicBezTo>
                <a:cubicBezTo>
                  <a:pt x="19964" y="63"/>
                  <a:pt x="19979" y="75"/>
                  <a:pt x="19993" y="89"/>
                </a:cubicBezTo>
                <a:cubicBezTo>
                  <a:pt x="20008" y="104"/>
                  <a:pt x="20020" y="119"/>
                  <a:pt x="20031" y="136"/>
                </a:cubicBezTo>
                <a:cubicBezTo>
                  <a:pt x="20042" y="152"/>
                  <a:pt x="20052" y="170"/>
                  <a:pt x="20059" y="188"/>
                </a:cubicBezTo>
                <a:cubicBezTo>
                  <a:pt x="20067" y="207"/>
                  <a:pt x="20073" y="226"/>
                  <a:pt x="20077" y="245"/>
                </a:cubicBezTo>
                <a:cubicBezTo>
                  <a:pt x="20081" y="265"/>
                  <a:pt x="20083" y="285"/>
                  <a:pt x="20083" y="305"/>
                </a:cubicBezTo>
                <a:lnTo>
                  <a:pt x="20083" y="2078"/>
                </a:lnTo>
                <a:cubicBezTo>
                  <a:pt x="20083" y="2098"/>
                  <a:pt x="20081" y="2118"/>
                  <a:pt x="20077" y="2138"/>
                </a:cubicBezTo>
                <a:cubicBezTo>
                  <a:pt x="20073" y="2157"/>
                  <a:pt x="20067" y="2176"/>
                  <a:pt x="20059" y="2195"/>
                </a:cubicBezTo>
                <a:cubicBezTo>
                  <a:pt x="20052" y="2213"/>
                  <a:pt x="20042" y="2231"/>
                  <a:pt x="20031" y="2247"/>
                </a:cubicBezTo>
                <a:cubicBezTo>
                  <a:pt x="20020" y="2264"/>
                  <a:pt x="20008" y="2279"/>
                  <a:pt x="19993" y="2293"/>
                </a:cubicBezTo>
                <a:cubicBezTo>
                  <a:pt x="19979" y="2308"/>
                  <a:pt x="19964" y="2320"/>
                  <a:pt x="19947" y="2331"/>
                </a:cubicBezTo>
                <a:cubicBezTo>
                  <a:pt x="19931" y="2342"/>
                  <a:pt x="19913" y="2352"/>
                  <a:pt x="19895" y="2359"/>
                </a:cubicBezTo>
                <a:cubicBezTo>
                  <a:pt x="19876" y="2367"/>
                  <a:pt x="19857" y="2373"/>
                  <a:pt x="19838" y="2377"/>
                </a:cubicBezTo>
                <a:cubicBezTo>
                  <a:pt x="19818" y="2381"/>
                  <a:pt x="19798" y="2383"/>
                  <a:pt x="19778" y="2383"/>
                </a:cubicBezTo>
                <a:lnTo>
                  <a:pt x="304" y="2383"/>
                </a:lnTo>
                <a:cubicBezTo>
                  <a:pt x="284" y="2383"/>
                  <a:pt x="264" y="2381"/>
                  <a:pt x="245" y="2377"/>
                </a:cubicBezTo>
                <a:cubicBezTo>
                  <a:pt x="225" y="2373"/>
                  <a:pt x="206" y="2367"/>
                  <a:pt x="188" y="2359"/>
                </a:cubicBezTo>
                <a:cubicBezTo>
                  <a:pt x="169" y="2352"/>
                  <a:pt x="152" y="2342"/>
                  <a:pt x="135" y="2331"/>
                </a:cubicBezTo>
                <a:cubicBezTo>
                  <a:pt x="118" y="2320"/>
                  <a:pt x="103" y="2308"/>
                  <a:pt x="89" y="2293"/>
                </a:cubicBezTo>
                <a:cubicBezTo>
                  <a:pt x="75" y="2279"/>
                  <a:pt x="62" y="2264"/>
                  <a:pt x="51" y="2247"/>
                </a:cubicBezTo>
                <a:cubicBezTo>
                  <a:pt x="40" y="2231"/>
                  <a:pt x="31" y="2213"/>
                  <a:pt x="23" y="2195"/>
                </a:cubicBezTo>
                <a:cubicBezTo>
                  <a:pt x="15" y="2176"/>
                  <a:pt x="9" y="2157"/>
                  <a:pt x="6" y="2138"/>
                </a:cubicBezTo>
                <a:cubicBezTo>
                  <a:pt x="2" y="2118"/>
                  <a:pt x="0" y="2098"/>
                  <a:pt x="0" y="20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461880" y="1928520"/>
            <a:ext cx="7229880" cy="857880"/>
          </a:xfrm>
          <a:custGeom>
            <a:avLst/>
            <a:gdLst/>
            <a:ahLst/>
            <a:rect l="0" t="0" r="r" b="b"/>
            <a:pathLst>
              <a:path w="20083" h="2383">
                <a:moveTo>
                  <a:pt x="0" y="207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2"/>
                </a:cubicBezTo>
                <a:cubicBezTo>
                  <a:pt x="19964" y="63"/>
                  <a:pt x="19979" y="75"/>
                  <a:pt x="19993" y="89"/>
                </a:cubicBezTo>
                <a:cubicBezTo>
                  <a:pt x="20008" y="104"/>
                  <a:pt x="20020" y="119"/>
                  <a:pt x="20031" y="136"/>
                </a:cubicBezTo>
                <a:cubicBezTo>
                  <a:pt x="20042" y="152"/>
                  <a:pt x="20052" y="170"/>
                  <a:pt x="20059" y="188"/>
                </a:cubicBezTo>
                <a:cubicBezTo>
                  <a:pt x="20067" y="207"/>
                  <a:pt x="20073" y="226"/>
                  <a:pt x="20077" y="245"/>
                </a:cubicBezTo>
                <a:cubicBezTo>
                  <a:pt x="20081" y="265"/>
                  <a:pt x="20083" y="285"/>
                  <a:pt x="20083" y="305"/>
                </a:cubicBezTo>
                <a:lnTo>
                  <a:pt x="20083" y="2078"/>
                </a:lnTo>
                <a:cubicBezTo>
                  <a:pt x="20083" y="2098"/>
                  <a:pt x="20081" y="2118"/>
                  <a:pt x="20077" y="2138"/>
                </a:cubicBezTo>
                <a:cubicBezTo>
                  <a:pt x="20073" y="2157"/>
                  <a:pt x="20067" y="2176"/>
                  <a:pt x="20059" y="2195"/>
                </a:cubicBezTo>
                <a:cubicBezTo>
                  <a:pt x="20052" y="2213"/>
                  <a:pt x="20042" y="2231"/>
                  <a:pt x="20031" y="2247"/>
                </a:cubicBezTo>
                <a:cubicBezTo>
                  <a:pt x="20020" y="2264"/>
                  <a:pt x="20008" y="2279"/>
                  <a:pt x="19993" y="2293"/>
                </a:cubicBezTo>
                <a:cubicBezTo>
                  <a:pt x="19979" y="2308"/>
                  <a:pt x="19964" y="2320"/>
                  <a:pt x="19947" y="2331"/>
                </a:cubicBezTo>
                <a:cubicBezTo>
                  <a:pt x="19931" y="2342"/>
                  <a:pt x="19913" y="2352"/>
                  <a:pt x="19895" y="2359"/>
                </a:cubicBezTo>
                <a:cubicBezTo>
                  <a:pt x="19876" y="2367"/>
                  <a:pt x="19857" y="2373"/>
                  <a:pt x="19838" y="2377"/>
                </a:cubicBezTo>
                <a:cubicBezTo>
                  <a:pt x="19818" y="2381"/>
                  <a:pt x="19798" y="2383"/>
                  <a:pt x="19778" y="2383"/>
                </a:cubicBezTo>
                <a:lnTo>
                  <a:pt x="304" y="2383"/>
                </a:lnTo>
                <a:cubicBezTo>
                  <a:pt x="284" y="2383"/>
                  <a:pt x="264" y="2381"/>
                  <a:pt x="245" y="2377"/>
                </a:cubicBezTo>
                <a:cubicBezTo>
                  <a:pt x="225" y="2373"/>
                  <a:pt x="206" y="2367"/>
                  <a:pt x="188" y="2359"/>
                </a:cubicBezTo>
                <a:cubicBezTo>
                  <a:pt x="169" y="2352"/>
                  <a:pt x="152" y="2342"/>
                  <a:pt x="135" y="2331"/>
                </a:cubicBezTo>
                <a:cubicBezTo>
                  <a:pt x="118" y="2320"/>
                  <a:pt x="103" y="2308"/>
                  <a:pt x="89" y="2293"/>
                </a:cubicBezTo>
                <a:cubicBezTo>
                  <a:pt x="75" y="2279"/>
                  <a:pt x="62" y="2264"/>
                  <a:pt x="51" y="2247"/>
                </a:cubicBezTo>
                <a:cubicBezTo>
                  <a:pt x="40" y="2231"/>
                  <a:pt x="31" y="2213"/>
                  <a:pt x="23" y="2195"/>
                </a:cubicBezTo>
                <a:cubicBezTo>
                  <a:pt x="15" y="2176"/>
                  <a:pt x="9" y="2157"/>
                  <a:pt x="6" y="2138"/>
                </a:cubicBezTo>
                <a:cubicBezTo>
                  <a:pt x="2" y="2118"/>
                  <a:pt x="0" y="2098"/>
                  <a:pt x="0" y="20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461880" y="2795400"/>
            <a:ext cx="7229880" cy="848160"/>
          </a:xfrm>
          <a:custGeom>
            <a:avLst/>
            <a:gdLst/>
            <a:ahLst/>
            <a:rect l="0" t="0" r="r" b="b"/>
            <a:pathLst>
              <a:path w="20083" h="2356">
                <a:moveTo>
                  <a:pt x="0" y="2052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1"/>
                </a:cubicBezTo>
                <a:cubicBezTo>
                  <a:pt x="19964" y="62"/>
                  <a:pt x="19979" y="75"/>
                  <a:pt x="19993" y="89"/>
                </a:cubicBezTo>
                <a:cubicBezTo>
                  <a:pt x="20008" y="103"/>
                  <a:pt x="20020" y="119"/>
                  <a:pt x="20031" y="135"/>
                </a:cubicBezTo>
                <a:cubicBezTo>
                  <a:pt x="20042" y="152"/>
                  <a:pt x="20052" y="169"/>
                  <a:pt x="20059" y="188"/>
                </a:cubicBezTo>
                <a:cubicBezTo>
                  <a:pt x="20067" y="206"/>
                  <a:pt x="20073" y="225"/>
                  <a:pt x="20077" y="245"/>
                </a:cubicBezTo>
                <a:cubicBezTo>
                  <a:pt x="20081" y="265"/>
                  <a:pt x="20083" y="284"/>
                  <a:pt x="20083" y="304"/>
                </a:cubicBezTo>
                <a:lnTo>
                  <a:pt x="20083" y="2052"/>
                </a:lnTo>
                <a:cubicBezTo>
                  <a:pt x="20083" y="2072"/>
                  <a:pt x="20081" y="2091"/>
                  <a:pt x="20077" y="2111"/>
                </a:cubicBezTo>
                <a:cubicBezTo>
                  <a:pt x="20073" y="2130"/>
                  <a:pt x="20067" y="2150"/>
                  <a:pt x="20059" y="2168"/>
                </a:cubicBezTo>
                <a:cubicBezTo>
                  <a:pt x="20052" y="2186"/>
                  <a:pt x="20042" y="2204"/>
                  <a:pt x="20031" y="2221"/>
                </a:cubicBezTo>
                <a:cubicBezTo>
                  <a:pt x="20020" y="2237"/>
                  <a:pt x="20008" y="2253"/>
                  <a:pt x="19993" y="2267"/>
                </a:cubicBezTo>
                <a:cubicBezTo>
                  <a:pt x="19979" y="2281"/>
                  <a:pt x="19964" y="2293"/>
                  <a:pt x="19947" y="2305"/>
                </a:cubicBezTo>
                <a:cubicBezTo>
                  <a:pt x="19931" y="2316"/>
                  <a:pt x="19913" y="2325"/>
                  <a:pt x="19895" y="2333"/>
                </a:cubicBezTo>
                <a:cubicBezTo>
                  <a:pt x="19876" y="2340"/>
                  <a:pt x="19857" y="2346"/>
                  <a:pt x="19838" y="2350"/>
                </a:cubicBezTo>
                <a:cubicBezTo>
                  <a:pt x="19818" y="2354"/>
                  <a:pt x="19798" y="2356"/>
                  <a:pt x="19778" y="2356"/>
                </a:cubicBezTo>
                <a:lnTo>
                  <a:pt x="304" y="2356"/>
                </a:lnTo>
                <a:cubicBezTo>
                  <a:pt x="284" y="2356"/>
                  <a:pt x="264" y="2354"/>
                  <a:pt x="245" y="2350"/>
                </a:cubicBezTo>
                <a:cubicBezTo>
                  <a:pt x="225" y="2346"/>
                  <a:pt x="206" y="2340"/>
                  <a:pt x="188" y="2333"/>
                </a:cubicBezTo>
                <a:cubicBezTo>
                  <a:pt x="169" y="2325"/>
                  <a:pt x="152" y="2316"/>
                  <a:pt x="135" y="2305"/>
                </a:cubicBezTo>
                <a:cubicBezTo>
                  <a:pt x="118" y="2293"/>
                  <a:pt x="103" y="2281"/>
                  <a:pt x="89" y="2267"/>
                </a:cubicBezTo>
                <a:cubicBezTo>
                  <a:pt x="75" y="2253"/>
                  <a:pt x="62" y="2237"/>
                  <a:pt x="51" y="2221"/>
                </a:cubicBezTo>
                <a:cubicBezTo>
                  <a:pt x="40" y="2204"/>
                  <a:pt x="31" y="2186"/>
                  <a:pt x="23" y="2168"/>
                </a:cubicBezTo>
                <a:cubicBezTo>
                  <a:pt x="15" y="2150"/>
                  <a:pt x="9" y="2130"/>
                  <a:pt x="6" y="2111"/>
                </a:cubicBezTo>
                <a:cubicBezTo>
                  <a:pt x="2" y="2091"/>
                  <a:pt x="0" y="2072"/>
                  <a:pt x="0" y="20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461880" y="2795400"/>
            <a:ext cx="7229880" cy="848160"/>
          </a:xfrm>
          <a:custGeom>
            <a:avLst/>
            <a:gdLst/>
            <a:ahLst/>
            <a:rect l="0" t="0" r="r" b="b"/>
            <a:pathLst>
              <a:path w="20083" h="2356">
                <a:moveTo>
                  <a:pt x="0" y="2052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1"/>
                </a:cubicBezTo>
                <a:cubicBezTo>
                  <a:pt x="19964" y="62"/>
                  <a:pt x="19979" y="75"/>
                  <a:pt x="19993" y="89"/>
                </a:cubicBezTo>
                <a:cubicBezTo>
                  <a:pt x="20008" y="103"/>
                  <a:pt x="20020" y="119"/>
                  <a:pt x="20031" y="135"/>
                </a:cubicBezTo>
                <a:cubicBezTo>
                  <a:pt x="20042" y="152"/>
                  <a:pt x="20052" y="169"/>
                  <a:pt x="20059" y="188"/>
                </a:cubicBezTo>
                <a:cubicBezTo>
                  <a:pt x="20067" y="206"/>
                  <a:pt x="20073" y="225"/>
                  <a:pt x="20077" y="245"/>
                </a:cubicBezTo>
                <a:cubicBezTo>
                  <a:pt x="20081" y="265"/>
                  <a:pt x="20083" y="284"/>
                  <a:pt x="20083" y="304"/>
                </a:cubicBezTo>
                <a:lnTo>
                  <a:pt x="20083" y="2052"/>
                </a:lnTo>
                <a:cubicBezTo>
                  <a:pt x="20083" y="2072"/>
                  <a:pt x="20081" y="2091"/>
                  <a:pt x="20077" y="2111"/>
                </a:cubicBezTo>
                <a:cubicBezTo>
                  <a:pt x="20073" y="2130"/>
                  <a:pt x="20067" y="2150"/>
                  <a:pt x="20059" y="2168"/>
                </a:cubicBezTo>
                <a:cubicBezTo>
                  <a:pt x="20052" y="2186"/>
                  <a:pt x="20042" y="2204"/>
                  <a:pt x="20031" y="2221"/>
                </a:cubicBezTo>
                <a:cubicBezTo>
                  <a:pt x="20020" y="2237"/>
                  <a:pt x="20008" y="2253"/>
                  <a:pt x="19993" y="2267"/>
                </a:cubicBezTo>
                <a:cubicBezTo>
                  <a:pt x="19979" y="2281"/>
                  <a:pt x="19964" y="2293"/>
                  <a:pt x="19947" y="2305"/>
                </a:cubicBezTo>
                <a:cubicBezTo>
                  <a:pt x="19931" y="2316"/>
                  <a:pt x="19913" y="2325"/>
                  <a:pt x="19895" y="2333"/>
                </a:cubicBezTo>
                <a:cubicBezTo>
                  <a:pt x="19876" y="2340"/>
                  <a:pt x="19857" y="2346"/>
                  <a:pt x="19838" y="2350"/>
                </a:cubicBezTo>
                <a:cubicBezTo>
                  <a:pt x="19818" y="2354"/>
                  <a:pt x="19798" y="2356"/>
                  <a:pt x="19778" y="2356"/>
                </a:cubicBezTo>
                <a:lnTo>
                  <a:pt x="304" y="2356"/>
                </a:lnTo>
                <a:cubicBezTo>
                  <a:pt x="284" y="2356"/>
                  <a:pt x="264" y="2354"/>
                  <a:pt x="245" y="2350"/>
                </a:cubicBezTo>
                <a:cubicBezTo>
                  <a:pt x="225" y="2346"/>
                  <a:pt x="206" y="2340"/>
                  <a:pt x="188" y="2333"/>
                </a:cubicBezTo>
                <a:cubicBezTo>
                  <a:pt x="169" y="2325"/>
                  <a:pt x="152" y="2316"/>
                  <a:pt x="135" y="2305"/>
                </a:cubicBezTo>
                <a:cubicBezTo>
                  <a:pt x="118" y="2293"/>
                  <a:pt x="103" y="2281"/>
                  <a:pt x="89" y="2267"/>
                </a:cubicBezTo>
                <a:cubicBezTo>
                  <a:pt x="75" y="2253"/>
                  <a:pt x="62" y="2237"/>
                  <a:pt x="51" y="2221"/>
                </a:cubicBezTo>
                <a:cubicBezTo>
                  <a:pt x="40" y="2204"/>
                  <a:pt x="31" y="2186"/>
                  <a:pt x="23" y="2168"/>
                </a:cubicBezTo>
                <a:cubicBezTo>
                  <a:pt x="15" y="2150"/>
                  <a:pt x="9" y="2130"/>
                  <a:pt x="6" y="2111"/>
                </a:cubicBezTo>
                <a:cubicBezTo>
                  <a:pt x="2" y="2091"/>
                  <a:pt x="0" y="2072"/>
                  <a:pt x="0" y="205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461880" y="3652560"/>
            <a:ext cx="7229880" cy="857880"/>
          </a:xfrm>
          <a:custGeom>
            <a:avLst/>
            <a:gdLst/>
            <a:ahLst/>
            <a:rect l="0" t="0" r="r" b="b"/>
            <a:pathLst>
              <a:path w="20083" h="2383">
                <a:moveTo>
                  <a:pt x="0" y="207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4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2"/>
                </a:cubicBezTo>
                <a:cubicBezTo>
                  <a:pt x="19964" y="63"/>
                  <a:pt x="19979" y="75"/>
                  <a:pt x="19993" y="89"/>
                </a:cubicBezTo>
                <a:cubicBezTo>
                  <a:pt x="20008" y="104"/>
                  <a:pt x="20020" y="119"/>
                  <a:pt x="20031" y="135"/>
                </a:cubicBezTo>
                <a:cubicBezTo>
                  <a:pt x="20042" y="152"/>
                  <a:pt x="20052" y="170"/>
                  <a:pt x="20059" y="188"/>
                </a:cubicBezTo>
                <a:cubicBezTo>
                  <a:pt x="20067" y="207"/>
                  <a:pt x="20073" y="226"/>
                  <a:pt x="20077" y="245"/>
                </a:cubicBezTo>
                <a:cubicBezTo>
                  <a:pt x="20081" y="265"/>
                  <a:pt x="20083" y="285"/>
                  <a:pt x="20083" y="305"/>
                </a:cubicBezTo>
                <a:lnTo>
                  <a:pt x="20083" y="2078"/>
                </a:lnTo>
                <a:cubicBezTo>
                  <a:pt x="20083" y="2098"/>
                  <a:pt x="20081" y="2118"/>
                  <a:pt x="20077" y="2138"/>
                </a:cubicBezTo>
                <a:cubicBezTo>
                  <a:pt x="20073" y="2157"/>
                  <a:pt x="20067" y="2176"/>
                  <a:pt x="20059" y="2195"/>
                </a:cubicBezTo>
                <a:cubicBezTo>
                  <a:pt x="20052" y="2213"/>
                  <a:pt x="20042" y="2231"/>
                  <a:pt x="20031" y="2247"/>
                </a:cubicBezTo>
                <a:cubicBezTo>
                  <a:pt x="20020" y="2264"/>
                  <a:pt x="20008" y="2279"/>
                  <a:pt x="19993" y="2293"/>
                </a:cubicBezTo>
                <a:cubicBezTo>
                  <a:pt x="19979" y="2308"/>
                  <a:pt x="19964" y="2320"/>
                  <a:pt x="19947" y="2331"/>
                </a:cubicBezTo>
                <a:cubicBezTo>
                  <a:pt x="19931" y="2342"/>
                  <a:pt x="19913" y="2352"/>
                  <a:pt x="19895" y="2359"/>
                </a:cubicBezTo>
                <a:cubicBezTo>
                  <a:pt x="19876" y="2367"/>
                  <a:pt x="19857" y="2373"/>
                  <a:pt x="19838" y="2377"/>
                </a:cubicBezTo>
                <a:cubicBezTo>
                  <a:pt x="19818" y="2381"/>
                  <a:pt x="19798" y="2383"/>
                  <a:pt x="19778" y="2383"/>
                </a:cubicBezTo>
                <a:lnTo>
                  <a:pt x="304" y="2383"/>
                </a:lnTo>
                <a:cubicBezTo>
                  <a:pt x="284" y="2383"/>
                  <a:pt x="264" y="2381"/>
                  <a:pt x="245" y="2377"/>
                </a:cubicBezTo>
                <a:cubicBezTo>
                  <a:pt x="225" y="2373"/>
                  <a:pt x="206" y="2367"/>
                  <a:pt x="188" y="2359"/>
                </a:cubicBezTo>
                <a:cubicBezTo>
                  <a:pt x="169" y="2352"/>
                  <a:pt x="152" y="2342"/>
                  <a:pt x="135" y="2331"/>
                </a:cubicBezTo>
                <a:cubicBezTo>
                  <a:pt x="118" y="2320"/>
                  <a:pt x="103" y="2308"/>
                  <a:pt x="89" y="2293"/>
                </a:cubicBezTo>
                <a:cubicBezTo>
                  <a:pt x="75" y="2279"/>
                  <a:pt x="62" y="2264"/>
                  <a:pt x="51" y="2247"/>
                </a:cubicBezTo>
                <a:cubicBezTo>
                  <a:pt x="40" y="2231"/>
                  <a:pt x="31" y="2213"/>
                  <a:pt x="23" y="2195"/>
                </a:cubicBezTo>
                <a:cubicBezTo>
                  <a:pt x="15" y="2176"/>
                  <a:pt x="9" y="2157"/>
                  <a:pt x="6" y="2138"/>
                </a:cubicBezTo>
                <a:cubicBezTo>
                  <a:pt x="2" y="2118"/>
                  <a:pt x="0" y="2098"/>
                  <a:pt x="0" y="20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461880" y="3652560"/>
            <a:ext cx="7229880" cy="857880"/>
          </a:xfrm>
          <a:custGeom>
            <a:avLst/>
            <a:gdLst/>
            <a:ahLst/>
            <a:rect l="0" t="0" r="r" b="b"/>
            <a:pathLst>
              <a:path w="20083" h="2383">
                <a:moveTo>
                  <a:pt x="0" y="207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4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9778" y="0"/>
                </a:lnTo>
                <a:cubicBezTo>
                  <a:pt x="19798" y="0"/>
                  <a:pt x="19818" y="2"/>
                  <a:pt x="19838" y="6"/>
                </a:cubicBezTo>
                <a:cubicBezTo>
                  <a:pt x="19857" y="10"/>
                  <a:pt x="19876" y="16"/>
                  <a:pt x="19895" y="23"/>
                </a:cubicBezTo>
                <a:cubicBezTo>
                  <a:pt x="19913" y="31"/>
                  <a:pt x="19931" y="40"/>
                  <a:pt x="19947" y="52"/>
                </a:cubicBezTo>
                <a:cubicBezTo>
                  <a:pt x="19964" y="63"/>
                  <a:pt x="19979" y="75"/>
                  <a:pt x="19993" y="89"/>
                </a:cubicBezTo>
                <a:cubicBezTo>
                  <a:pt x="20008" y="104"/>
                  <a:pt x="20020" y="119"/>
                  <a:pt x="20031" y="135"/>
                </a:cubicBezTo>
                <a:cubicBezTo>
                  <a:pt x="20042" y="152"/>
                  <a:pt x="20052" y="170"/>
                  <a:pt x="20059" y="188"/>
                </a:cubicBezTo>
                <a:cubicBezTo>
                  <a:pt x="20067" y="207"/>
                  <a:pt x="20073" y="226"/>
                  <a:pt x="20077" y="245"/>
                </a:cubicBezTo>
                <a:cubicBezTo>
                  <a:pt x="20081" y="265"/>
                  <a:pt x="20083" y="285"/>
                  <a:pt x="20083" y="305"/>
                </a:cubicBezTo>
                <a:lnTo>
                  <a:pt x="20083" y="2078"/>
                </a:lnTo>
                <a:cubicBezTo>
                  <a:pt x="20083" y="2098"/>
                  <a:pt x="20081" y="2118"/>
                  <a:pt x="20077" y="2138"/>
                </a:cubicBezTo>
                <a:cubicBezTo>
                  <a:pt x="20073" y="2157"/>
                  <a:pt x="20067" y="2176"/>
                  <a:pt x="20059" y="2195"/>
                </a:cubicBezTo>
                <a:cubicBezTo>
                  <a:pt x="20052" y="2213"/>
                  <a:pt x="20042" y="2231"/>
                  <a:pt x="20031" y="2247"/>
                </a:cubicBezTo>
                <a:cubicBezTo>
                  <a:pt x="20020" y="2264"/>
                  <a:pt x="20008" y="2279"/>
                  <a:pt x="19993" y="2293"/>
                </a:cubicBezTo>
                <a:cubicBezTo>
                  <a:pt x="19979" y="2308"/>
                  <a:pt x="19964" y="2320"/>
                  <a:pt x="19947" y="2331"/>
                </a:cubicBezTo>
                <a:cubicBezTo>
                  <a:pt x="19931" y="2342"/>
                  <a:pt x="19913" y="2352"/>
                  <a:pt x="19895" y="2359"/>
                </a:cubicBezTo>
                <a:cubicBezTo>
                  <a:pt x="19876" y="2367"/>
                  <a:pt x="19857" y="2373"/>
                  <a:pt x="19838" y="2377"/>
                </a:cubicBezTo>
                <a:cubicBezTo>
                  <a:pt x="19818" y="2381"/>
                  <a:pt x="19798" y="2383"/>
                  <a:pt x="19778" y="2383"/>
                </a:cubicBezTo>
                <a:lnTo>
                  <a:pt x="304" y="2383"/>
                </a:lnTo>
                <a:cubicBezTo>
                  <a:pt x="284" y="2383"/>
                  <a:pt x="264" y="2381"/>
                  <a:pt x="245" y="2377"/>
                </a:cubicBezTo>
                <a:cubicBezTo>
                  <a:pt x="225" y="2373"/>
                  <a:pt x="206" y="2367"/>
                  <a:pt x="188" y="2359"/>
                </a:cubicBezTo>
                <a:cubicBezTo>
                  <a:pt x="169" y="2352"/>
                  <a:pt x="152" y="2342"/>
                  <a:pt x="135" y="2331"/>
                </a:cubicBezTo>
                <a:cubicBezTo>
                  <a:pt x="118" y="2320"/>
                  <a:pt x="103" y="2308"/>
                  <a:pt x="89" y="2293"/>
                </a:cubicBezTo>
                <a:cubicBezTo>
                  <a:pt x="75" y="2279"/>
                  <a:pt x="62" y="2264"/>
                  <a:pt x="51" y="2247"/>
                </a:cubicBezTo>
                <a:cubicBezTo>
                  <a:pt x="40" y="2231"/>
                  <a:pt x="31" y="2213"/>
                  <a:pt x="23" y="2195"/>
                </a:cubicBezTo>
                <a:cubicBezTo>
                  <a:pt x="15" y="2176"/>
                  <a:pt x="9" y="2157"/>
                  <a:pt x="6" y="2138"/>
                </a:cubicBezTo>
                <a:cubicBezTo>
                  <a:pt x="2" y="2118"/>
                  <a:pt x="0" y="2098"/>
                  <a:pt x="0" y="20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637920" y="120960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4"/>
                  <a:pt x="867" y="622"/>
                </a:cubicBezTo>
                <a:cubicBezTo>
                  <a:pt x="855" y="649"/>
                  <a:pt x="841" y="675"/>
                  <a:pt x="825" y="700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1" y="900"/>
                  <a:pt x="450" y="900"/>
                </a:cubicBezTo>
                <a:cubicBezTo>
                  <a:pt x="420" y="900"/>
                  <a:pt x="391" y="897"/>
                  <a:pt x="362" y="892"/>
                </a:cubicBezTo>
                <a:cubicBezTo>
                  <a:pt x="333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9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5"/>
                  <a:pt x="46" y="649"/>
                  <a:pt x="34" y="622"/>
                </a:cubicBezTo>
                <a:cubicBezTo>
                  <a:pt x="23" y="594"/>
                  <a:pt x="15" y="566"/>
                  <a:pt x="9" y="537"/>
                </a:cubicBezTo>
                <a:cubicBezTo>
                  <a:pt x="3" y="508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7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2" y="175"/>
                  <a:pt x="111" y="152"/>
                  <a:pt x="132" y="131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3"/>
                  <a:pt x="420" y="0"/>
                  <a:pt x="450" y="0"/>
                </a:cubicBezTo>
                <a:cubicBezTo>
                  <a:pt x="481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1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39920" y="415080"/>
            <a:ext cx="4895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Reviewen in vier stappen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72560" y="12754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637920" y="206676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0"/>
                  <a:pt x="898" y="510"/>
                  <a:pt x="892" y="538"/>
                </a:cubicBezTo>
                <a:cubicBezTo>
                  <a:pt x="886" y="567"/>
                  <a:pt x="878" y="596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1" y="901"/>
                  <a:pt x="450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6"/>
                  <a:pt x="305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2" y="769"/>
                </a:cubicBezTo>
                <a:cubicBezTo>
                  <a:pt x="111" y="748"/>
                  <a:pt x="92" y="725"/>
                  <a:pt x="76" y="701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6"/>
                  <a:pt x="15" y="567"/>
                  <a:pt x="9" y="538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4" y="279"/>
                </a:cubicBezTo>
                <a:cubicBezTo>
                  <a:pt x="46" y="251"/>
                  <a:pt x="60" y="225"/>
                  <a:pt x="76" y="201"/>
                </a:cubicBezTo>
                <a:cubicBezTo>
                  <a:pt x="92" y="176"/>
                  <a:pt x="111" y="154"/>
                  <a:pt x="132" y="133"/>
                </a:cubicBezTo>
                <a:cubicBezTo>
                  <a:pt x="153" y="112"/>
                  <a:pt x="176" y="92"/>
                  <a:pt x="200" y="76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0" y="0"/>
                  <a:pt x="450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2"/>
                  <a:pt x="769" y="133"/>
                </a:cubicBezTo>
                <a:cubicBezTo>
                  <a:pt x="790" y="154"/>
                  <a:pt x="809" y="176"/>
                  <a:pt x="825" y="201"/>
                </a:cubicBezTo>
                <a:cubicBezTo>
                  <a:pt x="841" y="225"/>
                  <a:pt x="855" y="251"/>
                  <a:pt x="867" y="279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738520" y="1580040"/>
            <a:ext cx="3259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Opgemaakte weergave van de wijziging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58160" y="214200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637920" y="29336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1" y="900"/>
                  <a:pt x="450" y="900"/>
                </a:cubicBezTo>
                <a:cubicBezTo>
                  <a:pt x="420" y="900"/>
                  <a:pt x="391" y="897"/>
                  <a:pt x="362" y="892"/>
                </a:cubicBezTo>
                <a:cubicBezTo>
                  <a:pt x="333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9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0"/>
                </a:cubicBezTo>
                <a:cubicBezTo>
                  <a:pt x="0" y="421"/>
                  <a:pt x="3" y="391"/>
                  <a:pt x="9" y="362"/>
                </a:cubicBezTo>
                <a:cubicBezTo>
                  <a:pt x="15" y="333"/>
                  <a:pt x="23" y="305"/>
                  <a:pt x="34" y="277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2" y="175"/>
                  <a:pt x="111" y="152"/>
                  <a:pt x="132" y="131"/>
                </a:cubicBezTo>
                <a:cubicBezTo>
                  <a:pt x="153" y="111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3"/>
                  <a:pt x="420" y="0"/>
                  <a:pt x="450" y="0"/>
                </a:cubicBezTo>
                <a:cubicBezTo>
                  <a:pt x="481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5" y="92"/>
                  <a:pt x="748" y="111"/>
                  <a:pt x="769" y="131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1"/>
                  <a:pt x="901" y="45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305160" y="2437560"/>
            <a:ext cx="1838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Commentaar per regel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53480" y="30088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637920" y="380016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2"/>
                </a:cubicBezTo>
                <a:cubicBezTo>
                  <a:pt x="855" y="650"/>
                  <a:pt x="841" y="675"/>
                  <a:pt x="825" y="701"/>
                </a:cubicBezTo>
                <a:cubicBezTo>
                  <a:pt x="809" y="726"/>
                  <a:pt x="790" y="748"/>
                  <a:pt x="769" y="769"/>
                </a:cubicBezTo>
                <a:cubicBezTo>
                  <a:pt x="748" y="790"/>
                  <a:pt x="725" y="809"/>
                  <a:pt x="701" y="825"/>
                </a:cubicBezTo>
                <a:cubicBezTo>
                  <a:pt x="676" y="842"/>
                  <a:pt x="650" y="855"/>
                  <a:pt x="623" y="867"/>
                </a:cubicBezTo>
                <a:cubicBezTo>
                  <a:pt x="596" y="878"/>
                  <a:pt x="568" y="887"/>
                  <a:pt x="539" y="892"/>
                </a:cubicBezTo>
                <a:cubicBezTo>
                  <a:pt x="510" y="898"/>
                  <a:pt x="481" y="901"/>
                  <a:pt x="450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7"/>
                  <a:pt x="305" y="878"/>
                  <a:pt x="278" y="867"/>
                </a:cubicBezTo>
                <a:cubicBezTo>
                  <a:pt x="251" y="855"/>
                  <a:pt x="225" y="842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2" y="726"/>
                  <a:pt x="76" y="701"/>
                </a:cubicBezTo>
                <a:cubicBezTo>
                  <a:pt x="60" y="675"/>
                  <a:pt x="46" y="650"/>
                  <a:pt x="34" y="622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0"/>
                </a:cubicBezTo>
                <a:cubicBezTo>
                  <a:pt x="0" y="421"/>
                  <a:pt x="3" y="391"/>
                  <a:pt x="9" y="362"/>
                </a:cubicBezTo>
                <a:cubicBezTo>
                  <a:pt x="15" y="333"/>
                  <a:pt x="23" y="305"/>
                  <a:pt x="34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2" y="176"/>
                  <a:pt x="111" y="153"/>
                  <a:pt x="132" y="132"/>
                </a:cubicBezTo>
                <a:cubicBezTo>
                  <a:pt x="153" y="111"/>
                  <a:pt x="176" y="93"/>
                  <a:pt x="200" y="76"/>
                </a:cubicBezTo>
                <a:cubicBezTo>
                  <a:pt x="225" y="60"/>
                  <a:pt x="251" y="46"/>
                  <a:pt x="278" y="35"/>
                </a:cubicBezTo>
                <a:cubicBezTo>
                  <a:pt x="305" y="23"/>
                  <a:pt x="333" y="15"/>
                  <a:pt x="362" y="9"/>
                </a:cubicBezTo>
                <a:cubicBezTo>
                  <a:pt x="391" y="3"/>
                  <a:pt x="420" y="0"/>
                  <a:pt x="450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5"/>
                  <a:pt x="596" y="23"/>
                  <a:pt x="623" y="35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3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1"/>
                  <a:pt x="901" y="45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519360" y="3304080"/>
            <a:ext cx="13464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Review indienen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53480" y="386604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271600" y="4170960"/>
            <a:ext cx="43455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Automatische controles: werken de verwijzingen nog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457200" y="4666680"/>
            <a:ext cx="71636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74151"/>
                </a:solidFill>
                <a:latin typeface="Arial"/>
                <a:ea typeface="Arial"/>
              </a:rPr>
              <a:t>De controles groeien mee: verwijzingen, diagrammen tegen de schema's, navigeerbaarheid van de boom.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3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36" name=""/>
          <p:cNvSpPr txBox="1"/>
          <p:nvPr/>
        </p:nvSpPr>
        <p:spPr>
          <a:xfrm>
            <a:off x="439920" y="853200"/>
            <a:ext cx="7290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Afspraken bij een pull request-review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456840" y="164772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2095200" y="1647720"/>
            <a:ext cx="6782400" cy="314640"/>
          </a:xfrm>
          <a:custGeom>
            <a:avLst/>
            <a:gdLst/>
            <a:ahLst/>
            <a:rect l="0" t="0" r="r" b="b"/>
            <a:pathLst>
              <a:path w="18840" h="874">
                <a:moveTo>
                  <a:pt x="0" y="0"/>
                </a:moveTo>
                <a:lnTo>
                  <a:pt x="18840" y="0"/>
                </a:lnTo>
                <a:lnTo>
                  <a:pt x="1884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456840" y="1952280"/>
            <a:ext cx="1638720" cy="19440"/>
          </a:xfrm>
          <a:custGeom>
            <a:avLst/>
            <a:gdLst/>
            <a:ahLst/>
            <a:rect l="0" t="0" r="r" b="b"/>
            <a:pathLst>
              <a:path w="4552" h="54">
                <a:moveTo>
                  <a:pt x="0" y="0"/>
                </a:moveTo>
                <a:lnTo>
                  <a:pt x="4552" y="0"/>
                </a:lnTo>
                <a:lnTo>
                  <a:pt x="455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2095200" y="1952280"/>
            <a:ext cx="6782400" cy="19440"/>
          </a:xfrm>
          <a:custGeom>
            <a:avLst/>
            <a:gdLst/>
            <a:ahLst/>
            <a:rect l="0" t="0" r="r" b="b"/>
            <a:pathLst>
              <a:path w="18840" h="54">
                <a:moveTo>
                  <a:pt x="0" y="0"/>
                </a:moveTo>
                <a:lnTo>
                  <a:pt x="18840" y="0"/>
                </a:lnTo>
                <a:lnTo>
                  <a:pt x="1884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456840" y="231444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2095200" y="231444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456840" y="266688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2095200" y="266688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456840" y="301932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2095200" y="301932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456840" y="337176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2095200" y="337176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456840" y="371448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2095200" y="3714480"/>
            <a:ext cx="6782400" cy="10080"/>
          </a:xfrm>
          <a:custGeom>
            <a:avLst/>
            <a:gdLst/>
            <a:ahLst/>
            <a:rect l="0" t="0" r="r" b="b"/>
            <a:pathLst>
              <a:path w="18840" h="28">
                <a:moveTo>
                  <a:pt x="0" y="0"/>
                </a:moveTo>
                <a:lnTo>
                  <a:pt x="18840" y="0"/>
                </a:lnTo>
                <a:lnTo>
                  <a:pt x="188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57200" y="1407960"/>
            <a:ext cx="9777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Status: concept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2204640" y="1736640"/>
            <a:ext cx="584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VOORZET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63760" y="2072880"/>
            <a:ext cx="1180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Goedkeuringen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204640" y="2072880"/>
            <a:ext cx="5481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Minimaal een per leverancier die de koppeling bouwt, plus een vanuit de sector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563760" y="2425320"/>
            <a:ext cx="494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Tester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204640" y="2425320"/>
            <a:ext cx="5380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Automatische controles, aangevuld met een mens die de testgevallen naloopt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63760" y="2777760"/>
            <a:ext cx="715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Reviewer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204640" y="2777760"/>
            <a:ext cx="3818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ander persoon dan de tester, beoordeelt de inhoud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563760" y="3120840"/>
            <a:ext cx="588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Termijn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204640" y="3120840"/>
            <a:ext cx="2489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Twee weken, tot de volgende sessie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563760" y="3473280"/>
            <a:ext cx="416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Nooit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456840" y="3867120"/>
            <a:ext cx="8420760" cy="533520"/>
          </a:xfrm>
          <a:custGeom>
            <a:avLst/>
            <a:gdLst/>
            <a:ahLst/>
            <a:rect l="0" t="0" r="r" b="b"/>
            <a:pathLst>
              <a:path w="23391" h="1482">
                <a:moveTo>
                  <a:pt x="0" y="0"/>
                </a:moveTo>
                <a:lnTo>
                  <a:pt x="23391" y="0"/>
                </a:lnTo>
                <a:lnTo>
                  <a:pt x="2339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456840" y="38671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456840" y="43909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8867520" y="38671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456840" y="3867120"/>
            <a:ext cx="48240" cy="533520"/>
          </a:xfrm>
          <a:custGeom>
            <a:avLst/>
            <a:gdLst/>
            <a:ahLst/>
            <a:rect l="0" t="0" r="r" b="b"/>
            <a:pathLst>
              <a:path w="134" h="1482">
                <a:moveTo>
                  <a:pt x="0" y="0"/>
                </a:moveTo>
                <a:lnTo>
                  <a:pt x="0" y="1482"/>
                </a:lnTo>
                <a:lnTo>
                  <a:pt x="134" y="1456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2204640" y="3473280"/>
            <a:ext cx="2961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review door de maker van de wijziging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87600" y="4067280"/>
            <a:ext cx="1203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BESLUIT NODIG OP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994040" y="4047120"/>
            <a:ext cx="2432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zijn we het eens met dit concept?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78" name=""/>
          <p:cNvSpPr/>
          <p:nvPr/>
        </p:nvSpPr>
        <p:spPr>
          <a:xfrm>
            <a:off x="456840" y="1733400"/>
            <a:ext cx="4362840" cy="314640"/>
          </a:xfrm>
          <a:custGeom>
            <a:avLst/>
            <a:gdLst/>
            <a:ahLst/>
            <a:rect l="0" t="0" r="r" b="b"/>
            <a:pathLst>
              <a:path w="12119" h="874">
                <a:moveTo>
                  <a:pt x="0" y="0"/>
                </a:moveTo>
                <a:lnTo>
                  <a:pt x="12119" y="0"/>
                </a:lnTo>
                <a:lnTo>
                  <a:pt x="1211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4819320" y="1733400"/>
            <a:ext cx="4058280" cy="314640"/>
          </a:xfrm>
          <a:custGeom>
            <a:avLst/>
            <a:gdLst/>
            <a:ahLst/>
            <a:rect l="0" t="0" r="r" b="b"/>
            <a:pathLst>
              <a:path w="11273" h="874">
                <a:moveTo>
                  <a:pt x="0" y="0"/>
                </a:moveTo>
                <a:lnTo>
                  <a:pt x="11273" y="0"/>
                </a:lnTo>
                <a:lnTo>
                  <a:pt x="1127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456840" y="2038320"/>
            <a:ext cx="4362840" cy="19080"/>
          </a:xfrm>
          <a:custGeom>
            <a:avLst/>
            <a:gdLst/>
            <a:ahLst/>
            <a:rect l="0" t="0" r="r" b="b"/>
            <a:pathLst>
              <a:path w="12119" h="53">
                <a:moveTo>
                  <a:pt x="0" y="0"/>
                </a:moveTo>
                <a:lnTo>
                  <a:pt x="12119" y="0"/>
                </a:lnTo>
                <a:lnTo>
                  <a:pt x="1211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4819320" y="2038320"/>
            <a:ext cx="4058280" cy="19080"/>
          </a:xfrm>
          <a:custGeom>
            <a:avLst/>
            <a:gdLst/>
            <a:ahLst/>
            <a:rect l="0" t="0" r="r" b="b"/>
            <a:pathLst>
              <a:path w="11273" h="53">
                <a:moveTo>
                  <a:pt x="0" y="0"/>
                </a:moveTo>
                <a:lnTo>
                  <a:pt x="11273" y="0"/>
                </a:lnTo>
                <a:lnTo>
                  <a:pt x="11273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456840" y="240948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4819320" y="2409480"/>
            <a:ext cx="4058280" cy="10080"/>
          </a:xfrm>
          <a:custGeom>
            <a:avLst/>
            <a:gdLst/>
            <a:ahLst/>
            <a:rect l="0" t="0" r="r" b="b"/>
            <a:pathLst>
              <a:path w="11273" h="28">
                <a:moveTo>
                  <a:pt x="0" y="0"/>
                </a:moveTo>
                <a:lnTo>
                  <a:pt x="11273" y="0"/>
                </a:lnTo>
                <a:lnTo>
                  <a:pt x="112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456840" y="276192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4819320" y="2761920"/>
            <a:ext cx="4058280" cy="10080"/>
          </a:xfrm>
          <a:custGeom>
            <a:avLst/>
            <a:gdLst/>
            <a:ahLst/>
            <a:rect l="0" t="0" r="r" b="b"/>
            <a:pathLst>
              <a:path w="11273" h="28">
                <a:moveTo>
                  <a:pt x="0" y="0"/>
                </a:moveTo>
                <a:lnTo>
                  <a:pt x="11273" y="0"/>
                </a:lnTo>
                <a:lnTo>
                  <a:pt x="112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456840" y="312408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4819320" y="3124080"/>
            <a:ext cx="4058280" cy="9720"/>
          </a:xfrm>
          <a:custGeom>
            <a:avLst/>
            <a:gdLst/>
            <a:ahLst/>
            <a:rect l="0" t="0" r="r" b="b"/>
            <a:pathLst>
              <a:path w="11273" h="27">
                <a:moveTo>
                  <a:pt x="0" y="0"/>
                </a:moveTo>
                <a:lnTo>
                  <a:pt x="11273" y="0"/>
                </a:lnTo>
                <a:lnTo>
                  <a:pt x="112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456840" y="347652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4819320" y="3476520"/>
            <a:ext cx="4058280" cy="9720"/>
          </a:xfrm>
          <a:custGeom>
            <a:avLst/>
            <a:gdLst/>
            <a:ahLst/>
            <a:rect l="0" t="0" r="r" b="b"/>
            <a:pathLst>
              <a:path w="11273" h="27">
                <a:moveTo>
                  <a:pt x="0" y="0"/>
                </a:moveTo>
                <a:lnTo>
                  <a:pt x="11273" y="0"/>
                </a:lnTo>
                <a:lnTo>
                  <a:pt x="112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439920" y="1072440"/>
            <a:ext cx="4062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Openstaande punten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4930560" y="1822320"/>
            <a:ext cx="939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VERVOLGACTIE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2409480" y="2314440"/>
            <a:ext cx="238680" cy="9720"/>
          </a:xfrm>
          <a:custGeom>
            <a:avLst/>
            <a:gdLst/>
            <a:ahLst/>
            <a:rect l="0" t="0" r="r" b="b"/>
            <a:pathLst>
              <a:path w="663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46" y="0"/>
                </a:moveTo>
                <a:lnTo>
                  <a:pt x="225" y="0"/>
                </a:lnTo>
                <a:lnTo>
                  <a:pt x="225" y="27"/>
                </a:lnTo>
                <a:lnTo>
                  <a:pt x="146" y="27"/>
                </a:lnTo>
                <a:lnTo>
                  <a:pt x="146" y="0"/>
                </a:lnTo>
                <a:moveTo>
                  <a:pt x="292" y="0"/>
                </a:moveTo>
                <a:lnTo>
                  <a:pt x="372" y="0"/>
                </a:lnTo>
                <a:lnTo>
                  <a:pt x="372" y="27"/>
                </a:lnTo>
                <a:lnTo>
                  <a:pt x="292" y="27"/>
                </a:lnTo>
                <a:lnTo>
                  <a:pt x="292" y="0"/>
                </a:lnTo>
                <a:moveTo>
                  <a:pt x="438" y="0"/>
                </a:moveTo>
                <a:lnTo>
                  <a:pt x="517" y="0"/>
                </a:lnTo>
                <a:lnTo>
                  <a:pt x="517" y="27"/>
                </a:lnTo>
                <a:lnTo>
                  <a:pt x="438" y="27"/>
                </a:lnTo>
                <a:lnTo>
                  <a:pt x="438" y="0"/>
                </a:lnTo>
                <a:moveTo>
                  <a:pt x="584" y="0"/>
                </a:moveTo>
                <a:lnTo>
                  <a:pt x="663" y="0"/>
                </a:lnTo>
                <a:lnTo>
                  <a:pt x="663" y="27"/>
                </a:lnTo>
                <a:lnTo>
                  <a:pt x="584" y="27"/>
                </a:lnTo>
                <a:lnTo>
                  <a:pt x="58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563760" y="2158560"/>
            <a:ext cx="2545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Versionering per koppeling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 (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#47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930560" y="2158560"/>
            <a:ext cx="4232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Voorstel eerst intern in het kernteam, daarna als PR hierheen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3933720" y="267624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6" y="0"/>
                </a:moveTo>
                <a:lnTo>
                  <a:pt x="216" y="0"/>
                </a:lnTo>
                <a:lnTo>
                  <a:pt x="216" y="28"/>
                </a:lnTo>
                <a:lnTo>
                  <a:pt x="136" y="28"/>
                </a:lnTo>
                <a:lnTo>
                  <a:pt x="136" y="0"/>
                </a:lnTo>
                <a:moveTo>
                  <a:pt x="274" y="0"/>
                </a:moveTo>
                <a:lnTo>
                  <a:pt x="354" y="0"/>
                </a:lnTo>
                <a:lnTo>
                  <a:pt x="354" y="28"/>
                </a:lnTo>
                <a:lnTo>
                  <a:pt x="274" y="28"/>
                </a:lnTo>
                <a:lnTo>
                  <a:pt x="274" y="0"/>
                </a:lnTo>
                <a:moveTo>
                  <a:pt x="411" y="0"/>
                </a:moveTo>
                <a:lnTo>
                  <a:pt x="490" y="0"/>
                </a:lnTo>
                <a:lnTo>
                  <a:pt x="490" y="28"/>
                </a:lnTo>
                <a:lnTo>
                  <a:pt x="411" y="28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8"/>
                </a:lnTo>
                <a:lnTo>
                  <a:pt x="548" y="28"/>
                </a:lnTo>
                <a:lnTo>
                  <a:pt x="548" y="0"/>
                </a:lnTo>
                <a:moveTo>
                  <a:pt x="684" y="0"/>
                </a:moveTo>
                <a:lnTo>
                  <a:pt x="764" y="0"/>
                </a:lnTo>
                <a:lnTo>
                  <a:pt x="764" y="28"/>
                </a:lnTo>
                <a:lnTo>
                  <a:pt x="684" y="28"/>
                </a:lnTo>
                <a:lnTo>
                  <a:pt x="684" y="0"/>
                </a:lnTo>
                <a:moveTo>
                  <a:pt x="821" y="0"/>
                </a:moveTo>
                <a:lnTo>
                  <a:pt x="900" y="0"/>
                </a:lnTo>
                <a:lnTo>
                  <a:pt x="900" y="28"/>
                </a:lnTo>
                <a:lnTo>
                  <a:pt x="821" y="28"/>
                </a:lnTo>
                <a:lnTo>
                  <a:pt x="821" y="0"/>
                </a:lnTo>
                <a:moveTo>
                  <a:pt x="958" y="0"/>
                </a:moveTo>
                <a:lnTo>
                  <a:pt x="1037" y="0"/>
                </a:lnTo>
                <a:lnTo>
                  <a:pt x="1037" y="28"/>
                </a:lnTo>
                <a:lnTo>
                  <a:pt x="958" y="28"/>
                </a:lnTo>
                <a:lnTo>
                  <a:pt x="958" y="0"/>
                </a:lnTo>
                <a:moveTo>
                  <a:pt x="1094" y="0"/>
                </a:moveTo>
                <a:lnTo>
                  <a:pt x="1174" y="0"/>
                </a:lnTo>
                <a:lnTo>
                  <a:pt x="1174" y="28"/>
                </a:lnTo>
                <a:lnTo>
                  <a:pt x="1094" y="28"/>
                </a:lnTo>
                <a:lnTo>
                  <a:pt x="1094" y="0"/>
                </a:lnTo>
                <a:moveTo>
                  <a:pt x="1231" y="0"/>
                </a:moveTo>
                <a:lnTo>
                  <a:pt x="1310" y="0"/>
                </a:lnTo>
                <a:lnTo>
                  <a:pt x="1310" y="28"/>
                </a:lnTo>
                <a:lnTo>
                  <a:pt x="1231" y="28"/>
                </a:lnTo>
                <a:lnTo>
                  <a:pt x="1231" y="0"/>
                </a:lnTo>
                <a:moveTo>
                  <a:pt x="1368" y="0"/>
                </a:moveTo>
                <a:lnTo>
                  <a:pt x="1447" y="0"/>
                </a:lnTo>
                <a:lnTo>
                  <a:pt x="1447" y="28"/>
                </a:lnTo>
                <a:lnTo>
                  <a:pt x="1368" y="28"/>
                </a:lnTo>
                <a:lnTo>
                  <a:pt x="1368" y="0"/>
                </a:lnTo>
                <a:moveTo>
                  <a:pt x="1505" y="0"/>
                </a:moveTo>
                <a:lnTo>
                  <a:pt x="1584" y="0"/>
                </a:lnTo>
                <a:lnTo>
                  <a:pt x="1584" y="28"/>
                </a:lnTo>
                <a:lnTo>
                  <a:pt x="1505" y="28"/>
                </a:lnTo>
                <a:lnTo>
                  <a:pt x="1505" y="0"/>
                </a:lnTo>
                <a:moveTo>
                  <a:pt x="1641" y="0"/>
                </a:moveTo>
                <a:lnTo>
                  <a:pt x="1721" y="0"/>
                </a:lnTo>
                <a:lnTo>
                  <a:pt x="1721" y="28"/>
                </a:lnTo>
                <a:lnTo>
                  <a:pt x="1641" y="28"/>
                </a:lnTo>
                <a:lnTo>
                  <a:pt x="164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63760" y="2520720"/>
            <a:ext cx="4743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Meerdere instanties van een referentiecomponent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 (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meta #80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930560" y="2520720"/>
            <a:ext cx="2111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Uitwerken, nog geen uitspraak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1933560" y="3028680"/>
            <a:ext cx="228960" cy="10080"/>
          </a:xfrm>
          <a:custGeom>
            <a:avLst/>
            <a:gdLst/>
            <a:ahLst/>
            <a:rect l="0" t="0" r="r" b="b"/>
            <a:pathLst>
              <a:path w="63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9" y="0"/>
                </a:moveTo>
                <a:lnTo>
                  <a:pt x="219" y="0"/>
                </a:lnTo>
                <a:lnTo>
                  <a:pt x="219" y="28"/>
                </a:lnTo>
                <a:lnTo>
                  <a:pt x="139" y="28"/>
                </a:lnTo>
                <a:lnTo>
                  <a:pt x="139" y="0"/>
                </a:lnTo>
                <a:moveTo>
                  <a:pt x="278" y="0"/>
                </a:moveTo>
                <a:lnTo>
                  <a:pt x="358" y="0"/>
                </a:lnTo>
                <a:lnTo>
                  <a:pt x="358" y="28"/>
                </a:lnTo>
                <a:lnTo>
                  <a:pt x="278" y="28"/>
                </a:lnTo>
                <a:lnTo>
                  <a:pt x="278" y="0"/>
                </a:lnTo>
                <a:moveTo>
                  <a:pt x="417" y="0"/>
                </a:moveTo>
                <a:lnTo>
                  <a:pt x="497" y="0"/>
                </a:lnTo>
                <a:lnTo>
                  <a:pt x="497" y="28"/>
                </a:lnTo>
                <a:lnTo>
                  <a:pt x="417" y="28"/>
                </a:lnTo>
                <a:lnTo>
                  <a:pt x="417" y="0"/>
                </a:lnTo>
                <a:moveTo>
                  <a:pt x="556" y="0"/>
                </a:moveTo>
                <a:lnTo>
                  <a:pt x="636" y="0"/>
                </a:lnTo>
                <a:lnTo>
                  <a:pt x="636" y="28"/>
                </a:lnTo>
                <a:lnTo>
                  <a:pt x="556" y="28"/>
                </a:lnTo>
                <a:lnTo>
                  <a:pt x="55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63760" y="2873160"/>
            <a:ext cx="1996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Keuzes en regelsets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 (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#74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4930560" y="2873160"/>
            <a:ext cx="3475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Keuzeregel-typologie toetsen aan echte scenario’s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63760" y="3234960"/>
            <a:ext cx="2422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Informatiemodel voor payloads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456840" y="3638520"/>
            <a:ext cx="8420760" cy="543240"/>
          </a:xfrm>
          <a:custGeom>
            <a:avLst/>
            <a:gdLst/>
            <a:ahLst/>
            <a:rect l="0" t="0" r="r" b="b"/>
            <a:pathLst>
              <a:path w="23391" h="1509">
                <a:moveTo>
                  <a:pt x="0" y="0"/>
                </a:moveTo>
                <a:lnTo>
                  <a:pt x="23391" y="0"/>
                </a:lnTo>
                <a:lnTo>
                  <a:pt x="2339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456840" y="36385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456840" y="417168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8867520" y="36385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456840" y="363852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2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4930560" y="3234960"/>
            <a:ext cx="2251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Issue aanmaken, dan agenderen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687600" y="3848040"/>
            <a:ext cx="11314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INPUT GEVRAAGD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947240" y="3818520"/>
            <a:ext cx="3870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waar ligt de prioriteit, en welke issues missen we nog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1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18" name=""/>
          <p:cNvSpPr/>
          <p:nvPr/>
        </p:nvSpPr>
        <p:spPr>
          <a:xfrm>
            <a:off x="456840" y="1704960"/>
            <a:ext cx="8420760" cy="543240"/>
          </a:xfrm>
          <a:custGeom>
            <a:avLst/>
            <a:gdLst/>
            <a:ahLst/>
            <a:rect l="0" t="0" r="r" b="b"/>
            <a:pathLst>
              <a:path w="23391" h="1509">
                <a:moveTo>
                  <a:pt x="0" y="0"/>
                </a:moveTo>
                <a:lnTo>
                  <a:pt x="23391" y="0"/>
                </a:lnTo>
                <a:lnTo>
                  <a:pt x="2339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456840" y="17049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456840" y="223812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8867520" y="17049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456840" y="170496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2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439920" y="1015200"/>
            <a:ext cx="1863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687600" y="191448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456840" y="2371680"/>
            <a:ext cx="8420760" cy="543240"/>
          </a:xfrm>
          <a:custGeom>
            <a:avLst/>
            <a:gdLst/>
            <a:ahLst/>
            <a:rect l="0" t="0" r="r" b="b"/>
            <a:pathLst>
              <a:path w="23391" h="1509">
                <a:moveTo>
                  <a:pt x="0" y="0"/>
                </a:moveTo>
                <a:lnTo>
                  <a:pt x="23391" y="0"/>
                </a:lnTo>
                <a:lnTo>
                  <a:pt x="2339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456840" y="237168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456840" y="290484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8867520" y="2371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456840" y="237168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2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310760" y="1884960"/>
            <a:ext cx="8187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requirementsboom in PR 82: welke epics, features, stories en functionele eisen mis jij? Tot de volgende sessie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687600" y="2571840"/>
            <a:ext cx="526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BESLUIT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456840" y="3028680"/>
            <a:ext cx="8420760" cy="543240"/>
          </a:xfrm>
          <a:custGeom>
            <a:avLst/>
            <a:gdLst/>
            <a:ahLst/>
            <a:rect l="0" t="0" r="r" b="b"/>
            <a:pathLst>
              <a:path w="23391" h="1509">
                <a:moveTo>
                  <a:pt x="0" y="0"/>
                </a:moveTo>
                <a:lnTo>
                  <a:pt x="23391" y="0"/>
                </a:lnTo>
                <a:lnTo>
                  <a:pt x="2339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456840" y="302868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456840" y="356220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8867520" y="3028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456840" y="302868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3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372680" y="2551680"/>
            <a:ext cx="64839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afspraken voor een pull request-review, en de prioritering van de openstaande punten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687600" y="3238560"/>
            <a:ext cx="387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INPUT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456840" y="3695400"/>
            <a:ext cx="8420760" cy="543240"/>
          </a:xfrm>
          <a:custGeom>
            <a:avLst/>
            <a:gdLst/>
            <a:ahLst/>
            <a:rect l="0" t="0" r="r" b="b"/>
            <a:pathLst>
              <a:path w="23391" h="1509">
                <a:moveTo>
                  <a:pt x="0" y="0"/>
                </a:moveTo>
                <a:lnTo>
                  <a:pt x="23391" y="0"/>
                </a:lnTo>
                <a:lnTo>
                  <a:pt x="2339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456840" y="369540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/>
          <p:nvPr/>
        </p:nvSpPr>
        <p:spPr>
          <a:xfrm>
            <a:off x="456840" y="42289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8867520" y="369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456840" y="369540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3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239840" y="3209040"/>
            <a:ext cx="2035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welke issues missen we nog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687600" y="3895920"/>
            <a:ext cx="404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LEZEN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239840" y="3875760"/>
            <a:ext cx="7677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architectuurbesluiten en de kaderscenario's; alle besluiten staan op voorstel, dus commentaar telt nog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55" name=""/>
          <p:cNvSpPr txBox="1"/>
          <p:nvPr/>
        </p:nvSpPr>
        <p:spPr>
          <a:xfrm>
            <a:off x="439920" y="1196280"/>
            <a:ext cx="1491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Vervolg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>
            <a:off x="447480" y="2581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457200" y="2135160"/>
            <a:ext cx="12870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Volgende sessie: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447480" y="28764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639360" y="2527200"/>
            <a:ext cx="2651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Versioneringsvoorstel als pull request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447480" y="31716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639360" y="2822760"/>
            <a:ext cx="2363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Uitkomst van de review op v0.0.2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39360" y="3117960"/>
            <a:ext cx="2341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issues die vandaag ontbraken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457200" y="3637440"/>
            <a:ext cx="89175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Over drie maanden: start bouw op een eerste betaversie van de koppelvlakken OC naar SIS, OC naar P&amp;R en OC naar LMS.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457200" y="3856680"/>
            <a:ext cx="7695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Commentaar op een release: in de pull request. Nieuw punt: als issue op </a:t>
            </a:r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github.com/Npuls-OKx/Public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7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73" name=""/>
          <p:cNvSpPr/>
          <p:nvPr/>
        </p:nvSpPr>
        <p:spPr>
          <a:xfrm>
            <a:off x="447480" y="2647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439920" y="1805760"/>
            <a:ext cx="2709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gaat het?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447480" y="2952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39360" y="2594160"/>
            <a:ext cx="3195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Welk cijfer geef je de voortgang, en waarom?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447480" y="32479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639360" y="2898720"/>
            <a:ext cx="1285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ging er goed?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405756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3d9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639360" y="3194280"/>
            <a:ext cx="1261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kan er beter?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454320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7" y="1172"/>
                </a:cubicBezTo>
                <a:cubicBezTo>
                  <a:pt x="358" y="1165"/>
                  <a:pt x="340" y="1156"/>
                  <a:pt x="323" y="1147"/>
                </a:cubicBezTo>
                <a:cubicBezTo>
                  <a:pt x="305" y="1137"/>
                  <a:pt x="288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8" y="92"/>
                  <a:pt x="305" y="82"/>
                  <a:pt x="323" y="72"/>
                </a:cubicBezTo>
                <a:cubicBezTo>
                  <a:pt x="340" y="63"/>
                  <a:pt x="358" y="54"/>
                  <a:pt x="377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6e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42483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4038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502884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2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5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90" y="1214"/>
                  <a:pt x="670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1" y="1214"/>
                  <a:pt x="511" y="1211"/>
                  <a:pt x="491" y="1207"/>
                </a:cubicBezTo>
                <a:cubicBezTo>
                  <a:pt x="472" y="1203"/>
                  <a:pt x="452" y="1198"/>
                  <a:pt x="433" y="1192"/>
                </a:cubicBezTo>
                <a:cubicBezTo>
                  <a:pt x="414" y="1187"/>
                  <a:pt x="396" y="1180"/>
                  <a:pt x="377" y="1172"/>
                </a:cubicBezTo>
                <a:cubicBezTo>
                  <a:pt x="359" y="1165"/>
                  <a:pt x="341" y="1156"/>
                  <a:pt x="323" y="1147"/>
                </a:cubicBezTo>
                <a:cubicBezTo>
                  <a:pt x="306" y="1137"/>
                  <a:pt x="289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9" y="1068"/>
                  <a:pt x="194" y="1054"/>
                  <a:pt x="180" y="1040"/>
                </a:cubicBezTo>
                <a:cubicBezTo>
                  <a:pt x="166" y="1026"/>
                  <a:pt x="152" y="1011"/>
                  <a:pt x="140" y="996"/>
                </a:cubicBezTo>
                <a:cubicBezTo>
                  <a:pt x="127" y="981"/>
                  <a:pt x="115" y="965"/>
                  <a:pt x="104" y="948"/>
                </a:cubicBezTo>
                <a:cubicBezTo>
                  <a:pt x="93" y="932"/>
                  <a:pt x="83" y="914"/>
                  <a:pt x="73" y="897"/>
                </a:cubicBezTo>
                <a:cubicBezTo>
                  <a:pt x="64" y="879"/>
                  <a:pt x="55" y="861"/>
                  <a:pt x="48" y="843"/>
                </a:cubicBezTo>
                <a:cubicBezTo>
                  <a:pt x="40" y="824"/>
                  <a:pt x="33" y="806"/>
                  <a:pt x="28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8" y="432"/>
                </a:cubicBezTo>
                <a:cubicBezTo>
                  <a:pt x="33" y="413"/>
                  <a:pt x="40" y="395"/>
                  <a:pt x="48" y="376"/>
                </a:cubicBezTo>
                <a:cubicBezTo>
                  <a:pt x="55" y="358"/>
                  <a:pt x="64" y="340"/>
                  <a:pt x="73" y="322"/>
                </a:cubicBezTo>
                <a:cubicBezTo>
                  <a:pt x="83" y="305"/>
                  <a:pt x="93" y="287"/>
                  <a:pt x="104" y="271"/>
                </a:cubicBezTo>
                <a:cubicBezTo>
                  <a:pt x="115" y="254"/>
                  <a:pt x="127" y="238"/>
                  <a:pt x="140" y="223"/>
                </a:cubicBezTo>
                <a:cubicBezTo>
                  <a:pt x="152" y="208"/>
                  <a:pt x="166" y="193"/>
                  <a:pt x="180" y="179"/>
                </a:cubicBezTo>
                <a:cubicBezTo>
                  <a:pt x="194" y="165"/>
                  <a:pt x="209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9" y="92"/>
                  <a:pt x="306" y="82"/>
                  <a:pt x="323" y="72"/>
                </a:cubicBezTo>
                <a:cubicBezTo>
                  <a:pt x="341" y="63"/>
                  <a:pt x="359" y="54"/>
                  <a:pt x="377" y="47"/>
                </a:cubicBezTo>
                <a:cubicBezTo>
                  <a:pt x="396" y="39"/>
                  <a:pt x="414" y="32"/>
                  <a:pt x="433" y="27"/>
                </a:cubicBezTo>
                <a:cubicBezTo>
                  <a:pt x="452" y="21"/>
                  <a:pt x="472" y="16"/>
                  <a:pt x="491" y="12"/>
                </a:cubicBezTo>
                <a:cubicBezTo>
                  <a:pt x="511" y="8"/>
                  <a:pt x="531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70" y="3"/>
                </a:cubicBezTo>
                <a:cubicBezTo>
                  <a:pt x="690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5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2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f8e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4720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5638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5514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3" y="965"/>
                  <a:pt x="1091" y="981"/>
                  <a:pt x="1079" y="996"/>
                </a:cubicBezTo>
                <a:cubicBezTo>
                  <a:pt x="1066" y="1011"/>
                  <a:pt x="1053" y="1026"/>
                  <a:pt x="1039" y="1040"/>
                </a:cubicBezTo>
                <a:cubicBezTo>
                  <a:pt x="1025" y="1054"/>
                  <a:pt x="1010" y="1068"/>
                  <a:pt x="994" y="1080"/>
                </a:cubicBezTo>
                <a:cubicBezTo>
                  <a:pt x="979" y="1093"/>
                  <a:pt x="963" y="1105"/>
                  <a:pt x="947" y="1116"/>
                </a:cubicBezTo>
                <a:cubicBezTo>
                  <a:pt x="930" y="1127"/>
                  <a:pt x="913" y="1137"/>
                  <a:pt x="895" y="1147"/>
                </a:cubicBezTo>
                <a:cubicBezTo>
                  <a:pt x="878" y="1156"/>
                  <a:pt x="860" y="1165"/>
                  <a:pt x="841" y="1172"/>
                </a:cubicBezTo>
                <a:cubicBezTo>
                  <a:pt x="823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8" y="1219"/>
                  <a:pt x="608" y="1219"/>
                </a:cubicBezTo>
                <a:cubicBezTo>
                  <a:pt x="588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4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4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8" y="0"/>
                  <a:pt x="608" y="0"/>
                </a:cubicBezTo>
                <a:cubicBezTo>
                  <a:pt x="628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3" y="39"/>
                  <a:pt x="841" y="47"/>
                </a:cubicBezTo>
                <a:cubicBezTo>
                  <a:pt x="860" y="54"/>
                  <a:pt x="878" y="63"/>
                  <a:pt x="895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79" y="126"/>
                  <a:pt x="994" y="139"/>
                </a:cubicBezTo>
                <a:cubicBezTo>
                  <a:pt x="1010" y="151"/>
                  <a:pt x="1025" y="165"/>
                  <a:pt x="1039" y="179"/>
                </a:cubicBezTo>
                <a:cubicBezTo>
                  <a:pt x="1053" y="193"/>
                  <a:pt x="1066" y="208"/>
                  <a:pt x="1079" y="223"/>
                </a:cubicBezTo>
                <a:cubicBezTo>
                  <a:pt x="1091" y="238"/>
                  <a:pt x="1103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9f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52077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6a38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6000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3" y="1105"/>
                  <a:pt x="947" y="1116"/>
                </a:cubicBezTo>
                <a:cubicBezTo>
                  <a:pt x="930" y="1127"/>
                  <a:pt x="913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3" y="1180"/>
                  <a:pt x="805" y="1187"/>
                  <a:pt x="785" y="1192"/>
                </a:cubicBezTo>
                <a:cubicBezTo>
                  <a:pt x="766" y="1198"/>
                  <a:pt x="747" y="1203"/>
                  <a:pt x="728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40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40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8" y="3"/>
                </a:cubicBezTo>
                <a:cubicBezTo>
                  <a:pt x="688" y="5"/>
                  <a:pt x="708" y="8"/>
                  <a:pt x="728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5" y="32"/>
                  <a:pt x="823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2f2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56898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7f7538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6495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4" y="39"/>
                  <a:pt x="843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3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e6f0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61812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6f7538"/>
                </a:solidFill>
                <a:latin typeface="Arial"/>
                <a:ea typeface="Arial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698148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9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2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7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7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2" y="305"/>
                  <a:pt x="92" y="287"/>
                  <a:pt x="103" y="271"/>
                </a:cubicBezTo>
                <a:cubicBezTo>
                  <a:pt x="114" y="254"/>
                  <a:pt x="126" y="238"/>
                  <a:pt x="139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6679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547038"/>
                </a:solidFill>
                <a:latin typeface="Arial"/>
                <a:ea typeface="Arial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7467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70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5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5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70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de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159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b49"/>
                </a:solidFill>
                <a:latin typeface="Arial"/>
                <a:ea typeface="Arial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/>
          <p:nvPr/>
        </p:nvSpPr>
        <p:spPr>
          <a:xfrm>
            <a:off x="7953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1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1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2e0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76417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56663"/>
                </a:solidFill>
                <a:latin typeface="Arial"/>
                <a:ea typeface="Arial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8439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1" y="787"/>
                </a:cubicBezTo>
                <a:cubicBezTo>
                  <a:pt x="1186" y="806"/>
                  <a:pt x="1179" y="824"/>
                  <a:pt x="1171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6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39" y="1040"/>
                </a:cubicBezTo>
                <a:cubicBezTo>
                  <a:pt x="1025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7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2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3" y="1105"/>
                  <a:pt x="237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0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1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7" y="709"/>
                  <a:pt x="4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4" y="530"/>
                  <a:pt x="7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1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0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7" y="126"/>
                  <a:pt x="253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2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7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5" y="165"/>
                  <a:pt x="1039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6" y="305"/>
                  <a:pt x="1146" y="322"/>
                </a:cubicBezTo>
                <a:cubicBezTo>
                  <a:pt x="1155" y="340"/>
                  <a:pt x="1164" y="358"/>
                  <a:pt x="1171" y="376"/>
                </a:cubicBezTo>
                <a:cubicBezTo>
                  <a:pt x="1179" y="395"/>
                  <a:pt x="1186" y="413"/>
                  <a:pt x="1191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b7d8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812844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d5c6b"/>
                </a:solidFill>
                <a:latin typeface="Arial"/>
                <a:ea typeface="Arial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8582040" y="277308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7506e"/>
                </a:solidFill>
                <a:latin typeface="Arial"/>
                <a:ea typeface="Arial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4057920" y="3173040"/>
            <a:ext cx="579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niet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8286840" y="3173040"/>
            <a:ext cx="6516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goed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0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