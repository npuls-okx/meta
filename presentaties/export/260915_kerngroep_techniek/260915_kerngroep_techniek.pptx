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364120" y="2004840"/>
            <a:ext cx="5442840" cy="5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840" spc="-1" strike="noStrike">
                <a:solidFill>
                  <a:srgbClr val="1a1a2e"/>
                </a:solidFill>
                <a:latin typeface="Arial"/>
                <a:ea typeface="Arial"/>
              </a:rPr>
              <a:t>Kerngroep techniek</a:t>
            </a:r>
            <a:endParaRPr b="0" lang="en-US" sz="38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328840" y="2711520"/>
            <a:ext cx="5214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Stories · Applicatiediensten en versionering · Informatiemodel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43200" y="3066120"/>
            <a:ext cx="2395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OKx · Npuls · 15 september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/>
          <p:nvPr/>
        </p:nvSpPr>
        <p:spPr>
          <a:xfrm>
            <a:off x="456840" y="125712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4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1"/>
                  <a:pt x="14" y="534"/>
                  <a:pt x="9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7"/>
                  <a:pt x="3" y="369"/>
                  <a:pt x="9" y="342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2"/>
                </a:cubicBezTo>
                <a:cubicBezTo>
                  <a:pt x="844" y="369"/>
                  <a:pt x="848" y="397"/>
                  <a:pt x="848" y="424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39920" y="538920"/>
            <a:ext cx="1465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Agenda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85720" y="13132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83800" y="1282680"/>
            <a:ext cx="3108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Terugblik op de afgelopen sprint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83800" y="1539720"/>
            <a:ext cx="7719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vier openstaande punten van 1 september en de review van v0.0.2 (Public PR 82): de requirementsboom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456840" y="204768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3"/>
                </a:moveTo>
                <a:cubicBezTo>
                  <a:pt x="848" y="451"/>
                  <a:pt x="844" y="479"/>
                  <a:pt x="839" y="506"/>
                </a:cubicBezTo>
                <a:cubicBezTo>
                  <a:pt x="834" y="533"/>
                  <a:pt x="826" y="560"/>
                  <a:pt x="815" y="585"/>
                </a:cubicBezTo>
                <a:cubicBezTo>
                  <a:pt x="804" y="611"/>
                  <a:pt x="791" y="635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5"/>
                  <a:pt x="43" y="611"/>
                  <a:pt x="33" y="585"/>
                </a:cubicBezTo>
                <a:cubicBezTo>
                  <a:pt x="22" y="560"/>
                  <a:pt x="14" y="533"/>
                  <a:pt x="9" y="506"/>
                </a:cubicBezTo>
                <a:cubicBezTo>
                  <a:pt x="3" y="479"/>
                  <a:pt x="0" y="451"/>
                  <a:pt x="0" y="423"/>
                </a:cubicBezTo>
                <a:cubicBezTo>
                  <a:pt x="0" y="396"/>
                  <a:pt x="3" y="368"/>
                  <a:pt x="9" y="341"/>
                </a:cubicBezTo>
                <a:cubicBezTo>
                  <a:pt x="14" y="314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4" y="368"/>
                  <a:pt x="848" y="396"/>
                  <a:pt x="848" y="423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83800" y="1777680"/>
            <a:ext cx="6380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structuur en de stories, de bevindingen tot nu toe en wat nodig is om de review af te ronden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71320" y="210384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883800" y="2073240"/>
            <a:ext cx="34189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Modulariteit en versionering (Garik)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83800" y="2330280"/>
            <a:ext cx="8149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Een laag applicatiediensten tussen component en endpoint, en de datamodellen als eigen pakket: het antwoord op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456840" y="28288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4" y="479"/>
                  <a:pt x="839" y="507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9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6"/>
                  <a:pt x="189" y="71"/>
                </a:cubicBezTo>
                <a:cubicBezTo>
                  <a:pt x="212" y="56"/>
                  <a:pt x="236" y="42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2"/>
                  <a:pt x="636" y="56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0" y="165"/>
                  <a:pt x="776" y="189"/>
                </a:cubicBezTo>
                <a:cubicBezTo>
                  <a:pt x="791" y="212"/>
                  <a:pt x="804" y="236"/>
                  <a:pt x="815" y="262"/>
                </a:cubicBezTo>
                <a:cubicBezTo>
                  <a:pt x="826" y="288"/>
                  <a:pt x="834" y="314"/>
                  <a:pt x="839" y="341"/>
                </a:cubicBezTo>
                <a:cubicBezTo>
                  <a:pt x="844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83800" y="2568240"/>
            <a:ext cx="2789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discussie van 19 augustus in Amersfoort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66640" y="289476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83800" y="2854440"/>
            <a:ext cx="26510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Informatiemodel OKx (Niek)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83800" y="3120840"/>
            <a:ext cx="7773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Antwoord op Public #89: twee overzichtsplaten, de begrippen, de ontwerpkeuzes, de dekking door OEAPI en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/>
          <p:nvPr/>
        </p:nvSpPr>
        <p:spPr>
          <a:xfrm>
            <a:off x="456840" y="361944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4" y="478"/>
                  <a:pt x="839" y="506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6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6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0" y="165"/>
                  <a:pt x="776" y="188"/>
                </a:cubicBezTo>
                <a:cubicBezTo>
                  <a:pt x="791" y="211"/>
                  <a:pt x="804" y="235"/>
                  <a:pt x="815" y="261"/>
                </a:cubicBezTo>
                <a:cubicBezTo>
                  <a:pt x="826" y="287"/>
                  <a:pt x="834" y="313"/>
                  <a:pt x="839" y="340"/>
                </a:cubicBezTo>
                <a:cubicBezTo>
                  <a:pt x="844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83800" y="3349440"/>
            <a:ext cx="4895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eerste begrippenlijst met MORA en het Kernmodel Onderwijsinformatie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66640" y="367560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83800" y="3645000"/>
            <a:ext cx="24588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Open werk en prioritering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83800" y="3901680"/>
            <a:ext cx="8125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backlog per milestone, wat sinds 1 september van buiten binnenkwam, en een voorstel voor de volgorde: eerst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456840" y="4410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4" y="479"/>
                  <a:pt x="839" y="507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5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9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6"/>
                  <a:pt x="105" y="144"/>
                  <a:pt x="124" y="125"/>
                </a:cubicBezTo>
                <a:cubicBezTo>
                  <a:pt x="144" y="105"/>
                  <a:pt x="166" y="87"/>
                  <a:pt x="189" y="72"/>
                </a:cubicBezTo>
                <a:cubicBezTo>
                  <a:pt x="212" y="57"/>
                  <a:pt x="236" y="44"/>
                  <a:pt x="262" y="33"/>
                </a:cubicBezTo>
                <a:cubicBezTo>
                  <a:pt x="288" y="22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2"/>
                  <a:pt x="586" y="33"/>
                </a:cubicBezTo>
                <a:cubicBezTo>
                  <a:pt x="612" y="44"/>
                  <a:pt x="636" y="57"/>
                  <a:pt x="659" y="72"/>
                </a:cubicBezTo>
                <a:cubicBezTo>
                  <a:pt x="682" y="87"/>
                  <a:pt x="704" y="105"/>
                  <a:pt x="723" y="125"/>
                </a:cubicBezTo>
                <a:cubicBezTo>
                  <a:pt x="743" y="144"/>
                  <a:pt x="760" y="166"/>
                  <a:pt x="776" y="189"/>
                </a:cubicBezTo>
                <a:cubicBezTo>
                  <a:pt x="791" y="212"/>
                  <a:pt x="804" y="236"/>
                  <a:pt x="815" y="262"/>
                </a:cubicBezTo>
                <a:cubicBezTo>
                  <a:pt x="826" y="288"/>
                  <a:pt x="834" y="314"/>
                  <a:pt x="839" y="341"/>
                </a:cubicBezTo>
                <a:cubicBezTo>
                  <a:pt x="844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83800" y="4140000"/>
            <a:ext cx="1959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reviews, dan de keuzeregels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66640" y="446616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83800" y="4435560"/>
            <a:ext cx="3792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W.v.t.t.k., vervolg en voortgangspeiling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439920" y="529560"/>
            <a:ext cx="6985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Meer tijd gevraagd op 1 september: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39920" y="910440"/>
            <a:ext cx="3312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voortgangscheck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57200" y="1504080"/>
            <a:ext cx="9213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Die vraag is gehoord. Ondertussen werkt het kernteam door, zodat er iets ligt om op te reageren zodra de tijd er is. Grijs is wat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456840" y="2076120"/>
            <a:ext cx="4105800" cy="1762560"/>
          </a:xfrm>
          <a:custGeom>
            <a:avLst/>
            <a:gdLst/>
            <a:ahLst/>
            <a:rect l="0" t="0" r="r" b="b"/>
            <a:pathLst>
              <a:path w="11405" h="4896">
                <a:moveTo>
                  <a:pt x="0" y="0"/>
                </a:moveTo>
                <a:lnTo>
                  <a:pt x="11405" y="0"/>
                </a:lnTo>
                <a:lnTo>
                  <a:pt x="11405" y="4896"/>
                </a:lnTo>
                <a:lnTo>
                  <a:pt x="0" y="48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456840" y="207612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456840" y="382896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4552920" y="2076120"/>
            <a:ext cx="9720" cy="1762560"/>
          </a:xfrm>
          <a:custGeom>
            <a:avLst/>
            <a:gdLst/>
            <a:ahLst/>
            <a:rect l="0" t="0" r="r" b="b"/>
            <a:pathLst>
              <a:path w="27" h="4896">
                <a:moveTo>
                  <a:pt x="0" y="106"/>
                </a:moveTo>
                <a:lnTo>
                  <a:pt x="0" y="4896"/>
                </a:lnTo>
                <a:lnTo>
                  <a:pt x="27" y="489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456840" y="2076120"/>
            <a:ext cx="10080" cy="1762560"/>
          </a:xfrm>
          <a:custGeom>
            <a:avLst/>
            <a:gdLst/>
            <a:ahLst/>
            <a:rect l="0" t="0" r="r" b="b"/>
            <a:pathLst>
              <a:path w="28" h="4896">
                <a:moveTo>
                  <a:pt x="0" y="0"/>
                </a:moveTo>
                <a:lnTo>
                  <a:pt x="0" y="4896"/>
                </a:lnTo>
                <a:lnTo>
                  <a:pt x="28" y="489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57200" y="1732680"/>
            <a:ext cx="2743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vandaag voor het eerst op tafel komt.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637920" y="2628720"/>
            <a:ext cx="3524760" cy="228960"/>
          </a:xfrm>
          <a:custGeom>
            <a:avLst/>
            <a:gdLst/>
            <a:ahLst/>
            <a:rect l="0" t="0" r="r" b="b"/>
            <a:pathLst>
              <a:path w="9791" h="636">
                <a:moveTo>
                  <a:pt x="0" y="47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632" y="0"/>
                </a:lnTo>
                <a:cubicBezTo>
                  <a:pt x="9642" y="0"/>
                  <a:pt x="9653" y="1"/>
                  <a:pt x="9663" y="3"/>
                </a:cubicBezTo>
                <a:cubicBezTo>
                  <a:pt x="9673" y="5"/>
                  <a:pt x="9683" y="8"/>
                  <a:pt x="9693" y="12"/>
                </a:cubicBezTo>
                <a:cubicBezTo>
                  <a:pt x="9702" y="16"/>
                  <a:pt x="9712" y="21"/>
                  <a:pt x="9720" y="27"/>
                </a:cubicBezTo>
                <a:cubicBezTo>
                  <a:pt x="9729" y="33"/>
                  <a:pt x="9737" y="39"/>
                  <a:pt x="9744" y="46"/>
                </a:cubicBezTo>
                <a:cubicBezTo>
                  <a:pt x="9752" y="54"/>
                  <a:pt x="9758" y="62"/>
                  <a:pt x="9764" y="71"/>
                </a:cubicBezTo>
                <a:cubicBezTo>
                  <a:pt x="9770" y="79"/>
                  <a:pt x="9775" y="88"/>
                  <a:pt x="9779" y="98"/>
                </a:cubicBezTo>
                <a:cubicBezTo>
                  <a:pt x="9783" y="108"/>
                  <a:pt x="9786" y="118"/>
                  <a:pt x="9788" y="128"/>
                </a:cubicBezTo>
                <a:cubicBezTo>
                  <a:pt x="9790" y="138"/>
                  <a:pt x="9791" y="148"/>
                  <a:pt x="9791" y="159"/>
                </a:cubicBezTo>
                <a:lnTo>
                  <a:pt x="9791" y="476"/>
                </a:lnTo>
                <a:cubicBezTo>
                  <a:pt x="9791" y="487"/>
                  <a:pt x="9790" y="497"/>
                  <a:pt x="9788" y="507"/>
                </a:cubicBezTo>
                <a:cubicBezTo>
                  <a:pt x="9786" y="517"/>
                  <a:pt x="9783" y="527"/>
                  <a:pt x="9779" y="537"/>
                </a:cubicBezTo>
                <a:cubicBezTo>
                  <a:pt x="9775" y="547"/>
                  <a:pt x="9770" y="556"/>
                  <a:pt x="9764" y="564"/>
                </a:cubicBezTo>
                <a:cubicBezTo>
                  <a:pt x="9758" y="573"/>
                  <a:pt x="9752" y="581"/>
                  <a:pt x="9744" y="589"/>
                </a:cubicBezTo>
                <a:cubicBezTo>
                  <a:pt x="9737" y="596"/>
                  <a:pt x="9729" y="602"/>
                  <a:pt x="9720" y="608"/>
                </a:cubicBezTo>
                <a:cubicBezTo>
                  <a:pt x="9712" y="614"/>
                  <a:pt x="9702" y="619"/>
                  <a:pt x="9693" y="624"/>
                </a:cubicBezTo>
                <a:cubicBezTo>
                  <a:pt x="9683" y="628"/>
                  <a:pt x="9673" y="631"/>
                  <a:pt x="9663" y="633"/>
                </a:cubicBezTo>
                <a:cubicBezTo>
                  <a:pt x="9653" y="635"/>
                  <a:pt x="9642" y="636"/>
                  <a:pt x="9632" y="636"/>
                </a:cubicBezTo>
                <a:lnTo>
                  <a:pt x="159" y="636"/>
                </a:lnTo>
                <a:cubicBezTo>
                  <a:pt x="149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9" y="619"/>
                  <a:pt x="79" y="614"/>
                  <a:pt x="71" y="608"/>
                </a:cubicBezTo>
                <a:cubicBezTo>
                  <a:pt x="62" y="602"/>
                  <a:pt x="54" y="596"/>
                  <a:pt x="47" y="589"/>
                </a:cubicBezTo>
                <a:cubicBezTo>
                  <a:pt x="39" y="581"/>
                  <a:pt x="33" y="573"/>
                  <a:pt x="27" y="564"/>
                </a:cubicBezTo>
                <a:cubicBezTo>
                  <a:pt x="21" y="556"/>
                  <a:pt x="16" y="547"/>
                  <a:pt x="12" y="537"/>
                </a:cubicBezTo>
                <a:cubicBezTo>
                  <a:pt x="8" y="527"/>
                  <a:pt x="5" y="517"/>
                  <a:pt x="3" y="507"/>
                </a:cubicBezTo>
                <a:cubicBezTo>
                  <a:pt x="1" y="497"/>
                  <a:pt x="0" y="487"/>
                  <a:pt x="0" y="47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34320" y="2301840"/>
            <a:ext cx="27241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Wat er ligt om naar te kijken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25760" y="2677680"/>
            <a:ext cx="3693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v0.0.2 met de requirementsboom als structuur, Public PR 82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/>
          <p:nvPr/>
        </p:nvSpPr>
        <p:spPr>
          <a:xfrm>
            <a:off x="637920" y="3133440"/>
            <a:ext cx="2867400" cy="228960"/>
          </a:xfrm>
          <a:custGeom>
            <a:avLst/>
            <a:gdLst/>
            <a:ahLst/>
            <a:rect l="0" t="0" r="r" b="b"/>
            <a:pathLst>
              <a:path w="7965" h="636">
                <a:moveTo>
                  <a:pt x="0" y="47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806" y="0"/>
                </a:lnTo>
                <a:cubicBezTo>
                  <a:pt x="7817" y="0"/>
                  <a:pt x="7827" y="1"/>
                  <a:pt x="7837" y="3"/>
                </a:cubicBezTo>
                <a:cubicBezTo>
                  <a:pt x="7848" y="5"/>
                  <a:pt x="7858" y="8"/>
                  <a:pt x="7867" y="12"/>
                </a:cubicBezTo>
                <a:cubicBezTo>
                  <a:pt x="7877" y="16"/>
                  <a:pt x="7886" y="21"/>
                  <a:pt x="7895" y="27"/>
                </a:cubicBezTo>
                <a:cubicBezTo>
                  <a:pt x="7903" y="33"/>
                  <a:pt x="7911" y="39"/>
                  <a:pt x="7919" y="47"/>
                </a:cubicBezTo>
                <a:cubicBezTo>
                  <a:pt x="7926" y="54"/>
                  <a:pt x="7933" y="62"/>
                  <a:pt x="7938" y="71"/>
                </a:cubicBezTo>
                <a:cubicBezTo>
                  <a:pt x="7944" y="80"/>
                  <a:pt x="7949" y="89"/>
                  <a:pt x="7953" y="98"/>
                </a:cubicBezTo>
                <a:cubicBezTo>
                  <a:pt x="7957" y="108"/>
                  <a:pt x="7960" y="118"/>
                  <a:pt x="7962" y="128"/>
                </a:cubicBezTo>
                <a:cubicBezTo>
                  <a:pt x="7964" y="138"/>
                  <a:pt x="7965" y="149"/>
                  <a:pt x="7965" y="159"/>
                </a:cubicBezTo>
                <a:lnTo>
                  <a:pt x="7965" y="477"/>
                </a:lnTo>
                <a:cubicBezTo>
                  <a:pt x="7965" y="487"/>
                  <a:pt x="7964" y="498"/>
                  <a:pt x="7962" y="509"/>
                </a:cubicBezTo>
                <a:cubicBezTo>
                  <a:pt x="7960" y="519"/>
                  <a:pt x="7957" y="529"/>
                  <a:pt x="7953" y="538"/>
                </a:cubicBezTo>
                <a:cubicBezTo>
                  <a:pt x="7949" y="548"/>
                  <a:pt x="7944" y="557"/>
                  <a:pt x="7938" y="566"/>
                </a:cubicBezTo>
                <a:cubicBezTo>
                  <a:pt x="7933" y="574"/>
                  <a:pt x="7926" y="582"/>
                  <a:pt x="7919" y="590"/>
                </a:cubicBezTo>
                <a:cubicBezTo>
                  <a:pt x="7911" y="597"/>
                  <a:pt x="7903" y="604"/>
                  <a:pt x="7895" y="610"/>
                </a:cubicBezTo>
                <a:cubicBezTo>
                  <a:pt x="7886" y="615"/>
                  <a:pt x="7877" y="620"/>
                  <a:pt x="7867" y="624"/>
                </a:cubicBezTo>
                <a:cubicBezTo>
                  <a:pt x="7858" y="628"/>
                  <a:pt x="7848" y="631"/>
                  <a:pt x="7837" y="633"/>
                </a:cubicBezTo>
                <a:cubicBezTo>
                  <a:pt x="7827" y="635"/>
                  <a:pt x="7817" y="636"/>
                  <a:pt x="7806" y="636"/>
                </a:cubicBezTo>
                <a:lnTo>
                  <a:pt x="159" y="636"/>
                </a:lnTo>
                <a:cubicBezTo>
                  <a:pt x="149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9" y="620"/>
                  <a:pt x="79" y="615"/>
                  <a:pt x="71" y="610"/>
                </a:cubicBezTo>
                <a:cubicBezTo>
                  <a:pt x="62" y="604"/>
                  <a:pt x="54" y="597"/>
                  <a:pt x="47" y="590"/>
                </a:cubicBezTo>
                <a:cubicBezTo>
                  <a:pt x="39" y="582"/>
                  <a:pt x="33" y="574"/>
                  <a:pt x="27" y="566"/>
                </a:cubicBezTo>
                <a:cubicBezTo>
                  <a:pt x="21" y="557"/>
                  <a:pt x="16" y="548"/>
                  <a:pt x="12" y="538"/>
                </a:cubicBezTo>
                <a:cubicBezTo>
                  <a:pt x="8" y="529"/>
                  <a:pt x="5" y="519"/>
                  <a:pt x="3" y="509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34320" y="2955600"/>
            <a:ext cx="1142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VANDAAG OP TAFE 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637920" y="3419280"/>
            <a:ext cx="2657880" cy="228960"/>
          </a:xfrm>
          <a:custGeom>
            <a:avLst/>
            <a:gdLst/>
            <a:ahLst/>
            <a:rect l="0" t="0" r="r" b="b"/>
            <a:pathLst>
              <a:path w="7383" h="636">
                <a:moveTo>
                  <a:pt x="0" y="47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224" y="0"/>
                </a:lnTo>
                <a:cubicBezTo>
                  <a:pt x="7235" y="0"/>
                  <a:pt x="7245" y="1"/>
                  <a:pt x="7255" y="3"/>
                </a:cubicBezTo>
                <a:cubicBezTo>
                  <a:pt x="7266" y="5"/>
                  <a:pt x="7275" y="8"/>
                  <a:pt x="7285" y="12"/>
                </a:cubicBezTo>
                <a:cubicBezTo>
                  <a:pt x="7295" y="16"/>
                  <a:pt x="7304" y="21"/>
                  <a:pt x="7313" y="27"/>
                </a:cubicBezTo>
                <a:cubicBezTo>
                  <a:pt x="7321" y="33"/>
                  <a:pt x="7329" y="39"/>
                  <a:pt x="7337" y="47"/>
                </a:cubicBezTo>
                <a:cubicBezTo>
                  <a:pt x="7344" y="54"/>
                  <a:pt x="7351" y="62"/>
                  <a:pt x="7356" y="71"/>
                </a:cubicBezTo>
                <a:cubicBezTo>
                  <a:pt x="7362" y="79"/>
                  <a:pt x="7367" y="88"/>
                  <a:pt x="7371" y="98"/>
                </a:cubicBezTo>
                <a:cubicBezTo>
                  <a:pt x="7375" y="108"/>
                  <a:pt x="7378" y="118"/>
                  <a:pt x="7380" y="128"/>
                </a:cubicBezTo>
                <a:cubicBezTo>
                  <a:pt x="7382" y="138"/>
                  <a:pt x="7383" y="148"/>
                  <a:pt x="7383" y="159"/>
                </a:cubicBezTo>
                <a:lnTo>
                  <a:pt x="7383" y="477"/>
                </a:lnTo>
                <a:cubicBezTo>
                  <a:pt x="7383" y="488"/>
                  <a:pt x="7382" y="498"/>
                  <a:pt x="7380" y="508"/>
                </a:cubicBezTo>
                <a:cubicBezTo>
                  <a:pt x="7378" y="518"/>
                  <a:pt x="7375" y="528"/>
                  <a:pt x="7371" y="538"/>
                </a:cubicBezTo>
                <a:cubicBezTo>
                  <a:pt x="7367" y="548"/>
                  <a:pt x="7362" y="557"/>
                  <a:pt x="7356" y="565"/>
                </a:cubicBezTo>
                <a:cubicBezTo>
                  <a:pt x="7351" y="574"/>
                  <a:pt x="7344" y="582"/>
                  <a:pt x="7337" y="590"/>
                </a:cubicBezTo>
                <a:cubicBezTo>
                  <a:pt x="7329" y="597"/>
                  <a:pt x="7321" y="603"/>
                  <a:pt x="7313" y="609"/>
                </a:cubicBezTo>
                <a:cubicBezTo>
                  <a:pt x="7304" y="615"/>
                  <a:pt x="7295" y="620"/>
                  <a:pt x="7285" y="624"/>
                </a:cubicBezTo>
                <a:cubicBezTo>
                  <a:pt x="7275" y="628"/>
                  <a:pt x="7266" y="631"/>
                  <a:pt x="7255" y="633"/>
                </a:cubicBezTo>
                <a:cubicBezTo>
                  <a:pt x="7245" y="635"/>
                  <a:pt x="7235" y="636"/>
                  <a:pt x="7224" y="636"/>
                </a:cubicBezTo>
                <a:lnTo>
                  <a:pt x="159" y="636"/>
                </a:lnTo>
                <a:cubicBezTo>
                  <a:pt x="149" y="636"/>
                  <a:pt x="138" y="635"/>
                  <a:pt x="128" y="633"/>
                </a:cubicBezTo>
                <a:cubicBezTo>
                  <a:pt x="118" y="631"/>
                  <a:pt x="108" y="628"/>
                  <a:pt x="98" y="624"/>
                </a:cubicBezTo>
                <a:cubicBezTo>
                  <a:pt x="89" y="620"/>
                  <a:pt x="79" y="615"/>
                  <a:pt x="71" y="609"/>
                </a:cubicBezTo>
                <a:cubicBezTo>
                  <a:pt x="62" y="603"/>
                  <a:pt x="54" y="597"/>
                  <a:pt x="47" y="590"/>
                </a:cubicBezTo>
                <a:cubicBezTo>
                  <a:pt x="39" y="582"/>
                  <a:pt x="33" y="574"/>
                  <a:pt x="27" y="565"/>
                </a:cubicBezTo>
                <a:cubicBezTo>
                  <a:pt x="21" y="557"/>
                  <a:pt x="16" y="548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8"/>
                  <a:pt x="0" y="477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25760" y="3182400"/>
            <a:ext cx="3018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applicatiediensten en versionering, Public PR 100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4771800" y="2076120"/>
            <a:ext cx="4105800" cy="1915200"/>
          </a:xfrm>
          <a:custGeom>
            <a:avLst/>
            <a:gdLst/>
            <a:ahLst/>
            <a:rect l="0" t="0" r="r" b="b"/>
            <a:pathLst>
              <a:path w="11405" h="5320">
                <a:moveTo>
                  <a:pt x="0" y="0"/>
                </a:moveTo>
                <a:lnTo>
                  <a:pt x="11405" y="0"/>
                </a:lnTo>
                <a:lnTo>
                  <a:pt x="11405" y="5320"/>
                </a:lnTo>
                <a:lnTo>
                  <a:pt x="0" y="5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4771800" y="207612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4771800" y="3981240"/>
            <a:ext cx="4105800" cy="10080"/>
          </a:xfrm>
          <a:custGeom>
            <a:avLst/>
            <a:gdLst/>
            <a:ahLst/>
            <a:rect l="0" t="0" r="r" b="b"/>
            <a:pathLst>
              <a:path w="11405" h="28">
                <a:moveTo>
                  <a:pt x="0" y="0"/>
                </a:moveTo>
                <a:lnTo>
                  <a:pt x="11405" y="0"/>
                </a:lnTo>
                <a:lnTo>
                  <a:pt x="114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8867520" y="2076120"/>
            <a:ext cx="10080" cy="1915200"/>
          </a:xfrm>
          <a:custGeom>
            <a:avLst/>
            <a:gdLst/>
            <a:ahLst/>
            <a:rect l="0" t="0" r="r" b="b"/>
            <a:pathLst>
              <a:path w="28" h="5320">
                <a:moveTo>
                  <a:pt x="0" y="106"/>
                </a:moveTo>
                <a:lnTo>
                  <a:pt x="0" y="5320"/>
                </a:lnTo>
                <a:lnTo>
                  <a:pt x="28" y="53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4771800" y="2076120"/>
            <a:ext cx="10080" cy="1915200"/>
          </a:xfrm>
          <a:custGeom>
            <a:avLst/>
            <a:gdLst/>
            <a:ahLst/>
            <a:rect l="0" t="0" r="r" b="b"/>
            <a:pathLst>
              <a:path w="28" h="5320">
                <a:moveTo>
                  <a:pt x="0" y="0"/>
                </a:moveTo>
                <a:lnTo>
                  <a:pt x="0" y="5320"/>
                </a:lnTo>
                <a:lnTo>
                  <a:pt x="28" y="53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25760" y="3468240"/>
            <a:ext cx="2765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informatiemodel en begrippen, Public PR 104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/>
          <p:nvPr/>
        </p:nvSpPr>
        <p:spPr>
          <a:xfrm>
            <a:off x="4952880" y="2628720"/>
            <a:ext cx="2953080" cy="228960"/>
          </a:xfrm>
          <a:custGeom>
            <a:avLst/>
            <a:gdLst/>
            <a:ahLst/>
            <a:rect l="0" t="0" r="r" b="b"/>
            <a:pathLst>
              <a:path w="8203" h="636">
                <a:moveTo>
                  <a:pt x="0" y="47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044" y="0"/>
                </a:lnTo>
                <a:cubicBezTo>
                  <a:pt x="8055" y="0"/>
                  <a:pt x="8065" y="1"/>
                  <a:pt x="8075" y="3"/>
                </a:cubicBezTo>
                <a:cubicBezTo>
                  <a:pt x="8085" y="5"/>
                  <a:pt x="8095" y="8"/>
                  <a:pt x="8105" y="12"/>
                </a:cubicBezTo>
                <a:cubicBezTo>
                  <a:pt x="8115" y="16"/>
                  <a:pt x="8124" y="21"/>
                  <a:pt x="8132" y="27"/>
                </a:cubicBezTo>
                <a:cubicBezTo>
                  <a:pt x="8141" y="33"/>
                  <a:pt x="8149" y="39"/>
                  <a:pt x="8156" y="46"/>
                </a:cubicBezTo>
                <a:cubicBezTo>
                  <a:pt x="8164" y="54"/>
                  <a:pt x="8170" y="62"/>
                  <a:pt x="8176" y="71"/>
                </a:cubicBezTo>
                <a:cubicBezTo>
                  <a:pt x="8182" y="79"/>
                  <a:pt x="8187" y="88"/>
                  <a:pt x="8191" y="98"/>
                </a:cubicBezTo>
                <a:cubicBezTo>
                  <a:pt x="8195" y="108"/>
                  <a:pt x="8198" y="118"/>
                  <a:pt x="8200" y="128"/>
                </a:cubicBezTo>
                <a:cubicBezTo>
                  <a:pt x="8202" y="138"/>
                  <a:pt x="8203" y="148"/>
                  <a:pt x="8203" y="159"/>
                </a:cubicBezTo>
                <a:lnTo>
                  <a:pt x="8203" y="476"/>
                </a:lnTo>
                <a:cubicBezTo>
                  <a:pt x="8203" y="487"/>
                  <a:pt x="8202" y="497"/>
                  <a:pt x="8200" y="507"/>
                </a:cubicBezTo>
                <a:cubicBezTo>
                  <a:pt x="8198" y="517"/>
                  <a:pt x="8195" y="527"/>
                  <a:pt x="8191" y="537"/>
                </a:cubicBezTo>
                <a:cubicBezTo>
                  <a:pt x="8187" y="547"/>
                  <a:pt x="8182" y="556"/>
                  <a:pt x="8176" y="564"/>
                </a:cubicBezTo>
                <a:cubicBezTo>
                  <a:pt x="8170" y="573"/>
                  <a:pt x="8164" y="581"/>
                  <a:pt x="8156" y="589"/>
                </a:cubicBezTo>
                <a:cubicBezTo>
                  <a:pt x="8149" y="596"/>
                  <a:pt x="8141" y="602"/>
                  <a:pt x="8132" y="608"/>
                </a:cubicBezTo>
                <a:cubicBezTo>
                  <a:pt x="8124" y="614"/>
                  <a:pt x="8115" y="619"/>
                  <a:pt x="8105" y="624"/>
                </a:cubicBezTo>
                <a:cubicBezTo>
                  <a:pt x="8095" y="628"/>
                  <a:pt x="8085" y="631"/>
                  <a:pt x="8075" y="633"/>
                </a:cubicBezTo>
                <a:cubicBezTo>
                  <a:pt x="8065" y="635"/>
                  <a:pt x="8055" y="636"/>
                  <a:pt x="8044" y="636"/>
                </a:cubicBezTo>
                <a:lnTo>
                  <a:pt x="159" y="636"/>
                </a:lnTo>
                <a:cubicBezTo>
                  <a:pt x="148" y="636"/>
                  <a:pt x="138" y="635"/>
                  <a:pt x="128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19"/>
                  <a:pt x="79" y="614"/>
                  <a:pt x="70" y="608"/>
                </a:cubicBezTo>
                <a:cubicBezTo>
                  <a:pt x="62" y="602"/>
                  <a:pt x="54" y="596"/>
                  <a:pt x="46" y="589"/>
                </a:cubicBezTo>
                <a:cubicBezTo>
                  <a:pt x="39" y="581"/>
                  <a:pt x="32" y="573"/>
                  <a:pt x="27" y="564"/>
                </a:cubicBezTo>
                <a:cubicBezTo>
                  <a:pt x="21" y="556"/>
                  <a:pt x="16" y="547"/>
                  <a:pt x="12" y="537"/>
                </a:cubicBezTo>
                <a:cubicBezTo>
                  <a:pt x="8" y="527"/>
                  <a:pt x="5" y="517"/>
                  <a:pt x="3" y="507"/>
                </a:cubicBezTo>
                <a:cubicBezTo>
                  <a:pt x="1" y="497"/>
                  <a:pt x="0" y="487"/>
                  <a:pt x="0" y="47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951080" y="2301840"/>
            <a:ext cx="19911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Wat er al terugkwam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4952880" y="2914560"/>
            <a:ext cx="3191040" cy="228960"/>
          </a:xfrm>
          <a:custGeom>
            <a:avLst/>
            <a:gdLst/>
            <a:ahLst/>
            <a:rect l="0" t="0" r="r" b="b"/>
            <a:pathLst>
              <a:path w="8864" h="636">
                <a:moveTo>
                  <a:pt x="0" y="477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706" y="0"/>
                </a:lnTo>
                <a:cubicBezTo>
                  <a:pt x="8716" y="0"/>
                  <a:pt x="8726" y="1"/>
                  <a:pt x="8737" y="3"/>
                </a:cubicBezTo>
                <a:cubicBezTo>
                  <a:pt x="8747" y="5"/>
                  <a:pt x="8757" y="8"/>
                  <a:pt x="8766" y="12"/>
                </a:cubicBezTo>
                <a:cubicBezTo>
                  <a:pt x="8776" y="16"/>
                  <a:pt x="8785" y="21"/>
                  <a:pt x="8794" y="27"/>
                </a:cubicBezTo>
                <a:cubicBezTo>
                  <a:pt x="8802" y="32"/>
                  <a:pt x="8811" y="39"/>
                  <a:pt x="8818" y="46"/>
                </a:cubicBezTo>
                <a:cubicBezTo>
                  <a:pt x="8825" y="54"/>
                  <a:pt x="8832" y="62"/>
                  <a:pt x="8838" y="70"/>
                </a:cubicBezTo>
                <a:cubicBezTo>
                  <a:pt x="8843" y="79"/>
                  <a:pt x="8848" y="88"/>
                  <a:pt x="8852" y="98"/>
                </a:cubicBezTo>
                <a:cubicBezTo>
                  <a:pt x="8856" y="107"/>
                  <a:pt x="8859" y="117"/>
                  <a:pt x="8861" y="128"/>
                </a:cubicBezTo>
                <a:cubicBezTo>
                  <a:pt x="8863" y="138"/>
                  <a:pt x="8864" y="148"/>
                  <a:pt x="8864" y="158"/>
                </a:cubicBezTo>
                <a:lnTo>
                  <a:pt x="8864" y="477"/>
                </a:lnTo>
                <a:cubicBezTo>
                  <a:pt x="8864" y="487"/>
                  <a:pt x="8863" y="498"/>
                  <a:pt x="8861" y="508"/>
                </a:cubicBezTo>
                <a:cubicBezTo>
                  <a:pt x="8859" y="518"/>
                  <a:pt x="8856" y="528"/>
                  <a:pt x="8852" y="538"/>
                </a:cubicBezTo>
                <a:cubicBezTo>
                  <a:pt x="8848" y="547"/>
                  <a:pt x="8843" y="557"/>
                  <a:pt x="8838" y="565"/>
                </a:cubicBezTo>
                <a:cubicBezTo>
                  <a:pt x="8832" y="574"/>
                  <a:pt x="8825" y="582"/>
                  <a:pt x="8818" y="589"/>
                </a:cubicBezTo>
                <a:cubicBezTo>
                  <a:pt x="8811" y="597"/>
                  <a:pt x="8802" y="603"/>
                  <a:pt x="8794" y="609"/>
                </a:cubicBezTo>
                <a:cubicBezTo>
                  <a:pt x="8785" y="615"/>
                  <a:pt x="8776" y="620"/>
                  <a:pt x="8766" y="624"/>
                </a:cubicBezTo>
                <a:cubicBezTo>
                  <a:pt x="8757" y="628"/>
                  <a:pt x="8747" y="631"/>
                  <a:pt x="8737" y="633"/>
                </a:cubicBezTo>
                <a:cubicBezTo>
                  <a:pt x="8726" y="635"/>
                  <a:pt x="8716" y="636"/>
                  <a:pt x="8706" y="636"/>
                </a:cubicBezTo>
                <a:lnTo>
                  <a:pt x="159" y="636"/>
                </a:lnTo>
                <a:cubicBezTo>
                  <a:pt x="148" y="636"/>
                  <a:pt x="138" y="635"/>
                  <a:pt x="128" y="633"/>
                </a:cubicBezTo>
                <a:cubicBezTo>
                  <a:pt x="117" y="631"/>
                  <a:pt x="107" y="628"/>
                  <a:pt x="98" y="624"/>
                </a:cubicBezTo>
                <a:cubicBezTo>
                  <a:pt x="88" y="620"/>
                  <a:pt x="79" y="615"/>
                  <a:pt x="70" y="609"/>
                </a:cubicBezTo>
                <a:cubicBezTo>
                  <a:pt x="62" y="603"/>
                  <a:pt x="54" y="597"/>
                  <a:pt x="46" y="589"/>
                </a:cubicBezTo>
                <a:cubicBezTo>
                  <a:pt x="39" y="582"/>
                  <a:pt x="32" y="574"/>
                  <a:pt x="27" y="565"/>
                </a:cubicBezTo>
                <a:cubicBezTo>
                  <a:pt x="21" y="557"/>
                  <a:pt x="16" y="547"/>
                  <a:pt x="12" y="538"/>
                </a:cubicBezTo>
                <a:cubicBezTo>
                  <a:pt x="8" y="528"/>
                  <a:pt x="5" y="518"/>
                  <a:pt x="3" y="508"/>
                </a:cubicBezTo>
                <a:cubicBezTo>
                  <a:pt x="1" y="498"/>
                  <a:pt x="0" y="487"/>
                  <a:pt x="0" y="477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042160" y="2677680"/>
            <a:ext cx="3111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Xedule en YNC: opmerkingen per story, Public #99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042160" y="2963520"/>
            <a:ext cx="3403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Kees en Luke: 28 opmerkingen op PR 82, 14 september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951080" y="3270600"/>
            <a:ext cx="3931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Formeel ingediende reviews: nog geen. De werkwijze vraagt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951080" y="3461040"/>
            <a:ext cx="35380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per pull request een accept, of een iteratie, voordat er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/>
          <p:nvPr/>
        </p:nvSpPr>
        <p:spPr>
          <a:xfrm>
            <a:off x="465840" y="42566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4"/>
                </a:cubicBezTo>
                <a:cubicBezTo>
                  <a:pt x="995" y="636"/>
                  <a:pt x="985" y="668"/>
                  <a:pt x="972" y="698"/>
                </a:cubicBezTo>
                <a:cubicBezTo>
                  <a:pt x="960" y="729"/>
                  <a:pt x="944" y="758"/>
                  <a:pt x="926" y="786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4"/>
                  <a:pt x="730" y="960"/>
                  <a:pt x="699" y="973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3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6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8"/>
                  <a:pt x="16" y="636"/>
                  <a:pt x="9" y="604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9" y="407"/>
                </a:cubicBezTo>
                <a:cubicBezTo>
                  <a:pt x="16" y="374"/>
                  <a:pt x="25" y="342"/>
                  <a:pt x="38" y="312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7"/>
                  <a:pt x="124" y="171"/>
                  <a:pt x="147" y="148"/>
                </a:cubicBezTo>
                <a:cubicBezTo>
                  <a:pt x="171" y="124"/>
                  <a:pt x="196" y="104"/>
                  <a:pt x="225" y="85"/>
                </a:cubicBezTo>
                <a:cubicBezTo>
                  <a:pt x="253" y="67"/>
                  <a:pt x="282" y="51"/>
                  <a:pt x="312" y="38"/>
                </a:cubicBezTo>
                <a:cubicBezTo>
                  <a:pt x="343" y="26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8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4"/>
                  <a:pt x="863" y="148"/>
                </a:cubicBezTo>
                <a:cubicBezTo>
                  <a:pt x="886" y="171"/>
                  <a:pt x="907" y="197"/>
                  <a:pt x="926" y="224"/>
                </a:cubicBezTo>
                <a:cubicBezTo>
                  <a:pt x="944" y="252"/>
                  <a:pt x="960" y="281"/>
                  <a:pt x="972" y="312"/>
                </a:cubicBezTo>
                <a:cubicBezTo>
                  <a:pt x="985" y="342"/>
                  <a:pt x="995" y="374"/>
                  <a:pt x="1001" y="407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/>
          <p:nvPr/>
        </p:nvSpPr>
        <p:spPr>
          <a:xfrm>
            <a:off x="560880" y="4360680"/>
            <a:ext cx="173520" cy="156240"/>
          </a:xfrm>
          <a:custGeom>
            <a:avLst/>
            <a:gdLst/>
            <a:ahLst/>
            <a:rect l="0" t="0" r="r" b="b"/>
            <a:pathLst>
              <a:path w="482" h="434">
                <a:moveTo>
                  <a:pt x="0" y="0"/>
                </a:moveTo>
                <a:lnTo>
                  <a:pt x="194" y="0"/>
                </a:lnTo>
                <a:cubicBezTo>
                  <a:pt x="200" y="0"/>
                  <a:pt x="206" y="1"/>
                  <a:pt x="212" y="3"/>
                </a:cubicBezTo>
                <a:cubicBezTo>
                  <a:pt x="218" y="6"/>
                  <a:pt x="223" y="9"/>
                  <a:pt x="228" y="14"/>
                </a:cubicBezTo>
                <a:cubicBezTo>
                  <a:pt x="232" y="18"/>
                  <a:pt x="236" y="23"/>
                  <a:pt x="238" y="29"/>
                </a:cubicBezTo>
                <a:cubicBezTo>
                  <a:pt x="240" y="35"/>
                  <a:pt x="242" y="41"/>
                  <a:pt x="242" y="48"/>
                </a:cubicBezTo>
                <a:lnTo>
                  <a:pt x="242" y="434"/>
                </a:lnTo>
                <a:cubicBezTo>
                  <a:pt x="242" y="427"/>
                  <a:pt x="240" y="421"/>
                  <a:pt x="238" y="415"/>
                </a:cubicBezTo>
                <a:cubicBezTo>
                  <a:pt x="236" y="409"/>
                  <a:pt x="232" y="404"/>
                  <a:pt x="228" y="400"/>
                </a:cubicBezTo>
                <a:cubicBezTo>
                  <a:pt x="223" y="395"/>
                  <a:pt x="218" y="392"/>
                  <a:pt x="212" y="389"/>
                </a:cubicBezTo>
                <a:cubicBezTo>
                  <a:pt x="206" y="387"/>
                  <a:pt x="200" y="385"/>
                  <a:pt x="194" y="385"/>
                </a:cubicBezTo>
                <a:lnTo>
                  <a:pt x="0" y="385"/>
                </a:lnTo>
                <a:lnTo>
                  <a:pt x="0" y="0"/>
                </a:lnTo>
                <a:moveTo>
                  <a:pt x="482" y="0"/>
                </a:moveTo>
                <a:lnTo>
                  <a:pt x="290" y="0"/>
                </a:lnTo>
                <a:cubicBezTo>
                  <a:pt x="283" y="0"/>
                  <a:pt x="277" y="1"/>
                  <a:pt x="271" y="3"/>
                </a:cubicBezTo>
                <a:cubicBezTo>
                  <a:pt x="265" y="6"/>
                  <a:pt x="260" y="9"/>
                  <a:pt x="256" y="14"/>
                </a:cubicBezTo>
                <a:cubicBezTo>
                  <a:pt x="251" y="18"/>
                  <a:pt x="248" y="23"/>
                  <a:pt x="245" y="29"/>
                </a:cubicBezTo>
                <a:cubicBezTo>
                  <a:pt x="243" y="35"/>
                  <a:pt x="242" y="41"/>
                  <a:pt x="242" y="48"/>
                </a:cubicBezTo>
                <a:lnTo>
                  <a:pt x="242" y="434"/>
                </a:lnTo>
                <a:cubicBezTo>
                  <a:pt x="242" y="427"/>
                  <a:pt x="243" y="421"/>
                  <a:pt x="245" y="415"/>
                </a:cubicBezTo>
                <a:cubicBezTo>
                  <a:pt x="248" y="409"/>
                  <a:pt x="251" y="404"/>
                  <a:pt x="256" y="400"/>
                </a:cubicBezTo>
                <a:cubicBezTo>
                  <a:pt x="260" y="395"/>
                  <a:pt x="265" y="392"/>
                  <a:pt x="271" y="389"/>
                </a:cubicBezTo>
                <a:cubicBezTo>
                  <a:pt x="277" y="387"/>
                  <a:pt x="283" y="385"/>
                  <a:pt x="290" y="385"/>
                </a:cubicBezTo>
                <a:lnTo>
                  <a:pt x="482" y="385"/>
                </a:lnTo>
                <a:lnTo>
                  <a:pt x="48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951080" y="3651840"/>
            <a:ext cx="11725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gereleased wordt.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44640" y="4260960"/>
            <a:ext cx="211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Is er ruimte geweest om bij te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3151800" y="42566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4"/>
                </a:cubicBezTo>
                <a:cubicBezTo>
                  <a:pt x="995" y="636"/>
                  <a:pt x="985" y="668"/>
                  <a:pt x="973" y="698"/>
                </a:cubicBezTo>
                <a:cubicBezTo>
                  <a:pt x="960" y="729"/>
                  <a:pt x="944" y="758"/>
                  <a:pt x="926" y="786"/>
                </a:cubicBezTo>
                <a:cubicBezTo>
                  <a:pt x="907" y="814"/>
                  <a:pt x="887" y="840"/>
                  <a:pt x="863" y="863"/>
                </a:cubicBezTo>
                <a:cubicBezTo>
                  <a:pt x="839" y="887"/>
                  <a:pt x="813" y="908"/>
                  <a:pt x="786" y="926"/>
                </a:cubicBezTo>
                <a:cubicBezTo>
                  <a:pt x="758" y="944"/>
                  <a:pt x="729" y="960"/>
                  <a:pt x="698" y="973"/>
                </a:cubicBezTo>
                <a:cubicBezTo>
                  <a:pt x="668" y="985"/>
                  <a:pt x="636" y="995"/>
                  <a:pt x="603" y="1001"/>
                </a:cubicBezTo>
                <a:cubicBezTo>
                  <a:pt x="571" y="1008"/>
                  <a:pt x="538" y="1011"/>
                  <a:pt x="505" y="1011"/>
                </a:cubicBezTo>
                <a:cubicBezTo>
                  <a:pt x="472" y="1011"/>
                  <a:pt x="439" y="1008"/>
                  <a:pt x="406" y="1001"/>
                </a:cubicBezTo>
                <a:cubicBezTo>
                  <a:pt x="374" y="995"/>
                  <a:pt x="342" y="985"/>
                  <a:pt x="312" y="973"/>
                </a:cubicBezTo>
                <a:cubicBezTo>
                  <a:pt x="281" y="960"/>
                  <a:pt x="252" y="944"/>
                  <a:pt x="224" y="926"/>
                </a:cubicBezTo>
                <a:cubicBezTo>
                  <a:pt x="197" y="908"/>
                  <a:pt x="171" y="887"/>
                  <a:pt x="148" y="863"/>
                </a:cubicBezTo>
                <a:cubicBezTo>
                  <a:pt x="124" y="840"/>
                  <a:pt x="103" y="814"/>
                  <a:pt x="85" y="786"/>
                </a:cubicBezTo>
                <a:cubicBezTo>
                  <a:pt x="67" y="758"/>
                  <a:pt x="51" y="729"/>
                  <a:pt x="38" y="698"/>
                </a:cubicBezTo>
                <a:cubicBezTo>
                  <a:pt x="26" y="668"/>
                  <a:pt x="16" y="636"/>
                  <a:pt x="10" y="604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10" y="407"/>
                </a:cubicBezTo>
                <a:cubicBezTo>
                  <a:pt x="16" y="374"/>
                  <a:pt x="26" y="342"/>
                  <a:pt x="38" y="312"/>
                </a:cubicBezTo>
                <a:cubicBezTo>
                  <a:pt x="51" y="281"/>
                  <a:pt x="67" y="252"/>
                  <a:pt x="85" y="224"/>
                </a:cubicBezTo>
                <a:cubicBezTo>
                  <a:pt x="103" y="197"/>
                  <a:pt x="124" y="171"/>
                  <a:pt x="148" y="148"/>
                </a:cubicBezTo>
                <a:cubicBezTo>
                  <a:pt x="171" y="124"/>
                  <a:pt x="197" y="104"/>
                  <a:pt x="224" y="85"/>
                </a:cubicBezTo>
                <a:cubicBezTo>
                  <a:pt x="252" y="67"/>
                  <a:pt x="281" y="51"/>
                  <a:pt x="312" y="38"/>
                </a:cubicBezTo>
                <a:cubicBezTo>
                  <a:pt x="342" y="26"/>
                  <a:pt x="374" y="16"/>
                  <a:pt x="406" y="10"/>
                </a:cubicBezTo>
                <a:cubicBezTo>
                  <a:pt x="439" y="3"/>
                  <a:pt x="472" y="0"/>
                  <a:pt x="505" y="0"/>
                </a:cubicBezTo>
                <a:cubicBezTo>
                  <a:pt x="538" y="0"/>
                  <a:pt x="571" y="3"/>
                  <a:pt x="603" y="10"/>
                </a:cubicBezTo>
                <a:cubicBezTo>
                  <a:pt x="636" y="16"/>
                  <a:pt x="668" y="26"/>
                  <a:pt x="698" y="38"/>
                </a:cubicBezTo>
                <a:cubicBezTo>
                  <a:pt x="729" y="51"/>
                  <a:pt x="758" y="67"/>
                  <a:pt x="786" y="85"/>
                </a:cubicBezTo>
                <a:cubicBezTo>
                  <a:pt x="813" y="104"/>
                  <a:pt x="839" y="124"/>
                  <a:pt x="863" y="148"/>
                </a:cubicBezTo>
                <a:cubicBezTo>
                  <a:pt x="887" y="171"/>
                  <a:pt x="907" y="197"/>
                  <a:pt x="926" y="224"/>
                </a:cubicBezTo>
                <a:cubicBezTo>
                  <a:pt x="944" y="252"/>
                  <a:pt x="960" y="281"/>
                  <a:pt x="973" y="312"/>
                </a:cubicBezTo>
                <a:cubicBezTo>
                  <a:pt x="985" y="342"/>
                  <a:pt x="995" y="374"/>
                  <a:pt x="1001" y="407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44640" y="4451400"/>
            <a:ext cx="211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lezen, en waar loopt het vast?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286080" y="433116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633840" y="4165560"/>
            <a:ext cx="2131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helpt om een review af te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633840" y="4356000"/>
            <a:ext cx="212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ronden: tijd, uitleg, een sessie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5847480" y="42566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4"/>
                </a:cubicBezTo>
                <a:cubicBezTo>
                  <a:pt x="995" y="636"/>
                  <a:pt x="985" y="668"/>
                  <a:pt x="972" y="698"/>
                </a:cubicBezTo>
                <a:cubicBezTo>
                  <a:pt x="960" y="729"/>
                  <a:pt x="944" y="758"/>
                  <a:pt x="926" y="786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4"/>
                  <a:pt x="730" y="960"/>
                  <a:pt x="699" y="973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2" y="1011"/>
                  <a:pt x="440" y="1008"/>
                  <a:pt x="406" y="1001"/>
                </a:cubicBezTo>
                <a:cubicBezTo>
                  <a:pt x="374" y="995"/>
                  <a:pt x="342" y="985"/>
                  <a:pt x="311" y="973"/>
                </a:cubicBezTo>
                <a:cubicBezTo>
                  <a:pt x="281" y="960"/>
                  <a:pt x="252" y="944"/>
                  <a:pt x="224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6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8"/>
                  <a:pt x="16" y="636"/>
                  <a:pt x="9" y="604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9" y="407"/>
                </a:cubicBezTo>
                <a:cubicBezTo>
                  <a:pt x="16" y="374"/>
                  <a:pt x="25" y="342"/>
                  <a:pt x="38" y="312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7"/>
                  <a:pt x="124" y="171"/>
                  <a:pt x="147" y="148"/>
                </a:cubicBezTo>
                <a:cubicBezTo>
                  <a:pt x="171" y="124"/>
                  <a:pt x="196" y="104"/>
                  <a:pt x="224" y="85"/>
                </a:cubicBezTo>
                <a:cubicBezTo>
                  <a:pt x="252" y="67"/>
                  <a:pt x="281" y="51"/>
                  <a:pt x="311" y="38"/>
                </a:cubicBezTo>
                <a:cubicBezTo>
                  <a:pt x="342" y="26"/>
                  <a:pt x="374" y="16"/>
                  <a:pt x="406" y="10"/>
                </a:cubicBezTo>
                <a:cubicBezTo>
                  <a:pt x="440" y="3"/>
                  <a:pt x="472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8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4"/>
                  <a:pt x="863" y="148"/>
                </a:cubicBezTo>
                <a:cubicBezTo>
                  <a:pt x="886" y="171"/>
                  <a:pt x="907" y="197"/>
                  <a:pt x="926" y="224"/>
                </a:cubicBezTo>
                <a:cubicBezTo>
                  <a:pt x="944" y="252"/>
                  <a:pt x="960" y="281"/>
                  <a:pt x="972" y="312"/>
                </a:cubicBezTo>
                <a:cubicBezTo>
                  <a:pt x="985" y="342"/>
                  <a:pt x="995" y="374"/>
                  <a:pt x="1001" y="407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5959800" y="4325760"/>
            <a:ext cx="138960" cy="217080"/>
          </a:xfrm>
          <a:custGeom>
            <a:avLst/>
            <a:gdLst/>
            <a:ahLst/>
            <a:rect l="0" t="0" r="r" b="b"/>
            <a:pathLst>
              <a:path fill="none" w="386" h="603">
                <a:moveTo>
                  <a:pt x="0" y="362"/>
                </a:moveTo>
                <a:lnTo>
                  <a:pt x="0" y="145"/>
                </a:lnTo>
                <a:cubicBezTo>
                  <a:pt x="0" y="138"/>
                  <a:pt x="1" y="132"/>
                  <a:pt x="4" y="126"/>
                </a:cubicBezTo>
                <a:cubicBezTo>
                  <a:pt x="6" y="120"/>
                  <a:pt x="10" y="115"/>
                  <a:pt x="14" y="111"/>
                </a:cubicBezTo>
                <a:cubicBezTo>
                  <a:pt x="19" y="106"/>
                  <a:pt x="24" y="103"/>
                  <a:pt x="30" y="100"/>
                </a:cubicBezTo>
                <a:cubicBezTo>
                  <a:pt x="36" y="98"/>
                  <a:pt x="42" y="97"/>
                  <a:pt x="48" y="97"/>
                </a:cubicBezTo>
                <a:cubicBezTo>
                  <a:pt x="55" y="97"/>
                  <a:pt x="61" y="98"/>
                  <a:pt x="67" y="100"/>
                </a:cubicBezTo>
                <a:cubicBezTo>
                  <a:pt x="73" y="103"/>
                  <a:pt x="78" y="106"/>
                  <a:pt x="82" y="111"/>
                </a:cubicBezTo>
                <a:cubicBezTo>
                  <a:pt x="87" y="115"/>
                  <a:pt x="90" y="120"/>
                  <a:pt x="93" y="126"/>
                </a:cubicBezTo>
                <a:cubicBezTo>
                  <a:pt x="95" y="132"/>
                  <a:pt x="96" y="138"/>
                  <a:pt x="96" y="145"/>
                </a:cubicBezTo>
                <a:lnTo>
                  <a:pt x="96" y="314"/>
                </a:lnTo>
                <a:moveTo>
                  <a:pt x="96" y="314"/>
                </a:moveTo>
                <a:lnTo>
                  <a:pt x="96" y="48"/>
                </a:lnTo>
                <a:cubicBezTo>
                  <a:pt x="96" y="42"/>
                  <a:pt x="98" y="36"/>
                  <a:pt x="100" y="30"/>
                </a:cubicBezTo>
                <a:cubicBezTo>
                  <a:pt x="103" y="24"/>
                  <a:pt x="106" y="19"/>
                  <a:pt x="111" y="14"/>
                </a:cubicBezTo>
                <a:cubicBezTo>
                  <a:pt x="115" y="10"/>
                  <a:pt x="120" y="6"/>
                  <a:pt x="126" y="4"/>
                </a:cubicBezTo>
                <a:cubicBezTo>
                  <a:pt x="132" y="2"/>
                  <a:pt x="138" y="0"/>
                  <a:pt x="145" y="0"/>
                </a:cubicBezTo>
                <a:cubicBezTo>
                  <a:pt x="152" y="0"/>
                  <a:pt x="158" y="2"/>
                  <a:pt x="164" y="4"/>
                </a:cubicBezTo>
                <a:cubicBezTo>
                  <a:pt x="170" y="6"/>
                  <a:pt x="175" y="10"/>
                  <a:pt x="180" y="14"/>
                </a:cubicBezTo>
                <a:cubicBezTo>
                  <a:pt x="184" y="19"/>
                  <a:pt x="188" y="24"/>
                  <a:pt x="190" y="30"/>
                </a:cubicBezTo>
                <a:cubicBezTo>
                  <a:pt x="192" y="36"/>
                  <a:pt x="194" y="42"/>
                  <a:pt x="194" y="48"/>
                </a:cubicBezTo>
                <a:lnTo>
                  <a:pt x="194" y="314"/>
                </a:lnTo>
                <a:moveTo>
                  <a:pt x="194" y="314"/>
                </a:moveTo>
                <a:lnTo>
                  <a:pt x="194" y="97"/>
                </a:lnTo>
                <a:cubicBezTo>
                  <a:pt x="194" y="90"/>
                  <a:pt x="195" y="84"/>
                  <a:pt x="197" y="78"/>
                </a:cubicBezTo>
                <a:cubicBezTo>
                  <a:pt x="200" y="72"/>
                  <a:pt x="203" y="67"/>
                  <a:pt x="208" y="63"/>
                </a:cubicBezTo>
                <a:cubicBezTo>
                  <a:pt x="212" y="58"/>
                  <a:pt x="217" y="55"/>
                  <a:pt x="223" y="52"/>
                </a:cubicBezTo>
                <a:cubicBezTo>
                  <a:pt x="229" y="50"/>
                  <a:pt x="235" y="48"/>
                  <a:pt x="242" y="48"/>
                </a:cubicBezTo>
                <a:cubicBezTo>
                  <a:pt x="248" y="48"/>
                  <a:pt x="254" y="50"/>
                  <a:pt x="260" y="52"/>
                </a:cubicBezTo>
                <a:cubicBezTo>
                  <a:pt x="266" y="55"/>
                  <a:pt x="271" y="58"/>
                  <a:pt x="276" y="63"/>
                </a:cubicBezTo>
                <a:cubicBezTo>
                  <a:pt x="280" y="67"/>
                  <a:pt x="284" y="72"/>
                  <a:pt x="286" y="78"/>
                </a:cubicBezTo>
                <a:cubicBezTo>
                  <a:pt x="289" y="84"/>
                  <a:pt x="290" y="90"/>
                  <a:pt x="290" y="97"/>
                </a:cubicBezTo>
                <a:lnTo>
                  <a:pt x="290" y="314"/>
                </a:lnTo>
                <a:moveTo>
                  <a:pt x="290" y="338"/>
                </a:moveTo>
                <a:lnTo>
                  <a:pt x="290" y="193"/>
                </a:lnTo>
                <a:cubicBezTo>
                  <a:pt x="290" y="186"/>
                  <a:pt x="291" y="180"/>
                  <a:pt x="293" y="174"/>
                </a:cubicBezTo>
                <a:cubicBezTo>
                  <a:pt x="296" y="169"/>
                  <a:pt x="299" y="163"/>
                  <a:pt x="304" y="159"/>
                </a:cubicBezTo>
                <a:cubicBezTo>
                  <a:pt x="308" y="154"/>
                  <a:pt x="314" y="151"/>
                  <a:pt x="320" y="148"/>
                </a:cubicBezTo>
                <a:cubicBezTo>
                  <a:pt x="325" y="146"/>
                  <a:pt x="332" y="145"/>
                  <a:pt x="338" y="145"/>
                </a:cubicBezTo>
                <a:cubicBezTo>
                  <a:pt x="344" y="145"/>
                  <a:pt x="350" y="146"/>
                  <a:pt x="356" y="148"/>
                </a:cubicBezTo>
                <a:cubicBezTo>
                  <a:pt x="362" y="151"/>
                  <a:pt x="367" y="154"/>
                  <a:pt x="372" y="159"/>
                </a:cubicBezTo>
                <a:cubicBezTo>
                  <a:pt x="376" y="163"/>
                  <a:pt x="380" y="169"/>
                  <a:pt x="382" y="174"/>
                </a:cubicBezTo>
                <a:cubicBezTo>
                  <a:pt x="385" y="180"/>
                  <a:pt x="386" y="186"/>
                  <a:pt x="386" y="193"/>
                </a:cubicBezTo>
                <a:lnTo>
                  <a:pt x="386" y="410"/>
                </a:lnTo>
                <a:cubicBezTo>
                  <a:pt x="386" y="531"/>
                  <a:pt x="314" y="603"/>
                  <a:pt x="194" y="603"/>
                </a:cubicBezTo>
                <a:cubicBezTo>
                  <a:pt x="72" y="603"/>
                  <a:pt x="0" y="531"/>
                  <a:pt x="0" y="410"/>
                </a:cubicBezTo>
              </a:path>
            </a:pathLst>
          </a:custGeom>
          <a:ln cap="rnd" w="21600">
            <a:solidFill>
              <a:srgbClr val="ffffff"/>
            </a:solidFill>
            <a:round/>
          </a:ln>
        </p:spPr>
        <p:txBody>
          <a:bodyPr lIns="10800" rIns="10800" tIns="10800" bIns="10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633840" y="4546800"/>
            <a:ext cx="546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samen?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322680" y="4260960"/>
            <a:ext cx="1663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Waar kan het kernteam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322680" y="4451400"/>
            <a:ext cx="854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bijspringen?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2762280" y="1333440"/>
            <a:ext cx="685800" cy="238320"/>
          </a:xfrm>
          <a:custGeom>
            <a:avLst/>
            <a:gdLst/>
            <a:ahLst/>
            <a:rect l="0" t="0" r="r" b="b"/>
            <a:pathLst>
              <a:path fill="none" w="1905" h="662">
                <a:moveTo>
                  <a:pt x="0" y="662"/>
                </a:moveTo>
                <a:lnTo>
                  <a:pt x="225" y="551"/>
                </a:lnTo>
                <a:cubicBezTo>
                  <a:pt x="449" y="441"/>
                  <a:pt x="900" y="220"/>
                  <a:pt x="1218" y="110"/>
                </a:cubicBezTo>
                <a:cubicBezTo>
                  <a:pt x="1535" y="0"/>
                  <a:pt x="1720" y="0"/>
                  <a:pt x="1813" y="0"/>
                </a:cubicBezTo>
                <a:lnTo>
                  <a:pt x="1905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/>
          <p:nvPr/>
        </p:nvSpPr>
        <p:spPr>
          <a:xfrm>
            <a:off x="3409920" y="1295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0" y="0"/>
                </a:moveTo>
                <a:lnTo>
                  <a:pt x="212" y="107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3405960" y="128916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3" y="26"/>
                </a:moveTo>
                <a:lnTo>
                  <a:pt x="72" y="36"/>
                </a:lnTo>
                <a:lnTo>
                  <a:pt x="63" y="55"/>
                </a:lnTo>
                <a:lnTo>
                  <a:pt x="44" y="45"/>
                </a:lnTo>
                <a:lnTo>
                  <a:pt x="53" y="26"/>
                </a:lnTo>
                <a:moveTo>
                  <a:pt x="72" y="36"/>
                </a:moveTo>
                <a:lnTo>
                  <a:pt x="91" y="45"/>
                </a:lnTo>
                <a:lnTo>
                  <a:pt x="82" y="64"/>
                </a:lnTo>
                <a:lnTo>
                  <a:pt x="63" y="55"/>
                </a:lnTo>
                <a:lnTo>
                  <a:pt x="72" y="36"/>
                </a:lnTo>
                <a:moveTo>
                  <a:pt x="91" y="45"/>
                </a:moveTo>
                <a:lnTo>
                  <a:pt x="110" y="55"/>
                </a:lnTo>
                <a:lnTo>
                  <a:pt x="101" y="74"/>
                </a:lnTo>
                <a:lnTo>
                  <a:pt x="82" y="64"/>
                </a:lnTo>
                <a:lnTo>
                  <a:pt x="91" y="45"/>
                </a:lnTo>
                <a:moveTo>
                  <a:pt x="110" y="55"/>
                </a:moveTo>
                <a:lnTo>
                  <a:pt x="129" y="64"/>
                </a:lnTo>
                <a:lnTo>
                  <a:pt x="119" y="83"/>
                </a:lnTo>
                <a:lnTo>
                  <a:pt x="101" y="74"/>
                </a:lnTo>
                <a:lnTo>
                  <a:pt x="110" y="55"/>
                </a:lnTo>
                <a:moveTo>
                  <a:pt x="129" y="64"/>
                </a:moveTo>
                <a:lnTo>
                  <a:pt x="148" y="74"/>
                </a:lnTo>
                <a:lnTo>
                  <a:pt x="138" y="93"/>
                </a:lnTo>
                <a:lnTo>
                  <a:pt x="119" y="83"/>
                </a:lnTo>
                <a:lnTo>
                  <a:pt x="129" y="64"/>
                </a:lnTo>
                <a:moveTo>
                  <a:pt x="148" y="74"/>
                </a:moveTo>
                <a:lnTo>
                  <a:pt x="167" y="83"/>
                </a:lnTo>
                <a:lnTo>
                  <a:pt x="157" y="102"/>
                </a:lnTo>
                <a:lnTo>
                  <a:pt x="138" y="93"/>
                </a:lnTo>
                <a:lnTo>
                  <a:pt x="148" y="74"/>
                </a:lnTo>
                <a:moveTo>
                  <a:pt x="167" y="83"/>
                </a:moveTo>
                <a:lnTo>
                  <a:pt x="186" y="93"/>
                </a:lnTo>
                <a:lnTo>
                  <a:pt x="176" y="111"/>
                </a:lnTo>
                <a:lnTo>
                  <a:pt x="157" y="102"/>
                </a:lnTo>
                <a:lnTo>
                  <a:pt x="167" y="83"/>
                </a:lnTo>
                <a:moveTo>
                  <a:pt x="186" y="93"/>
                </a:moveTo>
                <a:lnTo>
                  <a:pt x="205" y="102"/>
                </a:lnTo>
                <a:lnTo>
                  <a:pt x="195" y="121"/>
                </a:lnTo>
                <a:lnTo>
                  <a:pt x="176" y="111"/>
                </a:lnTo>
                <a:lnTo>
                  <a:pt x="186" y="93"/>
                </a:lnTo>
                <a:moveTo>
                  <a:pt x="205" y="102"/>
                </a:moveTo>
                <a:lnTo>
                  <a:pt x="225" y="111"/>
                </a:lnTo>
                <a:lnTo>
                  <a:pt x="214" y="130"/>
                </a:lnTo>
                <a:lnTo>
                  <a:pt x="195" y="121"/>
                </a:lnTo>
                <a:lnTo>
                  <a:pt x="205" y="102"/>
                </a:lnTo>
                <a:moveTo>
                  <a:pt x="225" y="111"/>
                </a:moveTo>
                <a:lnTo>
                  <a:pt x="247" y="123"/>
                </a:lnTo>
                <a:lnTo>
                  <a:pt x="211" y="140"/>
                </a:lnTo>
                <a:lnTo>
                  <a:pt x="202" y="121"/>
                </a:lnTo>
                <a:lnTo>
                  <a:pt x="219" y="113"/>
                </a:lnTo>
                <a:lnTo>
                  <a:pt x="223" y="123"/>
                </a:lnTo>
                <a:lnTo>
                  <a:pt x="219" y="132"/>
                </a:lnTo>
                <a:lnTo>
                  <a:pt x="214" y="130"/>
                </a:lnTo>
                <a:lnTo>
                  <a:pt x="225" y="111"/>
                </a:lnTo>
                <a:moveTo>
                  <a:pt x="211" y="140"/>
                </a:moveTo>
                <a:lnTo>
                  <a:pt x="193" y="149"/>
                </a:lnTo>
                <a:lnTo>
                  <a:pt x="183" y="130"/>
                </a:lnTo>
                <a:lnTo>
                  <a:pt x="202" y="121"/>
                </a:lnTo>
                <a:lnTo>
                  <a:pt x="211" y="140"/>
                </a:lnTo>
                <a:moveTo>
                  <a:pt x="193" y="149"/>
                </a:moveTo>
                <a:lnTo>
                  <a:pt x="174" y="159"/>
                </a:lnTo>
                <a:lnTo>
                  <a:pt x="164" y="140"/>
                </a:lnTo>
                <a:lnTo>
                  <a:pt x="183" y="130"/>
                </a:lnTo>
                <a:lnTo>
                  <a:pt x="193" y="149"/>
                </a:lnTo>
                <a:moveTo>
                  <a:pt x="174" y="159"/>
                </a:moveTo>
                <a:lnTo>
                  <a:pt x="155" y="168"/>
                </a:lnTo>
                <a:lnTo>
                  <a:pt x="145" y="149"/>
                </a:lnTo>
                <a:lnTo>
                  <a:pt x="164" y="140"/>
                </a:lnTo>
                <a:lnTo>
                  <a:pt x="174" y="159"/>
                </a:lnTo>
                <a:moveTo>
                  <a:pt x="155" y="168"/>
                </a:moveTo>
                <a:lnTo>
                  <a:pt x="136" y="178"/>
                </a:lnTo>
                <a:lnTo>
                  <a:pt x="126" y="159"/>
                </a:lnTo>
                <a:lnTo>
                  <a:pt x="145" y="149"/>
                </a:lnTo>
                <a:lnTo>
                  <a:pt x="155" y="168"/>
                </a:lnTo>
                <a:moveTo>
                  <a:pt x="136" y="178"/>
                </a:moveTo>
                <a:lnTo>
                  <a:pt x="117" y="187"/>
                </a:lnTo>
                <a:lnTo>
                  <a:pt x="107" y="168"/>
                </a:lnTo>
                <a:lnTo>
                  <a:pt x="126" y="159"/>
                </a:lnTo>
                <a:lnTo>
                  <a:pt x="136" y="178"/>
                </a:lnTo>
                <a:moveTo>
                  <a:pt x="117" y="187"/>
                </a:moveTo>
                <a:lnTo>
                  <a:pt x="98" y="197"/>
                </a:lnTo>
                <a:lnTo>
                  <a:pt x="88" y="178"/>
                </a:lnTo>
                <a:lnTo>
                  <a:pt x="107" y="168"/>
                </a:lnTo>
                <a:lnTo>
                  <a:pt x="117" y="187"/>
                </a:lnTo>
                <a:moveTo>
                  <a:pt x="98" y="197"/>
                </a:moveTo>
                <a:lnTo>
                  <a:pt x="79" y="206"/>
                </a:lnTo>
                <a:lnTo>
                  <a:pt x="69" y="187"/>
                </a:lnTo>
                <a:lnTo>
                  <a:pt x="88" y="178"/>
                </a:lnTo>
                <a:lnTo>
                  <a:pt x="98" y="197"/>
                </a:lnTo>
                <a:moveTo>
                  <a:pt x="79" y="206"/>
                </a:moveTo>
                <a:lnTo>
                  <a:pt x="60" y="216"/>
                </a:lnTo>
                <a:lnTo>
                  <a:pt x="51" y="197"/>
                </a:lnTo>
                <a:lnTo>
                  <a:pt x="69" y="187"/>
                </a:lnTo>
                <a:lnTo>
                  <a:pt x="79" y="206"/>
                </a:lnTo>
                <a:moveTo>
                  <a:pt x="60" y="216"/>
                </a:moveTo>
                <a:lnTo>
                  <a:pt x="41" y="226"/>
                </a:lnTo>
                <a:lnTo>
                  <a:pt x="32" y="206"/>
                </a:lnTo>
                <a:lnTo>
                  <a:pt x="51" y="197"/>
                </a:lnTo>
                <a:lnTo>
                  <a:pt x="60" y="216"/>
                </a:lnTo>
                <a:moveTo>
                  <a:pt x="41" y="226"/>
                </a:moveTo>
                <a:lnTo>
                  <a:pt x="22" y="236"/>
                </a:lnTo>
                <a:lnTo>
                  <a:pt x="13" y="216"/>
                </a:lnTo>
                <a:lnTo>
                  <a:pt x="32" y="206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5"/>
                </a:lnTo>
                <a:lnTo>
                  <a:pt x="21" y="215"/>
                </a:lnTo>
                <a:lnTo>
                  <a:pt x="21" y="229"/>
                </a:lnTo>
                <a:lnTo>
                  <a:pt x="11" y="229"/>
                </a:lnTo>
                <a:lnTo>
                  <a:pt x="6" y="220"/>
                </a:lnTo>
                <a:lnTo>
                  <a:pt x="13" y="216"/>
                </a:lnTo>
                <a:lnTo>
                  <a:pt x="22" y="236"/>
                </a:lnTo>
                <a:moveTo>
                  <a:pt x="0" y="215"/>
                </a:moveTo>
                <a:lnTo>
                  <a:pt x="0" y="194"/>
                </a:lnTo>
                <a:lnTo>
                  <a:pt x="21" y="194"/>
                </a:lnTo>
                <a:lnTo>
                  <a:pt x="21" y="215"/>
                </a:lnTo>
                <a:lnTo>
                  <a:pt x="0" y="215"/>
                </a:lnTo>
                <a:moveTo>
                  <a:pt x="0" y="194"/>
                </a:moveTo>
                <a:lnTo>
                  <a:pt x="0" y="173"/>
                </a:lnTo>
                <a:lnTo>
                  <a:pt x="21" y="173"/>
                </a:lnTo>
                <a:lnTo>
                  <a:pt x="21" y="194"/>
                </a:lnTo>
                <a:lnTo>
                  <a:pt x="0" y="194"/>
                </a:lnTo>
                <a:moveTo>
                  <a:pt x="0" y="173"/>
                </a:moveTo>
                <a:lnTo>
                  <a:pt x="0" y="151"/>
                </a:lnTo>
                <a:lnTo>
                  <a:pt x="21" y="151"/>
                </a:lnTo>
                <a:lnTo>
                  <a:pt x="21" y="173"/>
                </a:lnTo>
                <a:lnTo>
                  <a:pt x="0" y="173"/>
                </a:lnTo>
                <a:moveTo>
                  <a:pt x="0" y="151"/>
                </a:moveTo>
                <a:lnTo>
                  <a:pt x="0" y="130"/>
                </a:lnTo>
                <a:lnTo>
                  <a:pt x="21" y="130"/>
                </a:lnTo>
                <a:lnTo>
                  <a:pt x="21" y="151"/>
                </a:lnTo>
                <a:lnTo>
                  <a:pt x="0" y="151"/>
                </a:lnTo>
                <a:moveTo>
                  <a:pt x="0" y="130"/>
                </a:moveTo>
                <a:lnTo>
                  <a:pt x="0" y="109"/>
                </a:lnTo>
                <a:lnTo>
                  <a:pt x="21" y="109"/>
                </a:lnTo>
                <a:lnTo>
                  <a:pt x="21" y="130"/>
                </a:lnTo>
                <a:lnTo>
                  <a:pt x="0" y="130"/>
                </a:lnTo>
                <a:moveTo>
                  <a:pt x="0" y="109"/>
                </a:moveTo>
                <a:lnTo>
                  <a:pt x="0" y="88"/>
                </a:lnTo>
                <a:lnTo>
                  <a:pt x="21" y="88"/>
                </a:lnTo>
                <a:lnTo>
                  <a:pt x="21" y="109"/>
                </a:lnTo>
                <a:lnTo>
                  <a:pt x="0" y="109"/>
                </a:lnTo>
                <a:moveTo>
                  <a:pt x="0" y="88"/>
                </a:moveTo>
                <a:lnTo>
                  <a:pt x="0" y="67"/>
                </a:lnTo>
                <a:lnTo>
                  <a:pt x="21" y="67"/>
                </a:lnTo>
                <a:lnTo>
                  <a:pt x="21" y="88"/>
                </a:lnTo>
                <a:lnTo>
                  <a:pt x="0" y="88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4"/>
                </a:lnTo>
                <a:lnTo>
                  <a:pt x="21" y="24"/>
                </a:lnTo>
                <a:lnTo>
                  <a:pt x="21" y="46"/>
                </a:lnTo>
                <a:lnTo>
                  <a:pt x="0" y="46"/>
                </a:lnTo>
                <a:moveTo>
                  <a:pt x="0" y="24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1" y="17"/>
                </a:lnTo>
                <a:lnTo>
                  <a:pt x="21" y="17"/>
                </a:lnTo>
                <a:lnTo>
                  <a:pt x="21" y="24"/>
                </a:lnTo>
                <a:lnTo>
                  <a:pt x="0" y="2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2762280" y="2543040"/>
            <a:ext cx="685800" cy="238320"/>
          </a:xfrm>
          <a:custGeom>
            <a:avLst/>
            <a:gdLst/>
            <a:ahLst/>
            <a:rect l="0" t="0" r="r" b="b"/>
            <a:pathLst>
              <a:path fill="none" w="1905" h="662">
                <a:moveTo>
                  <a:pt x="0" y="0"/>
                </a:moveTo>
                <a:lnTo>
                  <a:pt x="225" y="110"/>
                </a:lnTo>
                <a:cubicBezTo>
                  <a:pt x="449" y="220"/>
                  <a:pt x="900" y="441"/>
                  <a:pt x="1218" y="552"/>
                </a:cubicBezTo>
                <a:cubicBezTo>
                  <a:pt x="1535" y="662"/>
                  <a:pt x="1720" y="662"/>
                  <a:pt x="1813" y="662"/>
                </a:cubicBezTo>
                <a:lnTo>
                  <a:pt x="1905" y="662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3409920" y="2742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0" y="0"/>
                </a:moveTo>
                <a:lnTo>
                  <a:pt x="212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3405960" y="273672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7"/>
                </a:lnTo>
                <a:lnTo>
                  <a:pt x="44" y="46"/>
                </a:lnTo>
                <a:lnTo>
                  <a:pt x="25" y="36"/>
                </a:lnTo>
                <a:lnTo>
                  <a:pt x="34" y="17"/>
                </a:lnTo>
                <a:moveTo>
                  <a:pt x="53" y="27"/>
                </a:moveTo>
                <a:lnTo>
                  <a:pt x="72" y="36"/>
                </a:lnTo>
                <a:lnTo>
                  <a:pt x="63" y="55"/>
                </a:lnTo>
                <a:lnTo>
                  <a:pt x="44" y="46"/>
                </a:lnTo>
                <a:lnTo>
                  <a:pt x="53" y="27"/>
                </a:lnTo>
                <a:moveTo>
                  <a:pt x="72" y="36"/>
                </a:moveTo>
                <a:lnTo>
                  <a:pt x="91" y="46"/>
                </a:lnTo>
                <a:lnTo>
                  <a:pt x="82" y="65"/>
                </a:lnTo>
                <a:lnTo>
                  <a:pt x="63" y="55"/>
                </a:lnTo>
                <a:lnTo>
                  <a:pt x="72" y="36"/>
                </a:lnTo>
                <a:moveTo>
                  <a:pt x="91" y="46"/>
                </a:moveTo>
                <a:lnTo>
                  <a:pt x="110" y="55"/>
                </a:lnTo>
                <a:lnTo>
                  <a:pt x="101" y="74"/>
                </a:lnTo>
                <a:lnTo>
                  <a:pt x="82" y="65"/>
                </a:lnTo>
                <a:lnTo>
                  <a:pt x="91" y="46"/>
                </a:lnTo>
                <a:moveTo>
                  <a:pt x="110" y="55"/>
                </a:moveTo>
                <a:lnTo>
                  <a:pt x="129" y="65"/>
                </a:lnTo>
                <a:lnTo>
                  <a:pt x="119" y="84"/>
                </a:lnTo>
                <a:lnTo>
                  <a:pt x="101" y="74"/>
                </a:lnTo>
                <a:lnTo>
                  <a:pt x="110" y="55"/>
                </a:lnTo>
                <a:moveTo>
                  <a:pt x="129" y="65"/>
                </a:moveTo>
                <a:lnTo>
                  <a:pt x="148" y="74"/>
                </a:lnTo>
                <a:lnTo>
                  <a:pt x="138" y="93"/>
                </a:lnTo>
                <a:lnTo>
                  <a:pt x="119" y="84"/>
                </a:lnTo>
                <a:lnTo>
                  <a:pt x="129" y="65"/>
                </a:lnTo>
                <a:moveTo>
                  <a:pt x="148" y="74"/>
                </a:moveTo>
                <a:lnTo>
                  <a:pt x="167" y="84"/>
                </a:lnTo>
                <a:lnTo>
                  <a:pt x="157" y="103"/>
                </a:lnTo>
                <a:lnTo>
                  <a:pt x="138" y="93"/>
                </a:lnTo>
                <a:lnTo>
                  <a:pt x="148" y="74"/>
                </a:lnTo>
                <a:moveTo>
                  <a:pt x="167" y="84"/>
                </a:moveTo>
                <a:lnTo>
                  <a:pt x="186" y="93"/>
                </a:lnTo>
                <a:lnTo>
                  <a:pt x="176" y="112"/>
                </a:lnTo>
                <a:lnTo>
                  <a:pt x="157" y="103"/>
                </a:lnTo>
                <a:lnTo>
                  <a:pt x="167" y="84"/>
                </a:lnTo>
                <a:moveTo>
                  <a:pt x="186" y="93"/>
                </a:moveTo>
                <a:lnTo>
                  <a:pt x="205" y="103"/>
                </a:lnTo>
                <a:lnTo>
                  <a:pt x="195" y="123"/>
                </a:lnTo>
                <a:lnTo>
                  <a:pt x="176" y="112"/>
                </a:lnTo>
                <a:lnTo>
                  <a:pt x="186" y="93"/>
                </a:lnTo>
                <a:moveTo>
                  <a:pt x="205" y="103"/>
                </a:moveTo>
                <a:lnTo>
                  <a:pt x="225" y="112"/>
                </a:lnTo>
                <a:lnTo>
                  <a:pt x="214" y="132"/>
                </a:lnTo>
                <a:lnTo>
                  <a:pt x="195" y="123"/>
                </a:lnTo>
                <a:lnTo>
                  <a:pt x="205" y="103"/>
                </a:lnTo>
                <a:moveTo>
                  <a:pt x="225" y="112"/>
                </a:moveTo>
                <a:lnTo>
                  <a:pt x="247" y="124"/>
                </a:lnTo>
                <a:lnTo>
                  <a:pt x="211" y="142"/>
                </a:lnTo>
                <a:lnTo>
                  <a:pt x="202" y="123"/>
                </a:lnTo>
                <a:lnTo>
                  <a:pt x="219" y="114"/>
                </a:lnTo>
                <a:lnTo>
                  <a:pt x="223" y="124"/>
                </a:lnTo>
                <a:lnTo>
                  <a:pt x="219" y="134"/>
                </a:lnTo>
                <a:lnTo>
                  <a:pt x="214" y="132"/>
                </a:lnTo>
                <a:lnTo>
                  <a:pt x="225" y="112"/>
                </a:lnTo>
                <a:moveTo>
                  <a:pt x="211" y="142"/>
                </a:moveTo>
                <a:lnTo>
                  <a:pt x="193" y="151"/>
                </a:lnTo>
                <a:lnTo>
                  <a:pt x="183" y="132"/>
                </a:lnTo>
                <a:lnTo>
                  <a:pt x="202" y="123"/>
                </a:lnTo>
                <a:lnTo>
                  <a:pt x="211" y="142"/>
                </a:lnTo>
                <a:moveTo>
                  <a:pt x="193" y="151"/>
                </a:moveTo>
                <a:lnTo>
                  <a:pt x="174" y="160"/>
                </a:lnTo>
                <a:lnTo>
                  <a:pt x="164" y="142"/>
                </a:lnTo>
                <a:lnTo>
                  <a:pt x="183" y="132"/>
                </a:lnTo>
                <a:lnTo>
                  <a:pt x="193" y="151"/>
                </a:lnTo>
                <a:moveTo>
                  <a:pt x="174" y="160"/>
                </a:moveTo>
                <a:lnTo>
                  <a:pt x="155" y="170"/>
                </a:lnTo>
                <a:lnTo>
                  <a:pt x="145" y="151"/>
                </a:lnTo>
                <a:lnTo>
                  <a:pt x="164" y="142"/>
                </a:lnTo>
                <a:lnTo>
                  <a:pt x="174" y="160"/>
                </a:lnTo>
                <a:moveTo>
                  <a:pt x="155" y="170"/>
                </a:moveTo>
                <a:lnTo>
                  <a:pt x="136" y="179"/>
                </a:lnTo>
                <a:lnTo>
                  <a:pt x="126" y="160"/>
                </a:lnTo>
                <a:lnTo>
                  <a:pt x="145" y="151"/>
                </a:lnTo>
                <a:lnTo>
                  <a:pt x="155" y="170"/>
                </a:lnTo>
                <a:moveTo>
                  <a:pt x="136" y="179"/>
                </a:moveTo>
                <a:lnTo>
                  <a:pt x="117" y="189"/>
                </a:lnTo>
                <a:lnTo>
                  <a:pt x="107" y="170"/>
                </a:lnTo>
                <a:lnTo>
                  <a:pt x="126" y="160"/>
                </a:lnTo>
                <a:lnTo>
                  <a:pt x="136" y="179"/>
                </a:lnTo>
                <a:moveTo>
                  <a:pt x="117" y="189"/>
                </a:moveTo>
                <a:lnTo>
                  <a:pt x="98" y="198"/>
                </a:lnTo>
                <a:lnTo>
                  <a:pt x="88" y="179"/>
                </a:lnTo>
                <a:lnTo>
                  <a:pt x="107" y="170"/>
                </a:lnTo>
                <a:lnTo>
                  <a:pt x="117" y="189"/>
                </a:lnTo>
                <a:moveTo>
                  <a:pt x="98" y="198"/>
                </a:moveTo>
                <a:lnTo>
                  <a:pt x="79" y="208"/>
                </a:lnTo>
                <a:lnTo>
                  <a:pt x="69" y="189"/>
                </a:lnTo>
                <a:lnTo>
                  <a:pt x="88" y="179"/>
                </a:lnTo>
                <a:lnTo>
                  <a:pt x="98" y="198"/>
                </a:lnTo>
                <a:moveTo>
                  <a:pt x="79" y="208"/>
                </a:moveTo>
                <a:lnTo>
                  <a:pt x="60" y="217"/>
                </a:lnTo>
                <a:lnTo>
                  <a:pt x="51" y="198"/>
                </a:lnTo>
                <a:lnTo>
                  <a:pt x="69" y="189"/>
                </a:lnTo>
                <a:lnTo>
                  <a:pt x="79" y="208"/>
                </a:lnTo>
                <a:moveTo>
                  <a:pt x="60" y="217"/>
                </a:moveTo>
                <a:lnTo>
                  <a:pt x="41" y="227"/>
                </a:lnTo>
                <a:lnTo>
                  <a:pt x="32" y="208"/>
                </a:lnTo>
                <a:lnTo>
                  <a:pt x="51" y="198"/>
                </a:lnTo>
                <a:lnTo>
                  <a:pt x="60" y="217"/>
                </a:lnTo>
                <a:moveTo>
                  <a:pt x="41" y="227"/>
                </a:moveTo>
                <a:lnTo>
                  <a:pt x="22" y="236"/>
                </a:lnTo>
                <a:lnTo>
                  <a:pt x="13" y="217"/>
                </a:lnTo>
                <a:lnTo>
                  <a:pt x="32" y="208"/>
                </a:lnTo>
                <a:lnTo>
                  <a:pt x="41" y="227"/>
                </a:lnTo>
                <a:moveTo>
                  <a:pt x="22" y="236"/>
                </a:moveTo>
                <a:lnTo>
                  <a:pt x="0" y="247"/>
                </a:lnTo>
                <a:lnTo>
                  <a:pt x="0" y="217"/>
                </a:lnTo>
                <a:lnTo>
                  <a:pt x="21" y="217"/>
                </a:lnTo>
                <a:lnTo>
                  <a:pt x="21" y="230"/>
                </a:lnTo>
                <a:lnTo>
                  <a:pt x="11" y="230"/>
                </a:lnTo>
                <a:lnTo>
                  <a:pt x="6" y="221"/>
                </a:lnTo>
                <a:lnTo>
                  <a:pt x="13" y="217"/>
                </a:lnTo>
                <a:lnTo>
                  <a:pt x="22" y="236"/>
                </a:lnTo>
                <a:moveTo>
                  <a:pt x="0" y="217"/>
                </a:moveTo>
                <a:lnTo>
                  <a:pt x="0" y="195"/>
                </a:lnTo>
                <a:lnTo>
                  <a:pt x="21" y="195"/>
                </a:lnTo>
                <a:lnTo>
                  <a:pt x="21" y="217"/>
                </a:lnTo>
                <a:lnTo>
                  <a:pt x="0" y="217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2"/>
                </a:lnTo>
                <a:lnTo>
                  <a:pt x="21" y="132"/>
                </a:lnTo>
                <a:lnTo>
                  <a:pt x="21" y="153"/>
                </a:lnTo>
                <a:lnTo>
                  <a:pt x="0" y="153"/>
                </a:lnTo>
                <a:moveTo>
                  <a:pt x="0" y="132"/>
                </a:moveTo>
                <a:lnTo>
                  <a:pt x="0" y="110"/>
                </a:lnTo>
                <a:lnTo>
                  <a:pt x="21" y="110"/>
                </a:lnTo>
                <a:lnTo>
                  <a:pt x="21" y="132"/>
                </a:lnTo>
                <a:lnTo>
                  <a:pt x="0" y="132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7"/>
                </a:lnTo>
                <a:lnTo>
                  <a:pt x="11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533160" y="157140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533160" y="157140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39920" y="234360"/>
            <a:ext cx="3207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Stand van zaken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532520" y="1734840"/>
            <a:ext cx="48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v0.0.2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44920" y="1963440"/>
            <a:ext cx="18630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82, ter review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3485880" y="84744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3485880" y="84744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064880" y="2192040"/>
            <a:ext cx="1413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sinds 1 september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873600" y="1011240"/>
            <a:ext cx="1701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 en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249080" y="1239840"/>
            <a:ext cx="95004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versionering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3485880" y="229536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3485880" y="229536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850200" y="1468440"/>
            <a:ext cx="17517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100, voorstel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950280" y="2458800"/>
            <a:ext cx="15490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Informatiemodel en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4203360" y="2687400"/>
            <a:ext cx="10414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begrippenlijst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/>
          <p:nvPr/>
        </p:nvSpPr>
        <p:spPr>
          <a:xfrm>
            <a:off x="456840" y="3552480"/>
            <a:ext cx="3439080" cy="333720"/>
          </a:xfrm>
          <a:custGeom>
            <a:avLst/>
            <a:gdLst/>
            <a:ahLst/>
            <a:rect l="0" t="0" r="r" b="b"/>
            <a:pathLst>
              <a:path w="9553" h="927">
                <a:moveTo>
                  <a:pt x="0" y="0"/>
                </a:moveTo>
                <a:lnTo>
                  <a:pt x="9553" y="0"/>
                </a:lnTo>
                <a:lnTo>
                  <a:pt x="955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3895560" y="3552480"/>
            <a:ext cx="4982040" cy="333720"/>
          </a:xfrm>
          <a:custGeom>
            <a:avLst/>
            <a:gdLst/>
            <a:ahLst/>
            <a:rect l="0" t="0" r="r" b="b"/>
            <a:pathLst>
              <a:path w="13839" h="927">
                <a:moveTo>
                  <a:pt x="0" y="0"/>
                </a:moveTo>
                <a:lnTo>
                  <a:pt x="13839" y="0"/>
                </a:lnTo>
                <a:lnTo>
                  <a:pt x="1383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/>
          <p:nvPr/>
        </p:nvSpPr>
        <p:spPr>
          <a:xfrm>
            <a:off x="456840" y="3876480"/>
            <a:ext cx="3439080" cy="19440"/>
          </a:xfrm>
          <a:custGeom>
            <a:avLst/>
            <a:gdLst/>
            <a:ahLst/>
            <a:rect l="0" t="0" r="r" b="b"/>
            <a:pathLst>
              <a:path w="9553" h="54">
                <a:moveTo>
                  <a:pt x="0" y="0"/>
                </a:moveTo>
                <a:lnTo>
                  <a:pt x="9553" y="0"/>
                </a:lnTo>
                <a:lnTo>
                  <a:pt x="95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3895560" y="3876480"/>
            <a:ext cx="4982040" cy="19440"/>
          </a:xfrm>
          <a:custGeom>
            <a:avLst/>
            <a:gdLst/>
            <a:ahLst/>
            <a:rect l="0" t="0" r="r" b="b"/>
            <a:pathLst>
              <a:path w="13839" h="54">
                <a:moveTo>
                  <a:pt x="0" y="0"/>
                </a:moveTo>
                <a:lnTo>
                  <a:pt x="13839" y="0"/>
                </a:lnTo>
                <a:lnTo>
                  <a:pt x="138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456840" y="425736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3895560" y="4257360"/>
            <a:ext cx="4982040" cy="10080"/>
          </a:xfrm>
          <a:custGeom>
            <a:avLst/>
            <a:gdLst/>
            <a:ahLst/>
            <a:rect l="0" t="0" r="r" b="b"/>
            <a:pathLst>
              <a:path w="13839" h="28">
                <a:moveTo>
                  <a:pt x="0" y="0"/>
                </a:moveTo>
                <a:lnTo>
                  <a:pt x="13839" y="0"/>
                </a:lnTo>
                <a:lnTo>
                  <a:pt x="13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4" name=""/>
          <p:cNvSpPr/>
          <p:nvPr/>
        </p:nvSpPr>
        <p:spPr>
          <a:xfrm>
            <a:off x="456840" y="463860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3895560" y="4638600"/>
            <a:ext cx="4982040" cy="9720"/>
          </a:xfrm>
          <a:custGeom>
            <a:avLst/>
            <a:gdLst/>
            <a:ahLst/>
            <a:rect l="0" t="0" r="r" b="b"/>
            <a:pathLst>
              <a:path w="13839" h="27">
                <a:moveTo>
                  <a:pt x="0" y="0"/>
                </a:moveTo>
                <a:lnTo>
                  <a:pt x="13839" y="0"/>
                </a:lnTo>
                <a:lnTo>
                  <a:pt x="138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456840" y="501012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3895560" y="5010120"/>
            <a:ext cx="4982040" cy="9720"/>
          </a:xfrm>
          <a:custGeom>
            <a:avLst/>
            <a:gdLst/>
            <a:ahLst/>
            <a:rect l="0" t="0" r="r" b="b"/>
            <a:pathLst>
              <a:path w="13839" h="27">
                <a:moveTo>
                  <a:pt x="0" y="0"/>
                </a:moveTo>
                <a:lnTo>
                  <a:pt x="13839" y="0"/>
                </a:lnTo>
                <a:lnTo>
                  <a:pt x="138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3781440" y="2916000"/>
            <a:ext cx="1888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104, gestapeld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63760" y="3651120"/>
            <a:ext cx="2013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AFGESPROKEN OP 1 SEPTEMBER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004280" y="3651120"/>
            <a:ext cx="42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63760" y="4003560"/>
            <a:ext cx="2651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Versioneringsvoorstel als pull request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>
            <a:off x="4466880" y="417168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8"/>
                </a:lnTo>
                <a:lnTo>
                  <a:pt x="131" y="28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8"/>
                </a:lnTo>
                <a:lnTo>
                  <a:pt x="263" y="28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8"/>
                </a:lnTo>
                <a:lnTo>
                  <a:pt x="394" y="28"/>
                </a:lnTo>
                <a:lnTo>
                  <a:pt x="394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8"/>
                </a:lnTo>
                <a:lnTo>
                  <a:pt x="524" y="28"/>
                </a:lnTo>
                <a:lnTo>
                  <a:pt x="524" y="0"/>
                </a:lnTo>
                <a:moveTo>
                  <a:pt x="655" y="0"/>
                </a:moveTo>
                <a:lnTo>
                  <a:pt x="735" y="0"/>
                </a:lnTo>
                <a:lnTo>
                  <a:pt x="735" y="28"/>
                </a:lnTo>
                <a:lnTo>
                  <a:pt x="655" y="28"/>
                </a:lnTo>
                <a:lnTo>
                  <a:pt x="655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8"/>
                </a:lnTo>
                <a:lnTo>
                  <a:pt x="786" y="28"/>
                </a:lnTo>
                <a:lnTo>
                  <a:pt x="786" y="0"/>
                </a:lnTo>
                <a:moveTo>
                  <a:pt x="917" y="0"/>
                </a:moveTo>
                <a:lnTo>
                  <a:pt x="996" y="0"/>
                </a:lnTo>
                <a:lnTo>
                  <a:pt x="996" y="28"/>
                </a:lnTo>
                <a:lnTo>
                  <a:pt x="917" y="28"/>
                </a:lnTo>
                <a:lnTo>
                  <a:pt x="917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8"/>
                </a:lnTo>
                <a:lnTo>
                  <a:pt x="1047" y="28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8"/>
                </a:lnTo>
                <a:lnTo>
                  <a:pt x="1178" y="28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8"/>
                </a:lnTo>
                <a:lnTo>
                  <a:pt x="1309" y="28"/>
                </a:lnTo>
                <a:lnTo>
                  <a:pt x="1309" y="0"/>
                </a:lnTo>
                <a:moveTo>
                  <a:pt x="1440" y="0"/>
                </a:moveTo>
                <a:lnTo>
                  <a:pt x="1519" y="0"/>
                </a:lnTo>
                <a:lnTo>
                  <a:pt x="1519" y="28"/>
                </a:lnTo>
                <a:lnTo>
                  <a:pt x="1440" y="28"/>
                </a:lnTo>
                <a:lnTo>
                  <a:pt x="1440" y="0"/>
                </a:lnTo>
                <a:moveTo>
                  <a:pt x="1570" y="0"/>
                </a:moveTo>
                <a:lnTo>
                  <a:pt x="1650" y="0"/>
                </a:lnTo>
                <a:lnTo>
                  <a:pt x="1650" y="28"/>
                </a:lnTo>
                <a:lnTo>
                  <a:pt x="1570" y="28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8"/>
                </a:lnTo>
                <a:lnTo>
                  <a:pt x="1701" y="28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8"/>
                </a:lnTo>
                <a:lnTo>
                  <a:pt x="1832" y="28"/>
                </a:lnTo>
                <a:lnTo>
                  <a:pt x="1832" y="0"/>
                </a:lnTo>
                <a:moveTo>
                  <a:pt x="1962" y="0"/>
                </a:moveTo>
                <a:lnTo>
                  <a:pt x="2042" y="0"/>
                </a:lnTo>
                <a:lnTo>
                  <a:pt x="2042" y="28"/>
                </a:lnTo>
                <a:lnTo>
                  <a:pt x="1962" y="28"/>
                </a:lnTo>
                <a:lnTo>
                  <a:pt x="1962" y="0"/>
                </a:lnTo>
                <a:moveTo>
                  <a:pt x="2093" y="0"/>
                </a:moveTo>
                <a:lnTo>
                  <a:pt x="2173" y="0"/>
                </a:lnTo>
                <a:lnTo>
                  <a:pt x="2173" y="28"/>
                </a:lnTo>
                <a:lnTo>
                  <a:pt x="2093" y="28"/>
                </a:lnTo>
                <a:lnTo>
                  <a:pt x="2093" y="0"/>
                </a:lnTo>
                <a:moveTo>
                  <a:pt x="2224" y="0"/>
                </a:moveTo>
                <a:lnTo>
                  <a:pt x="2303" y="0"/>
                </a:lnTo>
                <a:lnTo>
                  <a:pt x="2303" y="28"/>
                </a:lnTo>
                <a:lnTo>
                  <a:pt x="2224" y="28"/>
                </a:lnTo>
                <a:lnTo>
                  <a:pt x="222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004280" y="4003560"/>
            <a:ext cx="410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Ligt er: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groter geworden dan aangekondigd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63760" y="4375080"/>
            <a:ext cx="2363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Uitkomst van de review op v0.0.2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004280" y="4375080"/>
            <a:ext cx="3074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Twee reacties binnen, zie de volgende slide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63760" y="4756320"/>
            <a:ext cx="3496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eerst reviewen, dan de payloads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/>
          <p:nvPr/>
        </p:nvSpPr>
        <p:spPr>
          <a:xfrm>
            <a:off x="4466880" y="4924080"/>
            <a:ext cx="819720" cy="10080"/>
          </a:xfrm>
          <a:custGeom>
            <a:avLst/>
            <a:gdLst/>
            <a:ahLst/>
            <a:rect l="0" t="0" r="r" b="b"/>
            <a:pathLst>
              <a:path w="2277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0" y="0"/>
                </a:moveTo>
                <a:lnTo>
                  <a:pt x="339" y="0"/>
                </a:lnTo>
                <a:lnTo>
                  <a:pt x="339" y="28"/>
                </a:lnTo>
                <a:lnTo>
                  <a:pt x="260" y="28"/>
                </a:lnTo>
                <a:lnTo>
                  <a:pt x="260" y="0"/>
                </a:lnTo>
                <a:moveTo>
                  <a:pt x="389" y="0"/>
                </a:moveTo>
                <a:lnTo>
                  <a:pt x="468" y="0"/>
                </a:lnTo>
                <a:lnTo>
                  <a:pt x="468" y="28"/>
                </a:lnTo>
                <a:lnTo>
                  <a:pt x="389" y="28"/>
                </a:lnTo>
                <a:lnTo>
                  <a:pt x="389" y="0"/>
                </a:lnTo>
                <a:moveTo>
                  <a:pt x="518" y="0"/>
                </a:moveTo>
                <a:lnTo>
                  <a:pt x="598" y="0"/>
                </a:lnTo>
                <a:lnTo>
                  <a:pt x="598" y="28"/>
                </a:lnTo>
                <a:lnTo>
                  <a:pt x="518" y="28"/>
                </a:lnTo>
                <a:lnTo>
                  <a:pt x="518" y="0"/>
                </a:lnTo>
                <a:moveTo>
                  <a:pt x="647" y="0"/>
                </a:moveTo>
                <a:lnTo>
                  <a:pt x="727" y="0"/>
                </a:lnTo>
                <a:lnTo>
                  <a:pt x="727" y="28"/>
                </a:lnTo>
                <a:lnTo>
                  <a:pt x="647" y="28"/>
                </a:lnTo>
                <a:lnTo>
                  <a:pt x="647" y="0"/>
                </a:lnTo>
                <a:moveTo>
                  <a:pt x="777" y="0"/>
                </a:moveTo>
                <a:lnTo>
                  <a:pt x="856" y="0"/>
                </a:lnTo>
                <a:lnTo>
                  <a:pt x="856" y="28"/>
                </a:lnTo>
                <a:lnTo>
                  <a:pt x="777" y="28"/>
                </a:lnTo>
                <a:lnTo>
                  <a:pt x="777" y="0"/>
                </a:lnTo>
                <a:moveTo>
                  <a:pt x="906" y="0"/>
                </a:moveTo>
                <a:lnTo>
                  <a:pt x="985" y="0"/>
                </a:lnTo>
                <a:lnTo>
                  <a:pt x="985" y="28"/>
                </a:lnTo>
                <a:lnTo>
                  <a:pt x="906" y="28"/>
                </a:lnTo>
                <a:lnTo>
                  <a:pt x="906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28"/>
                </a:lnTo>
                <a:lnTo>
                  <a:pt x="1035" y="28"/>
                </a:lnTo>
                <a:lnTo>
                  <a:pt x="1035" y="0"/>
                </a:lnTo>
                <a:moveTo>
                  <a:pt x="1164" y="0"/>
                </a:moveTo>
                <a:lnTo>
                  <a:pt x="1243" y="0"/>
                </a:lnTo>
                <a:lnTo>
                  <a:pt x="1243" y="28"/>
                </a:lnTo>
                <a:lnTo>
                  <a:pt x="1164" y="28"/>
                </a:lnTo>
                <a:lnTo>
                  <a:pt x="1164" y="0"/>
                </a:lnTo>
                <a:moveTo>
                  <a:pt x="1293" y="0"/>
                </a:moveTo>
                <a:lnTo>
                  <a:pt x="1373" y="0"/>
                </a:lnTo>
                <a:lnTo>
                  <a:pt x="1373" y="28"/>
                </a:lnTo>
                <a:lnTo>
                  <a:pt x="1293" y="28"/>
                </a:lnTo>
                <a:lnTo>
                  <a:pt x="1293" y="0"/>
                </a:lnTo>
                <a:moveTo>
                  <a:pt x="1422" y="0"/>
                </a:moveTo>
                <a:lnTo>
                  <a:pt x="1502" y="0"/>
                </a:lnTo>
                <a:lnTo>
                  <a:pt x="1502" y="28"/>
                </a:lnTo>
                <a:lnTo>
                  <a:pt x="1422" y="28"/>
                </a:lnTo>
                <a:lnTo>
                  <a:pt x="1422" y="0"/>
                </a:lnTo>
                <a:moveTo>
                  <a:pt x="1552" y="0"/>
                </a:moveTo>
                <a:lnTo>
                  <a:pt x="1631" y="0"/>
                </a:lnTo>
                <a:lnTo>
                  <a:pt x="1631" y="28"/>
                </a:lnTo>
                <a:lnTo>
                  <a:pt x="1552" y="28"/>
                </a:lnTo>
                <a:lnTo>
                  <a:pt x="1552" y="0"/>
                </a:lnTo>
                <a:moveTo>
                  <a:pt x="1681" y="0"/>
                </a:moveTo>
                <a:lnTo>
                  <a:pt x="1760" y="0"/>
                </a:lnTo>
                <a:lnTo>
                  <a:pt x="1760" y="28"/>
                </a:lnTo>
                <a:lnTo>
                  <a:pt x="1681" y="28"/>
                </a:lnTo>
                <a:lnTo>
                  <a:pt x="1681" y="0"/>
                </a:lnTo>
                <a:moveTo>
                  <a:pt x="1810" y="0"/>
                </a:moveTo>
                <a:lnTo>
                  <a:pt x="1889" y="0"/>
                </a:lnTo>
                <a:lnTo>
                  <a:pt x="1889" y="28"/>
                </a:lnTo>
                <a:lnTo>
                  <a:pt x="1810" y="28"/>
                </a:lnTo>
                <a:lnTo>
                  <a:pt x="1810" y="0"/>
                </a:lnTo>
                <a:moveTo>
                  <a:pt x="1939" y="0"/>
                </a:moveTo>
                <a:lnTo>
                  <a:pt x="2019" y="0"/>
                </a:lnTo>
                <a:lnTo>
                  <a:pt x="2019" y="28"/>
                </a:lnTo>
                <a:lnTo>
                  <a:pt x="1939" y="28"/>
                </a:lnTo>
                <a:lnTo>
                  <a:pt x="1939" y="0"/>
                </a:lnTo>
                <a:moveTo>
                  <a:pt x="2068" y="0"/>
                </a:moveTo>
                <a:lnTo>
                  <a:pt x="2148" y="0"/>
                </a:lnTo>
                <a:lnTo>
                  <a:pt x="2148" y="28"/>
                </a:lnTo>
                <a:lnTo>
                  <a:pt x="2068" y="28"/>
                </a:lnTo>
                <a:lnTo>
                  <a:pt x="2068" y="0"/>
                </a:lnTo>
                <a:moveTo>
                  <a:pt x="2197" y="0"/>
                </a:moveTo>
                <a:lnTo>
                  <a:pt x="2277" y="0"/>
                </a:lnTo>
                <a:lnTo>
                  <a:pt x="2277" y="28"/>
                </a:lnTo>
                <a:lnTo>
                  <a:pt x="2197" y="28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4004280" y="4756320"/>
            <a:ext cx="5308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Ligt er: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laag 1 en 2 van de informatie- en gegevensmodellen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447480" y="1323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39920" y="567720"/>
            <a:ext cx="9391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Review op v0.0.2: twee reacties, één rode draad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/>
          <p:nvPr/>
        </p:nvSpPr>
        <p:spPr>
          <a:xfrm>
            <a:off x="3904920" y="143820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3" y="0"/>
                </a:lnTo>
                <a:lnTo>
                  <a:pt x="483" y="27"/>
                </a:lnTo>
                <a:lnTo>
                  <a:pt x="403" y="27"/>
                </a:lnTo>
                <a:lnTo>
                  <a:pt x="403" y="0"/>
                </a:lnTo>
                <a:moveTo>
                  <a:pt x="538" y="0"/>
                </a:moveTo>
                <a:lnTo>
                  <a:pt x="617" y="0"/>
                </a:lnTo>
                <a:lnTo>
                  <a:pt x="617" y="27"/>
                </a:lnTo>
                <a:lnTo>
                  <a:pt x="538" y="27"/>
                </a:lnTo>
                <a:lnTo>
                  <a:pt x="538" y="0"/>
                </a:lnTo>
                <a:moveTo>
                  <a:pt x="672" y="0"/>
                </a:moveTo>
                <a:lnTo>
                  <a:pt x="751" y="0"/>
                </a:lnTo>
                <a:lnTo>
                  <a:pt x="751" y="27"/>
                </a:lnTo>
                <a:lnTo>
                  <a:pt x="672" y="27"/>
                </a:lnTo>
                <a:lnTo>
                  <a:pt x="672" y="0"/>
                </a:lnTo>
                <a:moveTo>
                  <a:pt x="806" y="0"/>
                </a:moveTo>
                <a:lnTo>
                  <a:pt x="886" y="0"/>
                </a:lnTo>
                <a:lnTo>
                  <a:pt x="886" y="27"/>
                </a:lnTo>
                <a:lnTo>
                  <a:pt x="806" y="27"/>
                </a:lnTo>
                <a:lnTo>
                  <a:pt x="806" y="0"/>
                </a:lnTo>
                <a:moveTo>
                  <a:pt x="941" y="0"/>
                </a:moveTo>
                <a:lnTo>
                  <a:pt x="1021" y="0"/>
                </a:lnTo>
                <a:lnTo>
                  <a:pt x="1021" y="27"/>
                </a:lnTo>
                <a:lnTo>
                  <a:pt x="941" y="27"/>
                </a:lnTo>
                <a:lnTo>
                  <a:pt x="941" y="0"/>
                </a:lnTo>
                <a:moveTo>
                  <a:pt x="1076" y="0"/>
                </a:moveTo>
                <a:lnTo>
                  <a:pt x="1155" y="0"/>
                </a:lnTo>
                <a:lnTo>
                  <a:pt x="1155" y="27"/>
                </a:lnTo>
                <a:lnTo>
                  <a:pt x="1076" y="27"/>
                </a:lnTo>
                <a:lnTo>
                  <a:pt x="1076" y="0"/>
                </a:lnTo>
                <a:moveTo>
                  <a:pt x="1210" y="0"/>
                </a:moveTo>
                <a:lnTo>
                  <a:pt x="1290" y="0"/>
                </a:lnTo>
                <a:lnTo>
                  <a:pt x="1290" y="27"/>
                </a:lnTo>
                <a:lnTo>
                  <a:pt x="1210" y="27"/>
                </a:lnTo>
                <a:lnTo>
                  <a:pt x="1210" y="0"/>
                </a:lnTo>
                <a:moveTo>
                  <a:pt x="1345" y="0"/>
                </a:moveTo>
                <a:lnTo>
                  <a:pt x="1424" y="0"/>
                </a:lnTo>
                <a:lnTo>
                  <a:pt x="1424" y="27"/>
                </a:lnTo>
                <a:lnTo>
                  <a:pt x="1345" y="27"/>
                </a:lnTo>
                <a:lnTo>
                  <a:pt x="1345" y="0"/>
                </a:lnTo>
                <a:moveTo>
                  <a:pt x="1479" y="0"/>
                </a:moveTo>
                <a:lnTo>
                  <a:pt x="1558" y="0"/>
                </a:lnTo>
                <a:lnTo>
                  <a:pt x="1558" y="27"/>
                </a:lnTo>
                <a:lnTo>
                  <a:pt x="1479" y="27"/>
                </a:lnTo>
                <a:lnTo>
                  <a:pt x="1479" y="0"/>
                </a:lnTo>
                <a:moveTo>
                  <a:pt x="1613" y="0"/>
                </a:moveTo>
                <a:lnTo>
                  <a:pt x="1693" y="0"/>
                </a:lnTo>
                <a:lnTo>
                  <a:pt x="1693" y="27"/>
                </a:lnTo>
                <a:lnTo>
                  <a:pt x="1613" y="27"/>
                </a:lnTo>
                <a:lnTo>
                  <a:pt x="1613" y="0"/>
                </a:lnTo>
                <a:moveTo>
                  <a:pt x="1748" y="0"/>
                </a:moveTo>
                <a:lnTo>
                  <a:pt x="1827" y="0"/>
                </a:lnTo>
                <a:lnTo>
                  <a:pt x="1827" y="27"/>
                </a:lnTo>
                <a:lnTo>
                  <a:pt x="1748" y="27"/>
                </a:lnTo>
                <a:lnTo>
                  <a:pt x="174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447480" y="16189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39360" y="1270080"/>
            <a:ext cx="4545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Xedule en YNC: een pdf met opmerkingen per story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#99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6076800" y="1733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7"/>
                </a:lnTo>
                <a:lnTo>
                  <a:pt x="258" y="27"/>
                </a:lnTo>
                <a:lnTo>
                  <a:pt x="258" y="0"/>
                </a:lnTo>
                <a:moveTo>
                  <a:pt x="387" y="0"/>
                </a:moveTo>
                <a:lnTo>
                  <a:pt x="466" y="0"/>
                </a:lnTo>
                <a:lnTo>
                  <a:pt x="466" y="27"/>
                </a:lnTo>
                <a:lnTo>
                  <a:pt x="387" y="27"/>
                </a:lnTo>
                <a:lnTo>
                  <a:pt x="387" y="0"/>
                </a:lnTo>
                <a:moveTo>
                  <a:pt x="516" y="0"/>
                </a:moveTo>
                <a:lnTo>
                  <a:pt x="595" y="0"/>
                </a:lnTo>
                <a:lnTo>
                  <a:pt x="595" y="27"/>
                </a:lnTo>
                <a:lnTo>
                  <a:pt x="516" y="27"/>
                </a:lnTo>
                <a:lnTo>
                  <a:pt x="516" y="0"/>
                </a:lnTo>
                <a:moveTo>
                  <a:pt x="645" y="0"/>
                </a:moveTo>
                <a:lnTo>
                  <a:pt x="724" y="0"/>
                </a:lnTo>
                <a:lnTo>
                  <a:pt x="724" y="27"/>
                </a:lnTo>
                <a:lnTo>
                  <a:pt x="645" y="27"/>
                </a:lnTo>
                <a:lnTo>
                  <a:pt x="645" y="0"/>
                </a:lnTo>
                <a:moveTo>
                  <a:pt x="774" y="0"/>
                </a:moveTo>
                <a:lnTo>
                  <a:pt x="853" y="0"/>
                </a:lnTo>
                <a:lnTo>
                  <a:pt x="853" y="27"/>
                </a:lnTo>
                <a:lnTo>
                  <a:pt x="774" y="27"/>
                </a:lnTo>
                <a:lnTo>
                  <a:pt x="774" y="0"/>
                </a:lnTo>
                <a:moveTo>
                  <a:pt x="903" y="0"/>
                </a:moveTo>
                <a:lnTo>
                  <a:pt x="982" y="0"/>
                </a:lnTo>
                <a:lnTo>
                  <a:pt x="982" y="27"/>
                </a:lnTo>
                <a:lnTo>
                  <a:pt x="903" y="27"/>
                </a:lnTo>
                <a:lnTo>
                  <a:pt x="903" y="0"/>
                </a:lnTo>
                <a:moveTo>
                  <a:pt x="1032" y="0"/>
                </a:moveTo>
                <a:lnTo>
                  <a:pt x="1111" y="0"/>
                </a:lnTo>
                <a:lnTo>
                  <a:pt x="1111" y="27"/>
                </a:lnTo>
                <a:lnTo>
                  <a:pt x="1032" y="27"/>
                </a:lnTo>
                <a:lnTo>
                  <a:pt x="1032" y="0"/>
                </a:lnTo>
                <a:moveTo>
                  <a:pt x="1161" y="0"/>
                </a:moveTo>
                <a:lnTo>
                  <a:pt x="1240" y="0"/>
                </a:lnTo>
                <a:lnTo>
                  <a:pt x="1240" y="27"/>
                </a:lnTo>
                <a:lnTo>
                  <a:pt x="1161" y="27"/>
                </a:lnTo>
                <a:lnTo>
                  <a:pt x="1161" y="0"/>
                </a:lnTo>
                <a:moveTo>
                  <a:pt x="1290" y="0"/>
                </a:moveTo>
                <a:lnTo>
                  <a:pt x="1370" y="0"/>
                </a:lnTo>
                <a:lnTo>
                  <a:pt x="1370" y="27"/>
                </a:lnTo>
                <a:lnTo>
                  <a:pt x="1290" y="27"/>
                </a:lnTo>
                <a:lnTo>
                  <a:pt x="1290" y="0"/>
                </a:lnTo>
                <a:moveTo>
                  <a:pt x="1420" y="0"/>
                </a:moveTo>
                <a:lnTo>
                  <a:pt x="1499" y="0"/>
                </a:lnTo>
                <a:lnTo>
                  <a:pt x="1499" y="27"/>
                </a:lnTo>
                <a:lnTo>
                  <a:pt x="1420" y="27"/>
                </a:lnTo>
                <a:lnTo>
                  <a:pt x="1420" y="0"/>
                </a:lnTo>
                <a:moveTo>
                  <a:pt x="1549" y="0"/>
                </a:moveTo>
                <a:lnTo>
                  <a:pt x="1628" y="0"/>
                </a:lnTo>
                <a:lnTo>
                  <a:pt x="1628" y="27"/>
                </a:lnTo>
                <a:lnTo>
                  <a:pt x="1549" y="27"/>
                </a:lnTo>
                <a:lnTo>
                  <a:pt x="1549" y="0"/>
                </a:lnTo>
                <a:moveTo>
                  <a:pt x="1678" y="0"/>
                </a:moveTo>
                <a:lnTo>
                  <a:pt x="1757" y="0"/>
                </a:lnTo>
                <a:lnTo>
                  <a:pt x="1757" y="27"/>
                </a:lnTo>
                <a:lnTo>
                  <a:pt x="1678" y="27"/>
                </a:lnTo>
                <a:lnTo>
                  <a:pt x="1678" y="0"/>
                </a:lnTo>
                <a:moveTo>
                  <a:pt x="1807" y="0"/>
                </a:moveTo>
                <a:lnTo>
                  <a:pt x="1886" y="0"/>
                </a:lnTo>
                <a:lnTo>
                  <a:pt x="1886" y="27"/>
                </a:lnTo>
                <a:lnTo>
                  <a:pt x="1807" y="27"/>
                </a:lnTo>
                <a:lnTo>
                  <a:pt x="1807" y="0"/>
                </a:lnTo>
                <a:moveTo>
                  <a:pt x="1936" y="0"/>
                </a:moveTo>
                <a:lnTo>
                  <a:pt x="2015" y="0"/>
                </a:lnTo>
                <a:lnTo>
                  <a:pt x="2015" y="27"/>
                </a:lnTo>
                <a:lnTo>
                  <a:pt x="1936" y="27"/>
                </a:lnTo>
                <a:lnTo>
                  <a:pt x="1936" y="0"/>
                </a:lnTo>
                <a:moveTo>
                  <a:pt x="2065" y="0"/>
                </a:moveTo>
                <a:lnTo>
                  <a:pt x="2144" y="0"/>
                </a:lnTo>
                <a:lnTo>
                  <a:pt x="2144" y="27"/>
                </a:lnTo>
                <a:lnTo>
                  <a:pt x="2065" y="27"/>
                </a:lnTo>
                <a:lnTo>
                  <a:pt x="206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39360" y="1565280"/>
            <a:ext cx="9109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Kees en Luke: 28 reviewopmerkingen op inleiding, ADR 0025, epics, features en stories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14 september); de formele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456840" y="2219040"/>
            <a:ext cx="2705760" cy="1543680"/>
          </a:xfrm>
          <a:custGeom>
            <a:avLst/>
            <a:gdLst/>
            <a:ahLst/>
            <a:rect l="0" t="0" r="r" b="b"/>
            <a:pathLst>
              <a:path w="7516" h="4288">
                <a:moveTo>
                  <a:pt x="0" y="0"/>
                </a:moveTo>
                <a:lnTo>
                  <a:pt x="7516" y="0"/>
                </a:lnTo>
                <a:lnTo>
                  <a:pt x="7516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456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456840" y="375264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315252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106"/>
                </a:moveTo>
                <a:lnTo>
                  <a:pt x="0" y="4288"/>
                </a:lnTo>
                <a:lnTo>
                  <a:pt x="28" y="42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45684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0"/>
                </a:moveTo>
                <a:lnTo>
                  <a:pt x="0" y="4288"/>
                </a:lnTo>
                <a:lnTo>
                  <a:pt x="28" y="42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39360" y="1822680"/>
            <a:ext cx="863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review volgt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34320" y="2435040"/>
            <a:ext cx="2355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Applicatiefunctionaliteit, geen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34320" y="2625480"/>
            <a:ext cx="843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koppelvlak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34320" y="2825640"/>
            <a:ext cx="2432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Stories en features beschrijven hoe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34320" y="3025440"/>
            <a:ext cx="2521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onderwijscatalogus werkt of wat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34320" y="3225600"/>
            <a:ext cx="2370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school kiest, niet de interactie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3314520" y="2219040"/>
            <a:ext cx="2705400" cy="1543680"/>
          </a:xfrm>
          <a:custGeom>
            <a:avLst/>
            <a:gdLst/>
            <a:ahLst/>
            <a:rect l="0" t="0" r="r" b="b"/>
            <a:pathLst>
              <a:path w="7515" h="4288">
                <a:moveTo>
                  <a:pt x="0" y="0"/>
                </a:moveTo>
                <a:lnTo>
                  <a:pt x="7515" y="0"/>
                </a:lnTo>
                <a:lnTo>
                  <a:pt x="7515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3314520" y="2219040"/>
            <a:ext cx="2705400" cy="38520"/>
          </a:xfrm>
          <a:custGeom>
            <a:avLst/>
            <a:gdLst/>
            <a:ahLst/>
            <a:rect l="0" t="0" r="r" b="b"/>
            <a:pathLst>
              <a:path w="7515" h="107">
                <a:moveTo>
                  <a:pt x="0" y="0"/>
                </a:moveTo>
                <a:lnTo>
                  <a:pt x="7515" y="0"/>
                </a:lnTo>
                <a:lnTo>
                  <a:pt x="751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3314520" y="375264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6010200" y="2219040"/>
            <a:ext cx="9720" cy="1543680"/>
          </a:xfrm>
          <a:custGeom>
            <a:avLst/>
            <a:gdLst/>
            <a:ahLst/>
            <a:rect l="0" t="0" r="r" b="b"/>
            <a:pathLst>
              <a:path w="27" h="4288">
                <a:moveTo>
                  <a:pt x="0" y="106"/>
                </a:moveTo>
                <a:lnTo>
                  <a:pt x="0" y="4288"/>
                </a:lnTo>
                <a:lnTo>
                  <a:pt x="27" y="428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/>
          <p:nvPr/>
        </p:nvSpPr>
        <p:spPr>
          <a:xfrm>
            <a:off x="3314520" y="2219040"/>
            <a:ext cx="9720" cy="1543680"/>
          </a:xfrm>
          <a:custGeom>
            <a:avLst/>
            <a:gdLst/>
            <a:ahLst/>
            <a:rect l="0" t="0" r="r" b="b"/>
            <a:pathLst>
              <a:path w="27" h="4288">
                <a:moveTo>
                  <a:pt x="0" y="0"/>
                </a:moveTo>
                <a:lnTo>
                  <a:pt x="0" y="4288"/>
                </a:lnTo>
                <a:lnTo>
                  <a:pt x="27" y="4288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34320" y="3425400"/>
            <a:ext cx="1164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tussen systemen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491640" y="2435040"/>
            <a:ext cx="1867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Uitgangspunt of feature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491640" y="2625480"/>
            <a:ext cx="19911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Leeruitkomsten als gegeven,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491640" y="2825640"/>
            <a:ext cx="2225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versionering, query-parameters: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491640" y="3025440"/>
            <a:ext cx="1294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uitgangspunten 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3491640" y="3225600"/>
            <a:ext cx="2137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implementatiekeuzes staan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6171840" y="2219040"/>
            <a:ext cx="2705760" cy="1543680"/>
          </a:xfrm>
          <a:custGeom>
            <a:avLst/>
            <a:gdLst/>
            <a:ahLst/>
            <a:rect l="0" t="0" r="r" b="b"/>
            <a:pathLst>
              <a:path w="7516" h="4288">
                <a:moveTo>
                  <a:pt x="0" y="0"/>
                </a:moveTo>
                <a:lnTo>
                  <a:pt x="7516" y="0"/>
                </a:lnTo>
                <a:lnTo>
                  <a:pt x="7516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6171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6171840" y="375264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886752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106"/>
                </a:moveTo>
                <a:lnTo>
                  <a:pt x="0" y="4288"/>
                </a:lnTo>
                <a:lnTo>
                  <a:pt x="28" y="42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617184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0"/>
                </a:moveTo>
                <a:lnTo>
                  <a:pt x="0" y="4288"/>
                </a:lnTo>
                <a:lnTo>
                  <a:pt x="28" y="42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491640" y="3425400"/>
            <a:ext cx="497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feature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349320" y="2435040"/>
            <a:ext cx="1504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Notify of transactie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6349320" y="2625480"/>
            <a:ext cx="2600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Wanneer informeren systemen elkaar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6349320" y="2825640"/>
            <a:ext cx="2434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 wanneer verandert een aanroep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349320" y="3025440"/>
            <a:ext cx="2266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echt iets; wie is de client van het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349320" y="3225600"/>
            <a:ext cx="1940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endpoint en wie is waarvoor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456840" y="3895560"/>
            <a:ext cx="8420760" cy="790920"/>
          </a:xfrm>
          <a:custGeom>
            <a:avLst/>
            <a:gdLst/>
            <a:ahLst/>
            <a:rect l="0" t="0" r="r" b="b"/>
            <a:pathLst>
              <a:path w="23391" h="2197">
                <a:moveTo>
                  <a:pt x="0" y="0"/>
                </a:moveTo>
                <a:lnTo>
                  <a:pt x="23391" y="0"/>
                </a:lnTo>
                <a:lnTo>
                  <a:pt x="23391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456840" y="38955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456840" y="46767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8867520" y="389556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6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456840" y="389556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349320" y="3425400"/>
            <a:ext cx="1146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verantwoordelijk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34320" y="4104360"/>
            <a:ext cx="8838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Voorstel van Kees en Luke voor vandaag: eerst vaststellen wat een koppelvlakspeciﬁcatie bepaalt en vastlegt, dan pas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34320" y="4323240"/>
            <a:ext cx="16038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inhoud van de stories.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457200" y="933480"/>
            <a:ext cx="5743080" cy="3762000"/>
          </a:xfrm>
          <a:prstGeom prst="rect">
            <a:avLst/>
          </a:prstGeom>
          <a:ln w="0">
            <a:noFill/>
          </a:ln>
        </p:spPr>
      </p:pic>
      <p:sp>
        <p:nvSpPr>
          <p:cNvPr id="243" name=""/>
          <p:cNvSpPr txBox="1"/>
          <p:nvPr/>
        </p:nvSpPr>
        <p:spPr>
          <a:xfrm>
            <a:off x="439920" y="348480"/>
            <a:ext cx="8916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story naar koppelvlak: waar OKx ophoudt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6381720" y="3419280"/>
            <a:ext cx="2495880" cy="743400"/>
          </a:xfrm>
          <a:custGeom>
            <a:avLst/>
            <a:gdLst/>
            <a:ahLst/>
            <a:rect l="0" t="0" r="r" b="b"/>
            <a:pathLst>
              <a:path w="6933" h="2065">
                <a:moveTo>
                  <a:pt x="0" y="0"/>
                </a:moveTo>
                <a:lnTo>
                  <a:pt x="6933" y="0"/>
                </a:lnTo>
                <a:lnTo>
                  <a:pt x="6933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6381720" y="3419280"/>
            <a:ext cx="2495880" cy="38520"/>
          </a:xfrm>
          <a:custGeom>
            <a:avLst/>
            <a:gdLst/>
            <a:ahLst/>
            <a:rect l="0" t="0" r="r" b="b"/>
            <a:pathLst>
              <a:path w="6933" h="107">
                <a:moveTo>
                  <a:pt x="0" y="0"/>
                </a:moveTo>
                <a:lnTo>
                  <a:pt x="6933" y="0"/>
                </a:lnTo>
                <a:lnTo>
                  <a:pt x="693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6381720" y="415260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8867520" y="3419280"/>
            <a:ext cx="10080" cy="743400"/>
          </a:xfrm>
          <a:custGeom>
            <a:avLst/>
            <a:gdLst/>
            <a:ahLst/>
            <a:rect l="0" t="0" r="r" b="b"/>
            <a:pathLst>
              <a:path w="28" h="2065">
                <a:moveTo>
                  <a:pt x="0" y="106"/>
                </a:moveTo>
                <a:lnTo>
                  <a:pt x="0" y="2065"/>
                </a:lnTo>
                <a:lnTo>
                  <a:pt x="28" y="206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6381720" y="3419280"/>
            <a:ext cx="9720" cy="743400"/>
          </a:xfrm>
          <a:custGeom>
            <a:avLst/>
            <a:gdLst/>
            <a:ahLst/>
            <a:rect l="0" t="0" r="r" b="b"/>
            <a:pathLst>
              <a:path w="27" h="2065">
                <a:moveTo>
                  <a:pt x="0" y="0"/>
                </a:moveTo>
                <a:lnTo>
                  <a:pt x="0" y="2065"/>
                </a:lnTo>
                <a:lnTo>
                  <a:pt x="27" y="206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/>
          <p:nvPr/>
        </p:nvSpPr>
        <p:spPr>
          <a:xfrm>
            <a:off x="6372000" y="10569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57200" y="4747320"/>
            <a:ext cx="1575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Schets van Niels, concept.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563160" y="1003320"/>
            <a:ext cx="2674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Scholen praten in stories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en in wat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6372000" y="16095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563160" y="1260360"/>
            <a:ext cx="1966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applicatie moet kunnen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563160" y="1555920"/>
            <a:ext cx="2501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OKx maakt er generieke stories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563160" y="1812960"/>
            <a:ext cx="2433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en bouwstenen van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herleidbaar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6372000" y="24094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6563160" y="2060640"/>
            <a:ext cx="1299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naar de leerroutes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6563160" y="2355840"/>
            <a:ext cx="1465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Alleen rechts is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563160" y="2613240"/>
            <a:ext cx="1812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koppelvlakspeciﬁcatie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563160" y="2860560"/>
            <a:ext cx="2007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koppelvlakdienst, koppeling,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563160" y="3117960"/>
            <a:ext cx="1454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endpoints, interactie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512400" y="3560760"/>
            <a:ext cx="23371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Een story die applicatiefunctionaliteit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512400" y="3732120"/>
            <a:ext cx="20595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beschrijf t is de aanloop, niet het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512400" y="3913200"/>
            <a:ext cx="523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product.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73" name=""/>
          <p:cNvSpPr/>
          <p:nvPr/>
        </p:nvSpPr>
        <p:spPr>
          <a:xfrm>
            <a:off x="456840" y="1809720"/>
            <a:ext cx="3601080" cy="333720"/>
          </a:xfrm>
          <a:custGeom>
            <a:avLst/>
            <a:gdLst/>
            <a:ahLst/>
            <a:rect l="0" t="0" r="r" b="b"/>
            <a:pathLst>
              <a:path w="10003" h="927">
                <a:moveTo>
                  <a:pt x="0" y="0"/>
                </a:moveTo>
                <a:lnTo>
                  <a:pt x="10003" y="0"/>
                </a:lnTo>
                <a:lnTo>
                  <a:pt x="1000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4057560" y="1809720"/>
            <a:ext cx="4820040" cy="333720"/>
          </a:xfrm>
          <a:custGeom>
            <a:avLst/>
            <a:gdLst/>
            <a:ahLst/>
            <a:rect l="0" t="0" r="r" b="b"/>
            <a:pathLst>
              <a:path w="13389" h="927">
                <a:moveTo>
                  <a:pt x="0" y="0"/>
                </a:moveTo>
                <a:lnTo>
                  <a:pt x="13389" y="0"/>
                </a:lnTo>
                <a:lnTo>
                  <a:pt x="1338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456840" y="2133360"/>
            <a:ext cx="3601080" cy="19440"/>
          </a:xfrm>
          <a:custGeom>
            <a:avLst/>
            <a:gdLst/>
            <a:ahLst/>
            <a:rect l="0" t="0" r="r" b="b"/>
            <a:pathLst>
              <a:path w="10003" h="54">
                <a:moveTo>
                  <a:pt x="0" y="0"/>
                </a:moveTo>
                <a:lnTo>
                  <a:pt x="10003" y="0"/>
                </a:lnTo>
                <a:lnTo>
                  <a:pt x="100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4057560" y="2133360"/>
            <a:ext cx="4820040" cy="19440"/>
          </a:xfrm>
          <a:custGeom>
            <a:avLst/>
            <a:gdLst/>
            <a:ahLst/>
            <a:rect l="0" t="0" r="r" b="b"/>
            <a:pathLst>
              <a:path w="13389" h="54">
                <a:moveTo>
                  <a:pt x="0" y="0"/>
                </a:moveTo>
                <a:lnTo>
                  <a:pt x="13389" y="0"/>
                </a:lnTo>
                <a:lnTo>
                  <a:pt x="133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456840" y="252396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4057560" y="252396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456840" y="313344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0" name=""/>
          <p:cNvSpPr/>
          <p:nvPr/>
        </p:nvSpPr>
        <p:spPr>
          <a:xfrm>
            <a:off x="4057560" y="3133440"/>
            <a:ext cx="4820040" cy="10080"/>
          </a:xfrm>
          <a:custGeom>
            <a:avLst/>
            <a:gdLst/>
            <a:ah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456840" y="3504960"/>
            <a:ext cx="3601080" cy="10440"/>
          </a:xfrm>
          <a:custGeom>
            <a:avLst/>
            <a:gdLst/>
            <a:ahLst/>
            <a:rect l="0" t="0" r="r" b="b"/>
            <a:pathLst>
              <a:path w="10003" h="29">
                <a:moveTo>
                  <a:pt x="0" y="0"/>
                </a:moveTo>
                <a:lnTo>
                  <a:pt x="10003" y="0"/>
                </a:lnTo>
                <a:lnTo>
                  <a:pt x="100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4057560" y="3504960"/>
            <a:ext cx="4820040" cy="10440"/>
          </a:xfrm>
          <a:custGeom>
            <a:avLst/>
            <a:gdLst/>
            <a:ahLst/>
            <a:rect l="0" t="0" r="r" b="b"/>
            <a:pathLst>
              <a:path w="13389" h="29">
                <a:moveTo>
                  <a:pt x="0" y="0"/>
                </a:moveTo>
                <a:lnTo>
                  <a:pt x="13389" y="0"/>
                </a:lnTo>
                <a:lnTo>
                  <a:pt x="133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456840" y="412416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4057560" y="412416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439920" y="1119960"/>
            <a:ext cx="7442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Openstaande punten van 1 september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63760" y="1908000"/>
            <a:ext cx="33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PUNT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167360" y="1908000"/>
            <a:ext cx="42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2285640" y="2428560"/>
            <a:ext cx="648360" cy="10440"/>
          </a:xfrm>
          <a:custGeom>
            <a:avLst/>
            <a:gdLst/>
            <a:ahLst/>
            <a:rect l="0" t="0" r="r" b="b"/>
            <a:pathLst>
              <a:path w="1801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9"/>
                </a:lnTo>
                <a:lnTo>
                  <a:pt x="133" y="29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9"/>
                </a:lnTo>
                <a:lnTo>
                  <a:pt x="397" y="29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9"/>
                </a:lnTo>
                <a:lnTo>
                  <a:pt x="530" y="29"/>
                </a:lnTo>
                <a:lnTo>
                  <a:pt x="530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9"/>
                </a:lnTo>
                <a:lnTo>
                  <a:pt x="662" y="29"/>
                </a:lnTo>
                <a:lnTo>
                  <a:pt x="662" y="0"/>
                </a:lnTo>
                <a:moveTo>
                  <a:pt x="794" y="0"/>
                </a:moveTo>
                <a:lnTo>
                  <a:pt x="874" y="0"/>
                </a:lnTo>
                <a:lnTo>
                  <a:pt x="874" y="29"/>
                </a:lnTo>
                <a:lnTo>
                  <a:pt x="794" y="29"/>
                </a:lnTo>
                <a:lnTo>
                  <a:pt x="794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9"/>
                </a:lnTo>
                <a:lnTo>
                  <a:pt x="927" y="29"/>
                </a:lnTo>
                <a:lnTo>
                  <a:pt x="927" y="0"/>
                </a:lnTo>
                <a:moveTo>
                  <a:pt x="1059" y="0"/>
                </a:moveTo>
                <a:lnTo>
                  <a:pt x="1138" y="0"/>
                </a:lnTo>
                <a:lnTo>
                  <a:pt x="1138" y="29"/>
                </a:lnTo>
                <a:lnTo>
                  <a:pt x="1059" y="29"/>
                </a:lnTo>
                <a:lnTo>
                  <a:pt x="1059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9"/>
                </a:lnTo>
                <a:lnTo>
                  <a:pt x="1191" y="29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9"/>
                </a:lnTo>
                <a:lnTo>
                  <a:pt x="1323" y="29"/>
                </a:lnTo>
                <a:lnTo>
                  <a:pt x="1323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9"/>
                </a:lnTo>
                <a:lnTo>
                  <a:pt x="1456" y="29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9"/>
                </a:lnTo>
                <a:lnTo>
                  <a:pt x="1588" y="29"/>
                </a:lnTo>
                <a:lnTo>
                  <a:pt x="1588" y="0"/>
                </a:lnTo>
                <a:moveTo>
                  <a:pt x="1720" y="0"/>
                </a:moveTo>
                <a:lnTo>
                  <a:pt x="1801" y="0"/>
                </a:lnTo>
                <a:lnTo>
                  <a:pt x="1801" y="29"/>
                </a:lnTo>
                <a:lnTo>
                  <a:pt x="1720" y="29"/>
                </a:lnTo>
                <a:lnTo>
                  <a:pt x="172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63760" y="2260800"/>
            <a:ext cx="2809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Versionering per koppeling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#47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5314680" y="2428560"/>
            <a:ext cx="829080" cy="10440"/>
          </a:xfrm>
          <a:custGeom>
            <a:avLst/>
            <a:gdLst/>
            <a:ahLst/>
            <a:rect l="0" t="0" r="r" b="b"/>
            <a:pathLst>
              <a:path w="2303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9"/>
                </a:lnTo>
                <a:lnTo>
                  <a:pt x="131" y="29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9"/>
                </a:lnTo>
                <a:lnTo>
                  <a:pt x="263" y="29"/>
                </a:lnTo>
                <a:lnTo>
                  <a:pt x="263" y="0"/>
                </a:lnTo>
                <a:moveTo>
                  <a:pt x="393" y="0"/>
                </a:moveTo>
                <a:lnTo>
                  <a:pt x="473" y="0"/>
                </a:lnTo>
                <a:lnTo>
                  <a:pt x="473" y="29"/>
                </a:lnTo>
                <a:lnTo>
                  <a:pt x="393" y="29"/>
                </a:lnTo>
                <a:lnTo>
                  <a:pt x="393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9"/>
                </a:lnTo>
                <a:lnTo>
                  <a:pt x="524" y="29"/>
                </a:lnTo>
                <a:lnTo>
                  <a:pt x="524" y="0"/>
                </a:lnTo>
                <a:moveTo>
                  <a:pt x="655" y="0"/>
                </a:moveTo>
                <a:lnTo>
                  <a:pt x="734" y="0"/>
                </a:lnTo>
                <a:lnTo>
                  <a:pt x="734" y="29"/>
                </a:lnTo>
                <a:lnTo>
                  <a:pt x="655" y="29"/>
                </a:lnTo>
                <a:lnTo>
                  <a:pt x="655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9"/>
                </a:lnTo>
                <a:lnTo>
                  <a:pt x="786" y="29"/>
                </a:lnTo>
                <a:lnTo>
                  <a:pt x="786" y="0"/>
                </a:lnTo>
                <a:moveTo>
                  <a:pt x="916" y="0"/>
                </a:moveTo>
                <a:lnTo>
                  <a:pt x="996" y="0"/>
                </a:lnTo>
                <a:lnTo>
                  <a:pt x="996" y="29"/>
                </a:lnTo>
                <a:lnTo>
                  <a:pt x="916" y="29"/>
                </a:lnTo>
                <a:lnTo>
                  <a:pt x="916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9"/>
                </a:lnTo>
                <a:lnTo>
                  <a:pt x="1047" y="29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9"/>
                </a:lnTo>
                <a:lnTo>
                  <a:pt x="1178" y="29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9"/>
                </a:lnTo>
                <a:lnTo>
                  <a:pt x="1309" y="29"/>
                </a:lnTo>
                <a:lnTo>
                  <a:pt x="1309" y="0"/>
                </a:lnTo>
                <a:moveTo>
                  <a:pt x="1439" y="0"/>
                </a:moveTo>
                <a:lnTo>
                  <a:pt x="1519" y="0"/>
                </a:lnTo>
                <a:lnTo>
                  <a:pt x="1519" y="29"/>
                </a:lnTo>
                <a:lnTo>
                  <a:pt x="1439" y="29"/>
                </a:lnTo>
                <a:lnTo>
                  <a:pt x="1439" y="0"/>
                </a:lnTo>
                <a:moveTo>
                  <a:pt x="1570" y="0"/>
                </a:moveTo>
                <a:lnTo>
                  <a:pt x="1649" y="0"/>
                </a:lnTo>
                <a:lnTo>
                  <a:pt x="1649" y="29"/>
                </a:lnTo>
                <a:lnTo>
                  <a:pt x="1570" y="29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9"/>
                </a:lnTo>
                <a:lnTo>
                  <a:pt x="1701" y="29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9"/>
                </a:lnTo>
                <a:lnTo>
                  <a:pt x="1832" y="29"/>
                </a:lnTo>
                <a:lnTo>
                  <a:pt x="1832" y="0"/>
                </a:lnTo>
                <a:moveTo>
                  <a:pt x="1962" y="0"/>
                </a:moveTo>
                <a:lnTo>
                  <a:pt x="2042" y="0"/>
                </a:lnTo>
                <a:lnTo>
                  <a:pt x="2042" y="29"/>
                </a:lnTo>
                <a:lnTo>
                  <a:pt x="1962" y="29"/>
                </a:lnTo>
                <a:lnTo>
                  <a:pt x="1962" y="0"/>
                </a:lnTo>
                <a:moveTo>
                  <a:pt x="2093" y="0"/>
                </a:moveTo>
                <a:lnTo>
                  <a:pt x="2172" y="0"/>
                </a:lnTo>
                <a:lnTo>
                  <a:pt x="2172" y="29"/>
                </a:lnTo>
                <a:lnTo>
                  <a:pt x="2093" y="29"/>
                </a:lnTo>
                <a:lnTo>
                  <a:pt x="2093" y="0"/>
                </a:lnTo>
                <a:moveTo>
                  <a:pt x="2224" y="0"/>
                </a:moveTo>
                <a:lnTo>
                  <a:pt x="2303" y="0"/>
                </a:lnTo>
                <a:lnTo>
                  <a:pt x="2303" y="29"/>
                </a:lnTo>
                <a:lnTo>
                  <a:pt x="2224" y="29"/>
                </a:lnTo>
                <a:lnTo>
                  <a:pt x="222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167360" y="2260800"/>
            <a:ext cx="3548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Voorstel ligt er als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vandaag op tafel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563760" y="2631960"/>
            <a:ext cx="3539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Meerdere instanties van een referentiecomponent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599760" y="303840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7" y="0"/>
                </a:moveTo>
                <a:lnTo>
                  <a:pt x="336" y="0"/>
                </a:lnTo>
                <a:lnTo>
                  <a:pt x="336" y="27"/>
                </a:lnTo>
                <a:lnTo>
                  <a:pt x="257" y="27"/>
                </a:lnTo>
                <a:lnTo>
                  <a:pt x="257" y="0"/>
                </a:lnTo>
                <a:moveTo>
                  <a:pt x="385" y="0"/>
                </a:moveTo>
                <a:lnTo>
                  <a:pt x="464" y="0"/>
                </a:lnTo>
                <a:lnTo>
                  <a:pt x="464" y="27"/>
                </a:lnTo>
                <a:lnTo>
                  <a:pt x="385" y="27"/>
                </a:lnTo>
                <a:lnTo>
                  <a:pt x="385" y="0"/>
                </a:lnTo>
                <a:moveTo>
                  <a:pt x="513" y="0"/>
                </a:moveTo>
                <a:lnTo>
                  <a:pt x="593" y="0"/>
                </a:lnTo>
                <a:lnTo>
                  <a:pt x="593" y="27"/>
                </a:lnTo>
                <a:lnTo>
                  <a:pt x="513" y="27"/>
                </a:lnTo>
                <a:lnTo>
                  <a:pt x="513" y="0"/>
                </a:lnTo>
                <a:moveTo>
                  <a:pt x="641" y="0"/>
                </a:moveTo>
                <a:lnTo>
                  <a:pt x="721" y="0"/>
                </a:lnTo>
                <a:lnTo>
                  <a:pt x="721" y="27"/>
                </a:lnTo>
                <a:lnTo>
                  <a:pt x="641" y="27"/>
                </a:lnTo>
                <a:lnTo>
                  <a:pt x="641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27"/>
                </a:lnTo>
                <a:lnTo>
                  <a:pt x="770" y="27"/>
                </a:lnTo>
                <a:lnTo>
                  <a:pt x="770" y="0"/>
                </a:lnTo>
                <a:moveTo>
                  <a:pt x="898" y="0"/>
                </a:moveTo>
                <a:lnTo>
                  <a:pt x="978" y="0"/>
                </a:lnTo>
                <a:lnTo>
                  <a:pt x="978" y="27"/>
                </a:lnTo>
                <a:lnTo>
                  <a:pt x="898" y="27"/>
                </a:lnTo>
                <a:lnTo>
                  <a:pt x="898" y="0"/>
                </a:lnTo>
                <a:moveTo>
                  <a:pt x="1027" y="0"/>
                </a:moveTo>
                <a:lnTo>
                  <a:pt x="1107" y="0"/>
                </a:lnTo>
                <a:lnTo>
                  <a:pt x="1107" y="27"/>
                </a:lnTo>
                <a:lnTo>
                  <a:pt x="1027" y="27"/>
                </a:lnTo>
                <a:lnTo>
                  <a:pt x="1027" y="0"/>
                </a:lnTo>
                <a:moveTo>
                  <a:pt x="1155" y="0"/>
                </a:moveTo>
                <a:lnTo>
                  <a:pt x="1235" y="0"/>
                </a:lnTo>
                <a:lnTo>
                  <a:pt x="1235" y="27"/>
                </a:lnTo>
                <a:lnTo>
                  <a:pt x="1155" y="27"/>
                </a:lnTo>
                <a:lnTo>
                  <a:pt x="1155" y="0"/>
                </a:lnTo>
                <a:moveTo>
                  <a:pt x="1284" y="0"/>
                </a:moveTo>
                <a:lnTo>
                  <a:pt x="1363" y="0"/>
                </a:lnTo>
                <a:lnTo>
                  <a:pt x="1363" y="27"/>
                </a:lnTo>
                <a:lnTo>
                  <a:pt x="1284" y="27"/>
                </a:lnTo>
                <a:lnTo>
                  <a:pt x="1284" y="0"/>
                </a:lnTo>
                <a:moveTo>
                  <a:pt x="1412" y="0"/>
                </a:moveTo>
                <a:lnTo>
                  <a:pt x="1491" y="0"/>
                </a:lnTo>
                <a:lnTo>
                  <a:pt x="1491" y="27"/>
                </a:lnTo>
                <a:lnTo>
                  <a:pt x="1412" y="27"/>
                </a:lnTo>
                <a:lnTo>
                  <a:pt x="1412" y="0"/>
                </a:lnTo>
                <a:moveTo>
                  <a:pt x="1540" y="0"/>
                </a:moveTo>
                <a:lnTo>
                  <a:pt x="1619" y="0"/>
                </a:lnTo>
                <a:lnTo>
                  <a:pt x="1619" y="27"/>
                </a:lnTo>
                <a:lnTo>
                  <a:pt x="1540" y="27"/>
                </a:lnTo>
                <a:lnTo>
                  <a:pt x="1540" y="0"/>
                </a:lnTo>
                <a:moveTo>
                  <a:pt x="1668" y="0"/>
                </a:moveTo>
                <a:lnTo>
                  <a:pt x="1748" y="0"/>
                </a:lnTo>
                <a:lnTo>
                  <a:pt x="1748" y="27"/>
                </a:lnTo>
                <a:lnTo>
                  <a:pt x="1668" y="27"/>
                </a:lnTo>
                <a:lnTo>
                  <a:pt x="166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63760" y="2870280"/>
            <a:ext cx="815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#80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167360" y="2631960"/>
            <a:ext cx="989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opgepakt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1885680" y="3419280"/>
            <a:ext cx="638640" cy="9720"/>
          </a:xfrm>
          <a:custGeom>
            <a:avLst/>
            <a:gdLst/>
            <a:ahLst/>
            <a:rect l="0" t="0" r="r" b="b"/>
            <a:pathLst>
              <a:path w="1774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1" y="0"/>
                </a:moveTo>
                <a:lnTo>
                  <a:pt x="340" y="0"/>
                </a:lnTo>
                <a:lnTo>
                  <a:pt x="340" y="27"/>
                </a:lnTo>
                <a:lnTo>
                  <a:pt x="261" y="27"/>
                </a:lnTo>
                <a:lnTo>
                  <a:pt x="261" y="0"/>
                </a:lnTo>
                <a:moveTo>
                  <a:pt x="391" y="0"/>
                </a:moveTo>
                <a:lnTo>
                  <a:pt x="470" y="0"/>
                </a:lnTo>
                <a:lnTo>
                  <a:pt x="470" y="27"/>
                </a:lnTo>
                <a:lnTo>
                  <a:pt x="391" y="27"/>
                </a:lnTo>
                <a:lnTo>
                  <a:pt x="391" y="0"/>
                </a:lnTo>
                <a:moveTo>
                  <a:pt x="521" y="0"/>
                </a:moveTo>
                <a:lnTo>
                  <a:pt x="601" y="0"/>
                </a:lnTo>
                <a:lnTo>
                  <a:pt x="601" y="27"/>
                </a:lnTo>
                <a:lnTo>
                  <a:pt x="521" y="27"/>
                </a:lnTo>
                <a:lnTo>
                  <a:pt x="521" y="0"/>
                </a:lnTo>
                <a:moveTo>
                  <a:pt x="652" y="0"/>
                </a:moveTo>
                <a:lnTo>
                  <a:pt x="731" y="0"/>
                </a:lnTo>
                <a:lnTo>
                  <a:pt x="731" y="27"/>
                </a:lnTo>
                <a:lnTo>
                  <a:pt x="652" y="27"/>
                </a:lnTo>
                <a:lnTo>
                  <a:pt x="652" y="0"/>
                </a:lnTo>
                <a:moveTo>
                  <a:pt x="782" y="0"/>
                </a:moveTo>
                <a:lnTo>
                  <a:pt x="861" y="0"/>
                </a:lnTo>
                <a:lnTo>
                  <a:pt x="861" y="27"/>
                </a:lnTo>
                <a:lnTo>
                  <a:pt x="782" y="27"/>
                </a:lnTo>
                <a:lnTo>
                  <a:pt x="782" y="0"/>
                </a:lnTo>
                <a:moveTo>
                  <a:pt x="912" y="0"/>
                </a:moveTo>
                <a:lnTo>
                  <a:pt x="992" y="0"/>
                </a:lnTo>
                <a:lnTo>
                  <a:pt x="992" y="27"/>
                </a:lnTo>
                <a:lnTo>
                  <a:pt x="912" y="27"/>
                </a:lnTo>
                <a:lnTo>
                  <a:pt x="912" y="0"/>
                </a:lnTo>
                <a:moveTo>
                  <a:pt x="1043" y="0"/>
                </a:moveTo>
                <a:lnTo>
                  <a:pt x="1123" y="0"/>
                </a:lnTo>
                <a:lnTo>
                  <a:pt x="1123" y="27"/>
                </a:lnTo>
                <a:lnTo>
                  <a:pt x="1043" y="27"/>
                </a:lnTo>
                <a:lnTo>
                  <a:pt x="1043" y="0"/>
                </a:lnTo>
                <a:moveTo>
                  <a:pt x="1174" y="0"/>
                </a:moveTo>
                <a:lnTo>
                  <a:pt x="1253" y="0"/>
                </a:lnTo>
                <a:lnTo>
                  <a:pt x="1253" y="27"/>
                </a:lnTo>
                <a:lnTo>
                  <a:pt x="1174" y="27"/>
                </a:lnTo>
                <a:lnTo>
                  <a:pt x="1174" y="0"/>
                </a:lnTo>
                <a:moveTo>
                  <a:pt x="1304" y="0"/>
                </a:moveTo>
                <a:lnTo>
                  <a:pt x="1383" y="0"/>
                </a:lnTo>
                <a:lnTo>
                  <a:pt x="1383" y="27"/>
                </a:lnTo>
                <a:lnTo>
                  <a:pt x="1304" y="27"/>
                </a:lnTo>
                <a:lnTo>
                  <a:pt x="1304" y="0"/>
                </a:lnTo>
                <a:moveTo>
                  <a:pt x="1434" y="0"/>
                </a:moveTo>
                <a:lnTo>
                  <a:pt x="1513" y="0"/>
                </a:lnTo>
                <a:lnTo>
                  <a:pt x="1513" y="27"/>
                </a:lnTo>
                <a:lnTo>
                  <a:pt x="1434" y="27"/>
                </a:lnTo>
                <a:lnTo>
                  <a:pt x="1434" y="0"/>
                </a:lnTo>
                <a:moveTo>
                  <a:pt x="1564" y="0"/>
                </a:moveTo>
                <a:lnTo>
                  <a:pt x="1644" y="0"/>
                </a:lnTo>
                <a:lnTo>
                  <a:pt x="1644" y="27"/>
                </a:lnTo>
                <a:lnTo>
                  <a:pt x="1564" y="27"/>
                </a:lnTo>
                <a:lnTo>
                  <a:pt x="1564" y="0"/>
                </a:lnTo>
                <a:moveTo>
                  <a:pt x="1695" y="0"/>
                </a:moveTo>
                <a:lnTo>
                  <a:pt x="1774" y="0"/>
                </a:lnTo>
                <a:lnTo>
                  <a:pt x="1774" y="27"/>
                </a:lnTo>
                <a:lnTo>
                  <a:pt x="1695" y="27"/>
                </a:lnTo>
                <a:lnTo>
                  <a:pt x="169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63760" y="3251160"/>
            <a:ext cx="2324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Keuzes en regelsets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#74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167360" y="3251160"/>
            <a:ext cx="3894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opgepakt; staat in het voorstel voor de prioritering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2552400" y="379080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3" y="0"/>
                </a:lnTo>
                <a:lnTo>
                  <a:pt x="483" y="27"/>
                </a:lnTo>
                <a:lnTo>
                  <a:pt x="403" y="27"/>
                </a:lnTo>
                <a:lnTo>
                  <a:pt x="403" y="0"/>
                </a:lnTo>
                <a:moveTo>
                  <a:pt x="538" y="0"/>
                </a:moveTo>
                <a:lnTo>
                  <a:pt x="617" y="0"/>
                </a:lnTo>
                <a:lnTo>
                  <a:pt x="617" y="27"/>
                </a:lnTo>
                <a:lnTo>
                  <a:pt x="538" y="27"/>
                </a:lnTo>
                <a:lnTo>
                  <a:pt x="538" y="0"/>
                </a:lnTo>
                <a:moveTo>
                  <a:pt x="672" y="0"/>
                </a:moveTo>
                <a:lnTo>
                  <a:pt x="751" y="0"/>
                </a:lnTo>
                <a:lnTo>
                  <a:pt x="751" y="27"/>
                </a:lnTo>
                <a:lnTo>
                  <a:pt x="672" y="27"/>
                </a:lnTo>
                <a:lnTo>
                  <a:pt x="672" y="0"/>
                </a:lnTo>
                <a:moveTo>
                  <a:pt x="806" y="0"/>
                </a:moveTo>
                <a:lnTo>
                  <a:pt x="886" y="0"/>
                </a:lnTo>
                <a:lnTo>
                  <a:pt x="886" y="27"/>
                </a:lnTo>
                <a:lnTo>
                  <a:pt x="806" y="27"/>
                </a:lnTo>
                <a:lnTo>
                  <a:pt x="806" y="0"/>
                </a:lnTo>
                <a:moveTo>
                  <a:pt x="941" y="0"/>
                </a:moveTo>
                <a:lnTo>
                  <a:pt x="1020" y="0"/>
                </a:lnTo>
                <a:lnTo>
                  <a:pt x="1020" y="27"/>
                </a:lnTo>
                <a:lnTo>
                  <a:pt x="941" y="27"/>
                </a:lnTo>
                <a:lnTo>
                  <a:pt x="941" y="0"/>
                </a:lnTo>
                <a:moveTo>
                  <a:pt x="1075" y="0"/>
                </a:moveTo>
                <a:lnTo>
                  <a:pt x="1155" y="0"/>
                </a:lnTo>
                <a:lnTo>
                  <a:pt x="1155" y="27"/>
                </a:lnTo>
                <a:lnTo>
                  <a:pt x="1075" y="27"/>
                </a:lnTo>
                <a:lnTo>
                  <a:pt x="1075" y="0"/>
                </a:lnTo>
                <a:moveTo>
                  <a:pt x="1210" y="0"/>
                </a:moveTo>
                <a:lnTo>
                  <a:pt x="1290" y="0"/>
                </a:lnTo>
                <a:lnTo>
                  <a:pt x="1290" y="27"/>
                </a:lnTo>
                <a:lnTo>
                  <a:pt x="1210" y="27"/>
                </a:lnTo>
                <a:lnTo>
                  <a:pt x="1210" y="0"/>
                </a:lnTo>
                <a:moveTo>
                  <a:pt x="1345" y="0"/>
                </a:moveTo>
                <a:lnTo>
                  <a:pt x="1424" y="0"/>
                </a:lnTo>
                <a:lnTo>
                  <a:pt x="1424" y="27"/>
                </a:lnTo>
                <a:lnTo>
                  <a:pt x="1345" y="27"/>
                </a:lnTo>
                <a:lnTo>
                  <a:pt x="1345" y="0"/>
                </a:lnTo>
                <a:moveTo>
                  <a:pt x="1479" y="0"/>
                </a:moveTo>
                <a:lnTo>
                  <a:pt x="1558" y="0"/>
                </a:lnTo>
                <a:lnTo>
                  <a:pt x="1558" y="27"/>
                </a:lnTo>
                <a:lnTo>
                  <a:pt x="1479" y="27"/>
                </a:lnTo>
                <a:lnTo>
                  <a:pt x="1479" y="0"/>
                </a:lnTo>
                <a:moveTo>
                  <a:pt x="1613" y="0"/>
                </a:moveTo>
                <a:lnTo>
                  <a:pt x="1693" y="0"/>
                </a:lnTo>
                <a:lnTo>
                  <a:pt x="1693" y="27"/>
                </a:lnTo>
                <a:lnTo>
                  <a:pt x="1613" y="27"/>
                </a:lnTo>
                <a:lnTo>
                  <a:pt x="1613" y="0"/>
                </a:lnTo>
                <a:moveTo>
                  <a:pt x="1748" y="0"/>
                </a:moveTo>
                <a:lnTo>
                  <a:pt x="1827" y="0"/>
                </a:lnTo>
                <a:lnTo>
                  <a:pt x="1827" y="27"/>
                </a:lnTo>
                <a:lnTo>
                  <a:pt x="1748" y="27"/>
                </a:lnTo>
                <a:lnTo>
                  <a:pt x="174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63760" y="3622680"/>
            <a:ext cx="3139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voor payloads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#163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5028840" y="3790800"/>
            <a:ext cx="791280" cy="9720"/>
          </a:xfrm>
          <a:custGeom>
            <a:avLst/>
            <a:gdLst/>
            <a:ahLst/>
            <a:rect l="0" t="0" r="r" b="b"/>
            <a:pathLst>
              <a:path w="2198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5" y="0"/>
                </a:lnTo>
                <a:lnTo>
                  <a:pt x="345" y="27"/>
                </a:lnTo>
                <a:lnTo>
                  <a:pt x="265" y="27"/>
                </a:lnTo>
                <a:lnTo>
                  <a:pt x="265" y="0"/>
                </a:lnTo>
                <a:moveTo>
                  <a:pt x="398" y="0"/>
                </a:moveTo>
                <a:lnTo>
                  <a:pt x="478" y="0"/>
                </a:lnTo>
                <a:lnTo>
                  <a:pt x="478" y="27"/>
                </a:lnTo>
                <a:lnTo>
                  <a:pt x="398" y="27"/>
                </a:lnTo>
                <a:lnTo>
                  <a:pt x="398" y="0"/>
                </a:lnTo>
                <a:moveTo>
                  <a:pt x="531" y="0"/>
                </a:moveTo>
                <a:lnTo>
                  <a:pt x="610" y="0"/>
                </a:lnTo>
                <a:lnTo>
                  <a:pt x="610" y="27"/>
                </a:lnTo>
                <a:lnTo>
                  <a:pt x="531" y="27"/>
                </a:lnTo>
                <a:lnTo>
                  <a:pt x="531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8" y="0"/>
                </a:moveTo>
                <a:lnTo>
                  <a:pt x="1007" y="0"/>
                </a:lnTo>
                <a:lnTo>
                  <a:pt x="1007" y="27"/>
                </a:lnTo>
                <a:lnTo>
                  <a:pt x="928" y="27"/>
                </a:lnTo>
                <a:lnTo>
                  <a:pt x="928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4" y="0"/>
                </a:moveTo>
                <a:lnTo>
                  <a:pt x="1933" y="0"/>
                </a:lnTo>
                <a:lnTo>
                  <a:pt x="1933" y="27"/>
                </a:lnTo>
                <a:lnTo>
                  <a:pt x="1854" y="27"/>
                </a:lnTo>
                <a:lnTo>
                  <a:pt x="1854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8" y="0"/>
                </a:lnTo>
                <a:lnTo>
                  <a:pt x="2198" y="27"/>
                </a:lnTo>
                <a:lnTo>
                  <a:pt x="2118" y="27"/>
                </a:lnTo>
                <a:lnTo>
                  <a:pt x="211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7734240" y="379080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7"/>
                </a:lnTo>
                <a:lnTo>
                  <a:pt x="130" y="27"/>
                </a:lnTo>
                <a:lnTo>
                  <a:pt x="130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7"/>
                </a:lnTo>
                <a:lnTo>
                  <a:pt x="259" y="27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7"/>
                </a:lnTo>
                <a:lnTo>
                  <a:pt x="388" y="27"/>
                </a:lnTo>
                <a:lnTo>
                  <a:pt x="388" y="0"/>
                </a:lnTo>
                <a:moveTo>
                  <a:pt x="517" y="0"/>
                </a:moveTo>
                <a:lnTo>
                  <a:pt x="597" y="0"/>
                </a:lnTo>
                <a:lnTo>
                  <a:pt x="597" y="27"/>
                </a:lnTo>
                <a:lnTo>
                  <a:pt x="517" y="27"/>
                </a:lnTo>
                <a:lnTo>
                  <a:pt x="517" y="0"/>
                </a:lnTo>
                <a:moveTo>
                  <a:pt x="647" y="0"/>
                </a:moveTo>
                <a:lnTo>
                  <a:pt x="726" y="0"/>
                </a:lnTo>
                <a:lnTo>
                  <a:pt x="726" y="27"/>
                </a:lnTo>
                <a:lnTo>
                  <a:pt x="647" y="27"/>
                </a:lnTo>
                <a:lnTo>
                  <a:pt x="647" y="0"/>
                </a:lnTo>
                <a:moveTo>
                  <a:pt x="776" y="0"/>
                </a:moveTo>
                <a:lnTo>
                  <a:pt x="855" y="0"/>
                </a:lnTo>
                <a:lnTo>
                  <a:pt x="855" y="27"/>
                </a:lnTo>
                <a:lnTo>
                  <a:pt x="776" y="27"/>
                </a:lnTo>
                <a:lnTo>
                  <a:pt x="776" y="0"/>
                </a:lnTo>
                <a:moveTo>
                  <a:pt x="905" y="0"/>
                </a:moveTo>
                <a:lnTo>
                  <a:pt x="984" y="0"/>
                </a:lnTo>
                <a:lnTo>
                  <a:pt x="984" y="27"/>
                </a:lnTo>
                <a:lnTo>
                  <a:pt x="905" y="27"/>
                </a:lnTo>
                <a:lnTo>
                  <a:pt x="905" y="0"/>
                </a:lnTo>
                <a:moveTo>
                  <a:pt x="1034" y="0"/>
                </a:moveTo>
                <a:lnTo>
                  <a:pt x="1113" y="0"/>
                </a:lnTo>
                <a:lnTo>
                  <a:pt x="1113" y="27"/>
                </a:lnTo>
                <a:lnTo>
                  <a:pt x="1034" y="27"/>
                </a:lnTo>
                <a:lnTo>
                  <a:pt x="1034" y="0"/>
                </a:lnTo>
                <a:moveTo>
                  <a:pt x="1163" y="0"/>
                </a:moveTo>
                <a:lnTo>
                  <a:pt x="1243" y="0"/>
                </a:lnTo>
                <a:lnTo>
                  <a:pt x="1243" y="27"/>
                </a:lnTo>
                <a:lnTo>
                  <a:pt x="1163" y="27"/>
                </a:lnTo>
                <a:lnTo>
                  <a:pt x="1163" y="0"/>
                </a:lnTo>
                <a:moveTo>
                  <a:pt x="1292" y="0"/>
                </a:moveTo>
                <a:lnTo>
                  <a:pt x="1372" y="0"/>
                </a:lnTo>
                <a:lnTo>
                  <a:pt x="1372" y="27"/>
                </a:lnTo>
                <a:lnTo>
                  <a:pt x="1292" y="27"/>
                </a:lnTo>
                <a:lnTo>
                  <a:pt x="1292" y="0"/>
                </a:lnTo>
                <a:moveTo>
                  <a:pt x="1422" y="0"/>
                </a:moveTo>
                <a:lnTo>
                  <a:pt x="1501" y="0"/>
                </a:lnTo>
                <a:lnTo>
                  <a:pt x="1501" y="27"/>
                </a:lnTo>
                <a:lnTo>
                  <a:pt x="1422" y="27"/>
                </a:lnTo>
                <a:lnTo>
                  <a:pt x="1422" y="0"/>
                </a:lnTo>
                <a:moveTo>
                  <a:pt x="1551" y="0"/>
                </a:moveTo>
                <a:lnTo>
                  <a:pt x="1630" y="0"/>
                </a:lnTo>
                <a:lnTo>
                  <a:pt x="1630" y="27"/>
                </a:lnTo>
                <a:lnTo>
                  <a:pt x="1551" y="27"/>
                </a:lnTo>
                <a:lnTo>
                  <a:pt x="1551" y="0"/>
                </a:lnTo>
                <a:moveTo>
                  <a:pt x="1680" y="0"/>
                </a:moveTo>
                <a:lnTo>
                  <a:pt x="1759" y="0"/>
                </a:lnTo>
                <a:lnTo>
                  <a:pt x="1759" y="27"/>
                </a:lnTo>
                <a:lnTo>
                  <a:pt x="1680" y="27"/>
                </a:lnTo>
                <a:lnTo>
                  <a:pt x="1680" y="0"/>
                </a:lnTo>
                <a:moveTo>
                  <a:pt x="1809" y="0"/>
                </a:moveTo>
                <a:lnTo>
                  <a:pt x="1889" y="0"/>
                </a:lnTo>
                <a:lnTo>
                  <a:pt x="1889" y="27"/>
                </a:lnTo>
                <a:lnTo>
                  <a:pt x="1809" y="27"/>
                </a:lnTo>
                <a:lnTo>
                  <a:pt x="1809" y="0"/>
                </a:lnTo>
                <a:moveTo>
                  <a:pt x="1938" y="0"/>
                </a:moveTo>
                <a:lnTo>
                  <a:pt x="2018" y="0"/>
                </a:lnTo>
                <a:lnTo>
                  <a:pt x="2018" y="27"/>
                </a:lnTo>
                <a:lnTo>
                  <a:pt x="1938" y="27"/>
                </a:lnTo>
                <a:lnTo>
                  <a:pt x="1938" y="0"/>
                </a:lnTo>
                <a:moveTo>
                  <a:pt x="2068" y="0"/>
                </a:moveTo>
                <a:lnTo>
                  <a:pt x="2147" y="0"/>
                </a:lnTo>
                <a:lnTo>
                  <a:pt x="2147" y="27"/>
                </a:lnTo>
                <a:lnTo>
                  <a:pt x="2068" y="27"/>
                </a:lnTo>
                <a:lnTo>
                  <a:pt x="2068" y="0"/>
                </a:lnTo>
                <a:moveTo>
                  <a:pt x="2197" y="0"/>
                </a:moveTo>
                <a:lnTo>
                  <a:pt x="2276" y="0"/>
                </a:lnTo>
                <a:lnTo>
                  <a:pt x="2276" y="27"/>
                </a:lnTo>
                <a:lnTo>
                  <a:pt x="2197" y="27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167360" y="3622680"/>
            <a:ext cx="5170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Uitgewerkt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PR 225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ter review voor leveranciers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;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167360" y="3861000"/>
            <a:ext cx="1181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vandaag op tafel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13" name=""/>
          <p:cNvSpPr txBox="1"/>
          <p:nvPr/>
        </p:nvSpPr>
        <p:spPr>
          <a:xfrm>
            <a:off x="44193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1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303360" y="2566440"/>
            <a:ext cx="317376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Modulariteit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23" name=""/>
          <p:cNvSpPr/>
          <p:nvPr/>
        </p:nvSpPr>
        <p:spPr>
          <a:xfrm>
            <a:off x="504360" y="2323440"/>
            <a:ext cx="8551080" cy="1323360"/>
          </a:xfrm>
          <a:custGeom>
            <a:avLst/>
            <a:gdLst/>
            <a:ahLst/>
            <a:rect l="0" t="0" r="r" b="b"/>
            <a:pathLst>
              <a:path w="23753" h="3676">
                <a:moveTo>
                  <a:pt x="0" y="0"/>
                </a:moveTo>
                <a:lnTo>
                  <a:pt x="23753" y="0"/>
                </a:lnTo>
                <a:lnTo>
                  <a:pt x="23753" y="3676"/>
                </a:lnTo>
                <a:lnTo>
                  <a:pt x="0" y="3676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504360" y="2323440"/>
            <a:ext cx="8551080" cy="1323360"/>
          </a:xfrm>
          <a:custGeom>
            <a:avLst/>
            <a:gdLst/>
            <a:ahLst/>
            <a:rect l="0" t="0" r="r" b="b"/>
            <a:pathLst>
              <a:path w="23753" h="3676">
                <a:moveTo>
                  <a:pt x="0" y="0"/>
                </a:moveTo>
                <a:lnTo>
                  <a:pt x="23753" y="0"/>
                </a:lnTo>
                <a:lnTo>
                  <a:pt x="23753" y="3676"/>
                </a:lnTo>
                <a:lnTo>
                  <a:pt x="0" y="367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439920" y="1501200"/>
            <a:ext cx="4868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vandaan komen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6599880" y="2985120"/>
            <a:ext cx="891720" cy="0"/>
          </a:xfrm>
          <a:custGeom>
            <a:avLst/>
            <a:gdLst/>
            <a:ahLst/>
            <a:rect l="0" t="0" r="r" b="b"/>
            <a:pathLst>
              <a:path fill="none" w="2477" h="0">
                <a:moveTo>
                  <a:pt x="0" y="0"/>
                </a:moveTo>
                <a:lnTo>
                  <a:pt x="212" y="0"/>
                </a:lnTo>
                <a:cubicBezTo>
                  <a:pt x="424" y="0"/>
                  <a:pt x="848" y="0"/>
                  <a:pt x="1261" y="0"/>
                </a:cubicBezTo>
                <a:cubicBezTo>
                  <a:pt x="1673" y="0"/>
                  <a:pt x="2075" y="0"/>
                  <a:pt x="2276" y="0"/>
                </a:cubicBezTo>
                <a:lnTo>
                  <a:pt x="2477" y="0"/>
                </a:lnTo>
              </a:path>
            </a:pathLst>
          </a:custGeom>
          <a:ln w="5760">
            <a:solidFill>
              <a:srgbClr val="333333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7468200" y="296136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0"/>
                </a:moveTo>
                <a:lnTo>
                  <a:pt x="132" y="66"/>
                </a:lnTo>
                <a:lnTo>
                  <a:pt x="0" y="13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7465680" y="2957400"/>
            <a:ext cx="55080" cy="55440"/>
          </a:xfrm>
          <a:custGeom>
            <a:avLst/>
            <a:gdLst/>
            <a:ahLst/>
            <a:rect l="0" t="0" r="r" b="b"/>
            <a:pathLst>
              <a:path w="153" h="154">
                <a:moveTo>
                  <a:pt x="22" y="11"/>
                </a:moveTo>
                <a:lnTo>
                  <a:pt x="34" y="17"/>
                </a:lnTo>
                <a:lnTo>
                  <a:pt x="28" y="28"/>
                </a:lnTo>
                <a:lnTo>
                  <a:pt x="16" y="23"/>
                </a:lnTo>
                <a:lnTo>
                  <a:pt x="22" y="11"/>
                </a:lnTo>
                <a:moveTo>
                  <a:pt x="34" y="17"/>
                </a:moveTo>
                <a:lnTo>
                  <a:pt x="46" y="23"/>
                </a:lnTo>
                <a:lnTo>
                  <a:pt x="40" y="34"/>
                </a:lnTo>
                <a:lnTo>
                  <a:pt x="28" y="28"/>
                </a:lnTo>
                <a:lnTo>
                  <a:pt x="34" y="17"/>
                </a:lnTo>
                <a:moveTo>
                  <a:pt x="46" y="23"/>
                </a:moveTo>
                <a:lnTo>
                  <a:pt x="57" y="28"/>
                </a:lnTo>
                <a:lnTo>
                  <a:pt x="52" y="40"/>
                </a:lnTo>
                <a:lnTo>
                  <a:pt x="40" y="34"/>
                </a:lnTo>
                <a:lnTo>
                  <a:pt x="46" y="23"/>
                </a:lnTo>
                <a:moveTo>
                  <a:pt x="57" y="28"/>
                </a:moveTo>
                <a:lnTo>
                  <a:pt x="69" y="34"/>
                </a:lnTo>
                <a:lnTo>
                  <a:pt x="63" y="46"/>
                </a:lnTo>
                <a:lnTo>
                  <a:pt x="52" y="40"/>
                </a:lnTo>
                <a:lnTo>
                  <a:pt x="57" y="28"/>
                </a:lnTo>
                <a:moveTo>
                  <a:pt x="69" y="34"/>
                </a:moveTo>
                <a:lnTo>
                  <a:pt x="81" y="40"/>
                </a:lnTo>
                <a:lnTo>
                  <a:pt x="75" y="52"/>
                </a:lnTo>
                <a:lnTo>
                  <a:pt x="63" y="46"/>
                </a:lnTo>
                <a:lnTo>
                  <a:pt x="69" y="34"/>
                </a:lnTo>
                <a:moveTo>
                  <a:pt x="81" y="40"/>
                </a:moveTo>
                <a:lnTo>
                  <a:pt x="93" y="46"/>
                </a:lnTo>
                <a:lnTo>
                  <a:pt x="87" y="58"/>
                </a:lnTo>
                <a:lnTo>
                  <a:pt x="75" y="52"/>
                </a:lnTo>
                <a:lnTo>
                  <a:pt x="81" y="40"/>
                </a:lnTo>
                <a:moveTo>
                  <a:pt x="93" y="46"/>
                </a:moveTo>
                <a:lnTo>
                  <a:pt x="104" y="52"/>
                </a:lnTo>
                <a:lnTo>
                  <a:pt x="99" y="64"/>
                </a:lnTo>
                <a:lnTo>
                  <a:pt x="87" y="58"/>
                </a:lnTo>
                <a:lnTo>
                  <a:pt x="93" y="46"/>
                </a:lnTo>
                <a:moveTo>
                  <a:pt x="104" y="52"/>
                </a:moveTo>
                <a:lnTo>
                  <a:pt x="116" y="58"/>
                </a:lnTo>
                <a:lnTo>
                  <a:pt x="110" y="71"/>
                </a:lnTo>
                <a:lnTo>
                  <a:pt x="99" y="64"/>
                </a:lnTo>
                <a:lnTo>
                  <a:pt x="104" y="52"/>
                </a:lnTo>
                <a:moveTo>
                  <a:pt x="116" y="58"/>
                </a:moveTo>
                <a:lnTo>
                  <a:pt x="128" y="64"/>
                </a:lnTo>
                <a:lnTo>
                  <a:pt x="122" y="76"/>
                </a:lnTo>
                <a:lnTo>
                  <a:pt x="110" y="71"/>
                </a:lnTo>
                <a:lnTo>
                  <a:pt x="116" y="58"/>
                </a:lnTo>
                <a:moveTo>
                  <a:pt x="128" y="64"/>
                </a:moveTo>
                <a:lnTo>
                  <a:pt x="140" y="71"/>
                </a:lnTo>
                <a:lnTo>
                  <a:pt x="134" y="82"/>
                </a:lnTo>
                <a:lnTo>
                  <a:pt x="122" y="76"/>
                </a:lnTo>
                <a:lnTo>
                  <a:pt x="128" y="64"/>
                </a:lnTo>
                <a:moveTo>
                  <a:pt x="140" y="71"/>
                </a:moveTo>
                <a:lnTo>
                  <a:pt x="153" y="78"/>
                </a:lnTo>
                <a:lnTo>
                  <a:pt x="132" y="88"/>
                </a:lnTo>
                <a:lnTo>
                  <a:pt x="126" y="76"/>
                </a:lnTo>
                <a:lnTo>
                  <a:pt x="136" y="72"/>
                </a:lnTo>
                <a:lnTo>
                  <a:pt x="139" y="78"/>
                </a:lnTo>
                <a:lnTo>
                  <a:pt x="136" y="83"/>
                </a:lnTo>
                <a:lnTo>
                  <a:pt x="134" y="82"/>
                </a:lnTo>
                <a:lnTo>
                  <a:pt x="140" y="71"/>
                </a:lnTo>
                <a:moveTo>
                  <a:pt x="132" y="88"/>
                </a:moveTo>
                <a:lnTo>
                  <a:pt x="120" y="94"/>
                </a:lnTo>
                <a:lnTo>
                  <a:pt x="115" y="82"/>
                </a:lnTo>
                <a:lnTo>
                  <a:pt x="126" y="76"/>
                </a:lnTo>
                <a:lnTo>
                  <a:pt x="132" y="88"/>
                </a:lnTo>
                <a:moveTo>
                  <a:pt x="120" y="94"/>
                </a:moveTo>
                <a:lnTo>
                  <a:pt x="109" y="100"/>
                </a:lnTo>
                <a:lnTo>
                  <a:pt x="103" y="88"/>
                </a:lnTo>
                <a:lnTo>
                  <a:pt x="115" y="82"/>
                </a:lnTo>
                <a:lnTo>
                  <a:pt x="120" y="94"/>
                </a:lnTo>
                <a:moveTo>
                  <a:pt x="109" y="100"/>
                </a:moveTo>
                <a:lnTo>
                  <a:pt x="97" y="106"/>
                </a:lnTo>
                <a:lnTo>
                  <a:pt x="91" y="94"/>
                </a:lnTo>
                <a:lnTo>
                  <a:pt x="103" y="88"/>
                </a:lnTo>
                <a:lnTo>
                  <a:pt x="109" y="100"/>
                </a:lnTo>
                <a:moveTo>
                  <a:pt x="97" y="106"/>
                </a:moveTo>
                <a:lnTo>
                  <a:pt x="85" y="112"/>
                </a:lnTo>
                <a:lnTo>
                  <a:pt x="79" y="100"/>
                </a:lnTo>
                <a:lnTo>
                  <a:pt x="91" y="94"/>
                </a:lnTo>
                <a:lnTo>
                  <a:pt x="97" y="106"/>
                </a:lnTo>
                <a:moveTo>
                  <a:pt x="85" y="112"/>
                </a:moveTo>
                <a:lnTo>
                  <a:pt x="73" y="118"/>
                </a:lnTo>
                <a:lnTo>
                  <a:pt x="68" y="106"/>
                </a:lnTo>
                <a:lnTo>
                  <a:pt x="79" y="100"/>
                </a:lnTo>
                <a:lnTo>
                  <a:pt x="85" y="112"/>
                </a:lnTo>
                <a:moveTo>
                  <a:pt x="73" y="118"/>
                </a:moveTo>
                <a:lnTo>
                  <a:pt x="62" y="123"/>
                </a:lnTo>
                <a:lnTo>
                  <a:pt x="56" y="112"/>
                </a:lnTo>
                <a:lnTo>
                  <a:pt x="68" y="106"/>
                </a:lnTo>
                <a:lnTo>
                  <a:pt x="73" y="118"/>
                </a:lnTo>
                <a:moveTo>
                  <a:pt x="62" y="123"/>
                </a:moveTo>
                <a:lnTo>
                  <a:pt x="50" y="129"/>
                </a:lnTo>
                <a:lnTo>
                  <a:pt x="44" y="118"/>
                </a:lnTo>
                <a:lnTo>
                  <a:pt x="56" y="112"/>
                </a:lnTo>
                <a:lnTo>
                  <a:pt x="62" y="123"/>
                </a:lnTo>
                <a:moveTo>
                  <a:pt x="50" y="129"/>
                </a:moveTo>
                <a:lnTo>
                  <a:pt x="38" y="135"/>
                </a:lnTo>
                <a:lnTo>
                  <a:pt x="32" y="123"/>
                </a:lnTo>
                <a:lnTo>
                  <a:pt x="44" y="118"/>
                </a:lnTo>
                <a:lnTo>
                  <a:pt x="50" y="129"/>
                </a:lnTo>
                <a:moveTo>
                  <a:pt x="38" y="135"/>
                </a:moveTo>
                <a:lnTo>
                  <a:pt x="26" y="141"/>
                </a:lnTo>
                <a:lnTo>
                  <a:pt x="21" y="129"/>
                </a:lnTo>
                <a:lnTo>
                  <a:pt x="32" y="123"/>
                </a:lnTo>
                <a:lnTo>
                  <a:pt x="38" y="135"/>
                </a:lnTo>
                <a:moveTo>
                  <a:pt x="26" y="141"/>
                </a:moveTo>
                <a:lnTo>
                  <a:pt x="15" y="147"/>
                </a:lnTo>
                <a:lnTo>
                  <a:pt x="8" y="135"/>
                </a:lnTo>
                <a:lnTo>
                  <a:pt x="21" y="129"/>
                </a:lnTo>
                <a:lnTo>
                  <a:pt x="26" y="141"/>
                </a:lnTo>
                <a:moveTo>
                  <a:pt x="15" y="147"/>
                </a:moveTo>
                <a:lnTo>
                  <a:pt x="0" y="154"/>
                </a:lnTo>
                <a:lnTo>
                  <a:pt x="0" y="135"/>
                </a:lnTo>
                <a:lnTo>
                  <a:pt x="14" y="135"/>
                </a:lnTo>
                <a:lnTo>
                  <a:pt x="14" y="143"/>
                </a:lnTo>
                <a:lnTo>
                  <a:pt x="7" y="143"/>
                </a:lnTo>
                <a:lnTo>
                  <a:pt x="4" y="137"/>
                </a:lnTo>
                <a:lnTo>
                  <a:pt x="8" y="135"/>
                </a:lnTo>
                <a:lnTo>
                  <a:pt x="15" y="147"/>
                </a:lnTo>
                <a:moveTo>
                  <a:pt x="0" y="135"/>
                </a:moveTo>
                <a:lnTo>
                  <a:pt x="0" y="122"/>
                </a:lnTo>
                <a:lnTo>
                  <a:pt x="14" y="122"/>
                </a:lnTo>
                <a:lnTo>
                  <a:pt x="14" y="135"/>
                </a:lnTo>
                <a:lnTo>
                  <a:pt x="0" y="135"/>
                </a:lnTo>
                <a:moveTo>
                  <a:pt x="0" y="122"/>
                </a:moveTo>
                <a:lnTo>
                  <a:pt x="0" y="108"/>
                </a:lnTo>
                <a:lnTo>
                  <a:pt x="14" y="108"/>
                </a:lnTo>
                <a:lnTo>
                  <a:pt x="14" y="122"/>
                </a:lnTo>
                <a:lnTo>
                  <a:pt x="0" y="122"/>
                </a:lnTo>
                <a:moveTo>
                  <a:pt x="0" y="108"/>
                </a:moveTo>
                <a:lnTo>
                  <a:pt x="0" y="95"/>
                </a:lnTo>
                <a:lnTo>
                  <a:pt x="14" y="95"/>
                </a:lnTo>
                <a:lnTo>
                  <a:pt x="14" y="108"/>
                </a:lnTo>
                <a:lnTo>
                  <a:pt x="0" y="108"/>
                </a:lnTo>
                <a:moveTo>
                  <a:pt x="0" y="95"/>
                </a:moveTo>
                <a:lnTo>
                  <a:pt x="0" y="82"/>
                </a:lnTo>
                <a:lnTo>
                  <a:pt x="14" y="82"/>
                </a:lnTo>
                <a:lnTo>
                  <a:pt x="14" y="95"/>
                </a:lnTo>
                <a:lnTo>
                  <a:pt x="0" y="95"/>
                </a:lnTo>
                <a:moveTo>
                  <a:pt x="0" y="82"/>
                </a:moveTo>
                <a:lnTo>
                  <a:pt x="0" y="68"/>
                </a:lnTo>
                <a:lnTo>
                  <a:pt x="14" y="68"/>
                </a:lnTo>
                <a:lnTo>
                  <a:pt x="14" y="82"/>
                </a:lnTo>
                <a:lnTo>
                  <a:pt x="0" y="82"/>
                </a:lnTo>
                <a:moveTo>
                  <a:pt x="0" y="68"/>
                </a:moveTo>
                <a:lnTo>
                  <a:pt x="0" y="55"/>
                </a:lnTo>
                <a:lnTo>
                  <a:pt x="14" y="55"/>
                </a:lnTo>
                <a:lnTo>
                  <a:pt x="14" y="68"/>
                </a:lnTo>
                <a:lnTo>
                  <a:pt x="0" y="68"/>
                </a:lnTo>
                <a:moveTo>
                  <a:pt x="0" y="55"/>
                </a:moveTo>
                <a:lnTo>
                  <a:pt x="0" y="42"/>
                </a:lnTo>
                <a:lnTo>
                  <a:pt x="14" y="42"/>
                </a:lnTo>
                <a:lnTo>
                  <a:pt x="14" y="55"/>
                </a:lnTo>
                <a:lnTo>
                  <a:pt x="0" y="55"/>
                </a:lnTo>
                <a:moveTo>
                  <a:pt x="0" y="42"/>
                </a:moveTo>
                <a:lnTo>
                  <a:pt x="0" y="29"/>
                </a:lnTo>
                <a:lnTo>
                  <a:pt x="14" y="29"/>
                </a:lnTo>
                <a:lnTo>
                  <a:pt x="14" y="42"/>
                </a:lnTo>
                <a:lnTo>
                  <a:pt x="0" y="42"/>
                </a:lnTo>
                <a:moveTo>
                  <a:pt x="0" y="29"/>
                </a:moveTo>
                <a:lnTo>
                  <a:pt x="0" y="16"/>
                </a:lnTo>
                <a:lnTo>
                  <a:pt x="14" y="16"/>
                </a:lnTo>
                <a:lnTo>
                  <a:pt x="14" y="29"/>
                </a:lnTo>
                <a:lnTo>
                  <a:pt x="0" y="29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4" y="17"/>
                </a:lnTo>
                <a:lnTo>
                  <a:pt x="7" y="11"/>
                </a:lnTo>
                <a:lnTo>
                  <a:pt x="14" y="11"/>
                </a:lnTo>
                <a:lnTo>
                  <a:pt x="14" y="16"/>
                </a:ln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4524840" y="2985120"/>
            <a:ext cx="813960" cy="0"/>
          </a:xfrm>
          <a:custGeom>
            <a:avLst/>
            <a:gdLst/>
            <a:ahLst/>
            <a:rect l="0" t="0" r="r" b="b"/>
            <a:pathLst>
              <a:path fill="none" w="2261" h="0">
                <a:moveTo>
                  <a:pt x="0" y="0"/>
                </a:moveTo>
                <a:lnTo>
                  <a:pt x="194" y="0"/>
                </a:lnTo>
                <a:cubicBezTo>
                  <a:pt x="388" y="0"/>
                  <a:pt x="776" y="0"/>
                  <a:pt x="1152" y="0"/>
                </a:cubicBezTo>
                <a:cubicBezTo>
                  <a:pt x="1529" y="0"/>
                  <a:pt x="1895" y="0"/>
                  <a:pt x="2078" y="0"/>
                </a:cubicBezTo>
                <a:lnTo>
                  <a:pt x="2261" y="0"/>
                </a:lnTo>
              </a:path>
            </a:pathLst>
          </a:custGeom>
          <a:ln w="5760">
            <a:solidFill>
              <a:srgbClr val="333333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5315400" y="296136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0"/>
                </a:moveTo>
                <a:lnTo>
                  <a:pt x="132" y="66"/>
                </a:lnTo>
                <a:lnTo>
                  <a:pt x="0" y="13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5312880" y="295740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21" y="11"/>
                </a:moveTo>
                <a:lnTo>
                  <a:pt x="33" y="17"/>
                </a:lnTo>
                <a:lnTo>
                  <a:pt x="27" y="28"/>
                </a:lnTo>
                <a:lnTo>
                  <a:pt x="15" y="23"/>
                </a:lnTo>
                <a:lnTo>
                  <a:pt x="21" y="11"/>
                </a:lnTo>
                <a:moveTo>
                  <a:pt x="33" y="17"/>
                </a:moveTo>
                <a:lnTo>
                  <a:pt x="45" y="23"/>
                </a:lnTo>
                <a:lnTo>
                  <a:pt x="39" y="34"/>
                </a:lnTo>
                <a:lnTo>
                  <a:pt x="27" y="28"/>
                </a:lnTo>
                <a:lnTo>
                  <a:pt x="33" y="17"/>
                </a:lnTo>
                <a:moveTo>
                  <a:pt x="45" y="23"/>
                </a:moveTo>
                <a:lnTo>
                  <a:pt x="57" y="28"/>
                </a:lnTo>
                <a:lnTo>
                  <a:pt x="51" y="40"/>
                </a:lnTo>
                <a:lnTo>
                  <a:pt x="39" y="34"/>
                </a:lnTo>
                <a:lnTo>
                  <a:pt x="45" y="23"/>
                </a:lnTo>
                <a:moveTo>
                  <a:pt x="57" y="28"/>
                </a:moveTo>
                <a:lnTo>
                  <a:pt x="69" y="34"/>
                </a:lnTo>
                <a:lnTo>
                  <a:pt x="63" y="46"/>
                </a:lnTo>
                <a:lnTo>
                  <a:pt x="51" y="40"/>
                </a:lnTo>
                <a:lnTo>
                  <a:pt x="57" y="28"/>
                </a:lnTo>
                <a:moveTo>
                  <a:pt x="69" y="34"/>
                </a:moveTo>
                <a:lnTo>
                  <a:pt x="81" y="40"/>
                </a:lnTo>
                <a:lnTo>
                  <a:pt x="75" y="52"/>
                </a:lnTo>
                <a:lnTo>
                  <a:pt x="63" y="46"/>
                </a:lnTo>
                <a:lnTo>
                  <a:pt x="69" y="34"/>
                </a:lnTo>
                <a:moveTo>
                  <a:pt x="81" y="40"/>
                </a:moveTo>
                <a:lnTo>
                  <a:pt x="93" y="46"/>
                </a:lnTo>
                <a:lnTo>
                  <a:pt x="87" y="58"/>
                </a:lnTo>
                <a:lnTo>
                  <a:pt x="75" y="52"/>
                </a:lnTo>
                <a:lnTo>
                  <a:pt x="81" y="40"/>
                </a:lnTo>
                <a:moveTo>
                  <a:pt x="93" y="46"/>
                </a:moveTo>
                <a:lnTo>
                  <a:pt x="104" y="52"/>
                </a:lnTo>
                <a:lnTo>
                  <a:pt x="99" y="64"/>
                </a:lnTo>
                <a:lnTo>
                  <a:pt x="87" y="58"/>
                </a:lnTo>
                <a:lnTo>
                  <a:pt x="93" y="46"/>
                </a:lnTo>
                <a:moveTo>
                  <a:pt x="104" y="52"/>
                </a:moveTo>
                <a:lnTo>
                  <a:pt x="116" y="58"/>
                </a:lnTo>
                <a:lnTo>
                  <a:pt x="110" y="71"/>
                </a:lnTo>
                <a:lnTo>
                  <a:pt x="99" y="64"/>
                </a:lnTo>
                <a:lnTo>
                  <a:pt x="104" y="52"/>
                </a:lnTo>
                <a:moveTo>
                  <a:pt x="116" y="58"/>
                </a:moveTo>
                <a:lnTo>
                  <a:pt x="128" y="64"/>
                </a:lnTo>
                <a:lnTo>
                  <a:pt x="122" y="76"/>
                </a:lnTo>
                <a:lnTo>
                  <a:pt x="110" y="71"/>
                </a:lnTo>
                <a:lnTo>
                  <a:pt x="116" y="58"/>
                </a:lnTo>
                <a:moveTo>
                  <a:pt x="128" y="64"/>
                </a:moveTo>
                <a:lnTo>
                  <a:pt x="140" y="71"/>
                </a:lnTo>
                <a:lnTo>
                  <a:pt x="134" y="82"/>
                </a:lnTo>
                <a:lnTo>
                  <a:pt x="122" y="76"/>
                </a:lnTo>
                <a:lnTo>
                  <a:pt x="128" y="64"/>
                </a:lnTo>
                <a:moveTo>
                  <a:pt x="140" y="71"/>
                </a:moveTo>
                <a:lnTo>
                  <a:pt x="154" y="78"/>
                </a:lnTo>
                <a:lnTo>
                  <a:pt x="132" y="88"/>
                </a:lnTo>
                <a:lnTo>
                  <a:pt x="126" y="76"/>
                </a:lnTo>
                <a:lnTo>
                  <a:pt x="136" y="72"/>
                </a:lnTo>
                <a:lnTo>
                  <a:pt x="139" y="78"/>
                </a:lnTo>
                <a:lnTo>
                  <a:pt x="136" y="83"/>
                </a:lnTo>
                <a:lnTo>
                  <a:pt x="134" y="82"/>
                </a:lnTo>
                <a:lnTo>
                  <a:pt x="140" y="71"/>
                </a:lnTo>
                <a:moveTo>
                  <a:pt x="132" y="88"/>
                </a:moveTo>
                <a:lnTo>
                  <a:pt x="120" y="94"/>
                </a:lnTo>
                <a:lnTo>
                  <a:pt x="115" y="82"/>
                </a:lnTo>
                <a:lnTo>
                  <a:pt x="126" y="76"/>
                </a:lnTo>
                <a:lnTo>
                  <a:pt x="132" y="88"/>
                </a:lnTo>
                <a:moveTo>
                  <a:pt x="120" y="94"/>
                </a:moveTo>
                <a:lnTo>
                  <a:pt x="109" y="100"/>
                </a:lnTo>
                <a:lnTo>
                  <a:pt x="103" y="88"/>
                </a:lnTo>
                <a:lnTo>
                  <a:pt x="115" y="82"/>
                </a:lnTo>
                <a:lnTo>
                  <a:pt x="120" y="94"/>
                </a:lnTo>
                <a:moveTo>
                  <a:pt x="109" y="100"/>
                </a:moveTo>
                <a:lnTo>
                  <a:pt x="97" y="106"/>
                </a:lnTo>
                <a:lnTo>
                  <a:pt x="91" y="94"/>
                </a:lnTo>
                <a:lnTo>
                  <a:pt x="103" y="88"/>
                </a:lnTo>
                <a:lnTo>
                  <a:pt x="109" y="100"/>
                </a:lnTo>
                <a:moveTo>
                  <a:pt x="97" y="106"/>
                </a:moveTo>
                <a:lnTo>
                  <a:pt x="85" y="112"/>
                </a:lnTo>
                <a:lnTo>
                  <a:pt x="79" y="100"/>
                </a:lnTo>
                <a:lnTo>
                  <a:pt x="91" y="94"/>
                </a:lnTo>
                <a:lnTo>
                  <a:pt x="97" y="106"/>
                </a:lnTo>
                <a:moveTo>
                  <a:pt x="85" y="112"/>
                </a:moveTo>
                <a:lnTo>
                  <a:pt x="74" y="118"/>
                </a:lnTo>
                <a:lnTo>
                  <a:pt x="68" y="106"/>
                </a:lnTo>
                <a:lnTo>
                  <a:pt x="79" y="100"/>
                </a:lnTo>
                <a:lnTo>
                  <a:pt x="85" y="112"/>
                </a:lnTo>
                <a:moveTo>
                  <a:pt x="74" y="118"/>
                </a:moveTo>
                <a:lnTo>
                  <a:pt x="61" y="123"/>
                </a:lnTo>
                <a:lnTo>
                  <a:pt x="55" y="112"/>
                </a:lnTo>
                <a:lnTo>
                  <a:pt x="68" y="106"/>
                </a:lnTo>
                <a:lnTo>
                  <a:pt x="74" y="118"/>
                </a:lnTo>
                <a:moveTo>
                  <a:pt x="61" y="123"/>
                </a:moveTo>
                <a:lnTo>
                  <a:pt x="49" y="129"/>
                </a:lnTo>
                <a:lnTo>
                  <a:pt x="43" y="118"/>
                </a:lnTo>
                <a:lnTo>
                  <a:pt x="55" y="112"/>
                </a:lnTo>
                <a:lnTo>
                  <a:pt x="61" y="123"/>
                </a:lnTo>
                <a:moveTo>
                  <a:pt x="49" y="129"/>
                </a:moveTo>
                <a:lnTo>
                  <a:pt x="37" y="135"/>
                </a:lnTo>
                <a:lnTo>
                  <a:pt x="31" y="123"/>
                </a:lnTo>
                <a:lnTo>
                  <a:pt x="43" y="118"/>
                </a:lnTo>
                <a:lnTo>
                  <a:pt x="49" y="129"/>
                </a:lnTo>
                <a:moveTo>
                  <a:pt x="37" y="135"/>
                </a:moveTo>
                <a:lnTo>
                  <a:pt x="26" y="141"/>
                </a:lnTo>
                <a:lnTo>
                  <a:pt x="20" y="129"/>
                </a:lnTo>
                <a:lnTo>
                  <a:pt x="31" y="123"/>
                </a:lnTo>
                <a:lnTo>
                  <a:pt x="37" y="135"/>
                </a:lnTo>
                <a:moveTo>
                  <a:pt x="26" y="141"/>
                </a:moveTo>
                <a:lnTo>
                  <a:pt x="14" y="147"/>
                </a:lnTo>
                <a:lnTo>
                  <a:pt x="8" y="135"/>
                </a:lnTo>
                <a:lnTo>
                  <a:pt x="20" y="129"/>
                </a:lnTo>
                <a:lnTo>
                  <a:pt x="26" y="141"/>
                </a:lnTo>
                <a:moveTo>
                  <a:pt x="14" y="147"/>
                </a:moveTo>
                <a:lnTo>
                  <a:pt x="0" y="154"/>
                </a:lnTo>
                <a:lnTo>
                  <a:pt x="0" y="135"/>
                </a:lnTo>
                <a:lnTo>
                  <a:pt x="13" y="135"/>
                </a:lnTo>
                <a:lnTo>
                  <a:pt x="13" y="143"/>
                </a:lnTo>
                <a:lnTo>
                  <a:pt x="7" y="143"/>
                </a:lnTo>
                <a:lnTo>
                  <a:pt x="4" y="137"/>
                </a:lnTo>
                <a:lnTo>
                  <a:pt x="8" y="135"/>
                </a:lnTo>
                <a:lnTo>
                  <a:pt x="14" y="147"/>
                </a:lnTo>
                <a:moveTo>
                  <a:pt x="0" y="135"/>
                </a:moveTo>
                <a:lnTo>
                  <a:pt x="0" y="122"/>
                </a:lnTo>
                <a:lnTo>
                  <a:pt x="13" y="122"/>
                </a:lnTo>
                <a:lnTo>
                  <a:pt x="13" y="135"/>
                </a:lnTo>
                <a:lnTo>
                  <a:pt x="0" y="135"/>
                </a:lnTo>
                <a:moveTo>
                  <a:pt x="0" y="122"/>
                </a:moveTo>
                <a:lnTo>
                  <a:pt x="0" y="108"/>
                </a:lnTo>
                <a:lnTo>
                  <a:pt x="13" y="108"/>
                </a:lnTo>
                <a:lnTo>
                  <a:pt x="13" y="122"/>
                </a:lnTo>
                <a:lnTo>
                  <a:pt x="0" y="122"/>
                </a:lnTo>
                <a:moveTo>
                  <a:pt x="0" y="108"/>
                </a:moveTo>
                <a:lnTo>
                  <a:pt x="0" y="95"/>
                </a:lnTo>
                <a:lnTo>
                  <a:pt x="13" y="95"/>
                </a:lnTo>
                <a:lnTo>
                  <a:pt x="13" y="108"/>
                </a:lnTo>
                <a:lnTo>
                  <a:pt x="0" y="108"/>
                </a:lnTo>
                <a:moveTo>
                  <a:pt x="0" y="95"/>
                </a:moveTo>
                <a:lnTo>
                  <a:pt x="0" y="82"/>
                </a:lnTo>
                <a:lnTo>
                  <a:pt x="13" y="82"/>
                </a:lnTo>
                <a:lnTo>
                  <a:pt x="13" y="95"/>
                </a:lnTo>
                <a:lnTo>
                  <a:pt x="0" y="95"/>
                </a:lnTo>
                <a:moveTo>
                  <a:pt x="0" y="82"/>
                </a:moveTo>
                <a:lnTo>
                  <a:pt x="0" y="68"/>
                </a:lnTo>
                <a:lnTo>
                  <a:pt x="13" y="68"/>
                </a:lnTo>
                <a:lnTo>
                  <a:pt x="13" y="82"/>
                </a:lnTo>
                <a:lnTo>
                  <a:pt x="0" y="82"/>
                </a:lnTo>
                <a:moveTo>
                  <a:pt x="0" y="68"/>
                </a:moveTo>
                <a:lnTo>
                  <a:pt x="0" y="55"/>
                </a:lnTo>
                <a:lnTo>
                  <a:pt x="13" y="55"/>
                </a:lnTo>
                <a:lnTo>
                  <a:pt x="13" y="68"/>
                </a:lnTo>
                <a:lnTo>
                  <a:pt x="0" y="68"/>
                </a:lnTo>
                <a:moveTo>
                  <a:pt x="0" y="55"/>
                </a:moveTo>
                <a:lnTo>
                  <a:pt x="0" y="42"/>
                </a:lnTo>
                <a:lnTo>
                  <a:pt x="13" y="42"/>
                </a:lnTo>
                <a:lnTo>
                  <a:pt x="13" y="55"/>
                </a:lnTo>
                <a:lnTo>
                  <a:pt x="0" y="55"/>
                </a:lnTo>
                <a:moveTo>
                  <a:pt x="0" y="42"/>
                </a:moveTo>
                <a:lnTo>
                  <a:pt x="0" y="29"/>
                </a:lnTo>
                <a:lnTo>
                  <a:pt x="13" y="29"/>
                </a:lnTo>
                <a:lnTo>
                  <a:pt x="13" y="42"/>
                </a:lnTo>
                <a:lnTo>
                  <a:pt x="0" y="42"/>
                </a:lnTo>
                <a:moveTo>
                  <a:pt x="0" y="29"/>
                </a:moveTo>
                <a:lnTo>
                  <a:pt x="0" y="16"/>
                </a:lnTo>
                <a:lnTo>
                  <a:pt x="13" y="16"/>
                </a:lnTo>
                <a:lnTo>
                  <a:pt x="13" y="29"/>
                </a:lnTo>
                <a:lnTo>
                  <a:pt x="0" y="29"/>
                </a:lnTo>
                <a:moveTo>
                  <a:pt x="0" y="16"/>
                </a:moveTo>
                <a:lnTo>
                  <a:pt x="0" y="0"/>
                </a:lnTo>
                <a:lnTo>
                  <a:pt x="21" y="11"/>
                </a:lnTo>
                <a:lnTo>
                  <a:pt x="15" y="23"/>
                </a:lnTo>
                <a:lnTo>
                  <a:pt x="4" y="17"/>
                </a:lnTo>
                <a:lnTo>
                  <a:pt x="7" y="11"/>
                </a:lnTo>
                <a:lnTo>
                  <a:pt x="13" y="11"/>
                </a:lnTo>
                <a:lnTo>
                  <a:pt x="13" y="16"/>
                </a:ln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6821280" y="2914200"/>
            <a:ext cx="473040" cy="141840"/>
          </a:xfrm>
          <a:custGeom>
            <a:avLst/>
            <a:gdLst/>
            <a:ahLst/>
            <a:rect l="0" t="0" r="r" b="b"/>
            <a:pathLst>
              <a:path w="1314" h="394">
                <a:moveTo>
                  <a:pt x="0" y="0"/>
                </a:moveTo>
                <a:lnTo>
                  <a:pt x="1314" y="0"/>
                </a:lnTo>
                <a:lnTo>
                  <a:pt x="1314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6821280" y="2914200"/>
            <a:ext cx="473040" cy="141840"/>
          </a:xfrm>
          <a:custGeom>
            <a:avLst/>
            <a:gdLst/>
            <a:ahLst/>
            <a:rect l="0" t="0" r="r" b="b"/>
            <a:pathLst>
              <a:path w="1314" h="394">
                <a:moveTo>
                  <a:pt x="0" y="0"/>
                </a:moveTo>
                <a:lnTo>
                  <a:pt x="1314" y="0"/>
                </a:lnTo>
                <a:lnTo>
                  <a:pt x="1314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254480" y="2336400"/>
            <a:ext cx="1052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4746240" y="2914200"/>
            <a:ext cx="396000" cy="141840"/>
          </a:xfrm>
          <a:custGeom>
            <a:avLst/>
            <a:gdLst/>
            <a:ahLst/>
            <a:rect l="0" t="0" r="r" b="b"/>
            <a:pathLst>
              <a:path w="1100" h="394">
                <a:moveTo>
                  <a:pt x="0" y="0"/>
                </a:moveTo>
                <a:lnTo>
                  <a:pt x="1100" y="0"/>
                </a:lnTo>
                <a:lnTo>
                  <a:pt x="1100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4746240" y="2914200"/>
            <a:ext cx="396000" cy="141840"/>
          </a:xfrm>
          <a:custGeom>
            <a:avLst/>
            <a:gdLst/>
            <a:ahLst/>
            <a:rect l="0" t="0" r="r" b="b"/>
            <a:pathLst>
              <a:path w="1100" h="394">
                <a:moveTo>
                  <a:pt x="0" y="0"/>
                </a:moveTo>
                <a:lnTo>
                  <a:pt x="1100" y="0"/>
                </a:lnTo>
                <a:lnTo>
                  <a:pt x="1100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6821640" y="2926800"/>
            <a:ext cx="4730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5362560" y="2530080"/>
            <a:ext cx="1237680" cy="910080"/>
          </a:xfrm>
          <a:custGeom>
            <a:avLst/>
            <a:gdLst/>
            <a:ahLst/>
            <a:rect l="0" t="0" r="r" b="b"/>
            <a:pathLst>
              <a:path w="3438" h="2528">
                <a:moveTo>
                  <a:pt x="0" y="0"/>
                </a:moveTo>
                <a:lnTo>
                  <a:pt x="3438" y="0"/>
                </a:lnTo>
                <a:lnTo>
                  <a:pt x="3438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5362560" y="2530080"/>
            <a:ext cx="1237680" cy="910080"/>
          </a:xfrm>
          <a:custGeom>
            <a:avLst/>
            <a:gdLst/>
            <a:ahLst/>
            <a:rect l="0" t="0" r="r" b="b"/>
            <a:pathLst>
              <a:path w="3438" h="2528">
                <a:moveTo>
                  <a:pt x="0" y="0"/>
                </a:moveTo>
                <a:lnTo>
                  <a:pt x="3438" y="0"/>
                </a:lnTo>
                <a:lnTo>
                  <a:pt x="3438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746240" y="2926800"/>
            <a:ext cx="3924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gebruikt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/>
          <p:nvPr/>
        </p:nvSpPr>
        <p:spPr>
          <a:xfrm>
            <a:off x="5569200" y="2825640"/>
            <a:ext cx="824400" cy="318960"/>
          </a:xfrm>
          <a:custGeom>
            <a:avLst/>
            <a:gdLst/>
            <a:ahLst/>
            <a:rect l="0" t="0" r="r" b="b"/>
            <a:pathLst>
              <a:path w="2290" h="886">
                <a:moveTo>
                  <a:pt x="0" y="0"/>
                </a:moveTo>
                <a:lnTo>
                  <a:pt x="2290" y="0"/>
                </a:lnTo>
                <a:lnTo>
                  <a:pt x="229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/>
          <p:nvPr/>
        </p:nvSpPr>
        <p:spPr>
          <a:xfrm>
            <a:off x="5569200" y="2825640"/>
            <a:ext cx="824400" cy="318960"/>
          </a:xfrm>
          <a:custGeom>
            <a:avLst/>
            <a:gdLst/>
            <a:ahLst/>
            <a:rect l="0" t="0" r="r" b="b"/>
            <a:pathLst>
              <a:path w="2290" h="886">
                <a:moveTo>
                  <a:pt x="0" y="0"/>
                </a:moveTo>
                <a:lnTo>
                  <a:pt x="2290" y="0"/>
                </a:lnTo>
                <a:lnTo>
                  <a:pt x="229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479920" y="2543040"/>
            <a:ext cx="9975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Applicatiecomponent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7515360" y="2825640"/>
            <a:ext cx="1318680" cy="318960"/>
          </a:xfrm>
          <a:custGeom>
            <a:avLst/>
            <a:gdLst/>
            <a:ahLst/>
            <a:rect l="0" t="0" r="r" b="b"/>
            <a:pathLst>
              <a:path w="3663" h="886">
                <a:moveTo>
                  <a:pt x="0" y="0"/>
                </a:moveTo>
                <a:lnTo>
                  <a:pt x="3663" y="0"/>
                </a:lnTo>
                <a:lnTo>
                  <a:pt x="3663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7515360" y="2825640"/>
            <a:ext cx="1318680" cy="318960"/>
          </a:xfrm>
          <a:custGeom>
            <a:avLst/>
            <a:gdLst/>
            <a:ahLst/>
            <a:rect l="0" t="0" r="r" b="b"/>
            <a:pathLst>
              <a:path w="3663" h="886">
                <a:moveTo>
                  <a:pt x="0" y="0"/>
                </a:moveTo>
                <a:lnTo>
                  <a:pt x="3663" y="0"/>
                </a:lnTo>
                <a:lnTo>
                  <a:pt x="3663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746680" y="2926800"/>
            <a:ext cx="4669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Endpoints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725760" y="2530080"/>
            <a:ext cx="3799440" cy="910080"/>
          </a:xfrm>
          <a:custGeom>
            <a:avLst/>
            <a:gdLst/>
            <a:ahLst/>
            <a:rect l="0" t="0" r="r" b="b"/>
            <a:pathLst>
              <a:path w="10554" h="2528">
                <a:moveTo>
                  <a:pt x="0" y="0"/>
                </a:moveTo>
                <a:lnTo>
                  <a:pt x="10554" y="0"/>
                </a:lnTo>
                <a:lnTo>
                  <a:pt x="10554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/>
          <p:nvPr/>
        </p:nvSpPr>
        <p:spPr>
          <a:xfrm>
            <a:off x="725760" y="2530080"/>
            <a:ext cx="3799440" cy="910080"/>
          </a:xfrm>
          <a:custGeom>
            <a:avLst/>
            <a:gdLst/>
            <a:ahLst/>
            <a:rect l="0" t="0" r="r" b="b"/>
            <a:pathLst>
              <a:path w="10554" h="2528">
                <a:moveTo>
                  <a:pt x="0" y="0"/>
                </a:moveTo>
                <a:lnTo>
                  <a:pt x="10554" y="0"/>
                </a:lnTo>
                <a:lnTo>
                  <a:pt x="10554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692480" y="2926800"/>
            <a:ext cx="960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Datamodelschema's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932400" y="2825640"/>
            <a:ext cx="1180800" cy="318960"/>
          </a:xfrm>
          <a:custGeom>
            <a:avLst/>
            <a:gdLst/>
            <a:ahLst/>
            <a:rect l="0" t="0" r="r" b="b"/>
            <a:pathLst>
              <a:path w="3280" h="886">
                <a:moveTo>
                  <a:pt x="0" y="0"/>
                </a:moveTo>
                <a:lnTo>
                  <a:pt x="3280" y="0"/>
                </a:lnTo>
                <a:lnTo>
                  <a:pt x="328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932400" y="2825640"/>
            <a:ext cx="1180800" cy="318960"/>
          </a:xfrm>
          <a:custGeom>
            <a:avLst/>
            <a:gdLst/>
            <a:ahLst/>
            <a:rect l="0" t="0" r="r" b="b"/>
            <a:pathLst>
              <a:path w="3280" h="886">
                <a:moveTo>
                  <a:pt x="0" y="0"/>
                </a:moveTo>
                <a:lnTo>
                  <a:pt x="3280" y="0"/>
                </a:lnTo>
                <a:lnTo>
                  <a:pt x="328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877040" y="2543040"/>
            <a:ext cx="1494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Interactiepatroon per koppeling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240804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240804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1109880" y="2926800"/>
            <a:ext cx="828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Functionele eisen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351072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/>
          <p:nvPr/>
        </p:nvSpPr>
        <p:spPr>
          <a:xfrm>
            <a:off x="351072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2585520" y="2926800"/>
            <a:ext cx="450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3688200" y="2926800"/>
            <a:ext cx="450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67" name=""/>
          <p:cNvSpPr/>
          <p:nvPr/>
        </p:nvSpPr>
        <p:spPr>
          <a:xfrm>
            <a:off x="518040" y="1927800"/>
            <a:ext cx="9024120" cy="2118600"/>
          </a:xfrm>
          <a:custGeom>
            <a:avLst/>
            <a:gdLst/>
            <a:ahLst/>
            <a:rect l="0" t="0" r="r" b="b"/>
            <a:pathLst>
              <a:path w="25067" h="5885">
                <a:moveTo>
                  <a:pt x="0" y="0"/>
                </a:moveTo>
                <a:lnTo>
                  <a:pt x="25067" y="0"/>
                </a:lnTo>
                <a:lnTo>
                  <a:pt x="25067" y="5885"/>
                </a:lnTo>
                <a:lnTo>
                  <a:pt x="0" y="5885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518040" y="1927800"/>
            <a:ext cx="9024120" cy="2118600"/>
          </a:xfrm>
          <a:custGeom>
            <a:avLst/>
            <a:gdLst/>
            <a:ahLst/>
            <a:rect l="0" t="0" r="r" b="b"/>
            <a:pathLst>
              <a:path w="25067" h="5885">
                <a:moveTo>
                  <a:pt x="0" y="0"/>
                </a:moveTo>
                <a:lnTo>
                  <a:pt x="25067" y="0"/>
                </a:lnTo>
                <a:lnTo>
                  <a:pt x="25067" y="5885"/>
                </a:lnTo>
                <a:lnTo>
                  <a:pt x="0" y="5885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aaaa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439920" y="1081800"/>
            <a:ext cx="2874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staan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6054840" y="2590560"/>
            <a:ext cx="1580400" cy="93240"/>
          </a:xfrm>
          <a:custGeom>
            <a:avLst/>
            <a:gdLst/>
            <a:ahLst/>
            <a:rect l="0" t="0" r="r" b="b"/>
            <a:pathLst>
              <a:path fill="none" w="4390" h="259">
                <a:moveTo>
                  <a:pt x="0" y="259"/>
                </a:moveTo>
                <a:lnTo>
                  <a:pt x="373" y="216"/>
                </a:lnTo>
                <a:cubicBezTo>
                  <a:pt x="745" y="173"/>
                  <a:pt x="1489" y="86"/>
                  <a:pt x="2221" y="43"/>
                </a:cubicBezTo>
                <a:cubicBezTo>
                  <a:pt x="2953" y="0"/>
                  <a:pt x="3671" y="0"/>
                  <a:pt x="4030" y="0"/>
                </a:cubicBezTo>
                <a:lnTo>
                  <a:pt x="4390" y="0"/>
                </a:lnTo>
              </a:path>
            </a:pathLst>
          </a:custGeom>
          <a:ln w="7560">
            <a:solidFill>
              <a:srgbClr val="3333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7604280" y="2559960"/>
            <a:ext cx="61200" cy="61560"/>
          </a:xfrm>
          <a:custGeom>
            <a:avLst/>
            <a:gdLst/>
            <a:ahLst/>
            <a:rect l="0" t="0" r="r" b="b"/>
            <a:pathLst>
              <a:path w="170" h="171">
                <a:moveTo>
                  <a:pt x="0" y="0"/>
                </a:moveTo>
                <a:lnTo>
                  <a:pt x="170" y="86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7601040" y="2555280"/>
            <a:ext cx="71280" cy="70920"/>
          </a:xfrm>
          <a:custGeom>
            <a:avLst/>
            <a:gdLst/>
            <a:ahLst/>
            <a:rect l="0" t="0" r="r" b="b"/>
            <a:pathLst>
              <a:path w="198" h="197">
                <a:moveTo>
                  <a:pt x="28" y="13"/>
                </a:moveTo>
                <a:lnTo>
                  <a:pt x="43" y="21"/>
                </a:lnTo>
                <a:lnTo>
                  <a:pt x="35" y="36"/>
                </a:lnTo>
                <a:lnTo>
                  <a:pt x="20" y="29"/>
                </a:lnTo>
                <a:lnTo>
                  <a:pt x="28" y="13"/>
                </a:lnTo>
                <a:moveTo>
                  <a:pt x="43" y="21"/>
                </a:moveTo>
                <a:lnTo>
                  <a:pt x="58" y="29"/>
                </a:lnTo>
                <a:lnTo>
                  <a:pt x="51" y="44"/>
                </a:lnTo>
                <a:lnTo>
                  <a:pt x="35" y="36"/>
                </a:lnTo>
                <a:lnTo>
                  <a:pt x="43" y="21"/>
                </a:lnTo>
                <a:moveTo>
                  <a:pt x="58" y="29"/>
                </a:moveTo>
                <a:lnTo>
                  <a:pt x="73" y="36"/>
                </a:lnTo>
                <a:lnTo>
                  <a:pt x="66" y="51"/>
                </a:lnTo>
                <a:lnTo>
                  <a:pt x="51" y="44"/>
                </a:lnTo>
                <a:lnTo>
                  <a:pt x="58" y="29"/>
                </a:lnTo>
                <a:moveTo>
                  <a:pt x="73" y="36"/>
                </a:moveTo>
                <a:lnTo>
                  <a:pt x="88" y="44"/>
                </a:lnTo>
                <a:lnTo>
                  <a:pt x="81" y="60"/>
                </a:lnTo>
                <a:lnTo>
                  <a:pt x="66" y="51"/>
                </a:lnTo>
                <a:lnTo>
                  <a:pt x="73" y="36"/>
                </a:lnTo>
                <a:moveTo>
                  <a:pt x="88" y="44"/>
                </a:moveTo>
                <a:lnTo>
                  <a:pt x="104" y="51"/>
                </a:lnTo>
                <a:lnTo>
                  <a:pt x="96" y="67"/>
                </a:lnTo>
                <a:lnTo>
                  <a:pt x="81" y="60"/>
                </a:lnTo>
                <a:lnTo>
                  <a:pt x="88" y="44"/>
                </a:lnTo>
                <a:moveTo>
                  <a:pt x="104" y="51"/>
                </a:moveTo>
                <a:lnTo>
                  <a:pt x="119" y="60"/>
                </a:lnTo>
                <a:lnTo>
                  <a:pt x="111" y="75"/>
                </a:lnTo>
                <a:lnTo>
                  <a:pt x="96" y="67"/>
                </a:lnTo>
                <a:lnTo>
                  <a:pt x="104" y="51"/>
                </a:lnTo>
                <a:moveTo>
                  <a:pt x="119" y="60"/>
                </a:moveTo>
                <a:lnTo>
                  <a:pt x="134" y="67"/>
                </a:lnTo>
                <a:lnTo>
                  <a:pt x="126" y="83"/>
                </a:lnTo>
                <a:lnTo>
                  <a:pt x="111" y="75"/>
                </a:lnTo>
                <a:lnTo>
                  <a:pt x="119" y="60"/>
                </a:lnTo>
                <a:moveTo>
                  <a:pt x="134" y="67"/>
                </a:moveTo>
                <a:lnTo>
                  <a:pt x="149" y="75"/>
                </a:lnTo>
                <a:lnTo>
                  <a:pt x="141" y="90"/>
                </a:lnTo>
                <a:lnTo>
                  <a:pt x="126" y="83"/>
                </a:lnTo>
                <a:lnTo>
                  <a:pt x="134" y="67"/>
                </a:lnTo>
                <a:moveTo>
                  <a:pt x="149" y="75"/>
                </a:moveTo>
                <a:lnTo>
                  <a:pt x="165" y="83"/>
                </a:lnTo>
                <a:lnTo>
                  <a:pt x="158" y="98"/>
                </a:lnTo>
                <a:lnTo>
                  <a:pt x="141" y="90"/>
                </a:lnTo>
                <a:lnTo>
                  <a:pt x="149" y="75"/>
                </a:lnTo>
                <a:moveTo>
                  <a:pt x="165" y="83"/>
                </a:moveTo>
                <a:lnTo>
                  <a:pt x="180" y="90"/>
                </a:lnTo>
                <a:lnTo>
                  <a:pt x="173" y="105"/>
                </a:lnTo>
                <a:lnTo>
                  <a:pt x="158" y="98"/>
                </a:lnTo>
                <a:lnTo>
                  <a:pt x="165" y="83"/>
                </a:lnTo>
                <a:moveTo>
                  <a:pt x="180" y="90"/>
                </a:moveTo>
                <a:lnTo>
                  <a:pt x="198" y="99"/>
                </a:lnTo>
                <a:lnTo>
                  <a:pt x="171" y="113"/>
                </a:lnTo>
                <a:lnTo>
                  <a:pt x="163" y="98"/>
                </a:lnTo>
                <a:lnTo>
                  <a:pt x="175" y="92"/>
                </a:lnTo>
                <a:lnTo>
                  <a:pt x="179" y="99"/>
                </a:lnTo>
                <a:lnTo>
                  <a:pt x="175" y="107"/>
                </a:lnTo>
                <a:lnTo>
                  <a:pt x="173" y="105"/>
                </a:lnTo>
                <a:lnTo>
                  <a:pt x="180" y="90"/>
                </a:lnTo>
                <a:moveTo>
                  <a:pt x="171" y="113"/>
                </a:moveTo>
                <a:lnTo>
                  <a:pt x="155" y="120"/>
                </a:lnTo>
                <a:lnTo>
                  <a:pt x="147" y="105"/>
                </a:lnTo>
                <a:lnTo>
                  <a:pt x="163" y="98"/>
                </a:lnTo>
                <a:lnTo>
                  <a:pt x="171" y="113"/>
                </a:lnTo>
                <a:moveTo>
                  <a:pt x="155" y="120"/>
                </a:moveTo>
                <a:lnTo>
                  <a:pt x="139" y="128"/>
                </a:lnTo>
                <a:lnTo>
                  <a:pt x="132" y="113"/>
                </a:lnTo>
                <a:lnTo>
                  <a:pt x="147" y="105"/>
                </a:lnTo>
                <a:lnTo>
                  <a:pt x="155" y="120"/>
                </a:lnTo>
                <a:moveTo>
                  <a:pt x="139" y="128"/>
                </a:moveTo>
                <a:lnTo>
                  <a:pt x="124" y="136"/>
                </a:lnTo>
                <a:lnTo>
                  <a:pt x="117" y="120"/>
                </a:lnTo>
                <a:lnTo>
                  <a:pt x="132" y="113"/>
                </a:lnTo>
                <a:lnTo>
                  <a:pt x="139" y="128"/>
                </a:lnTo>
                <a:moveTo>
                  <a:pt x="124" y="136"/>
                </a:moveTo>
                <a:lnTo>
                  <a:pt x="109" y="143"/>
                </a:lnTo>
                <a:lnTo>
                  <a:pt x="101" y="128"/>
                </a:lnTo>
                <a:lnTo>
                  <a:pt x="117" y="120"/>
                </a:lnTo>
                <a:lnTo>
                  <a:pt x="124" y="136"/>
                </a:lnTo>
                <a:moveTo>
                  <a:pt x="109" y="143"/>
                </a:moveTo>
                <a:lnTo>
                  <a:pt x="94" y="151"/>
                </a:lnTo>
                <a:lnTo>
                  <a:pt x="86" y="136"/>
                </a:lnTo>
                <a:lnTo>
                  <a:pt x="101" y="128"/>
                </a:lnTo>
                <a:lnTo>
                  <a:pt x="109" y="143"/>
                </a:lnTo>
                <a:moveTo>
                  <a:pt x="94" y="151"/>
                </a:moveTo>
                <a:lnTo>
                  <a:pt x="79" y="158"/>
                </a:lnTo>
                <a:lnTo>
                  <a:pt x="71" y="143"/>
                </a:lnTo>
                <a:lnTo>
                  <a:pt x="86" y="136"/>
                </a:lnTo>
                <a:lnTo>
                  <a:pt x="94" y="151"/>
                </a:lnTo>
                <a:moveTo>
                  <a:pt x="79" y="158"/>
                </a:moveTo>
                <a:lnTo>
                  <a:pt x="64" y="166"/>
                </a:lnTo>
                <a:lnTo>
                  <a:pt x="56" y="151"/>
                </a:lnTo>
                <a:lnTo>
                  <a:pt x="71" y="143"/>
                </a:lnTo>
                <a:lnTo>
                  <a:pt x="79" y="158"/>
                </a:lnTo>
                <a:moveTo>
                  <a:pt x="64" y="166"/>
                </a:moveTo>
                <a:lnTo>
                  <a:pt x="48" y="173"/>
                </a:lnTo>
                <a:lnTo>
                  <a:pt x="41" y="158"/>
                </a:lnTo>
                <a:lnTo>
                  <a:pt x="56" y="151"/>
                </a:lnTo>
                <a:lnTo>
                  <a:pt x="64" y="166"/>
                </a:lnTo>
                <a:moveTo>
                  <a:pt x="48" y="173"/>
                </a:moveTo>
                <a:lnTo>
                  <a:pt x="33" y="181"/>
                </a:lnTo>
                <a:lnTo>
                  <a:pt x="26" y="166"/>
                </a:lnTo>
                <a:lnTo>
                  <a:pt x="41" y="158"/>
                </a:lnTo>
                <a:lnTo>
                  <a:pt x="48" y="173"/>
                </a:lnTo>
                <a:moveTo>
                  <a:pt x="33" y="181"/>
                </a:moveTo>
                <a:lnTo>
                  <a:pt x="18" y="189"/>
                </a:lnTo>
                <a:lnTo>
                  <a:pt x="11" y="173"/>
                </a:lnTo>
                <a:lnTo>
                  <a:pt x="26" y="166"/>
                </a:lnTo>
                <a:lnTo>
                  <a:pt x="33" y="181"/>
                </a:lnTo>
                <a:moveTo>
                  <a:pt x="18" y="189"/>
                </a:moveTo>
                <a:lnTo>
                  <a:pt x="0" y="197"/>
                </a:lnTo>
                <a:lnTo>
                  <a:pt x="0" y="173"/>
                </a:lnTo>
                <a:lnTo>
                  <a:pt x="17" y="173"/>
                </a:lnTo>
                <a:lnTo>
                  <a:pt x="17" y="184"/>
                </a:lnTo>
                <a:lnTo>
                  <a:pt x="9" y="184"/>
                </a:lnTo>
                <a:lnTo>
                  <a:pt x="5" y="176"/>
                </a:lnTo>
                <a:lnTo>
                  <a:pt x="11" y="173"/>
                </a:lnTo>
                <a:lnTo>
                  <a:pt x="18" y="189"/>
                </a:lnTo>
                <a:moveTo>
                  <a:pt x="0" y="173"/>
                </a:moveTo>
                <a:lnTo>
                  <a:pt x="0" y="156"/>
                </a:lnTo>
                <a:lnTo>
                  <a:pt x="17" y="156"/>
                </a:lnTo>
                <a:lnTo>
                  <a:pt x="17" y="173"/>
                </a:lnTo>
                <a:lnTo>
                  <a:pt x="0" y="173"/>
                </a:lnTo>
                <a:moveTo>
                  <a:pt x="0" y="156"/>
                </a:moveTo>
                <a:lnTo>
                  <a:pt x="0" y="139"/>
                </a:lnTo>
                <a:lnTo>
                  <a:pt x="17" y="139"/>
                </a:lnTo>
                <a:lnTo>
                  <a:pt x="17" y="156"/>
                </a:lnTo>
                <a:lnTo>
                  <a:pt x="0" y="156"/>
                </a:lnTo>
                <a:moveTo>
                  <a:pt x="0" y="139"/>
                </a:moveTo>
                <a:lnTo>
                  <a:pt x="0" y="122"/>
                </a:lnTo>
                <a:lnTo>
                  <a:pt x="17" y="122"/>
                </a:lnTo>
                <a:lnTo>
                  <a:pt x="17" y="139"/>
                </a:lnTo>
                <a:lnTo>
                  <a:pt x="0" y="139"/>
                </a:lnTo>
                <a:moveTo>
                  <a:pt x="0" y="122"/>
                </a:moveTo>
                <a:lnTo>
                  <a:pt x="0" y="105"/>
                </a:lnTo>
                <a:lnTo>
                  <a:pt x="17" y="105"/>
                </a:lnTo>
                <a:lnTo>
                  <a:pt x="17" y="122"/>
                </a:lnTo>
                <a:lnTo>
                  <a:pt x="0" y="122"/>
                </a:lnTo>
                <a:moveTo>
                  <a:pt x="0" y="105"/>
                </a:moveTo>
                <a:lnTo>
                  <a:pt x="0" y="88"/>
                </a:lnTo>
                <a:lnTo>
                  <a:pt x="17" y="88"/>
                </a:lnTo>
                <a:lnTo>
                  <a:pt x="17" y="105"/>
                </a:lnTo>
                <a:lnTo>
                  <a:pt x="0" y="105"/>
                </a:lnTo>
                <a:moveTo>
                  <a:pt x="0" y="88"/>
                </a:moveTo>
                <a:lnTo>
                  <a:pt x="0" y="71"/>
                </a:lnTo>
                <a:lnTo>
                  <a:pt x="17" y="71"/>
                </a:lnTo>
                <a:lnTo>
                  <a:pt x="17" y="88"/>
                </a:lnTo>
                <a:lnTo>
                  <a:pt x="0" y="88"/>
                </a:lnTo>
                <a:moveTo>
                  <a:pt x="0" y="71"/>
                </a:moveTo>
                <a:lnTo>
                  <a:pt x="0" y="53"/>
                </a:lnTo>
                <a:lnTo>
                  <a:pt x="17" y="53"/>
                </a:lnTo>
                <a:lnTo>
                  <a:pt x="17" y="71"/>
                </a:lnTo>
                <a:lnTo>
                  <a:pt x="0" y="71"/>
                </a:lnTo>
                <a:moveTo>
                  <a:pt x="0" y="53"/>
                </a:moveTo>
                <a:lnTo>
                  <a:pt x="0" y="36"/>
                </a:lnTo>
                <a:lnTo>
                  <a:pt x="17" y="36"/>
                </a:lnTo>
                <a:lnTo>
                  <a:pt x="17" y="53"/>
                </a:lnTo>
                <a:lnTo>
                  <a:pt x="0" y="53"/>
                </a:lnTo>
                <a:moveTo>
                  <a:pt x="0" y="36"/>
                </a:moveTo>
                <a:lnTo>
                  <a:pt x="0" y="20"/>
                </a:lnTo>
                <a:lnTo>
                  <a:pt x="17" y="20"/>
                </a:lnTo>
                <a:lnTo>
                  <a:pt x="17" y="36"/>
                </a:lnTo>
                <a:lnTo>
                  <a:pt x="0" y="36"/>
                </a:lnTo>
                <a:moveTo>
                  <a:pt x="0" y="20"/>
                </a:moveTo>
                <a:lnTo>
                  <a:pt x="0" y="0"/>
                </a:lnTo>
                <a:lnTo>
                  <a:pt x="28" y="13"/>
                </a:lnTo>
                <a:lnTo>
                  <a:pt x="20" y="29"/>
                </a:lnTo>
                <a:lnTo>
                  <a:pt x="5" y="21"/>
                </a:lnTo>
                <a:lnTo>
                  <a:pt x="9" y="13"/>
                </a:lnTo>
                <a:lnTo>
                  <a:pt x="17" y="13"/>
                </a:lnTo>
                <a:lnTo>
                  <a:pt x="17" y="20"/>
                </a:lnTo>
                <a:lnTo>
                  <a:pt x="0" y="2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6054840" y="3290040"/>
            <a:ext cx="1577880" cy="93240"/>
          </a:xfrm>
          <a:custGeom>
            <a:avLst/>
            <a:gdLst/>
            <a:ahLst/>
            <a:rect l="0" t="0" r="r" b="b"/>
            <a:pathLst>
              <a:path fill="none" w="4383" h="259">
                <a:moveTo>
                  <a:pt x="0" y="0"/>
                </a:moveTo>
                <a:lnTo>
                  <a:pt x="373" y="44"/>
                </a:lnTo>
                <a:cubicBezTo>
                  <a:pt x="745" y="87"/>
                  <a:pt x="1489" y="173"/>
                  <a:pt x="2220" y="216"/>
                </a:cubicBezTo>
                <a:cubicBezTo>
                  <a:pt x="2951" y="259"/>
                  <a:pt x="3667" y="259"/>
                  <a:pt x="4025" y="259"/>
                </a:cubicBezTo>
                <a:lnTo>
                  <a:pt x="4383" y="259"/>
                </a:lnTo>
              </a:path>
            </a:pathLst>
          </a:custGeom>
          <a:ln w="7560">
            <a:solidFill>
              <a:srgbClr val="3333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/>
          <p:nvPr/>
        </p:nvSpPr>
        <p:spPr>
          <a:xfrm>
            <a:off x="7602120" y="3352680"/>
            <a:ext cx="61200" cy="61200"/>
          </a:xfrm>
          <a:custGeom>
            <a:avLst/>
            <a:gdLst/>
            <a:ahLst/>
            <a:rect l="0" t="0" r="r" b="b"/>
            <a:pathLst>
              <a:path w="170" h="170">
                <a:moveTo>
                  <a:pt x="0" y="0"/>
                </a:moveTo>
                <a:lnTo>
                  <a:pt x="170" y="85"/>
                </a:lnTo>
                <a:lnTo>
                  <a:pt x="0" y="17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5" name=""/>
          <p:cNvSpPr/>
          <p:nvPr/>
        </p:nvSpPr>
        <p:spPr>
          <a:xfrm>
            <a:off x="7598880" y="3347640"/>
            <a:ext cx="71280" cy="71280"/>
          </a:xfrm>
          <a:custGeom>
            <a:avLst/>
            <a:gdLst/>
            <a:ahLst/>
            <a:rect l="0" t="0" r="r" b="b"/>
            <a:pathLst>
              <a:path w="198" h="198">
                <a:moveTo>
                  <a:pt x="28" y="15"/>
                </a:moveTo>
                <a:lnTo>
                  <a:pt x="43" y="22"/>
                </a:lnTo>
                <a:lnTo>
                  <a:pt x="35" y="37"/>
                </a:lnTo>
                <a:lnTo>
                  <a:pt x="20" y="30"/>
                </a:lnTo>
                <a:lnTo>
                  <a:pt x="28" y="15"/>
                </a:lnTo>
                <a:moveTo>
                  <a:pt x="43" y="22"/>
                </a:moveTo>
                <a:lnTo>
                  <a:pt x="58" y="30"/>
                </a:lnTo>
                <a:lnTo>
                  <a:pt x="50" y="45"/>
                </a:lnTo>
                <a:lnTo>
                  <a:pt x="35" y="37"/>
                </a:lnTo>
                <a:lnTo>
                  <a:pt x="43" y="22"/>
                </a:lnTo>
                <a:moveTo>
                  <a:pt x="58" y="30"/>
                </a:moveTo>
                <a:lnTo>
                  <a:pt x="73" y="37"/>
                </a:lnTo>
                <a:lnTo>
                  <a:pt x="65" y="52"/>
                </a:lnTo>
                <a:lnTo>
                  <a:pt x="50" y="45"/>
                </a:lnTo>
                <a:lnTo>
                  <a:pt x="58" y="30"/>
                </a:lnTo>
                <a:moveTo>
                  <a:pt x="73" y="37"/>
                </a:moveTo>
                <a:lnTo>
                  <a:pt x="88" y="45"/>
                </a:lnTo>
                <a:lnTo>
                  <a:pt x="81" y="60"/>
                </a:lnTo>
                <a:lnTo>
                  <a:pt x="65" y="52"/>
                </a:lnTo>
                <a:lnTo>
                  <a:pt x="73" y="37"/>
                </a:lnTo>
                <a:moveTo>
                  <a:pt x="88" y="45"/>
                </a:moveTo>
                <a:lnTo>
                  <a:pt x="103" y="52"/>
                </a:lnTo>
                <a:lnTo>
                  <a:pt x="96" y="68"/>
                </a:lnTo>
                <a:lnTo>
                  <a:pt x="81" y="60"/>
                </a:lnTo>
                <a:lnTo>
                  <a:pt x="88" y="45"/>
                </a:lnTo>
                <a:moveTo>
                  <a:pt x="103" y="52"/>
                </a:moveTo>
                <a:lnTo>
                  <a:pt x="118" y="60"/>
                </a:lnTo>
                <a:lnTo>
                  <a:pt x="111" y="75"/>
                </a:lnTo>
                <a:lnTo>
                  <a:pt x="96" y="68"/>
                </a:lnTo>
                <a:lnTo>
                  <a:pt x="103" y="52"/>
                </a:lnTo>
                <a:moveTo>
                  <a:pt x="118" y="60"/>
                </a:moveTo>
                <a:lnTo>
                  <a:pt x="134" y="68"/>
                </a:lnTo>
                <a:lnTo>
                  <a:pt x="126" y="83"/>
                </a:lnTo>
                <a:lnTo>
                  <a:pt x="111" y="75"/>
                </a:lnTo>
                <a:lnTo>
                  <a:pt x="118" y="60"/>
                </a:lnTo>
                <a:moveTo>
                  <a:pt x="134" y="68"/>
                </a:moveTo>
                <a:lnTo>
                  <a:pt x="149" y="75"/>
                </a:lnTo>
                <a:lnTo>
                  <a:pt x="141" y="90"/>
                </a:lnTo>
                <a:lnTo>
                  <a:pt x="126" y="83"/>
                </a:lnTo>
                <a:lnTo>
                  <a:pt x="134" y="68"/>
                </a:lnTo>
                <a:moveTo>
                  <a:pt x="149" y="75"/>
                </a:moveTo>
                <a:lnTo>
                  <a:pt x="165" y="83"/>
                </a:lnTo>
                <a:lnTo>
                  <a:pt x="156" y="98"/>
                </a:lnTo>
                <a:lnTo>
                  <a:pt x="141" y="90"/>
                </a:lnTo>
                <a:lnTo>
                  <a:pt x="149" y="75"/>
                </a:lnTo>
                <a:moveTo>
                  <a:pt x="165" y="83"/>
                </a:moveTo>
                <a:lnTo>
                  <a:pt x="180" y="90"/>
                </a:lnTo>
                <a:lnTo>
                  <a:pt x="172" y="105"/>
                </a:lnTo>
                <a:lnTo>
                  <a:pt x="156" y="98"/>
                </a:lnTo>
                <a:lnTo>
                  <a:pt x="165" y="83"/>
                </a:lnTo>
                <a:moveTo>
                  <a:pt x="180" y="90"/>
                </a:moveTo>
                <a:lnTo>
                  <a:pt x="198" y="99"/>
                </a:lnTo>
                <a:lnTo>
                  <a:pt x="170" y="113"/>
                </a:lnTo>
                <a:lnTo>
                  <a:pt x="163" y="98"/>
                </a:lnTo>
                <a:lnTo>
                  <a:pt x="175" y="92"/>
                </a:lnTo>
                <a:lnTo>
                  <a:pt x="179" y="99"/>
                </a:lnTo>
                <a:lnTo>
                  <a:pt x="175" y="107"/>
                </a:lnTo>
                <a:lnTo>
                  <a:pt x="172" y="105"/>
                </a:lnTo>
                <a:lnTo>
                  <a:pt x="180" y="90"/>
                </a:lnTo>
                <a:moveTo>
                  <a:pt x="170" y="113"/>
                </a:moveTo>
                <a:lnTo>
                  <a:pt x="154" y="121"/>
                </a:lnTo>
                <a:lnTo>
                  <a:pt x="147" y="105"/>
                </a:lnTo>
                <a:lnTo>
                  <a:pt x="163" y="98"/>
                </a:lnTo>
                <a:lnTo>
                  <a:pt x="170" y="113"/>
                </a:lnTo>
                <a:moveTo>
                  <a:pt x="154" y="121"/>
                </a:moveTo>
                <a:lnTo>
                  <a:pt x="139" y="128"/>
                </a:lnTo>
                <a:lnTo>
                  <a:pt x="131" y="113"/>
                </a:lnTo>
                <a:lnTo>
                  <a:pt x="147" y="105"/>
                </a:lnTo>
                <a:lnTo>
                  <a:pt x="154" y="121"/>
                </a:lnTo>
                <a:moveTo>
                  <a:pt x="139" y="128"/>
                </a:moveTo>
                <a:lnTo>
                  <a:pt x="124" y="136"/>
                </a:lnTo>
                <a:lnTo>
                  <a:pt x="116" y="121"/>
                </a:lnTo>
                <a:lnTo>
                  <a:pt x="131" y="113"/>
                </a:lnTo>
                <a:lnTo>
                  <a:pt x="139" y="128"/>
                </a:lnTo>
                <a:moveTo>
                  <a:pt x="124" y="136"/>
                </a:moveTo>
                <a:lnTo>
                  <a:pt x="109" y="143"/>
                </a:lnTo>
                <a:lnTo>
                  <a:pt x="101" y="128"/>
                </a:lnTo>
                <a:lnTo>
                  <a:pt x="116" y="121"/>
                </a:lnTo>
                <a:lnTo>
                  <a:pt x="124" y="136"/>
                </a:lnTo>
                <a:moveTo>
                  <a:pt x="109" y="143"/>
                </a:moveTo>
                <a:lnTo>
                  <a:pt x="94" y="151"/>
                </a:lnTo>
                <a:lnTo>
                  <a:pt x="86" y="136"/>
                </a:lnTo>
                <a:lnTo>
                  <a:pt x="101" y="128"/>
                </a:lnTo>
                <a:lnTo>
                  <a:pt x="109" y="143"/>
                </a:lnTo>
                <a:moveTo>
                  <a:pt x="94" y="151"/>
                </a:moveTo>
                <a:lnTo>
                  <a:pt x="78" y="158"/>
                </a:lnTo>
                <a:lnTo>
                  <a:pt x="71" y="143"/>
                </a:lnTo>
                <a:lnTo>
                  <a:pt x="86" y="136"/>
                </a:lnTo>
                <a:lnTo>
                  <a:pt x="94" y="151"/>
                </a:lnTo>
                <a:moveTo>
                  <a:pt x="78" y="158"/>
                </a:moveTo>
                <a:lnTo>
                  <a:pt x="63" y="166"/>
                </a:lnTo>
                <a:lnTo>
                  <a:pt x="56" y="151"/>
                </a:lnTo>
                <a:lnTo>
                  <a:pt x="71" y="143"/>
                </a:lnTo>
                <a:lnTo>
                  <a:pt x="78" y="158"/>
                </a:lnTo>
                <a:moveTo>
                  <a:pt x="63" y="166"/>
                </a:moveTo>
                <a:lnTo>
                  <a:pt x="48" y="174"/>
                </a:lnTo>
                <a:lnTo>
                  <a:pt x="41" y="158"/>
                </a:lnTo>
                <a:lnTo>
                  <a:pt x="56" y="151"/>
                </a:lnTo>
                <a:lnTo>
                  <a:pt x="63" y="166"/>
                </a:lnTo>
                <a:moveTo>
                  <a:pt x="48" y="174"/>
                </a:moveTo>
                <a:lnTo>
                  <a:pt x="33" y="181"/>
                </a:lnTo>
                <a:lnTo>
                  <a:pt x="25" y="166"/>
                </a:lnTo>
                <a:lnTo>
                  <a:pt x="41" y="158"/>
                </a:lnTo>
                <a:lnTo>
                  <a:pt x="48" y="174"/>
                </a:lnTo>
                <a:moveTo>
                  <a:pt x="33" y="181"/>
                </a:moveTo>
                <a:lnTo>
                  <a:pt x="18" y="189"/>
                </a:lnTo>
                <a:lnTo>
                  <a:pt x="10" y="174"/>
                </a:lnTo>
                <a:lnTo>
                  <a:pt x="25" y="166"/>
                </a:lnTo>
                <a:lnTo>
                  <a:pt x="33" y="181"/>
                </a:lnTo>
                <a:moveTo>
                  <a:pt x="18" y="189"/>
                </a:moveTo>
                <a:lnTo>
                  <a:pt x="0" y="198"/>
                </a:lnTo>
                <a:lnTo>
                  <a:pt x="0" y="173"/>
                </a:lnTo>
                <a:lnTo>
                  <a:pt x="17" y="173"/>
                </a:lnTo>
                <a:lnTo>
                  <a:pt x="17" y="184"/>
                </a:lnTo>
                <a:lnTo>
                  <a:pt x="9" y="184"/>
                </a:lnTo>
                <a:lnTo>
                  <a:pt x="5" y="176"/>
                </a:lnTo>
                <a:lnTo>
                  <a:pt x="10" y="174"/>
                </a:lnTo>
                <a:lnTo>
                  <a:pt x="18" y="189"/>
                </a:lnTo>
                <a:moveTo>
                  <a:pt x="0" y="173"/>
                </a:moveTo>
                <a:lnTo>
                  <a:pt x="0" y="156"/>
                </a:lnTo>
                <a:lnTo>
                  <a:pt x="17" y="156"/>
                </a:lnTo>
                <a:lnTo>
                  <a:pt x="17" y="173"/>
                </a:lnTo>
                <a:lnTo>
                  <a:pt x="0" y="173"/>
                </a:lnTo>
                <a:moveTo>
                  <a:pt x="0" y="156"/>
                </a:moveTo>
                <a:lnTo>
                  <a:pt x="0" y="139"/>
                </a:lnTo>
                <a:lnTo>
                  <a:pt x="17" y="139"/>
                </a:lnTo>
                <a:lnTo>
                  <a:pt x="17" y="156"/>
                </a:lnTo>
                <a:lnTo>
                  <a:pt x="0" y="156"/>
                </a:lnTo>
                <a:moveTo>
                  <a:pt x="0" y="139"/>
                </a:moveTo>
                <a:lnTo>
                  <a:pt x="0" y="122"/>
                </a:lnTo>
                <a:lnTo>
                  <a:pt x="17" y="122"/>
                </a:lnTo>
                <a:lnTo>
                  <a:pt x="17" y="139"/>
                </a:lnTo>
                <a:lnTo>
                  <a:pt x="0" y="139"/>
                </a:lnTo>
                <a:moveTo>
                  <a:pt x="0" y="122"/>
                </a:moveTo>
                <a:lnTo>
                  <a:pt x="0" y="105"/>
                </a:lnTo>
                <a:lnTo>
                  <a:pt x="17" y="105"/>
                </a:lnTo>
                <a:lnTo>
                  <a:pt x="17" y="122"/>
                </a:lnTo>
                <a:lnTo>
                  <a:pt x="0" y="122"/>
                </a:lnTo>
                <a:moveTo>
                  <a:pt x="0" y="105"/>
                </a:moveTo>
                <a:lnTo>
                  <a:pt x="0" y="88"/>
                </a:lnTo>
                <a:lnTo>
                  <a:pt x="17" y="88"/>
                </a:lnTo>
                <a:lnTo>
                  <a:pt x="17" y="105"/>
                </a:lnTo>
                <a:lnTo>
                  <a:pt x="0" y="105"/>
                </a:lnTo>
                <a:moveTo>
                  <a:pt x="0" y="88"/>
                </a:moveTo>
                <a:lnTo>
                  <a:pt x="0" y="72"/>
                </a:lnTo>
                <a:lnTo>
                  <a:pt x="17" y="72"/>
                </a:lnTo>
                <a:lnTo>
                  <a:pt x="17" y="88"/>
                </a:lnTo>
                <a:lnTo>
                  <a:pt x="0" y="88"/>
                </a:lnTo>
                <a:moveTo>
                  <a:pt x="0" y="72"/>
                </a:moveTo>
                <a:lnTo>
                  <a:pt x="0" y="55"/>
                </a:lnTo>
                <a:lnTo>
                  <a:pt x="17" y="55"/>
                </a:lnTo>
                <a:lnTo>
                  <a:pt x="17" y="72"/>
                </a:lnTo>
                <a:lnTo>
                  <a:pt x="0" y="72"/>
                </a:lnTo>
                <a:moveTo>
                  <a:pt x="0" y="55"/>
                </a:moveTo>
                <a:lnTo>
                  <a:pt x="0" y="38"/>
                </a:lnTo>
                <a:lnTo>
                  <a:pt x="17" y="38"/>
                </a:lnTo>
                <a:lnTo>
                  <a:pt x="17" y="55"/>
                </a:lnTo>
                <a:lnTo>
                  <a:pt x="0" y="55"/>
                </a:lnTo>
                <a:moveTo>
                  <a:pt x="0" y="38"/>
                </a:moveTo>
                <a:lnTo>
                  <a:pt x="0" y="21"/>
                </a:lnTo>
                <a:lnTo>
                  <a:pt x="17" y="21"/>
                </a:lnTo>
                <a:lnTo>
                  <a:pt x="17" y="38"/>
                </a:lnTo>
                <a:lnTo>
                  <a:pt x="0" y="38"/>
                </a:lnTo>
                <a:moveTo>
                  <a:pt x="0" y="21"/>
                </a:moveTo>
                <a:lnTo>
                  <a:pt x="0" y="0"/>
                </a:lnTo>
                <a:lnTo>
                  <a:pt x="28" y="15"/>
                </a:lnTo>
                <a:lnTo>
                  <a:pt x="20" y="30"/>
                </a:lnTo>
                <a:lnTo>
                  <a:pt x="5" y="22"/>
                </a:lnTo>
                <a:lnTo>
                  <a:pt x="9" y="15"/>
                </a:lnTo>
                <a:lnTo>
                  <a:pt x="17" y="15"/>
                </a:lnTo>
                <a:lnTo>
                  <a:pt x="17" y="21"/>
                </a:lnTo>
                <a:lnTo>
                  <a:pt x="0" y="2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6554160" y="2499120"/>
            <a:ext cx="609840" cy="183240"/>
          </a:xfrm>
          <a:custGeom>
            <a:avLst/>
            <a:gdLst/>
            <a:ahLst/>
            <a:rect l="0" t="0" r="r" b="b"/>
            <a:pathLst>
              <a:path w="1694" h="509">
                <a:moveTo>
                  <a:pt x="0" y="0"/>
                </a:moveTo>
                <a:lnTo>
                  <a:pt x="1694" y="0"/>
                </a:lnTo>
                <a:lnTo>
                  <a:pt x="1694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6554160" y="2499120"/>
            <a:ext cx="609840" cy="183240"/>
          </a:xfrm>
          <a:custGeom>
            <a:avLst/>
            <a:gdLst/>
            <a:ahLst/>
            <a:rect l="0" t="0" r="r" b="b"/>
            <a:pathLst>
              <a:path w="1694" h="509">
                <a:moveTo>
                  <a:pt x="0" y="0"/>
                </a:moveTo>
                <a:lnTo>
                  <a:pt x="1694" y="0"/>
                </a:lnTo>
                <a:lnTo>
                  <a:pt x="1694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4352400" y="1944360"/>
            <a:ext cx="1358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6340680" y="3291480"/>
            <a:ext cx="1036800" cy="183240"/>
          </a:xfrm>
          <a:custGeom>
            <a:avLst/>
            <a:gdLst/>
            <a:ahLst/>
            <a:rect l="0" t="0" r="r" b="b"/>
            <a:pathLst>
              <a:path w="2880" h="509">
                <a:moveTo>
                  <a:pt x="0" y="0"/>
                </a:moveTo>
                <a:lnTo>
                  <a:pt x="2880" y="0"/>
                </a:lnTo>
                <a:lnTo>
                  <a:pt x="288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6340680" y="3291480"/>
            <a:ext cx="1036800" cy="183240"/>
          </a:xfrm>
          <a:custGeom>
            <a:avLst/>
            <a:gdLst/>
            <a:ahLst/>
            <a:rect l="0" t="0" r="r" b="b"/>
            <a:pathLst>
              <a:path w="2880" h="509">
                <a:moveTo>
                  <a:pt x="0" y="0"/>
                </a:moveTo>
                <a:lnTo>
                  <a:pt x="2880" y="0"/>
                </a:lnTo>
                <a:lnTo>
                  <a:pt x="288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6554520" y="2515680"/>
            <a:ext cx="614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803880" y="2400120"/>
            <a:ext cx="5251320" cy="1173600"/>
          </a:xfrm>
          <a:custGeom>
            <a:avLst/>
            <a:gdLst/>
            <a:ahLst/>
            <a:rect l="0" t="0" r="r" b="b"/>
            <a:pathLst>
              <a:path w="14587" h="3260">
                <a:moveTo>
                  <a:pt x="0" y="0"/>
                </a:moveTo>
                <a:lnTo>
                  <a:pt x="14587" y="0"/>
                </a:lnTo>
                <a:lnTo>
                  <a:pt x="14587" y="3260"/>
                </a:lnTo>
                <a:lnTo>
                  <a:pt x="0" y="3260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803880" y="2400120"/>
            <a:ext cx="5251320" cy="1173600"/>
          </a:xfrm>
          <a:custGeom>
            <a:avLst/>
            <a:gdLst/>
            <a:ahLst/>
            <a:rect l="0" t="0" r="r" b="b"/>
            <a:pathLst>
              <a:path w="14587" h="3260">
                <a:moveTo>
                  <a:pt x="0" y="0"/>
                </a:moveTo>
                <a:lnTo>
                  <a:pt x="14587" y="0"/>
                </a:lnTo>
                <a:lnTo>
                  <a:pt x="14587" y="3260"/>
                </a:lnTo>
                <a:lnTo>
                  <a:pt x="0" y="3260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aaaa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341040" y="3308040"/>
            <a:ext cx="1040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107028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107028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783160" y="2416680"/>
            <a:ext cx="1297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276984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276984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29924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446976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/>
          <p:nvPr/>
        </p:nvSpPr>
        <p:spPr>
          <a:xfrm>
            <a:off x="446976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299880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7665120" y="2385000"/>
            <a:ext cx="1589040" cy="411840"/>
          </a:xfrm>
          <a:custGeom>
            <a:avLst/>
            <a:gdLst/>
            <a:ahLst/>
            <a:rect l="0" t="0" r="r" b="b"/>
            <a:pathLst>
              <a:path w="4414" h="1144">
                <a:moveTo>
                  <a:pt x="0" y="0"/>
                </a:moveTo>
                <a:lnTo>
                  <a:pt x="4414" y="0"/>
                </a:lnTo>
                <a:lnTo>
                  <a:pt x="441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7665120" y="2385000"/>
            <a:ext cx="1589040" cy="411840"/>
          </a:xfrm>
          <a:custGeom>
            <a:avLst/>
            <a:gdLst/>
            <a:ahLst/>
            <a:rect l="0" t="0" r="r" b="b"/>
            <a:pathLst>
              <a:path w="4414" h="1144">
                <a:moveTo>
                  <a:pt x="0" y="0"/>
                </a:moveTo>
                <a:lnTo>
                  <a:pt x="4414" y="0"/>
                </a:lnTo>
                <a:lnTo>
                  <a:pt x="441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469836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7662960" y="3177360"/>
            <a:ext cx="1593360" cy="411840"/>
          </a:xfrm>
          <a:custGeom>
            <a:avLst/>
            <a:gdLst/>
            <a:ahLst/>
            <a:rect l="0" t="0" r="r" b="b"/>
            <a:pathLst>
              <a:path w="4426" h="1144">
                <a:moveTo>
                  <a:pt x="0" y="0"/>
                </a:moveTo>
                <a:lnTo>
                  <a:pt x="4426" y="0"/>
                </a:lnTo>
                <a:lnTo>
                  <a:pt x="4426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7662960" y="3177360"/>
            <a:ext cx="1593360" cy="411840"/>
          </a:xfrm>
          <a:custGeom>
            <a:avLst/>
            <a:gdLst/>
            <a:ahLst/>
            <a:rect l="0" t="0" r="r" b="b"/>
            <a:pathLst>
              <a:path w="4426" h="1144">
                <a:moveTo>
                  <a:pt x="0" y="0"/>
                </a:moveTo>
                <a:lnTo>
                  <a:pt x="4426" y="0"/>
                </a:lnTo>
                <a:lnTo>
                  <a:pt x="4426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7894080" y="2515680"/>
            <a:ext cx="1131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891560" y="3308040"/>
            <a:ext cx="113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Interactiepatronen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07" name=""/>
          <p:cNvSpPr/>
          <p:nvPr/>
        </p:nvSpPr>
        <p:spPr>
          <a:xfrm>
            <a:off x="2213640" y="3059640"/>
            <a:ext cx="654120" cy="0"/>
          </a:xfrm>
          <a:custGeom>
            <a:avLst/>
            <a:gdLst/>
            <a:ahLst/>
            <a:rect l="0" t="0" r="r" b="b"/>
            <a:pathLst>
              <a:path fill="none" w="1817" h="0">
                <a:moveTo>
                  <a:pt x="0" y="0"/>
                </a:moveTo>
                <a:lnTo>
                  <a:pt x="158" y="0"/>
                </a:lnTo>
                <a:cubicBezTo>
                  <a:pt x="316" y="0"/>
                  <a:pt x="632" y="0"/>
                  <a:pt x="935" y="0"/>
                </a:cubicBezTo>
                <a:cubicBezTo>
                  <a:pt x="1237" y="0"/>
                  <a:pt x="1527" y="0"/>
                  <a:pt x="1672" y="0"/>
                </a:cubicBezTo>
                <a:lnTo>
                  <a:pt x="1817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2838960" y="303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8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2836080" y="302652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9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9" y="34"/>
                </a:moveTo>
                <a:lnTo>
                  <a:pt x="83" y="41"/>
                </a:lnTo>
                <a:lnTo>
                  <a:pt x="76" y="55"/>
                </a:lnTo>
                <a:lnTo>
                  <a:pt x="61" y="48"/>
                </a:lnTo>
                <a:lnTo>
                  <a:pt x="69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6" y="55"/>
                </a:lnTo>
                <a:lnTo>
                  <a:pt x="83" y="41"/>
                </a:lnTo>
                <a:moveTo>
                  <a:pt x="97" y="48"/>
                </a:moveTo>
                <a:lnTo>
                  <a:pt x="111" y="55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5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5"/>
                </a:lnTo>
                <a:moveTo>
                  <a:pt x="125" y="63"/>
                </a:moveTo>
                <a:lnTo>
                  <a:pt x="141" y="70"/>
                </a:lnTo>
                <a:lnTo>
                  <a:pt x="133" y="84"/>
                </a:lnTo>
                <a:lnTo>
                  <a:pt x="118" y="77"/>
                </a:lnTo>
                <a:lnTo>
                  <a:pt x="125" y="63"/>
                </a:lnTo>
                <a:moveTo>
                  <a:pt x="141" y="70"/>
                </a:moveTo>
                <a:lnTo>
                  <a:pt x="155" y="77"/>
                </a:lnTo>
                <a:lnTo>
                  <a:pt x="148" y="91"/>
                </a:lnTo>
                <a:lnTo>
                  <a:pt x="133" y="84"/>
                </a:lnTo>
                <a:lnTo>
                  <a:pt x="141" y="70"/>
                </a:lnTo>
                <a:moveTo>
                  <a:pt x="155" y="77"/>
                </a:moveTo>
                <a:lnTo>
                  <a:pt x="169" y="84"/>
                </a:lnTo>
                <a:lnTo>
                  <a:pt x="162" y="98"/>
                </a:lnTo>
                <a:lnTo>
                  <a:pt x="148" y="91"/>
                </a:lnTo>
                <a:lnTo>
                  <a:pt x="155" y="77"/>
                </a:lnTo>
                <a:moveTo>
                  <a:pt x="169" y="84"/>
                </a:moveTo>
                <a:lnTo>
                  <a:pt x="186" y="92"/>
                </a:lnTo>
                <a:lnTo>
                  <a:pt x="160" y="105"/>
                </a:lnTo>
                <a:lnTo>
                  <a:pt x="153" y="91"/>
                </a:lnTo>
                <a:lnTo>
                  <a:pt x="164" y="85"/>
                </a:lnTo>
                <a:lnTo>
                  <a:pt x="168" y="92"/>
                </a:lnTo>
                <a:lnTo>
                  <a:pt x="164" y="99"/>
                </a:lnTo>
                <a:lnTo>
                  <a:pt x="162" y="98"/>
                </a:lnTo>
                <a:lnTo>
                  <a:pt x="169" y="84"/>
                </a:lnTo>
                <a:moveTo>
                  <a:pt x="160" y="105"/>
                </a:moveTo>
                <a:lnTo>
                  <a:pt x="146" y="112"/>
                </a:lnTo>
                <a:lnTo>
                  <a:pt x="139" y="98"/>
                </a:lnTo>
                <a:lnTo>
                  <a:pt x="153" y="91"/>
                </a:lnTo>
                <a:lnTo>
                  <a:pt x="160" y="105"/>
                </a:lnTo>
                <a:moveTo>
                  <a:pt x="146" y="112"/>
                </a:moveTo>
                <a:lnTo>
                  <a:pt x="131" y="119"/>
                </a:lnTo>
                <a:lnTo>
                  <a:pt x="123" y="105"/>
                </a:lnTo>
                <a:lnTo>
                  <a:pt x="139" y="98"/>
                </a:lnTo>
                <a:lnTo>
                  <a:pt x="146" y="112"/>
                </a:lnTo>
                <a:moveTo>
                  <a:pt x="131" y="119"/>
                </a:moveTo>
                <a:lnTo>
                  <a:pt x="116" y="126"/>
                </a:lnTo>
                <a:lnTo>
                  <a:pt x="109" y="112"/>
                </a:lnTo>
                <a:lnTo>
                  <a:pt x="123" y="105"/>
                </a:lnTo>
                <a:lnTo>
                  <a:pt x="131" y="119"/>
                </a:lnTo>
                <a:moveTo>
                  <a:pt x="116" y="126"/>
                </a:moveTo>
                <a:lnTo>
                  <a:pt x="102" y="134"/>
                </a:lnTo>
                <a:lnTo>
                  <a:pt x="95" y="119"/>
                </a:lnTo>
                <a:lnTo>
                  <a:pt x="109" y="112"/>
                </a:lnTo>
                <a:lnTo>
                  <a:pt x="116" y="126"/>
                </a:lnTo>
                <a:moveTo>
                  <a:pt x="102" y="134"/>
                </a:moveTo>
                <a:lnTo>
                  <a:pt x="88" y="141"/>
                </a:lnTo>
                <a:lnTo>
                  <a:pt x="81" y="126"/>
                </a:lnTo>
                <a:lnTo>
                  <a:pt x="95" y="119"/>
                </a:lnTo>
                <a:lnTo>
                  <a:pt x="102" y="134"/>
                </a:lnTo>
                <a:moveTo>
                  <a:pt x="88" y="141"/>
                </a:moveTo>
                <a:lnTo>
                  <a:pt x="74" y="148"/>
                </a:lnTo>
                <a:lnTo>
                  <a:pt x="67" y="134"/>
                </a:lnTo>
                <a:lnTo>
                  <a:pt x="81" y="126"/>
                </a:lnTo>
                <a:lnTo>
                  <a:pt x="88" y="141"/>
                </a:lnTo>
                <a:moveTo>
                  <a:pt x="74" y="148"/>
                </a:moveTo>
                <a:lnTo>
                  <a:pt x="59" y="156"/>
                </a:lnTo>
                <a:lnTo>
                  <a:pt x="52" y="141"/>
                </a:lnTo>
                <a:lnTo>
                  <a:pt x="67" y="134"/>
                </a:lnTo>
                <a:lnTo>
                  <a:pt x="74" y="148"/>
                </a:lnTo>
                <a:moveTo>
                  <a:pt x="59" y="156"/>
                </a:moveTo>
                <a:lnTo>
                  <a:pt x="45" y="163"/>
                </a:lnTo>
                <a:lnTo>
                  <a:pt x="38" y="148"/>
                </a:lnTo>
                <a:lnTo>
                  <a:pt x="52" y="141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8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3"/>
                </a:lnTo>
                <a:lnTo>
                  <a:pt x="8" y="173"/>
                </a:lnTo>
                <a:lnTo>
                  <a:pt x="5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0"/>
                </a:lnTo>
                <a:lnTo>
                  <a:pt x="16" y="130"/>
                </a:lnTo>
                <a:lnTo>
                  <a:pt x="16" y="146"/>
                </a:lnTo>
                <a:lnTo>
                  <a:pt x="0" y="146"/>
                </a:lnTo>
                <a:moveTo>
                  <a:pt x="0" y="130"/>
                </a:moveTo>
                <a:lnTo>
                  <a:pt x="0" y="114"/>
                </a:lnTo>
                <a:lnTo>
                  <a:pt x="16" y="114"/>
                </a:lnTo>
                <a:lnTo>
                  <a:pt x="16" y="130"/>
                </a:lnTo>
                <a:lnTo>
                  <a:pt x="0" y="130"/>
                </a:lnTo>
                <a:moveTo>
                  <a:pt x="0" y="114"/>
                </a:moveTo>
                <a:lnTo>
                  <a:pt x="0" y="98"/>
                </a:lnTo>
                <a:lnTo>
                  <a:pt x="16" y="98"/>
                </a:lnTo>
                <a:lnTo>
                  <a:pt x="16" y="114"/>
                </a:lnTo>
                <a:lnTo>
                  <a:pt x="0" y="114"/>
                </a:lnTo>
                <a:moveTo>
                  <a:pt x="0" y="98"/>
                </a:moveTo>
                <a:lnTo>
                  <a:pt x="0" y="82"/>
                </a:lnTo>
                <a:lnTo>
                  <a:pt x="16" y="82"/>
                </a:lnTo>
                <a:lnTo>
                  <a:pt x="16" y="98"/>
                </a:lnTo>
                <a:lnTo>
                  <a:pt x="0" y="98"/>
                </a:lnTo>
                <a:moveTo>
                  <a:pt x="0" y="82"/>
                </a:moveTo>
                <a:lnTo>
                  <a:pt x="0" y="66"/>
                </a:lnTo>
                <a:lnTo>
                  <a:pt x="16" y="66"/>
                </a:lnTo>
                <a:lnTo>
                  <a:pt x="16" y="82"/>
                </a:lnTo>
                <a:lnTo>
                  <a:pt x="0" y="82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4"/>
                </a:lnTo>
                <a:lnTo>
                  <a:pt x="16" y="34"/>
                </a:lnTo>
                <a:lnTo>
                  <a:pt x="16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6" y="19"/>
                </a:lnTo>
                <a:lnTo>
                  <a:pt x="16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4596120" y="3059640"/>
            <a:ext cx="1046520" cy="0"/>
          </a:xfrm>
          <a:custGeom>
            <a:avLst/>
            <a:gdLst/>
            <a:ahLst/>
            <a:rect l="0" t="0" r="r" b="b"/>
            <a:pathLst>
              <a:path fill="none" w="2907" h="0">
                <a:moveTo>
                  <a:pt x="0" y="0"/>
                </a:moveTo>
                <a:lnTo>
                  <a:pt x="249" y="0"/>
                </a:lnTo>
                <a:cubicBezTo>
                  <a:pt x="498" y="0"/>
                  <a:pt x="996" y="0"/>
                  <a:pt x="1480" y="0"/>
                </a:cubicBezTo>
                <a:cubicBezTo>
                  <a:pt x="1964" y="0"/>
                  <a:pt x="2435" y="0"/>
                  <a:pt x="2671" y="0"/>
                </a:cubicBezTo>
                <a:lnTo>
                  <a:pt x="2907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5613840" y="303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8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5610960" y="302652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9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9" y="34"/>
                </a:moveTo>
                <a:lnTo>
                  <a:pt x="83" y="41"/>
                </a:lnTo>
                <a:lnTo>
                  <a:pt x="76" y="55"/>
                </a:lnTo>
                <a:lnTo>
                  <a:pt x="61" y="48"/>
                </a:lnTo>
                <a:lnTo>
                  <a:pt x="69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6" y="55"/>
                </a:lnTo>
                <a:lnTo>
                  <a:pt x="83" y="41"/>
                </a:lnTo>
                <a:moveTo>
                  <a:pt x="97" y="48"/>
                </a:moveTo>
                <a:lnTo>
                  <a:pt x="111" y="55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5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5"/>
                </a:lnTo>
                <a:moveTo>
                  <a:pt x="125" y="63"/>
                </a:moveTo>
                <a:lnTo>
                  <a:pt x="140" y="70"/>
                </a:lnTo>
                <a:lnTo>
                  <a:pt x="132" y="84"/>
                </a:lnTo>
                <a:lnTo>
                  <a:pt x="118" y="77"/>
                </a:lnTo>
                <a:lnTo>
                  <a:pt x="125" y="63"/>
                </a:lnTo>
                <a:moveTo>
                  <a:pt x="140" y="70"/>
                </a:moveTo>
                <a:lnTo>
                  <a:pt x="155" y="77"/>
                </a:lnTo>
                <a:lnTo>
                  <a:pt x="148" y="91"/>
                </a:lnTo>
                <a:lnTo>
                  <a:pt x="132" y="84"/>
                </a:lnTo>
                <a:lnTo>
                  <a:pt x="140" y="70"/>
                </a:lnTo>
                <a:moveTo>
                  <a:pt x="155" y="77"/>
                </a:moveTo>
                <a:lnTo>
                  <a:pt x="169" y="84"/>
                </a:lnTo>
                <a:lnTo>
                  <a:pt x="162" y="98"/>
                </a:lnTo>
                <a:lnTo>
                  <a:pt x="148" y="91"/>
                </a:lnTo>
                <a:lnTo>
                  <a:pt x="155" y="77"/>
                </a:lnTo>
                <a:moveTo>
                  <a:pt x="169" y="84"/>
                </a:moveTo>
                <a:lnTo>
                  <a:pt x="186" y="92"/>
                </a:lnTo>
                <a:lnTo>
                  <a:pt x="160" y="105"/>
                </a:lnTo>
                <a:lnTo>
                  <a:pt x="153" y="91"/>
                </a:lnTo>
                <a:lnTo>
                  <a:pt x="164" y="85"/>
                </a:lnTo>
                <a:lnTo>
                  <a:pt x="168" y="92"/>
                </a:lnTo>
                <a:lnTo>
                  <a:pt x="164" y="99"/>
                </a:lnTo>
                <a:lnTo>
                  <a:pt x="162" y="98"/>
                </a:lnTo>
                <a:lnTo>
                  <a:pt x="169" y="84"/>
                </a:lnTo>
                <a:moveTo>
                  <a:pt x="160" y="105"/>
                </a:moveTo>
                <a:lnTo>
                  <a:pt x="145" y="112"/>
                </a:lnTo>
                <a:lnTo>
                  <a:pt x="138" y="98"/>
                </a:lnTo>
                <a:lnTo>
                  <a:pt x="153" y="91"/>
                </a:lnTo>
                <a:lnTo>
                  <a:pt x="160" y="105"/>
                </a:lnTo>
                <a:moveTo>
                  <a:pt x="145" y="112"/>
                </a:moveTo>
                <a:lnTo>
                  <a:pt x="130" y="119"/>
                </a:lnTo>
                <a:lnTo>
                  <a:pt x="123" y="105"/>
                </a:lnTo>
                <a:lnTo>
                  <a:pt x="138" y="98"/>
                </a:lnTo>
                <a:lnTo>
                  <a:pt x="145" y="112"/>
                </a:lnTo>
                <a:moveTo>
                  <a:pt x="130" y="119"/>
                </a:moveTo>
                <a:lnTo>
                  <a:pt x="116" y="126"/>
                </a:lnTo>
                <a:lnTo>
                  <a:pt x="109" y="112"/>
                </a:lnTo>
                <a:lnTo>
                  <a:pt x="123" y="105"/>
                </a:lnTo>
                <a:lnTo>
                  <a:pt x="130" y="119"/>
                </a:lnTo>
                <a:moveTo>
                  <a:pt x="116" y="126"/>
                </a:moveTo>
                <a:lnTo>
                  <a:pt x="102" y="134"/>
                </a:lnTo>
                <a:lnTo>
                  <a:pt x="95" y="119"/>
                </a:lnTo>
                <a:lnTo>
                  <a:pt x="109" y="112"/>
                </a:lnTo>
                <a:lnTo>
                  <a:pt x="116" y="126"/>
                </a:lnTo>
                <a:moveTo>
                  <a:pt x="102" y="134"/>
                </a:moveTo>
                <a:lnTo>
                  <a:pt x="88" y="141"/>
                </a:lnTo>
                <a:lnTo>
                  <a:pt x="81" y="126"/>
                </a:lnTo>
                <a:lnTo>
                  <a:pt x="95" y="119"/>
                </a:lnTo>
                <a:lnTo>
                  <a:pt x="102" y="134"/>
                </a:lnTo>
                <a:moveTo>
                  <a:pt x="88" y="141"/>
                </a:moveTo>
                <a:lnTo>
                  <a:pt x="74" y="148"/>
                </a:lnTo>
                <a:lnTo>
                  <a:pt x="67" y="134"/>
                </a:lnTo>
                <a:lnTo>
                  <a:pt x="81" y="126"/>
                </a:lnTo>
                <a:lnTo>
                  <a:pt x="88" y="141"/>
                </a:lnTo>
                <a:moveTo>
                  <a:pt x="74" y="148"/>
                </a:moveTo>
                <a:lnTo>
                  <a:pt x="59" y="156"/>
                </a:lnTo>
                <a:lnTo>
                  <a:pt x="52" y="141"/>
                </a:lnTo>
                <a:lnTo>
                  <a:pt x="67" y="134"/>
                </a:lnTo>
                <a:lnTo>
                  <a:pt x="74" y="148"/>
                </a:lnTo>
                <a:moveTo>
                  <a:pt x="59" y="156"/>
                </a:moveTo>
                <a:lnTo>
                  <a:pt x="45" y="163"/>
                </a:lnTo>
                <a:lnTo>
                  <a:pt x="38" y="148"/>
                </a:lnTo>
                <a:lnTo>
                  <a:pt x="52" y="141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8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3"/>
                </a:lnTo>
                <a:lnTo>
                  <a:pt x="8" y="173"/>
                </a:lnTo>
                <a:lnTo>
                  <a:pt x="5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0"/>
                </a:lnTo>
                <a:lnTo>
                  <a:pt x="16" y="130"/>
                </a:lnTo>
                <a:lnTo>
                  <a:pt x="16" y="146"/>
                </a:lnTo>
                <a:lnTo>
                  <a:pt x="0" y="146"/>
                </a:lnTo>
                <a:moveTo>
                  <a:pt x="0" y="130"/>
                </a:moveTo>
                <a:lnTo>
                  <a:pt x="0" y="114"/>
                </a:lnTo>
                <a:lnTo>
                  <a:pt x="16" y="114"/>
                </a:lnTo>
                <a:lnTo>
                  <a:pt x="16" y="130"/>
                </a:lnTo>
                <a:lnTo>
                  <a:pt x="0" y="130"/>
                </a:lnTo>
                <a:moveTo>
                  <a:pt x="0" y="114"/>
                </a:moveTo>
                <a:lnTo>
                  <a:pt x="0" y="98"/>
                </a:lnTo>
                <a:lnTo>
                  <a:pt x="16" y="98"/>
                </a:lnTo>
                <a:lnTo>
                  <a:pt x="16" y="114"/>
                </a:lnTo>
                <a:lnTo>
                  <a:pt x="0" y="114"/>
                </a:lnTo>
                <a:moveTo>
                  <a:pt x="0" y="98"/>
                </a:moveTo>
                <a:lnTo>
                  <a:pt x="0" y="82"/>
                </a:lnTo>
                <a:lnTo>
                  <a:pt x="16" y="82"/>
                </a:lnTo>
                <a:lnTo>
                  <a:pt x="16" y="98"/>
                </a:lnTo>
                <a:lnTo>
                  <a:pt x="0" y="98"/>
                </a:lnTo>
                <a:moveTo>
                  <a:pt x="0" y="82"/>
                </a:moveTo>
                <a:lnTo>
                  <a:pt x="0" y="66"/>
                </a:lnTo>
                <a:lnTo>
                  <a:pt x="16" y="66"/>
                </a:lnTo>
                <a:lnTo>
                  <a:pt x="16" y="82"/>
                </a:lnTo>
                <a:lnTo>
                  <a:pt x="0" y="82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4"/>
                </a:lnTo>
                <a:lnTo>
                  <a:pt x="16" y="34"/>
                </a:lnTo>
                <a:lnTo>
                  <a:pt x="16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6" y="19"/>
                </a:lnTo>
                <a:lnTo>
                  <a:pt x="16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6980040" y="2688120"/>
            <a:ext cx="1302840" cy="187560"/>
          </a:xfrm>
          <a:custGeom>
            <a:avLst/>
            <a:gdLst/>
            <a:ahLst/>
            <a:rect l="0" t="0" r="r" b="b"/>
            <a:pathLst>
              <a:path fill="none" w="3619" h="521">
                <a:moveTo>
                  <a:pt x="0" y="521"/>
                </a:moveTo>
                <a:lnTo>
                  <a:pt x="308" y="435"/>
                </a:lnTo>
                <a:cubicBezTo>
                  <a:pt x="617" y="348"/>
                  <a:pt x="1232" y="175"/>
                  <a:pt x="1835" y="88"/>
                </a:cubicBezTo>
                <a:cubicBezTo>
                  <a:pt x="2438" y="0"/>
                  <a:pt x="3029" y="0"/>
                  <a:pt x="3324" y="0"/>
                </a:cubicBezTo>
                <a:lnTo>
                  <a:pt x="3619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8254080" y="2659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79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8251200" y="2655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8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8" y="34"/>
                </a:moveTo>
                <a:lnTo>
                  <a:pt x="83" y="41"/>
                </a:lnTo>
                <a:lnTo>
                  <a:pt x="75" y="56"/>
                </a:lnTo>
                <a:lnTo>
                  <a:pt x="61" y="48"/>
                </a:lnTo>
                <a:lnTo>
                  <a:pt x="68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5" y="56"/>
                </a:lnTo>
                <a:lnTo>
                  <a:pt x="83" y="41"/>
                </a:lnTo>
                <a:moveTo>
                  <a:pt x="97" y="48"/>
                </a:moveTo>
                <a:lnTo>
                  <a:pt x="111" y="56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6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6"/>
                </a:lnTo>
                <a:moveTo>
                  <a:pt x="125" y="63"/>
                </a:moveTo>
                <a:lnTo>
                  <a:pt x="139" y="70"/>
                </a:lnTo>
                <a:lnTo>
                  <a:pt x="132" y="85"/>
                </a:lnTo>
                <a:lnTo>
                  <a:pt x="118" y="77"/>
                </a:lnTo>
                <a:lnTo>
                  <a:pt x="125" y="63"/>
                </a:lnTo>
                <a:moveTo>
                  <a:pt x="139" y="70"/>
                </a:moveTo>
                <a:lnTo>
                  <a:pt x="154" y="77"/>
                </a:lnTo>
                <a:lnTo>
                  <a:pt x="146" y="92"/>
                </a:lnTo>
                <a:lnTo>
                  <a:pt x="132" y="85"/>
                </a:lnTo>
                <a:lnTo>
                  <a:pt x="139" y="70"/>
                </a:lnTo>
                <a:moveTo>
                  <a:pt x="154" y="77"/>
                </a:moveTo>
                <a:lnTo>
                  <a:pt x="168" y="85"/>
                </a:lnTo>
                <a:lnTo>
                  <a:pt x="161" y="99"/>
                </a:lnTo>
                <a:lnTo>
                  <a:pt x="146" y="92"/>
                </a:lnTo>
                <a:lnTo>
                  <a:pt x="154" y="77"/>
                </a:lnTo>
                <a:moveTo>
                  <a:pt x="168" y="85"/>
                </a:moveTo>
                <a:lnTo>
                  <a:pt x="186" y="93"/>
                </a:lnTo>
                <a:lnTo>
                  <a:pt x="159" y="106"/>
                </a:lnTo>
                <a:lnTo>
                  <a:pt x="152" y="92"/>
                </a:lnTo>
                <a:lnTo>
                  <a:pt x="163" y="86"/>
                </a:lnTo>
                <a:lnTo>
                  <a:pt x="167" y="93"/>
                </a:lnTo>
                <a:lnTo>
                  <a:pt x="163" y="100"/>
                </a:lnTo>
                <a:lnTo>
                  <a:pt x="161" y="99"/>
                </a:lnTo>
                <a:lnTo>
                  <a:pt x="168" y="85"/>
                </a:lnTo>
                <a:moveTo>
                  <a:pt x="159" y="106"/>
                </a:moveTo>
                <a:lnTo>
                  <a:pt x="144" y="113"/>
                </a:lnTo>
                <a:lnTo>
                  <a:pt x="137" y="99"/>
                </a:lnTo>
                <a:lnTo>
                  <a:pt x="152" y="92"/>
                </a:lnTo>
                <a:lnTo>
                  <a:pt x="159" y="106"/>
                </a:lnTo>
                <a:moveTo>
                  <a:pt x="144" y="113"/>
                </a:moveTo>
                <a:lnTo>
                  <a:pt x="130" y="120"/>
                </a:lnTo>
                <a:lnTo>
                  <a:pt x="123" y="106"/>
                </a:lnTo>
                <a:lnTo>
                  <a:pt x="137" y="99"/>
                </a:lnTo>
                <a:lnTo>
                  <a:pt x="144" y="113"/>
                </a:lnTo>
                <a:moveTo>
                  <a:pt x="130" y="120"/>
                </a:moveTo>
                <a:lnTo>
                  <a:pt x="116" y="128"/>
                </a:lnTo>
                <a:lnTo>
                  <a:pt x="109" y="113"/>
                </a:lnTo>
                <a:lnTo>
                  <a:pt x="123" y="106"/>
                </a:lnTo>
                <a:lnTo>
                  <a:pt x="130" y="120"/>
                </a:lnTo>
                <a:moveTo>
                  <a:pt x="116" y="128"/>
                </a:moveTo>
                <a:lnTo>
                  <a:pt x="102" y="135"/>
                </a:lnTo>
                <a:lnTo>
                  <a:pt x="95" y="120"/>
                </a:lnTo>
                <a:lnTo>
                  <a:pt x="109" y="113"/>
                </a:lnTo>
                <a:lnTo>
                  <a:pt x="116" y="128"/>
                </a:lnTo>
                <a:moveTo>
                  <a:pt x="102" y="135"/>
                </a:moveTo>
                <a:lnTo>
                  <a:pt x="88" y="142"/>
                </a:lnTo>
                <a:lnTo>
                  <a:pt x="81" y="128"/>
                </a:lnTo>
                <a:lnTo>
                  <a:pt x="95" y="120"/>
                </a:lnTo>
                <a:lnTo>
                  <a:pt x="102" y="135"/>
                </a:lnTo>
                <a:moveTo>
                  <a:pt x="88" y="142"/>
                </a:moveTo>
                <a:lnTo>
                  <a:pt x="73" y="149"/>
                </a:lnTo>
                <a:lnTo>
                  <a:pt x="66" y="135"/>
                </a:lnTo>
                <a:lnTo>
                  <a:pt x="81" y="128"/>
                </a:lnTo>
                <a:lnTo>
                  <a:pt x="88" y="142"/>
                </a:lnTo>
                <a:moveTo>
                  <a:pt x="73" y="149"/>
                </a:moveTo>
                <a:lnTo>
                  <a:pt x="59" y="156"/>
                </a:lnTo>
                <a:lnTo>
                  <a:pt x="52" y="142"/>
                </a:lnTo>
                <a:lnTo>
                  <a:pt x="66" y="135"/>
                </a:lnTo>
                <a:lnTo>
                  <a:pt x="73" y="149"/>
                </a:lnTo>
                <a:moveTo>
                  <a:pt x="59" y="156"/>
                </a:moveTo>
                <a:lnTo>
                  <a:pt x="45" y="163"/>
                </a:lnTo>
                <a:lnTo>
                  <a:pt x="38" y="149"/>
                </a:lnTo>
                <a:lnTo>
                  <a:pt x="52" y="142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9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6"/>
                </a:lnTo>
                <a:lnTo>
                  <a:pt x="0" y="163"/>
                </a:lnTo>
                <a:lnTo>
                  <a:pt x="16" y="163"/>
                </a:lnTo>
                <a:lnTo>
                  <a:pt x="16" y="173"/>
                </a:lnTo>
                <a:lnTo>
                  <a:pt x="8" y="173"/>
                </a:lnTo>
                <a:lnTo>
                  <a:pt x="4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3"/>
                </a:moveTo>
                <a:lnTo>
                  <a:pt x="0" y="147"/>
                </a:lnTo>
                <a:lnTo>
                  <a:pt x="16" y="147"/>
                </a:lnTo>
                <a:lnTo>
                  <a:pt x="16" y="163"/>
                </a:lnTo>
                <a:lnTo>
                  <a:pt x="0" y="163"/>
                </a:lnTo>
                <a:moveTo>
                  <a:pt x="0" y="147"/>
                </a:moveTo>
                <a:lnTo>
                  <a:pt x="0" y="131"/>
                </a:lnTo>
                <a:lnTo>
                  <a:pt x="16" y="131"/>
                </a:lnTo>
                <a:lnTo>
                  <a:pt x="16" y="147"/>
                </a:lnTo>
                <a:lnTo>
                  <a:pt x="0" y="147"/>
                </a:lnTo>
                <a:moveTo>
                  <a:pt x="0" y="131"/>
                </a:moveTo>
                <a:lnTo>
                  <a:pt x="0" y="115"/>
                </a:lnTo>
                <a:lnTo>
                  <a:pt x="16" y="115"/>
                </a:lnTo>
                <a:lnTo>
                  <a:pt x="16" y="131"/>
                </a:lnTo>
                <a:lnTo>
                  <a:pt x="0" y="131"/>
                </a:lnTo>
                <a:moveTo>
                  <a:pt x="0" y="115"/>
                </a:moveTo>
                <a:lnTo>
                  <a:pt x="0" y="99"/>
                </a:lnTo>
                <a:lnTo>
                  <a:pt x="16" y="99"/>
                </a:lnTo>
                <a:lnTo>
                  <a:pt x="16" y="115"/>
                </a:lnTo>
                <a:lnTo>
                  <a:pt x="0" y="115"/>
                </a:lnTo>
                <a:moveTo>
                  <a:pt x="0" y="99"/>
                </a:moveTo>
                <a:lnTo>
                  <a:pt x="0" y="83"/>
                </a:lnTo>
                <a:lnTo>
                  <a:pt x="16" y="83"/>
                </a:lnTo>
                <a:lnTo>
                  <a:pt x="16" y="99"/>
                </a:lnTo>
                <a:lnTo>
                  <a:pt x="0" y="99"/>
                </a:lnTo>
                <a:moveTo>
                  <a:pt x="0" y="83"/>
                </a:moveTo>
                <a:lnTo>
                  <a:pt x="0" y="66"/>
                </a:lnTo>
                <a:lnTo>
                  <a:pt x="16" y="66"/>
                </a:lnTo>
                <a:lnTo>
                  <a:pt x="16" y="83"/>
                </a:lnTo>
                <a:lnTo>
                  <a:pt x="0" y="83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5"/>
                </a:lnTo>
                <a:lnTo>
                  <a:pt x="16" y="35"/>
                </a:lnTo>
                <a:lnTo>
                  <a:pt x="16" y="50"/>
                </a:lnTo>
                <a:lnTo>
                  <a:pt x="0" y="50"/>
                </a:lnTo>
                <a:moveTo>
                  <a:pt x="0" y="35"/>
                </a:moveTo>
                <a:lnTo>
                  <a:pt x="0" y="19"/>
                </a:lnTo>
                <a:lnTo>
                  <a:pt x="16" y="19"/>
                </a:lnTo>
                <a:lnTo>
                  <a:pt x="16" y="35"/>
                </a:lnTo>
                <a:lnTo>
                  <a:pt x="0" y="35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4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6980040" y="3243960"/>
            <a:ext cx="1301040" cy="187560"/>
          </a:xfrm>
          <a:custGeom>
            <a:avLst/>
            <a:gdLst/>
            <a:ahLst/>
            <a:rect l="0" t="0" r="r" b="b"/>
            <a:pathLst>
              <a:path fill="none" w="3614" h="521">
                <a:moveTo>
                  <a:pt x="0" y="0"/>
                </a:moveTo>
                <a:lnTo>
                  <a:pt x="308" y="88"/>
                </a:lnTo>
                <a:cubicBezTo>
                  <a:pt x="617" y="175"/>
                  <a:pt x="1232" y="348"/>
                  <a:pt x="1834" y="434"/>
                </a:cubicBezTo>
                <a:cubicBezTo>
                  <a:pt x="2436" y="521"/>
                  <a:pt x="3025" y="521"/>
                  <a:pt x="3319" y="521"/>
                </a:cubicBezTo>
                <a:lnTo>
                  <a:pt x="3614" y="521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8251920" y="3402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0"/>
                </a:moveTo>
                <a:lnTo>
                  <a:pt x="160" y="7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8249040" y="339804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2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8" y="34"/>
                </a:lnTo>
                <a:lnTo>
                  <a:pt x="61" y="49"/>
                </a:lnTo>
                <a:lnTo>
                  <a:pt x="47" y="42"/>
                </a:lnTo>
                <a:lnTo>
                  <a:pt x="54" y="27"/>
                </a:lnTo>
                <a:moveTo>
                  <a:pt x="68" y="34"/>
                </a:moveTo>
                <a:lnTo>
                  <a:pt x="83" y="42"/>
                </a:lnTo>
                <a:lnTo>
                  <a:pt x="76" y="56"/>
                </a:lnTo>
                <a:lnTo>
                  <a:pt x="61" y="49"/>
                </a:lnTo>
                <a:lnTo>
                  <a:pt x="68" y="34"/>
                </a:lnTo>
                <a:moveTo>
                  <a:pt x="83" y="42"/>
                </a:moveTo>
                <a:lnTo>
                  <a:pt x="97" y="49"/>
                </a:lnTo>
                <a:lnTo>
                  <a:pt x="90" y="63"/>
                </a:lnTo>
                <a:lnTo>
                  <a:pt x="76" y="56"/>
                </a:lnTo>
                <a:lnTo>
                  <a:pt x="83" y="42"/>
                </a:lnTo>
                <a:moveTo>
                  <a:pt x="97" y="49"/>
                </a:moveTo>
                <a:lnTo>
                  <a:pt x="111" y="56"/>
                </a:lnTo>
                <a:lnTo>
                  <a:pt x="104" y="71"/>
                </a:lnTo>
                <a:lnTo>
                  <a:pt x="90" y="63"/>
                </a:lnTo>
                <a:lnTo>
                  <a:pt x="97" y="49"/>
                </a:lnTo>
                <a:moveTo>
                  <a:pt x="111" y="56"/>
                </a:moveTo>
                <a:lnTo>
                  <a:pt x="125" y="63"/>
                </a:lnTo>
                <a:lnTo>
                  <a:pt x="118" y="78"/>
                </a:lnTo>
                <a:lnTo>
                  <a:pt x="104" y="71"/>
                </a:lnTo>
                <a:lnTo>
                  <a:pt x="111" y="56"/>
                </a:lnTo>
                <a:moveTo>
                  <a:pt x="125" y="63"/>
                </a:moveTo>
                <a:lnTo>
                  <a:pt x="139" y="71"/>
                </a:lnTo>
                <a:lnTo>
                  <a:pt x="132" y="85"/>
                </a:lnTo>
                <a:lnTo>
                  <a:pt x="118" y="78"/>
                </a:lnTo>
                <a:lnTo>
                  <a:pt x="125" y="63"/>
                </a:lnTo>
                <a:moveTo>
                  <a:pt x="139" y="71"/>
                </a:moveTo>
                <a:lnTo>
                  <a:pt x="154" y="78"/>
                </a:lnTo>
                <a:lnTo>
                  <a:pt x="147" y="92"/>
                </a:lnTo>
                <a:lnTo>
                  <a:pt x="132" y="85"/>
                </a:lnTo>
                <a:lnTo>
                  <a:pt x="139" y="71"/>
                </a:lnTo>
                <a:moveTo>
                  <a:pt x="154" y="78"/>
                </a:moveTo>
                <a:lnTo>
                  <a:pt x="168" y="85"/>
                </a:lnTo>
                <a:lnTo>
                  <a:pt x="161" y="99"/>
                </a:lnTo>
                <a:lnTo>
                  <a:pt x="147" y="92"/>
                </a:lnTo>
                <a:lnTo>
                  <a:pt x="154" y="78"/>
                </a:lnTo>
                <a:moveTo>
                  <a:pt x="168" y="85"/>
                </a:moveTo>
                <a:lnTo>
                  <a:pt x="186" y="93"/>
                </a:lnTo>
                <a:lnTo>
                  <a:pt x="159" y="106"/>
                </a:lnTo>
                <a:lnTo>
                  <a:pt x="152" y="92"/>
                </a:lnTo>
                <a:lnTo>
                  <a:pt x="163" y="86"/>
                </a:lnTo>
                <a:lnTo>
                  <a:pt x="167" y="93"/>
                </a:lnTo>
                <a:lnTo>
                  <a:pt x="163" y="100"/>
                </a:lnTo>
                <a:lnTo>
                  <a:pt x="161" y="99"/>
                </a:lnTo>
                <a:lnTo>
                  <a:pt x="168" y="85"/>
                </a:lnTo>
                <a:moveTo>
                  <a:pt x="159" y="106"/>
                </a:moveTo>
                <a:lnTo>
                  <a:pt x="145" y="113"/>
                </a:lnTo>
                <a:lnTo>
                  <a:pt x="137" y="99"/>
                </a:lnTo>
                <a:lnTo>
                  <a:pt x="152" y="92"/>
                </a:lnTo>
                <a:lnTo>
                  <a:pt x="159" y="106"/>
                </a:lnTo>
                <a:moveTo>
                  <a:pt x="145" y="113"/>
                </a:moveTo>
                <a:lnTo>
                  <a:pt x="130" y="120"/>
                </a:lnTo>
                <a:lnTo>
                  <a:pt x="123" y="106"/>
                </a:lnTo>
                <a:lnTo>
                  <a:pt x="137" y="99"/>
                </a:lnTo>
                <a:lnTo>
                  <a:pt x="145" y="113"/>
                </a:lnTo>
                <a:moveTo>
                  <a:pt x="130" y="120"/>
                </a:moveTo>
                <a:lnTo>
                  <a:pt x="116" y="127"/>
                </a:lnTo>
                <a:lnTo>
                  <a:pt x="109" y="113"/>
                </a:lnTo>
                <a:lnTo>
                  <a:pt x="123" y="106"/>
                </a:lnTo>
                <a:lnTo>
                  <a:pt x="130" y="120"/>
                </a:lnTo>
                <a:moveTo>
                  <a:pt x="116" y="127"/>
                </a:moveTo>
                <a:lnTo>
                  <a:pt x="102" y="134"/>
                </a:lnTo>
                <a:lnTo>
                  <a:pt x="95" y="120"/>
                </a:lnTo>
                <a:lnTo>
                  <a:pt x="109" y="113"/>
                </a:lnTo>
                <a:lnTo>
                  <a:pt x="116" y="127"/>
                </a:lnTo>
                <a:moveTo>
                  <a:pt x="102" y="134"/>
                </a:moveTo>
                <a:lnTo>
                  <a:pt x="88" y="142"/>
                </a:lnTo>
                <a:lnTo>
                  <a:pt x="81" y="127"/>
                </a:lnTo>
                <a:lnTo>
                  <a:pt x="95" y="120"/>
                </a:lnTo>
                <a:lnTo>
                  <a:pt x="102" y="134"/>
                </a:lnTo>
                <a:moveTo>
                  <a:pt x="88" y="142"/>
                </a:moveTo>
                <a:lnTo>
                  <a:pt x="74" y="149"/>
                </a:lnTo>
                <a:lnTo>
                  <a:pt x="66" y="134"/>
                </a:lnTo>
                <a:lnTo>
                  <a:pt x="81" y="127"/>
                </a:lnTo>
                <a:lnTo>
                  <a:pt x="88" y="142"/>
                </a:lnTo>
                <a:moveTo>
                  <a:pt x="74" y="149"/>
                </a:moveTo>
                <a:lnTo>
                  <a:pt x="59" y="156"/>
                </a:lnTo>
                <a:lnTo>
                  <a:pt x="52" y="142"/>
                </a:lnTo>
                <a:lnTo>
                  <a:pt x="66" y="134"/>
                </a:lnTo>
                <a:lnTo>
                  <a:pt x="74" y="149"/>
                </a:lnTo>
                <a:moveTo>
                  <a:pt x="59" y="156"/>
                </a:moveTo>
                <a:lnTo>
                  <a:pt x="45" y="163"/>
                </a:lnTo>
                <a:lnTo>
                  <a:pt x="38" y="149"/>
                </a:lnTo>
                <a:lnTo>
                  <a:pt x="52" y="142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9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2"/>
                </a:lnTo>
                <a:lnTo>
                  <a:pt x="8" y="172"/>
                </a:lnTo>
                <a:lnTo>
                  <a:pt x="5" y="165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1"/>
                </a:lnTo>
                <a:lnTo>
                  <a:pt x="16" y="131"/>
                </a:lnTo>
                <a:lnTo>
                  <a:pt x="16" y="146"/>
                </a:lnTo>
                <a:lnTo>
                  <a:pt x="0" y="146"/>
                </a:lnTo>
                <a:moveTo>
                  <a:pt x="0" y="131"/>
                </a:moveTo>
                <a:lnTo>
                  <a:pt x="0" y="115"/>
                </a:lnTo>
                <a:lnTo>
                  <a:pt x="16" y="115"/>
                </a:lnTo>
                <a:lnTo>
                  <a:pt x="16" y="131"/>
                </a:lnTo>
                <a:lnTo>
                  <a:pt x="0" y="131"/>
                </a:lnTo>
                <a:moveTo>
                  <a:pt x="0" y="115"/>
                </a:moveTo>
                <a:lnTo>
                  <a:pt x="0" y="99"/>
                </a:lnTo>
                <a:lnTo>
                  <a:pt x="16" y="99"/>
                </a:lnTo>
                <a:lnTo>
                  <a:pt x="16" y="115"/>
                </a:lnTo>
                <a:lnTo>
                  <a:pt x="0" y="115"/>
                </a:lnTo>
                <a:moveTo>
                  <a:pt x="0" y="99"/>
                </a:moveTo>
                <a:lnTo>
                  <a:pt x="0" y="83"/>
                </a:lnTo>
                <a:lnTo>
                  <a:pt x="16" y="83"/>
                </a:lnTo>
                <a:lnTo>
                  <a:pt x="16" y="99"/>
                </a:lnTo>
                <a:lnTo>
                  <a:pt x="0" y="99"/>
                </a:lnTo>
                <a:moveTo>
                  <a:pt x="0" y="83"/>
                </a:moveTo>
                <a:lnTo>
                  <a:pt x="0" y="67"/>
                </a:lnTo>
                <a:lnTo>
                  <a:pt x="16" y="67"/>
                </a:lnTo>
                <a:lnTo>
                  <a:pt x="16" y="83"/>
                </a:lnTo>
                <a:lnTo>
                  <a:pt x="0" y="83"/>
                </a:lnTo>
                <a:moveTo>
                  <a:pt x="0" y="67"/>
                </a:moveTo>
                <a:lnTo>
                  <a:pt x="0" y="51"/>
                </a:lnTo>
                <a:lnTo>
                  <a:pt x="16" y="51"/>
                </a:lnTo>
                <a:lnTo>
                  <a:pt x="16" y="67"/>
                </a:lnTo>
                <a:lnTo>
                  <a:pt x="0" y="67"/>
                </a:lnTo>
                <a:moveTo>
                  <a:pt x="0" y="51"/>
                </a:moveTo>
                <a:lnTo>
                  <a:pt x="0" y="34"/>
                </a:lnTo>
                <a:lnTo>
                  <a:pt x="16" y="34"/>
                </a:lnTo>
                <a:lnTo>
                  <a:pt x="16" y="51"/>
                </a:lnTo>
                <a:lnTo>
                  <a:pt x="0" y="51"/>
                </a:lnTo>
                <a:moveTo>
                  <a:pt x="0" y="34"/>
                </a:moveTo>
                <a:lnTo>
                  <a:pt x="0" y="18"/>
                </a:lnTo>
                <a:lnTo>
                  <a:pt x="16" y="18"/>
                </a:lnTo>
                <a:lnTo>
                  <a:pt x="16" y="34"/>
                </a:lnTo>
                <a:lnTo>
                  <a:pt x="0" y="34"/>
                </a:lnTo>
                <a:moveTo>
                  <a:pt x="0" y="18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8"/>
                </a:lnTo>
                <a:lnTo>
                  <a:pt x="0" y="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2392200" y="2973960"/>
            <a:ext cx="329040" cy="171720"/>
          </a:xfrm>
          <a:custGeom>
            <a:avLst/>
            <a:gdLst/>
            <a:ahLst/>
            <a:rect l="0" t="0" r="r" b="b"/>
            <a:pathLst>
              <a:path w="914" h="477">
                <a:moveTo>
                  <a:pt x="0" y="0"/>
                </a:moveTo>
                <a:lnTo>
                  <a:pt x="914" y="0"/>
                </a:lnTo>
                <a:lnTo>
                  <a:pt x="91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2392200" y="2973960"/>
            <a:ext cx="329040" cy="171720"/>
          </a:xfrm>
          <a:custGeom>
            <a:avLst/>
            <a:gdLst/>
            <a:ahLst/>
            <a:rect l="0" t="0" r="r" b="b"/>
            <a:pathLst>
              <a:path w="914" h="477">
                <a:moveTo>
                  <a:pt x="0" y="0"/>
                </a:moveTo>
                <a:lnTo>
                  <a:pt x="914" y="0"/>
                </a:lnTo>
                <a:lnTo>
                  <a:pt x="91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439920" y="1520280"/>
            <a:ext cx="8440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Bouwblokken van de koppelvlakspeciﬁcatie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4774680" y="2973960"/>
            <a:ext cx="714960" cy="171720"/>
          </a:xfrm>
          <a:custGeom>
            <a:avLst/>
            <a:gdLst/>
            <a:ahLst/>
            <a:rect l="0" t="0" r="r" b="b"/>
            <a:pathLst>
              <a:path w="1986" h="477">
                <a:moveTo>
                  <a:pt x="0" y="0"/>
                </a:moveTo>
                <a:lnTo>
                  <a:pt x="1986" y="0"/>
                </a:lnTo>
                <a:lnTo>
                  <a:pt x="1986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4774680" y="2973960"/>
            <a:ext cx="714960" cy="171720"/>
          </a:xfrm>
          <a:custGeom>
            <a:avLst/>
            <a:gdLst/>
            <a:ahLst/>
            <a:rect l="0" t="0" r="r" b="b"/>
            <a:pathLst>
              <a:path w="1986" h="477">
                <a:moveTo>
                  <a:pt x="0" y="0"/>
                </a:moveTo>
                <a:lnTo>
                  <a:pt x="1986" y="0"/>
                </a:lnTo>
                <a:lnTo>
                  <a:pt x="1986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392200" y="2989440"/>
            <a:ext cx="325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7358760" y="2602440"/>
            <a:ext cx="572040" cy="171720"/>
          </a:xfrm>
          <a:custGeom>
            <a:avLst/>
            <a:gdLst/>
            <a:ahLst/>
            <a:rect l="0" t="0" r="r" b="b"/>
            <a:pathLst>
              <a:path w="1589" h="477">
                <a:moveTo>
                  <a:pt x="0" y="0"/>
                </a:moveTo>
                <a:lnTo>
                  <a:pt x="1589" y="0"/>
                </a:lnTo>
                <a:lnTo>
                  <a:pt x="1589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7358760" y="2602440"/>
            <a:ext cx="572040" cy="171720"/>
          </a:xfrm>
          <a:custGeom>
            <a:avLst/>
            <a:gdLst/>
            <a:ahLst/>
            <a:rect l="0" t="0" r="r" b="b"/>
            <a:pathLst>
              <a:path w="1589" h="477">
                <a:moveTo>
                  <a:pt x="0" y="0"/>
                </a:moveTo>
                <a:lnTo>
                  <a:pt x="1589" y="0"/>
                </a:lnTo>
                <a:lnTo>
                  <a:pt x="1589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4775040" y="2989440"/>
            <a:ext cx="717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bevatten elk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7158600" y="3345480"/>
            <a:ext cx="972000" cy="171720"/>
          </a:xfrm>
          <a:custGeom>
            <a:avLst/>
            <a:gdLst/>
            <a:ahLst/>
            <a:rect l="0" t="0" r="r" b="b"/>
            <a:pathLst>
              <a:path w="2700" h="477">
                <a:moveTo>
                  <a:pt x="0" y="0"/>
                </a:moveTo>
                <a:lnTo>
                  <a:pt x="2700" y="0"/>
                </a:lnTo>
                <a:lnTo>
                  <a:pt x="2700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/>
          <p:nvPr/>
        </p:nvSpPr>
        <p:spPr>
          <a:xfrm>
            <a:off x="7158600" y="3345480"/>
            <a:ext cx="972000" cy="171720"/>
          </a:xfrm>
          <a:custGeom>
            <a:avLst/>
            <a:gdLst/>
            <a:ahLst/>
            <a:rect l="0" t="0" r="r" b="b"/>
            <a:pathLst>
              <a:path w="2700" h="477">
                <a:moveTo>
                  <a:pt x="0" y="0"/>
                </a:moveTo>
                <a:lnTo>
                  <a:pt x="2700" y="0"/>
                </a:lnTo>
                <a:lnTo>
                  <a:pt x="2700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359120" y="2617920"/>
            <a:ext cx="5781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514080" y="2866680"/>
            <a:ext cx="1699920" cy="386280"/>
          </a:xfrm>
          <a:custGeom>
            <a:avLst/>
            <a:gdLst/>
            <a:ahLst/>
            <a:rect l="0" t="0" r="r" b="b"/>
            <a:pathLst>
              <a:path w="4722" h="1073">
                <a:moveTo>
                  <a:pt x="0" y="0"/>
                </a:moveTo>
                <a:lnTo>
                  <a:pt x="4722" y="0"/>
                </a:lnTo>
                <a:lnTo>
                  <a:pt x="4722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>
            <a:off x="514080" y="2866680"/>
            <a:ext cx="1699920" cy="386280"/>
          </a:xfrm>
          <a:custGeom>
            <a:avLst/>
            <a:gdLst/>
            <a:ahLst/>
            <a:rect l="0" t="0" r="r" b="b"/>
            <a:pathLst>
              <a:path w="4722" h="1073">
                <a:moveTo>
                  <a:pt x="0" y="0"/>
                </a:moveTo>
                <a:lnTo>
                  <a:pt x="4722" y="0"/>
                </a:lnTo>
                <a:lnTo>
                  <a:pt x="4722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158960" y="3360960"/>
            <a:ext cx="977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2896200" y="2866680"/>
            <a:ext cx="1700280" cy="386280"/>
          </a:xfrm>
          <a:custGeom>
            <a:avLst/>
            <a:gdLst/>
            <a:ahLst/>
            <a:rect l="0" t="0" r="r" b="b"/>
            <a:pathLst>
              <a:path w="4723" h="1073">
                <a:moveTo>
                  <a:pt x="0" y="0"/>
                </a:moveTo>
                <a:lnTo>
                  <a:pt x="4723" y="0"/>
                </a:lnTo>
                <a:lnTo>
                  <a:pt x="4723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2896200" y="2866680"/>
            <a:ext cx="1700280" cy="386280"/>
          </a:xfrm>
          <a:custGeom>
            <a:avLst/>
            <a:gdLst/>
            <a:ahLst/>
            <a:rect l="0" t="0" r="r" b="b"/>
            <a:pathLst>
              <a:path w="4723" h="1073">
                <a:moveTo>
                  <a:pt x="0" y="0"/>
                </a:moveTo>
                <a:lnTo>
                  <a:pt x="4723" y="0"/>
                </a:lnTo>
                <a:lnTo>
                  <a:pt x="4723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728640" y="2989440"/>
            <a:ext cx="12762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5671080" y="2866680"/>
            <a:ext cx="1309320" cy="386280"/>
          </a:xfrm>
          <a:custGeom>
            <a:avLst/>
            <a:gdLst/>
            <a:ahLst/>
            <a:rect l="0" t="0" r="r" b="b"/>
            <a:pathLst>
              <a:path w="3637" h="1073">
                <a:moveTo>
                  <a:pt x="0" y="0"/>
                </a:moveTo>
                <a:lnTo>
                  <a:pt x="3637" y="0"/>
                </a:lnTo>
                <a:lnTo>
                  <a:pt x="363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/>
          <p:nvPr/>
        </p:nvSpPr>
        <p:spPr>
          <a:xfrm>
            <a:off x="5671080" y="2866680"/>
            <a:ext cx="1309320" cy="386280"/>
          </a:xfrm>
          <a:custGeom>
            <a:avLst/>
            <a:gdLst/>
            <a:ahLst/>
            <a:rect l="0" t="0" r="r" b="b"/>
            <a:pathLst>
              <a:path w="3637" h="1073">
                <a:moveTo>
                  <a:pt x="0" y="0"/>
                </a:moveTo>
                <a:lnTo>
                  <a:pt x="3637" y="0"/>
                </a:lnTo>
                <a:lnTo>
                  <a:pt x="363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110760" y="2989440"/>
            <a:ext cx="1279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Koppelingspeciﬁcaties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8311320" y="2495520"/>
            <a:ext cx="1489680" cy="385920"/>
          </a:xfrm>
          <a:custGeom>
            <a:avLst/>
            <a:gdLst/>
            <a:ahLst/>
            <a:rect l="0" t="0" r="r" b="b"/>
            <a:pathLst>
              <a:path w="4138" h="1072">
                <a:moveTo>
                  <a:pt x="0" y="0"/>
                </a:moveTo>
                <a:lnTo>
                  <a:pt x="4138" y="0"/>
                </a:lnTo>
                <a:lnTo>
                  <a:pt x="4138" y="1072"/>
                </a:lnTo>
                <a:lnTo>
                  <a:pt x="0" y="107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8311320" y="2495520"/>
            <a:ext cx="1489680" cy="385920"/>
          </a:xfrm>
          <a:custGeom>
            <a:avLst/>
            <a:gdLst/>
            <a:ahLst/>
            <a:rect l="0" t="0" r="r" b="b"/>
            <a:pathLst>
              <a:path w="4138" h="1072">
                <a:moveTo>
                  <a:pt x="0" y="0"/>
                </a:moveTo>
                <a:lnTo>
                  <a:pt x="4138" y="0"/>
                </a:lnTo>
                <a:lnTo>
                  <a:pt x="4138" y="1072"/>
                </a:lnTo>
                <a:lnTo>
                  <a:pt x="0" y="1072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5885640" y="2989440"/>
            <a:ext cx="883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Berichtstromen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8309160" y="3238200"/>
            <a:ext cx="1494000" cy="386280"/>
          </a:xfrm>
          <a:custGeom>
            <a:avLst/>
            <a:gdLst/>
            <a:ahLst/>
            <a:rect l="0" t="0" r="r" b="b"/>
            <a:pathLst>
              <a:path w="4150" h="1073">
                <a:moveTo>
                  <a:pt x="0" y="0"/>
                </a:moveTo>
                <a:lnTo>
                  <a:pt x="4150" y="0"/>
                </a:lnTo>
                <a:lnTo>
                  <a:pt x="4150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8309160" y="3238200"/>
            <a:ext cx="1494000" cy="386280"/>
          </a:xfrm>
          <a:custGeom>
            <a:avLst/>
            <a:gdLst/>
            <a:ahLst/>
            <a:rect l="0" t="0" r="r" b="b"/>
            <a:pathLst>
              <a:path w="4150" h="1073">
                <a:moveTo>
                  <a:pt x="0" y="0"/>
                </a:moveTo>
                <a:lnTo>
                  <a:pt x="4150" y="0"/>
                </a:lnTo>
                <a:lnTo>
                  <a:pt x="4150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8525880" y="2617920"/>
            <a:ext cx="816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8523720" y="3360960"/>
            <a:ext cx="8524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5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54" name=""/>
          <p:cNvSpPr/>
          <p:nvPr/>
        </p:nvSpPr>
        <p:spPr>
          <a:xfrm>
            <a:off x="456840" y="1857240"/>
            <a:ext cx="3391560" cy="2324520"/>
          </a:xfrm>
          <a:custGeom>
            <a:avLst/>
            <a:gdLst/>
            <a:ahLst/>
            <a:rect l="0" t="0" r="r" b="b"/>
            <a:pathLst>
              <a:path w="9421" h="6457">
                <a:moveTo>
                  <a:pt x="0" y="0"/>
                </a:moveTo>
                <a:lnTo>
                  <a:pt x="9421" y="0"/>
                </a:lnTo>
                <a:lnTo>
                  <a:pt x="9421" y="6457"/>
                </a:lnTo>
                <a:lnTo>
                  <a:pt x="0" y="6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/>
          <p:nvPr/>
        </p:nvSpPr>
        <p:spPr>
          <a:xfrm>
            <a:off x="456840" y="1857240"/>
            <a:ext cx="3391560" cy="38520"/>
          </a:xfrm>
          <a:custGeom>
            <a:avLst/>
            <a:gdLst/>
            <a:ahLst/>
            <a:rect l="0" t="0" r="r" b="b"/>
            <a:pathLst>
              <a:path w="9421" h="107">
                <a:moveTo>
                  <a:pt x="0" y="0"/>
                </a:moveTo>
                <a:lnTo>
                  <a:pt x="9421" y="0"/>
                </a:lnTo>
                <a:lnTo>
                  <a:pt x="942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/>
          <p:nvPr/>
        </p:nvSpPr>
        <p:spPr>
          <a:xfrm>
            <a:off x="456840" y="4171680"/>
            <a:ext cx="3391560" cy="10080"/>
          </a:xfrm>
          <a:custGeom>
            <a:avLst/>
            <a:gdLst/>
            <a:ah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3838320" y="1857240"/>
            <a:ext cx="10080" cy="2324520"/>
          </a:xfrm>
          <a:custGeom>
            <a:avLst/>
            <a:gdLst/>
            <a:ahLst/>
            <a:rect l="0" t="0" r="r" b="b"/>
            <a:pathLst>
              <a:path w="28" h="6457">
                <a:moveTo>
                  <a:pt x="0" y="106"/>
                </a:moveTo>
                <a:lnTo>
                  <a:pt x="0" y="6457"/>
                </a:lnTo>
                <a:lnTo>
                  <a:pt x="28" y="645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456840" y="1857240"/>
            <a:ext cx="10080" cy="2324520"/>
          </a:xfrm>
          <a:custGeom>
            <a:avLst/>
            <a:gdLst/>
            <a:ahLst/>
            <a:rect l="0" t="0" r="r" b="b"/>
            <a:pathLst>
              <a:path w="28" h="6457">
                <a:moveTo>
                  <a:pt x="0" y="0"/>
                </a:moveTo>
                <a:lnTo>
                  <a:pt x="0" y="6457"/>
                </a:lnTo>
                <a:lnTo>
                  <a:pt x="28" y="645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439920" y="1072440"/>
            <a:ext cx="4156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Koppelingspeciﬁcatie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34320" y="2095200"/>
            <a:ext cx="27241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Een benoemde verbinding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34320" y="2418840"/>
            <a:ext cx="212076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tussen twee of meer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34320" y="2752200"/>
            <a:ext cx="298764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componenten die met elkaar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634320" y="3076200"/>
            <a:ext cx="259596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moeten interacteren. Per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34320" y="3409560"/>
            <a:ext cx="32497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interactie bevat zij een lijst van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5375160" y="2991240"/>
            <a:ext cx="223920" cy="0"/>
          </a:xfrm>
          <a:custGeom>
            <a:avLst/>
            <a:gdLst/>
            <a:ahLst/>
            <a:rect l="0" t="0" r="r" b="b"/>
            <a:pathLst>
              <a:path fill="none" w="622" h="0">
                <a:moveTo>
                  <a:pt x="0" y="0"/>
                </a:moveTo>
                <a:lnTo>
                  <a:pt x="52" y="0"/>
                </a:lnTo>
                <a:cubicBezTo>
                  <a:pt x="103" y="0"/>
                  <a:pt x="207" y="0"/>
                  <a:pt x="311" y="0"/>
                </a:cubicBezTo>
                <a:cubicBezTo>
                  <a:pt x="415" y="0"/>
                  <a:pt x="518" y="0"/>
                  <a:pt x="570" y="0"/>
                </a:cubicBezTo>
                <a:lnTo>
                  <a:pt x="622" y="0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5355720" y="2970000"/>
            <a:ext cx="43200" cy="43200"/>
          </a:xfrm>
          <a:custGeom>
            <a:avLst/>
            <a:gdLst/>
            <a:ahLst/>
            <a:rect l="0" t="0" r="r" b="b"/>
            <a:pathLst>
              <a:path w="120" h="120">
                <a:moveTo>
                  <a:pt x="0" y="59"/>
                </a:moveTo>
                <a:lnTo>
                  <a:pt x="120" y="120"/>
                </a:lnTo>
                <a:lnTo>
                  <a:pt x="120" y="0"/>
                </a:lnTo>
                <a:lnTo>
                  <a:pt x="0" y="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5351040" y="2966760"/>
            <a:ext cx="50400" cy="49680"/>
          </a:xfrm>
          <a:custGeom>
            <a:avLst/>
            <a:gdLst/>
            <a:ahLst/>
            <a:rect l="0" t="0" r="r" b="b"/>
            <a:pathLst>
              <a:path w="140" h="138">
                <a:moveTo>
                  <a:pt x="28" y="69"/>
                </a:moveTo>
                <a:lnTo>
                  <a:pt x="38" y="75"/>
                </a:lnTo>
                <a:lnTo>
                  <a:pt x="33" y="85"/>
                </a:lnTo>
                <a:lnTo>
                  <a:pt x="22" y="80"/>
                </a:lnTo>
                <a:lnTo>
                  <a:pt x="28" y="69"/>
                </a:lnTo>
                <a:moveTo>
                  <a:pt x="38" y="75"/>
                </a:moveTo>
                <a:lnTo>
                  <a:pt x="49" y="80"/>
                </a:lnTo>
                <a:lnTo>
                  <a:pt x="44" y="91"/>
                </a:lnTo>
                <a:lnTo>
                  <a:pt x="33" y="85"/>
                </a:lnTo>
                <a:lnTo>
                  <a:pt x="38" y="75"/>
                </a:lnTo>
                <a:moveTo>
                  <a:pt x="49" y="80"/>
                </a:moveTo>
                <a:lnTo>
                  <a:pt x="59" y="85"/>
                </a:lnTo>
                <a:lnTo>
                  <a:pt x="54" y="96"/>
                </a:lnTo>
                <a:lnTo>
                  <a:pt x="44" y="91"/>
                </a:lnTo>
                <a:lnTo>
                  <a:pt x="49" y="80"/>
                </a:lnTo>
                <a:moveTo>
                  <a:pt x="59" y="85"/>
                </a:moveTo>
                <a:lnTo>
                  <a:pt x="70" y="91"/>
                </a:lnTo>
                <a:lnTo>
                  <a:pt x="65" y="101"/>
                </a:lnTo>
                <a:lnTo>
                  <a:pt x="54" y="96"/>
                </a:lnTo>
                <a:lnTo>
                  <a:pt x="59" y="85"/>
                </a:lnTo>
                <a:moveTo>
                  <a:pt x="70" y="91"/>
                </a:moveTo>
                <a:lnTo>
                  <a:pt x="81" y="96"/>
                </a:lnTo>
                <a:lnTo>
                  <a:pt x="75" y="107"/>
                </a:lnTo>
                <a:lnTo>
                  <a:pt x="65" y="101"/>
                </a:lnTo>
                <a:lnTo>
                  <a:pt x="70" y="91"/>
                </a:lnTo>
                <a:moveTo>
                  <a:pt x="81" y="96"/>
                </a:moveTo>
                <a:lnTo>
                  <a:pt x="91" y="101"/>
                </a:lnTo>
                <a:lnTo>
                  <a:pt x="86" y="112"/>
                </a:lnTo>
                <a:lnTo>
                  <a:pt x="75" y="107"/>
                </a:lnTo>
                <a:lnTo>
                  <a:pt x="81" y="96"/>
                </a:lnTo>
                <a:moveTo>
                  <a:pt x="91" y="101"/>
                </a:moveTo>
                <a:lnTo>
                  <a:pt x="102" y="107"/>
                </a:lnTo>
                <a:lnTo>
                  <a:pt x="97" y="117"/>
                </a:lnTo>
                <a:lnTo>
                  <a:pt x="86" y="112"/>
                </a:lnTo>
                <a:lnTo>
                  <a:pt x="91" y="101"/>
                </a:lnTo>
                <a:moveTo>
                  <a:pt x="102" y="107"/>
                </a:moveTo>
                <a:lnTo>
                  <a:pt x="112" y="112"/>
                </a:lnTo>
                <a:lnTo>
                  <a:pt x="107" y="122"/>
                </a:lnTo>
                <a:lnTo>
                  <a:pt x="97" y="117"/>
                </a:lnTo>
                <a:lnTo>
                  <a:pt x="102" y="107"/>
                </a:lnTo>
                <a:moveTo>
                  <a:pt x="112" y="112"/>
                </a:moveTo>
                <a:lnTo>
                  <a:pt x="123" y="117"/>
                </a:lnTo>
                <a:lnTo>
                  <a:pt x="118" y="128"/>
                </a:lnTo>
                <a:lnTo>
                  <a:pt x="107" y="122"/>
                </a:lnTo>
                <a:lnTo>
                  <a:pt x="112" y="112"/>
                </a:lnTo>
                <a:moveTo>
                  <a:pt x="123" y="117"/>
                </a:moveTo>
                <a:lnTo>
                  <a:pt x="134" y="122"/>
                </a:lnTo>
                <a:lnTo>
                  <a:pt x="128" y="133"/>
                </a:lnTo>
                <a:lnTo>
                  <a:pt x="118" y="128"/>
                </a:lnTo>
                <a:lnTo>
                  <a:pt x="123" y="117"/>
                </a:lnTo>
                <a:moveTo>
                  <a:pt x="134" y="122"/>
                </a:moveTo>
                <a:lnTo>
                  <a:pt x="136" y="123"/>
                </a:lnTo>
                <a:lnTo>
                  <a:pt x="133" y="129"/>
                </a:lnTo>
                <a:lnTo>
                  <a:pt x="127" y="129"/>
                </a:lnTo>
                <a:lnTo>
                  <a:pt x="127" y="119"/>
                </a:lnTo>
                <a:lnTo>
                  <a:pt x="140" y="119"/>
                </a:lnTo>
                <a:lnTo>
                  <a:pt x="140" y="138"/>
                </a:lnTo>
                <a:lnTo>
                  <a:pt x="128" y="133"/>
                </a:lnTo>
                <a:lnTo>
                  <a:pt x="134" y="122"/>
                </a:lnTo>
                <a:moveTo>
                  <a:pt x="127" y="119"/>
                </a:moveTo>
                <a:lnTo>
                  <a:pt x="127" y="107"/>
                </a:lnTo>
                <a:lnTo>
                  <a:pt x="140" y="107"/>
                </a:lnTo>
                <a:lnTo>
                  <a:pt x="140" y="119"/>
                </a:lnTo>
                <a:lnTo>
                  <a:pt x="127" y="119"/>
                </a:lnTo>
                <a:moveTo>
                  <a:pt x="127" y="107"/>
                </a:moveTo>
                <a:lnTo>
                  <a:pt x="127" y="95"/>
                </a:lnTo>
                <a:lnTo>
                  <a:pt x="140" y="95"/>
                </a:lnTo>
                <a:lnTo>
                  <a:pt x="140" y="107"/>
                </a:lnTo>
                <a:lnTo>
                  <a:pt x="127" y="107"/>
                </a:lnTo>
                <a:moveTo>
                  <a:pt x="127" y="95"/>
                </a:moveTo>
                <a:lnTo>
                  <a:pt x="127" y="83"/>
                </a:lnTo>
                <a:lnTo>
                  <a:pt x="140" y="83"/>
                </a:lnTo>
                <a:lnTo>
                  <a:pt x="140" y="95"/>
                </a:lnTo>
                <a:lnTo>
                  <a:pt x="127" y="95"/>
                </a:lnTo>
                <a:moveTo>
                  <a:pt x="127" y="83"/>
                </a:moveTo>
                <a:lnTo>
                  <a:pt x="127" y="72"/>
                </a:lnTo>
                <a:lnTo>
                  <a:pt x="140" y="72"/>
                </a:lnTo>
                <a:lnTo>
                  <a:pt x="140" y="83"/>
                </a:lnTo>
                <a:lnTo>
                  <a:pt x="127" y="83"/>
                </a:lnTo>
                <a:moveTo>
                  <a:pt x="127" y="72"/>
                </a:moveTo>
                <a:lnTo>
                  <a:pt x="127" y="60"/>
                </a:lnTo>
                <a:lnTo>
                  <a:pt x="140" y="60"/>
                </a:lnTo>
                <a:lnTo>
                  <a:pt x="140" y="72"/>
                </a:lnTo>
                <a:lnTo>
                  <a:pt x="127" y="72"/>
                </a:lnTo>
                <a:moveTo>
                  <a:pt x="127" y="60"/>
                </a:moveTo>
                <a:lnTo>
                  <a:pt x="127" y="47"/>
                </a:lnTo>
                <a:lnTo>
                  <a:pt x="140" y="47"/>
                </a:lnTo>
                <a:lnTo>
                  <a:pt x="140" y="60"/>
                </a:lnTo>
                <a:lnTo>
                  <a:pt x="127" y="60"/>
                </a:lnTo>
                <a:moveTo>
                  <a:pt x="127" y="47"/>
                </a:moveTo>
                <a:lnTo>
                  <a:pt x="127" y="35"/>
                </a:lnTo>
                <a:lnTo>
                  <a:pt x="140" y="35"/>
                </a:lnTo>
                <a:lnTo>
                  <a:pt x="140" y="47"/>
                </a:lnTo>
                <a:lnTo>
                  <a:pt x="127" y="47"/>
                </a:lnTo>
                <a:moveTo>
                  <a:pt x="127" y="35"/>
                </a:moveTo>
                <a:lnTo>
                  <a:pt x="127" y="23"/>
                </a:lnTo>
                <a:lnTo>
                  <a:pt x="140" y="23"/>
                </a:lnTo>
                <a:lnTo>
                  <a:pt x="140" y="35"/>
                </a:lnTo>
                <a:lnTo>
                  <a:pt x="127" y="35"/>
                </a:lnTo>
                <a:moveTo>
                  <a:pt x="127" y="23"/>
                </a:moveTo>
                <a:lnTo>
                  <a:pt x="127" y="11"/>
                </a:lnTo>
                <a:lnTo>
                  <a:pt x="140" y="11"/>
                </a:lnTo>
                <a:lnTo>
                  <a:pt x="140" y="23"/>
                </a:lnTo>
                <a:lnTo>
                  <a:pt x="127" y="23"/>
                </a:lnTo>
                <a:moveTo>
                  <a:pt x="127" y="11"/>
                </a:moveTo>
                <a:lnTo>
                  <a:pt x="127" y="9"/>
                </a:lnTo>
                <a:lnTo>
                  <a:pt x="133" y="9"/>
                </a:lnTo>
                <a:lnTo>
                  <a:pt x="136" y="15"/>
                </a:lnTo>
                <a:lnTo>
                  <a:pt x="127" y="19"/>
                </a:lnTo>
                <a:lnTo>
                  <a:pt x="122" y="8"/>
                </a:lnTo>
                <a:lnTo>
                  <a:pt x="140" y="0"/>
                </a:lnTo>
                <a:lnTo>
                  <a:pt x="140" y="11"/>
                </a:lnTo>
                <a:lnTo>
                  <a:pt x="127" y="11"/>
                </a:lnTo>
                <a:moveTo>
                  <a:pt x="127" y="19"/>
                </a:moveTo>
                <a:lnTo>
                  <a:pt x="116" y="24"/>
                </a:lnTo>
                <a:lnTo>
                  <a:pt x="111" y="14"/>
                </a:lnTo>
                <a:lnTo>
                  <a:pt x="122" y="8"/>
                </a:lnTo>
                <a:lnTo>
                  <a:pt x="127" y="19"/>
                </a:lnTo>
                <a:moveTo>
                  <a:pt x="116" y="24"/>
                </a:moveTo>
                <a:lnTo>
                  <a:pt x="106" y="29"/>
                </a:lnTo>
                <a:lnTo>
                  <a:pt x="100" y="19"/>
                </a:lnTo>
                <a:lnTo>
                  <a:pt x="111" y="14"/>
                </a:lnTo>
                <a:lnTo>
                  <a:pt x="116" y="24"/>
                </a:lnTo>
                <a:moveTo>
                  <a:pt x="106" y="29"/>
                </a:moveTo>
                <a:lnTo>
                  <a:pt x="95" y="35"/>
                </a:lnTo>
                <a:lnTo>
                  <a:pt x="90" y="24"/>
                </a:lnTo>
                <a:lnTo>
                  <a:pt x="100" y="19"/>
                </a:lnTo>
                <a:lnTo>
                  <a:pt x="106" y="29"/>
                </a:lnTo>
                <a:moveTo>
                  <a:pt x="95" y="35"/>
                </a:moveTo>
                <a:lnTo>
                  <a:pt x="84" y="40"/>
                </a:lnTo>
                <a:lnTo>
                  <a:pt x="79" y="29"/>
                </a:lnTo>
                <a:lnTo>
                  <a:pt x="90" y="24"/>
                </a:lnTo>
                <a:lnTo>
                  <a:pt x="95" y="35"/>
                </a:lnTo>
                <a:moveTo>
                  <a:pt x="84" y="40"/>
                </a:moveTo>
                <a:lnTo>
                  <a:pt x="74" y="45"/>
                </a:lnTo>
                <a:lnTo>
                  <a:pt x="69" y="35"/>
                </a:lnTo>
                <a:lnTo>
                  <a:pt x="79" y="29"/>
                </a:lnTo>
                <a:lnTo>
                  <a:pt x="84" y="40"/>
                </a:lnTo>
                <a:moveTo>
                  <a:pt x="74" y="45"/>
                </a:moveTo>
                <a:lnTo>
                  <a:pt x="63" y="52"/>
                </a:lnTo>
                <a:lnTo>
                  <a:pt x="58" y="40"/>
                </a:lnTo>
                <a:lnTo>
                  <a:pt x="69" y="35"/>
                </a:lnTo>
                <a:lnTo>
                  <a:pt x="74" y="45"/>
                </a:lnTo>
                <a:moveTo>
                  <a:pt x="63" y="52"/>
                </a:moveTo>
                <a:lnTo>
                  <a:pt x="53" y="57"/>
                </a:lnTo>
                <a:lnTo>
                  <a:pt x="47" y="45"/>
                </a:lnTo>
                <a:lnTo>
                  <a:pt x="58" y="40"/>
                </a:lnTo>
                <a:lnTo>
                  <a:pt x="63" y="52"/>
                </a:lnTo>
                <a:moveTo>
                  <a:pt x="53" y="57"/>
                </a:moveTo>
                <a:lnTo>
                  <a:pt x="42" y="62"/>
                </a:lnTo>
                <a:lnTo>
                  <a:pt x="37" y="52"/>
                </a:lnTo>
                <a:lnTo>
                  <a:pt x="47" y="45"/>
                </a:lnTo>
                <a:lnTo>
                  <a:pt x="53" y="57"/>
                </a:lnTo>
                <a:moveTo>
                  <a:pt x="42" y="62"/>
                </a:moveTo>
                <a:lnTo>
                  <a:pt x="31" y="68"/>
                </a:lnTo>
                <a:lnTo>
                  <a:pt x="26" y="57"/>
                </a:lnTo>
                <a:lnTo>
                  <a:pt x="37" y="52"/>
                </a:lnTo>
                <a:lnTo>
                  <a:pt x="42" y="62"/>
                </a:lnTo>
                <a:moveTo>
                  <a:pt x="31" y="68"/>
                </a:moveTo>
                <a:lnTo>
                  <a:pt x="21" y="73"/>
                </a:lnTo>
                <a:lnTo>
                  <a:pt x="16" y="62"/>
                </a:lnTo>
                <a:lnTo>
                  <a:pt x="26" y="57"/>
                </a:lnTo>
                <a:lnTo>
                  <a:pt x="31" y="68"/>
                </a:lnTo>
                <a:moveTo>
                  <a:pt x="21" y="73"/>
                </a:moveTo>
                <a:lnTo>
                  <a:pt x="17" y="75"/>
                </a:lnTo>
                <a:lnTo>
                  <a:pt x="14" y="69"/>
                </a:lnTo>
                <a:lnTo>
                  <a:pt x="17" y="64"/>
                </a:lnTo>
                <a:lnTo>
                  <a:pt x="28" y="69"/>
                </a:lnTo>
                <a:lnTo>
                  <a:pt x="22" y="80"/>
                </a:lnTo>
                <a:lnTo>
                  <a:pt x="0" y="69"/>
                </a:lnTo>
                <a:lnTo>
                  <a:pt x="16" y="62"/>
                </a:lnTo>
                <a:lnTo>
                  <a:pt x="21" y="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5577840" y="2970000"/>
            <a:ext cx="42840" cy="43200"/>
          </a:xfrm>
          <a:custGeom>
            <a:avLst/>
            <a:gdLst/>
            <a:ahLst/>
            <a:rect l="0" t="0" r="r" b="b"/>
            <a:pathLst>
              <a:path w="119" h="120">
                <a:moveTo>
                  <a:pt x="0" y="0"/>
                </a:moveTo>
                <a:lnTo>
                  <a:pt x="119" y="59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5575680" y="2966760"/>
            <a:ext cx="50040" cy="49680"/>
          </a:xfrm>
          <a:custGeom>
            <a:avLst/>
            <a:gdLst/>
            <a:ahLst/>
            <a:rect l="0" t="0" r="r" b="b"/>
            <a:pathLst>
              <a:path w="139" h="138">
                <a:moveTo>
                  <a:pt x="19" y="9"/>
                </a:moveTo>
                <a:lnTo>
                  <a:pt x="30" y="15"/>
                </a:lnTo>
                <a:lnTo>
                  <a:pt x="24" y="25"/>
                </a:lnTo>
                <a:lnTo>
                  <a:pt x="14" y="20"/>
                </a:lnTo>
                <a:lnTo>
                  <a:pt x="19" y="9"/>
                </a:lnTo>
                <a:moveTo>
                  <a:pt x="30" y="15"/>
                </a:moveTo>
                <a:lnTo>
                  <a:pt x="40" y="20"/>
                </a:lnTo>
                <a:lnTo>
                  <a:pt x="35" y="30"/>
                </a:lnTo>
                <a:lnTo>
                  <a:pt x="24" y="25"/>
                </a:lnTo>
                <a:lnTo>
                  <a:pt x="30" y="15"/>
                </a:lnTo>
                <a:moveTo>
                  <a:pt x="40" y="20"/>
                </a:moveTo>
                <a:lnTo>
                  <a:pt x="51" y="25"/>
                </a:lnTo>
                <a:lnTo>
                  <a:pt x="46" y="36"/>
                </a:lnTo>
                <a:lnTo>
                  <a:pt x="35" y="30"/>
                </a:lnTo>
                <a:lnTo>
                  <a:pt x="40" y="20"/>
                </a:lnTo>
                <a:moveTo>
                  <a:pt x="51" y="25"/>
                </a:moveTo>
                <a:lnTo>
                  <a:pt x="61" y="30"/>
                </a:lnTo>
                <a:lnTo>
                  <a:pt x="56" y="41"/>
                </a:lnTo>
                <a:lnTo>
                  <a:pt x="46" y="36"/>
                </a:lnTo>
                <a:lnTo>
                  <a:pt x="51" y="25"/>
                </a:lnTo>
                <a:moveTo>
                  <a:pt x="61" y="30"/>
                </a:moveTo>
                <a:lnTo>
                  <a:pt x="73" y="36"/>
                </a:lnTo>
                <a:lnTo>
                  <a:pt x="68" y="46"/>
                </a:lnTo>
                <a:lnTo>
                  <a:pt x="56" y="41"/>
                </a:lnTo>
                <a:lnTo>
                  <a:pt x="61" y="30"/>
                </a:lnTo>
                <a:moveTo>
                  <a:pt x="73" y="36"/>
                </a:moveTo>
                <a:lnTo>
                  <a:pt x="84" y="41"/>
                </a:lnTo>
                <a:lnTo>
                  <a:pt x="78" y="53"/>
                </a:lnTo>
                <a:lnTo>
                  <a:pt x="68" y="46"/>
                </a:lnTo>
                <a:lnTo>
                  <a:pt x="73" y="36"/>
                </a:lnTo>
                <a:moveTo>
                  <a:pt x="84" y="41"/>
                </a:moveTo>
                <a:lnTo>
                  <a:pt x="94" y="46"/>
                </a:lnTo>
                <a:lnTo>
                  <a:pt x="89" y="58"/>
                </a:lnTo>
                <a:lnTo>
                  <a:pt x="78" y="53"/>
                </a:lnTo>
                <a:lnTo>
                  <a:pt x="84" y="41"/>
                </a:lnTo>
                <a:moveTo>
                  <a:pt x="94" y="46"/>
                </a:moveTo>
                <a:lnTo>
                  <a:pt x="105" y="53"/>
                </a:lnTo>
                <a:lnTo>
                  <a:pt x="100" y="63"/>
                </a:lnTo>
                <a:lnTo>
                  <a:pt x="89" y="58"/>
                </a:lnTo>
                <a:lnTo>
                  <a:pt x="94" y="46"/>
                </a:lnTo>
                <a:moveTo>
                  <a:pt x="105" y="53"/>
                </a:moveTo>
                <a:lnTo>
                  <a:pt x="115" y="58"/>
                </a:lnTo>
                <a:lnTo>
                  <a:pt x="110" y="69"/>
                </a:lnTo>
                <a:lnTo>
                  <a:pt x="100" y="63"/>
                </a:lnTo>
                <a:lnTo>
                  <a:pt x="105" y="53"/>
                </a:lnTo>
                <a:moveTo>
                  <a:pt x="115" y="58"/>
                </a:moveTo>
                <a:lnTo>
                  <a:pt x="126" y="63"/>
                </a:lnTo>
                <a:lnTo>
                  <a:pt x="121" y="74"/>
                </a:lnTo>
                <a:lnTo>
                  <a:pt x="110" y="69"/>
                </a:lnTo>
                <a:lnTo>
                  <a:pt x="115" y="58"/>
                </a:lnTo>
                <a:moveTo>
                  <a:pt x="126" y="63"/>
                </a:moveTo>
                <a:lnTo>
                  <a:pt x="139" y="69"/>
                </a:lnTo>
                <a:lnTo>
                  <a:pt x="119" y="79"/>
                </a:lnTo>
                <a:lnTo>
                  <a:pt x="114" y="69"/>
                </a:lnTo>
                <a:lnTo>
                  <a:pt x="123" y="64"/>
                </a:lnTo>
                <a:lnTo>
                  <a:pt x="125" y="69"/>
                </a:lnTo>
                <a:lnTo>
                  <a:pt x="123" y="75"/>
                </a:lnTo>
                <a:lnTo>
                  <a:pt x="121" y="74"/>
                </a:lnTo>
                <a:lnTo>
                  <a:pt x="126" y="63"/>
                </a:lnTo>
                <a:moveTo>
                  <a:pt x="119" y="79"/>
                </a:moveTo>
                <a:lnTo>
                  <a:pt x="109" y="84"/>
                </a:lnTo>
                <a:lnTo>
                  <a:pt x="103" y="74"/>
                </a:lnTo>
                <a:lnTo>
                  <a:pt x="114" y="69"/>
                </a:lnTo>
                <a:lnTo>
                  <a:pt x="119" y="79"/>
                </a:lnTo>
                <a:moveTo>
                  <a:pt x="109" y="84"/>
                </a:moveTo>
                <a:lnTo>
                  <a:pt x="98" y="90"/>
                </a:lnTo>
                <a:lnTo>
                  <a:pt x="93" y="79"/>
                </a:lnTo>
                <a:lnTo>
                  <a:pt x="103" y="74"/>
                </a:lnTo>
                <a:lnTo>
                  <a:pt x="109" y="84"/>
                </a:lnTo>
                <a:moveTo>
                  <a:pt x="98" y="90"/>
                </a:moveTo>
                <a:lnTo>
                  <a:pt x="87" y="95"/>
                </a:lnTo>
                <a:lnTo>
                  <a:pt x="82" y="84"/>
                </a:lnTo>
                <a:lnTo>
                  <a:pt x="93" y="79"/>
                </a:lnTo>
                <a:lnTo>
                  <a:pt x="98" y="90"/>
                </a:lnTo>
                <a:moveTo>
                  <a:pt x="87" y="95"/>
                </a:moveTo>
                <a:lnTo>
                  <a:pt x="77" y="100"/>
                </a:lnTo>
                <a:lnTo>
                  <a:pt x="72" y="90"/>
                </a:lnTo>
                <a:lnTo>
                  <a:pt x="82" y="84"/>
                </a:lnTo>
                <a:lnTo>
                  <a:pt x="87" y="95"/>
                </a:lnTo>
                <a:moveTo>
                  <a:pt x="77" y="100"/>
                </a:moveTo>
                <a:lnTo>
                  <a:pt x="66" y="106"/>
                </a:lnTo>
                <a:lnTo>
                  <a:pt x="60" y="95"/>
                </a:lnTo>
                <a:lnTo>
                  <a:pt x="72" y="90"/>
                </a:lnTo>
                <a:lnTo>
                  <a:pt x="77" y="100"/>
                </a:lnTo>
                <a:moveTo>
                  <a:pt x="66" y="106"/>
                </a:moveTo>
                <a:lnTo>
                  <a:pt x="55" y="111"/>
                </a:lnTo>
                <a:lnTo>
                  <a:pt x="49" y="100"/>
                </a:lnTo>
                <a:lnTo>
                  <a:pt x="60" y="95"/>
                </a:lnTo>
                <a:lnTo>
                  <a:pt x="66" y="106"/>
                </a:lnTo>
                <a:moveTo>
                  <a:pt x="55" y="111"/>
                </a:moveTo>
                <a:lnTo>
                  <a:pt x="44" y="116"/>
                </a:lnTo>
                <a:lnTo>
                  <a:pt x="39" y="106"/>
                </a:lnTo>
                <a:lnTo>
                  <a:pt x="49" y="100"/>
                </a:lnTo>
                <a:lnTo>
                  <a:pt x="55" y="111"/>
                </a:lnTo>
                <a:moveTo>
                  <a:pt x="44" y="116"/>
                </a:moveTo>
                <a:lnTo>
                  <a:pt x="33" y="122"/>
                </a:lnTo>
                <a:lnTo>
                  <a:pt x="28" y="111"/>
                </a:lnTo>
                <a:lnTo>
                  <a:pt x="39" y="106"/>
                </a:lnTo>
                <a:lnTo>
                  <a:pt x="44" y="116"/>
                </a:lnTo>
                <a:moveTo>
                  <a:pt x="33" y="122"/>
                </a:moveTo>
                <a:lnTo>
                  <a:pt x="23" y="127"/>
                </a:lnTo>
                <a:lnTo>
                  <a:pt x="18" y="116"/>
                </a:lnTo>
                <a:lnTo>
                  <a:pt x="28" y="111"/>
                </a:lnTo>
                <a:lnTo>
                  <a:pt x="33" y="122"/>
                </a:lnTo>
                <a:moveTo>
                  <a:pt x="23" y="127"/>
                </a:moveTo>
                <a:lnTo>
                  <a:pt x="12" y="132"/>
                </a:lnTo>
                <a:lnTo>
                  <a:pt x="7" y="122"/>
                </a:lnTo>
                <a:lnTo>
                  <a:pt x="18" y="116"/>
                </a:lnTo>
                <a:lnTo>
                  <a:pt x="23" y="127"/>
                </a:lnTo>
                <a:moveTo>
                  <a:pt x="12" y="132"/>
                </a:moveTo>
                <a:lnTo>
                  <a:pt x="0" y="138"/>
                </a:lnTo>
                <a:lnTo>
                  <a:pt x="0" y="121"/>
                </a:lnTo>
                <a:lnTo>
                  <a:pt x="12" y="121"/>
                </a:lnTo>
                <a:lnTo>
                  <a:pt x="12" y="129"/>
                </a:lnTo>
                <a:lnTo>
                  <a:pt x="6" y="129"/>
                </a:lnTo>
                <a:lnTo>
                  <a:pt x="3" y="123"/>
                </a:lnTo>
                <a:lnTo>
                  <a:pt x="7" y="122"/>
                </a:lnTo>
                <a:lnTo>
                  <a:pt x="12" y="132"/>
                </a:lnTo>
                <a:moveTo>
                  <a:pt x="0" y="121"/>
                </a:moveTo>
                <a:lnTo>
                  <a:pt x="0" y="109"/>
                </a:lnTo>
                <a:lnTo>
                  <a:pt x="12" y="109"/>
                </a:lnTo>
                <a:lnTo>
                  <a:pt x="12" y="121"/>
                </a:lnTo>
                <a:lnTo>
                  <a:pt x="0" y="121"/>
                </a:lnTo>
                <a:moveTo>
                  <a:pt x="0" y="109"/>
                </a:moveTo>
                <a:lnTo>
                  <a:pt x="0" y="97"/>
                </a:lnTo>
                <a:lnTo>
                  <a:pt x="12" y="97"/>
                </a:lnTo>
                <a:lnTo>
                  <a:pt x="12" y="109"/>
                </a:lnTo>
                <a:lnTo>
                  <a:pt x="0" y="109"/>
                </a:lnTo>
                <a:moveTo>
                  <a:pt x="0" y="97"/>
                </a:moveTo>
                <a:lnTo>
                  <a:pt x="0" y="86"/>
                </a:lnTo>
                <a:lnTo>
                  <a:pt x="12" y="86"/>
                </a:lnTo>
                <a:lnTo>
                  <a:pt x="12" y="97"/>
                </a:lnTo>
                <a:lnTo>
                  <a:pt x="0" y="97"/>
                </a:lnTo>
                <a:moveTo>
                  <a:pt x="0" y="86"/>
                </a:moveTo>
                <a:lnTo>
                  <a:pt x="0" y="74"/>
                </a:lnTo>
                <a:lnTo>
                  <a:pt x="12" y="74"/>
                </a:lnTo>
                <a:lnTo>
                  <a:pt x="12" y="86"/>
                </a:lnTo>
                <a:lnTo>
                  <a:pt x="0" y="86"/>
                </a:lnTo>
                <a:moveTo>
                  <a:pt x="0" y="74"/>
                </a:moveTo>
                <a:lnTo>
                  <a:pt x="0" y="62"/>
                </a:lnTo>
                <a:lnTo>
                  <a:pt x="12" y="62"/>
                </a:lnTo>
                <a:lnTo>
                  <a:pt x="12" y="74"/>
                </a:lnTo>
                <a:lnTo>
                  <a:pt x="0" y="74"/>
                </a:lnTo>
                <a:moveTo>
                  <a:pt x="0" y="62"/>
                </a:moveTo>
                <a:lnTo>
                  <a:pt x="0" y="50"/>
                </a:lnTo>
                <a:lnTo>
                  <a:pt x="12" y="50"/>
                </a:lnTo>
                <a:lnTo>
                  <a:pt x="12" y="62"/>
                </a:lnTo>
                <a:lnTo>
                  <a:pt x="0" y="62"/>
                </a:lnTo>
                <a:moveTo>
                  <a:pt x="0" y="50"/>
                </a:moveTo>
                <a:lnTo>
                  <a:pt x="0" y="37"/>
                </a:lnTo>
                <a:lnTo>
                  <a:pt x="12" y="37"/>
                </a:lnTo>
                <a:lnTo>
                  <a:pt x="12" y="50"/>
                </a:lnTo>
                <a:lnTo>
                  <a:pt x="0" y="50"/>
                </a:lnTo>
                <a:moveTo>
                  <a:pt x="0" y="37"/>
                </a:moveTo>
                <a:lnTo>
                  <a:pt x="0" y="25"/>
                </a:lnTo>
                <a:lnTo>
                  <a:pt x="12" y="25"/>
                </a:lnTo>
                <a:lnTo>
                  <a:pt x="12" y="37"/>
                </a:lnTo>
                <a:lnTo>
                  <a:pt x="0" y="37"/>
                </a:lnTo>
                <a:moveTo>
                  <a:pt x="0" y="25"/>
                </a:moveTo>
                <a:lnTo>
                  <a:pt x="0" y="13"/>
                </a:lnTo>
                <a:lnTo>
                  <a:pt x="12" y="13"/>
                </a:lnTo>
                <a:lnTo>
                  <a:pt x="12" y="25"/>
                </a:lnTo>
                <a:lnTo>
                  <a:pt x="0" y="25"/>
                </a:lnTo>
                <a:moveTo>
                  <a:pt x="0" y="13"/>
                </a:moveTo>
                <a:lnTo>
                  <a:pt x="0" y="0"/>
                </a:lnTo>
                <a:lnTo>
                  <a:pt x="19" y="9"/>
                </a:lnTo>
                <a:lnTo>
                  <a:pt x="14" y="20"/>
                </a:lnTo>
                <a:lnTo>
                  <a:pt x="3" y="15"/>
                </a:lnTo>
                <a:lnTo>
                  <a:pt x="6" y="9"/>
                </a:lnTo>
                <a:lnTo>
                  <a:pt x="12" y="9"/>
                </a:lnTo>
                <a:lnTo>
                  <a:pt x="12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7493400" y="2991240"/>
            <a:ext cx="223920" cy="0"/>
          </a:xfrm>
          <a:custGeom>
            <a:avLst/>
            <a:gdLst/>
            <a:ahLst/>
            <a:rect l="0" t="0" r="r" b="b"/>
            <a:pathLst>
              <a:path fill="none" w="622" h="0">
                <a:moveTo>
                  <a:pt x="0" y="0"/>
                </a:moveTo>
                <a:lnTo>
                  <a:pt x="51" y="0"/>
                </a:lnTo>
                <a:cubicBezTo>
                  <a:pt x="103" y="0"/>
                  <a:pt x="207" y="0"/>
                  <a:pt x="311" y="0"/>
                </a:cubicBezTo>
                <a:cubicBezTo>
                  <a:pt x="414" y="0"/>
                  <a:pt x="518" y="0"/>
                  <a:pt x="570" y="0"/>
                </a:cubicBezTo>
                <a:lnTo>
                  <a:pt x="622" y="0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/>
          <p:nvPr/>
        </p:nvSpPr>
        <p:spPr>
          <a:xfrm>
            <a:off x="7473960" y="2970000"/>
            <a:ext cx="43200" cy="43200"/>
          </a:xfrm>
          <a:custGeom>
            <a:avLst/>
            <a:gdLst/>
            <a:ahLst/>
            <a:rect l="0" t="0" r="r" b="b"/>
            <a:pathLst>
              <a:path w="120" h="120">
                <a:moveTo>
                  <a:pt x="0" y="59"/>
                </a:moveTo>
                <a:lnTo>
                  <a:pt x="120" y="120"/>
                </a:lnTo>
                <a:lnTo>
                  <a:pt x="120" y="0"/>
                </a:lnTo>
                <a:lnTo>
                  <a:pt x="0" y="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2" name=""/>
          <p:cNvSpPr/>
          <p:nvPr/>
        </p:nvSpPr>
        <p:spPr>
          <a:xfrm>
            <a:off x="7469280" y="2966760"/>
            <a:ext cx="50040" cy="49680"/>
          </a:xfrm>
          <a:custGeom>
            <a:avLst/>
            <a:gdLst/>
            <a:ahLst/>
            <a:rect l="0" t="0" r="r" b="b"/>
            <a:pathLst>
              <a:path w="139" h="138">
                <a:moveTo>
                  <a:pt x="27" y="69"/>
                </a:moveTo>
                <a:lnTo>
                  <a:pt x="38" y="75"/>
                </a:lnTo>
                <a:lnTo>
                  <a:pt x="33" y="85"/>
                </a:lnTo>
                <a:lnTo>
                  <a:pt x="22" y="80"/>
                </a:lnTo>
                <a:lnTo>
                  <a:pt x="27" y="69"/>
                </a:lnTo>
                <a:moveTo>
                  <a:pt x="38" y="75"/>
                </a:moveTo>
                <a:lnTo>
                  <a:pt x="49" y="80"/>
                </a:lnTo>
                <a:lnTo>
                  <a:pt x="43" y="91"/>
                </a:lnTo>
                <a:lnTo>
                  <a:pt x="33" y="85"/>
                </a:lnTo>
                <a:lnTo>
                  <a:pt x="38" y="75"/>
                </a:lnTo>
                <a:moveTo>
                  <a:pt x="49" y="80"/>
                </a:moveTo>
                <a:lnTo>
                  <a:pt x="59" y="85"/>
                </a:lnTo>
                <a:lnTo>
                  <a:pt x="54" y="96"/>
                </a:lnTo>
                <a:lnTo>
                  <a:pt x="43" y="91"/>
                </a:lnTo>
                <a:lnTo>
                  <a:pt x="49" y="80"/>
                </a:lnTo>
                <a:moveTo>
                  <a:pt x="59" y="85"/>
                </a:moveTo>
                <a:lnTo>
                  <a:pt x="70" y="91"/>
                </a:lnTo>
                <a:lnTo>
                  <a:pt x="65" y="101"/>
                </a:lnTo>
                <a:lnTo>
                  <a:pt x="54" y="96"/>
                </a:lnTo>
                <a:lnTo>
                  <a:pt x="59" y="85"/>
                </a:lnTo>
                <a:moveTo>
                  <a:pt x="70" y="91"/>
                </a:moveTo>
                <a:lnTo>
                  <a:pt x="80" y="96"/>
                </a:lnTo>
                <a:lnTo>
                  <a:pt x="75" y="107"/>
                </a:lnTo>
                <a:lnTo>
                  <a:pt x="65" y="101"/>
                </a:lnTo>
                <a:lnTo>
                  <a:pt x="70" y="91"/>
                </a:lnTo>
                <a:moveTo>
                  <a:pt x="80" y="96"/>
                </a:moveTo>
                <a:lnTo>
                  <a:pt x="91" y="101"/>
                </a:lnTo>
                <a:lnTo>
                  <a:pt x="86" y="112"/>
                </a:lnTo>
                <a:lnTo>
                  <a:pt x="75" y="107"/>
                </a:lnTo>
                <a:lnTo>
                  <a:pt x="80" y="96"/>
                </a:lnTo>
                <a:moveTo>
                  <a:pt x="91" y="101"/>
                </a:moveTo>
                <a:lnTo>
                  <a:pt x="102" y="107"/>
                </a:lnTo>
                <a:lnTo>
                  <a:pt x="96" y="117"/>
                </a:lnTo>
                <a:lnTo>
                  <a:pt x="86" y="112"/>
                </a:lnTo>
                <a:lnTo>
                  <a:pt x="91" y="101"/>
                </a:lnTo>
                <a:moveTo>
                  <a:pt x="102" y="107"/>
                </a:moveTo>
                <a:lnTo>
                  <a:pt x="112" y="112"/>
                </a:lnTo>
                <a:lnTo>
                  <a:pt x="107" y="122"/>
                </a:lnTo>
                <a:lnTo>
                  <a:pt x="96" y="117"/>
                </a:lnTo>
                <a:lnTo>
                  <a:pt x="102" y="107"/>
                </a:lnTo>
                <a:moveTo>
                  <a:pt x="112" y="112"/>
                </a:moveTo>
                <a:lnTo>
                  <a:pt x="123" y="117"/>
                </a:lnTo>
                <a:lnTo>
                  <a:pt x="118" y="128"/>
                </a:lnTo>
                <a:lnTo>
                  <a:pt x="107" y="122"/>
                </a:lnTo>
                <a:lnTo>
                  <a:pt x="112" y="112"/>
                </a:lnTo>
                <a:moveTo>
                  <a:pt x="123" y="117"/>
                </a:moveTo>
                <a:lnTo>
                  <a:pt x="133" y="122"/>
                </a:lnTo>
                <a:lnTo>
                  <a:pt x="128" y="133"/>
                </a:lnTo>
                <a:lnTo>
                  <a:pt x="118" y="128"/>
                </a:lnTo>
                <a:lnTo>
                  <a:pt x="123" y="117"/>
                </a:lnTo>
                <a:moveTo>
                  <a:pt x="133" y="122"/>
                </a:moveTo>
                <a:lnTo>
                  <a:pt x="135" y="123"/>
                </a:lnTo>
                <a:lnTo>
                  <a:pt x="133" y="129"/>
                </a:lnTo>
                <a:lnTo>
                  <a:pt x="127" y="129"/>
                </a:lnTo>
                <a:lnTo>
                  <a:pt x="127" y="119"/>
                </a:lnTo>
                <a:lnTo>
                  <a:pt x="139" y="119"/>
                </a:lnTo>
                <a:lnTo>
                  <a:pt x="139" y="138"/>
                </a:lnTo>
                <a:lnTo>
                  <a:pt x="128" y="133"/>
                </a:lnTo>
                <a:lnTo>
                  <a:pt x="133" y="122"/>
                </a:lnTo>
                <a:moveTo>
                  <a:pt x="127" y="119"/>
                </a:moveTo>
                <a:lnTo>
                  <a:pt x="127" y="107"/>
                </a:lnTo>
                <a:lnTo>
                  <a:pt x="139" y="107"/>
                </a:lnTo>
                <a:lnTo>
                  <a:pt x="139" y="119"/>
                </a:lnTo>
                <a:lnTo>
                  <a:pt x="127" y="119"/>
                </a:lnTo>
                <a:moveTo>
                  <a:pt x="127" y="107"/>
                </a:moveTo>
                <a:lnTo>
                  <a:pt x="127" y="95"/>
                </a:lnTo>
                <a:lnTo>
                  <a:pt x="139" y="95"/>
                </a:lnTo>
                <a:lnTo>
                  <a:pt x="139" y="107"/>
                </a:lnTo>
                <a:lnTo>
                  <a:pt x="127" y="107"/>
                </a:lnTo>
                <a:moveTo>
                  <a:pt x="127" y="95"/>
                </a:moveTo>
                <a:lnTo>
                  <a:pt x="127" y="83"/>
                </a:lnTo>
                <a:lnTo>
                  <a:pt x="139" y="83"/>
                </a:lnTo>
                <a:lnTo>
                  <a:pt x="139" y="95"/>
                </a:lnTo>
                <a:lnTo>
                  <a:pt x="127" y="95"/>
                </a:lnTo>
                <a:moveTo>
                  <a:pt x="127" y="83"/>
                </a:moveTo>
                <a:lnTo>
                  <a:pt x="127" y="72"/>
                </a:lnTo>
                <a:lnTo>
                  <a:pt x="139" y="72"/>
                </a:lnTo>
                <a:lnTo>
                  <a:pt x="139" y="83"/>
                </a:lnTo>
                <a:lnTo>
                  <a:pt x="127" y="83"/>
                </a:lnTo>
                <a:moveTo>
                  <a:pt x="127" y="72"/>
                </a:moveTo>
                <a:lnTo>
                  <a:pt x="127" y="60"/>
                </a:lnTo>
                <a:lnTo>
                  <a:pt x="139" y="60"/>
                </a:lnTo>
                <a:lnTo>
                  <a:pt x="139" y="72"/>
                </a:lnTo>
                <a:lnTo>
                  <a:pt x="127" y="72"/>
                </a:lnTo>
                <a:moveTo>
                  <a:pt x="127" y="60"/>
                </a:moveTo>
                <a:lnTo>
                  <a:pt x="127" y="47"/>
                </a:lnTo>
                <a:lnTo>
                  <a:pt x="139" y="47"/>
                </a:lnTo>
                <a:lnTo>
                  <a:pt x="139" y="60"/>
                </a:lnTo>
                <a:lnTo>
                  <a:pt x="127" y="60"/>
                </a:lnTo>
                <a:moveTo>
                  <a:pt x="127" y="47"/>
                </a:moveTo>
                <a:lnTo>
                  <a:pt x="127" y="35"/>
                </a:lnTo>
                <a:lnTo>
                  <a:pt x="139" y="35"/>
                </a:lnTo>
                <a:lnTo>
                  <a:pt x="139" y="47"/>
                </a:lnTo>
                <a:lnTo>
                  <a:pt x="127" y="47"/>
                </a:lnTo>
                <a:moveTo>
                  <a:pt x="127" y="35"/>
                </a:moveTo>
                <a:lnTo>
                  <a:pt x="127" y="23"/>
                </a:lnTo>
                <a:lnTo>
                  <a:pt x="139" y="23"/>
                </a:lnTo>
                <a:lnTo>
                  <a:pt x="139" y="35"/>
                </a:lnTo>
                <a:lnTo>
                  <a:pt x="127" y="35"/>
                </a:lnTo>
                <a:moveTo>
                  <a:pt x="127" y="23"/>
                </a:moveTo>
                <a:lnTo>
                  <a:pt x="127" y="11"/>
                </a:lnTo>
                <a:lnTo>
                  <a:pt x="139" y="11"/>
                </a:lnTo>
                <a:lnTo>
                  <a:pt x="139" y="23"/>
                </a:lnTo>
                <a:lnTo>
                  <a:pt x="127" y="23"/>
                </a:lnTo>
                <a:moveTo>
                  <a:pt x="127" y="11"/>
                </a:moveTo>
                <a:lnTo>
                  <a:pt x="127" y="9"/>
                </a:lnTo>
                <a:lnTo>
                  <a:pt x="133" y="9"/>
                </a:lnTo>
                <a:lnTo>
                  <a:pt x="135" y="15"/>
                </a:lnTo>
                <a:lnTo>
                  <a:pt x="127" y="19"/>
                </a:lnTo>
                <a:lnTo>
                  <a:pt x="121" y="8"/>
                </a:lnTo>
                <a:lnTo>
                  <a:pt x="139" y="0"/>
                </a:lnTo>
                <a:lnTo>
                  <a:pt x="139" y="11"/>
                </a:lnTo>
                <a:lnTo>
                  <a:pt x="127" y="11"/>
                </a:lnTo>
                <a:moveTo>
                  <a:pt x="127" y="19"/>
                </a:moveTo>
                <a:lnTo>
                  <a:pt x="116" y="24"/>
                </a:lnTo>
                <a:lnTo>
                  <a:pt x="111" y="14"/>
                </a:lnTo>
                <a:lnTo>
                  <a:pt x="121" y="8"/>
                </a:lnTo>
                <a:lnTo>
                  <a:pt x="127" y="19"/>
                </a:lnTo>
                <a:moveTo>
                  <a:pt x="116" y="24"/>
                </a:moveTo>
                <a:lnTo>
                  <a:pt x="106" y="29"/>
                </a:lnTo>
                <a:lnTo>
                  <a:pt x="100" y="19"/>
                </a:lnTo>
                <a:lnTo>
                  <a:pt x="111" y="14"/>
                </a:lnTo>
                <a:lnTo>
                  <a:pt x="116" y="24"/>
                </a:lnTo>
                <a:moveTo>
                  <a:pt x="106" y="29"/>
                </a:moveTo>
                <a:lnTo>
                  <a:pt x="95" y="35"/>
                </a:lnTo>
                <a:lnTo>
                  <a:pt x="90" y="24"/>
                </a:lnTo>
                <a:lnTo>
                  <a:pt x="100" y="19"/>
                </a:lnTo>
                <a:lnTo>
                  <a:pt x="106" y="29"/>
                </a:lnTo>
                <a:moveTo>
                  <a:pt x="95" y="35"/>
                </a:moveTo>
                <a:lnTo>
                  <a:pt x="84" y="40"/>
                </a:lnTo>
                <a:lnTo>
                  <a:pt x="79" y="29"/>
                </a:lnTo>
                <a:lnTo>
                  <a:pt x="90" y="24"/>
                </a:lnTo>
                <a:lnTo>
                  <a:pt x="95" y="35"/>
                </a:lnTo>
                <a:moveTo>
                  <a:pt x="84" y="40"/>
                </a:moveTo>
                <a:lnTo>
                  <a:pt x="74" y="45"/>
                </a:lnTo>
                <a:lnTo>
                  <a:pt x="68" y="35"/>
                </a:lnTo>
                <a:lnTo>
                  <a:pt x="79" y="29"/>
                </a:lnTo>
                <a:lnTo>
                  <a:pt x="84" y="40"/>
                </a:lnTo>
                <a:moveTo>
                  <a:pt x="74" y="45"/>
                </a:moveTo>
                <a:lnTo>
                  <a:pt x="63" y="52"/>
                </a:lnTo>
                <a:lnTo>
                  <a:pt x="58" y="40"/>
                </a:lnTo>
                <a:lnTo>
                  <a:pt x="68" y="35"/>
                </a:lnTo>
                <a:lnTo>
                  <a:pt x="74" y="45"/>
                </a:lnTo>
                <a:moveTo>
                  <a:pt x="63" y="52"/>
                </a:moveTo>
                <a:lnTo>
                  <a:pt x="53" y="57"/>
                </a:lnTo>
                <a:lnTo>
                  <a:pt x="47" y="45"/>
                </a:lnTo>
                <a:lnTo>
                  <a:pt x="58" y="40"/>
                </a:lnTo>
                <a:lnTo>
                  <a:pt x="63" y="52"/>
                </a:lnTo>
                <a:moveTo>
                  <a:pt x="53" y="57"/>
                </a:moveTo>
                <a:lnTo>
                  <a:pt x="42" y="62"/>
                </a:lnTo>
                <a:lnTo>
                  <a:pt x="37" y="52"/>
                </a:lnTo>
                <a:lnTo>
                  <a:pt x="47" y="45"/>
                </a:lnTo>
                <a:lnTo>
                  <a:pt x="53" y="57"/>
                </a:lnTo>
                <a:moveTo>
                  <a:pt x="42" y="62"/>
                </a:moveTo>
                <a:lnTo>
                  <a:pt x="31" y="68"/>
                </a:lnTo>
                <a:lnTo>
                  <a:pt x="26" y="57"/>
                </a:lnTo>
                <a:lnTo>
                  <a:pt x="37" y="52"/>
                </a:lnTo>
                <a:lnTo>
                  <a:pt x="42" y="62"/>
                </a:lnTo>
                <a:moveTo>
                  <a:pt x="31" y="68"/>
                </a:moveTo>
                <a:lnTo>
                  <a:pt x="21" y="73"/>
                </a:lnTo>
                <a:lnTo>
                  <a:pt x="15" y="62"/>
                </a:lnTo>
                <a:lnTo>
                  <a:pt x="26" y="57"/>
                </a:lnTo>
                <a:lnTo>
                  <a:pt x="31" y="68"/>
                </a:lnTo>
                <a:moveTo>
                  <a:pt x="21" y="73"/>
                </a:moveTo>
                <a:lnTo>
                  <a:pt x="17" y="75"/>
                </a:lnTo>
                <a:lnTo>
                  <a:pt x="14" y="69"/>
                </a:lnTo>
                <a:lnTo>
                  <a:pt x="17" y="64"/>
                </a:lnTo>
                <a:lnTo>
                  <a:pt x="27" y="69"/>
                </a:lnTo>
                <a:lnTo>
                  <a:pt x="22" y="80"/>
                </a:lnTo>
                <a:lnTo>
                  <a:pt x="0" y="69"/>
                </a:lnTo>
                <a:lnTo>
                  <a:pt x="15" y="62"/>
                </a:lnTo>
                <a:lnTo>
                  <a:pt x="21" y="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7696080" y="2970000"/>
            <a:ext cx="42840" cy="43200"/>
          </a:xfrm>
          <a:custGeom>
            <a:avLst/>
            <a:gdLst/>
            <a:ahLst/>
            <a:rect l="0" t="0" r="r" b="b"/>
            <a:pathLst>
              <a:path w="119" h="120">
                <a:moveTo>
                  <a:pt x="0" y="0"/>
                </a:moveTo>
                <a:lnTo>
                  <a:pt x="119" y="59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7693920" y="2966760"/>
            <a:ext cx="49680" cy="49680"/>
          </a:xfrm>
          <a:custGeom>
            <a:avLst/>
            <a:gdLst/>
            <a:ahLst/>
            <a:rect l="0" t="0" r="r" b="b"/>
            <a:pathLst>
              <a:path w="138" h="138">
                <a:moveTo>
                  <a:pt x="19" y="9"/>
                </a:moveTo>
                <a:lnTo>
                  <a:pt x="29" y="15"/>
                </a:lnTo>
                <a:lnTo>
                  <a:pt x="24" y="25"/>
                </a:lnTo>
                <a:lnTo>
                  <a:pt x="14" y="20"/>
                </a:lnTo>
                <a:lnTo>
                  <a:pt x="19" y="9"/>
                </a:lnTo>
                <a:moveTo>
                  <a:pt x="29" y="15"/>
                </a:moveTo>
                <a:lnTo>
                  <a:pt x="40" y="20"/>
                </a:lnTo>
                <a:lnTo>
                  <a:pt x="35" y="30"/>
                </a:lnTo>
                <a:lnTo>
                  <a:pt x="24" y="25"/>
                </a:lnTo>
                <a:lnTo>
                  <a:pt x="29" y="15"/>
                </a:lnTo>
                <a:moveTo>
                  <a:pt x="40" y="20"/>
                </a:moveTo>
                <a:lnTo>
                  <a:pt x="51" y="25"/>
                </a:lnTo>
                <a:lnTo>
                  <a:pt x="45" y="36"/>
                </a:lnTo>
                <a:lnTo>
                  <a:pt x="35" y="30"/>
                </a:lnTo>
                <a:lnTo>
                  <a:pt x="40" y="20"/>
                </a:lnTo>
                <a:moveTo>
                  <a:pt x="51" y="25"/>
                </a:moveTo>
                <a:lnTo>
                  <a:pt x="61" y="30"/>
                </a:lnTo>
                <a:lnTo>
                  <a:pt x="56" y="41"/>
                </a:lnTo>
                <a:lnTo>
                  <a:pt x="45" y="36"/>
                </a:lnTo>
                <a:lnTo>
                  <a:pt x="51" y="25"/>
                </a:lnTo>
                <a:moveTo>
                  <a:pt x="61" y="30"/>
                </a:moveTo>
                <a:lnTo>
                  <a:pt x="73" y="36"/>
                </a:lnTo>
                <a:lnTo>
                  <a:pt x="67" y="46"/>
                </a:lnTo>
                <a:lnTo>
                  <a:pt x="56" y="41"/>
                </a:lnTo>
                <a:lnTo>
                  <a:pt x="61" y="30"/>
                </a:lnTo>
                <a:moveTo>
                  <a:pt x="73" y="36"/>
                </a:moveTo>
                <a:lnTo>
                  <a:pt x="83" y="41"/>
                </a:lnTo>
                <a:lnTo>
                  <a:pt x="78" y="53"/>
                </a:lnTo>
                <a:lnTo>
                  <a:pt x="67" y="46"/>
                </a:lnTo>
                <a:lnTo>
                  <a:pt x="73" y="36"/>
                </a:lnTo>
                <a:moveTo>
                  <a:pt x="83" y="41"/>
                </a:moveTo>
                <a:lnTo>
                  <a:pt x="94" y="46"/>
                </a:lnTo>
                <a:lnTo>
                  <a:pt x="89" y="58"/>
                </a:lnTo>
                <a:lnTo>
                  <a:pt x="78" y="53"/>
                </a:lnTo>
                <a:lnTo>
                  <a:pt x="83" y="41"/>
                </a:lnTo>
                <a:moveTo>
                  <a:pt x="94" y="46"/>
                </a:moveTo>
                <a:lnTo>
                  <a:pt x="105" y="53"/>
                </a:lnTo>
                <a:lnTo>
                  <a:pt x="99" y="63"/>
                </a:lnTo>
                <a:lnTo>
                  <a:pt x="89" y="58"/>
                </a:lnTo>
                <a:lnTo>
                  <a:pt x="94" y="46"/>
                </a:lnTo>
                <a:moveTo>
                  <a:pt x="105" y="53"/>
                </a:moveTo>
                <a:lnTo>
                  <a:pt x="115" y="58"/>
                </a:lnTo>
                <a:lnTo>
                  <a:pt x="110" y="69"/>
                </a:lnTo>
                <a:lnTo>
                  <a:pt x="99" y="63"/>
                </a:lnTo>
                <a:lnTo>
                  <a:pt x="105" y="53"/>
                </a:lnTo>
                <a:moveTo>
                  <a:pt x="115" y="58"/>
                </a:moveTo>
                <a:lnTo>
                  <a:pt x="126" y="63"/>
                </a:lnTo>
                <a:lnTo>
                  <a:pt x="121" y="74"/>
                </a:lnTo>
                <a:lnTo>
                  <a:pt x="110" y="69"/>
                </a:lnTo>
                <a:lnTo>
                  <a:pt x="115" y="58"/>
                </a:lnTo>
                <a:moveTo>
                  <a:pt x="126" y="63"/>
                </a:moveTo>
                <a:lnTo>
                  <a:pt x="138" y="69"/>
                </a:lnTo>
                <a:lnTo>
                  <a:pt x="119" y="79"/>
                </a:lnTo>
                <a:lnTo>
                  <a:pt x="114" y="69"/>
                </a:lnTo>
                <a:lnTo>
                  <a:pt x="122" y="64"/>
                </a:lnTo>
                <a:lnTo>
                  <a:pt x="125" y="69"/>
                </a:lnTo>
                <a:lnTo>
                  <a:pt x="122" y="75"/>
                </a:lnTo>
                <a:lnTo>
                  <a:pt x="121" y="74"/>
                </a:lnTo>
                <a:lnTo>
                  <a:pt x="126" y="63"/>
                </a:lnTo>
                <a:moveTo>
                  <a:pt x="119" y="79"/>
                </a:moveTo>
                <a:lnTo>
                  <a:pt x="108" y="84"/>
                </a:lnTo>
                <a:lnTo>
                  <a:pt x="103" y="74"/>
                </a:lnTo>
                <a:lnTo>
                  <a:pt x="114" y="69"/>
                </a:lnTo>
                <a:lnTo>
                  <a:pt x="119" y="79"/>
                </a:lnTo>
                <a:moveTo>
                  <a:pt x="108" y="84"/>
                </a:moveTo>
                <a:lnTo>
                  <a:pt x="98" y="90"/>
                </a:lnTo>
                <a:lnTo>
                  <a:pt x="93" y="79"/>
                </a:lnTo>
                <a:lnTo>
                  <a:pt x="103" y="74"/>
                </a:lnTo>
                <a:lnTo>
                  <a:pt x="108" y="84"/>
                </a:lnTo>
                <a:moveTo>
                  <a:pt x="98" y="90"/>
                </a:moveTo>
                <a:lnTo>
                  <a:pt x="87" y="95"/>
                </a:lnTo>
                <a:lnTo>
                  <a:pt x="82" y="84"/>
                </a:lnTo>
                <a:lnTo>
                  <a:pt x="93" y="79"/>
                </a:lnTo>
                <a:lnTo>
                  <a:pt x="98" y="90"/>
                </a:lnTo>
                <a:moveTo>
                  <a:pt x="87" y="95"/>
                </a:moveTo>
                <a:lnTo>
                  <a:pt x="77" y="100"/>
                </a:lnTo>
                <a:lnTo>
                  <a:pt x="71" y="90"/>
                </a:lnTo>
                <a:lnTo>
                  <a:pt x="82" y="84"/>
                </a:lnTo>
                <a:lnTo>
                  <a:pt x="87" y="95"/>
                </a:lnTo>
                <a:moveTo>
                  <a:pt x="77" y="100"/>
                </a:moveTo>
                <a:lnTo>
                  <a:pt x="65" y="106"/>
                </a:lnTo>
                <a:lnTo>
                  <a:pt x="60" y="95"/>
                </a:lnTo>
                <a:lnTo>
                  <a:pt x="71" y="90"/>
                </a:lnTo>
                <a:lnTo>
                  <a:pt x="77" y="100"/>
                </a:lnTo>
                <a:moveTo>
                  <a:pt x="65" y="106"/>
                </a:moveTo>
                <a:lnTo>
                  <a:pt x="54" y="111"/>
                </a:lnTo>
                <a:lnTo>
                  <a:pt x="49" y="100"/>
                </a:lnTo>
                <a:lnTo>
                  <a:pt x="60" y="95"/>
                </a:lnTo>
                <a:lnTo>
                  <a:pt x="65" y="106"/>
                </a:lnTo>
                <a:moveTo>
                  <a:pt x="54" y="111"/>
                </a:moveTo>
                <a:lnTo>
                  <a:pt x="44" y="116"/>
                </a:lnTo>
                <a:lnTo>
                  <a:pt x="39" y="106"/>
                </a:lnTo>
                <a:lnTo>
                  <a:pt x="49" y="100"/>
                </a:lnTo>
                <a:lnTo>
                  <a:pt x="54" y="111"/>
                </a:lnTo>
                <a:moveTo>
                  <a:pt x="44" y="116"/>
                </a:moveTo>
                <a:lnTo>
                  <a:pt x="33" y="122"/>
                </a:lnTo>
                <a:lnTo>
                  <a:pt x="28" y="111"/>
                </a:lnTo>
                <a:lnTo>
                  <a:pt x="39" y="106"/>
                </a:lnTo>
                <a:lnTo>
                  <a:pt x="44" y="116"/>
                </a:lnTo>
                <a:moveTo>
                  <a:pt x="33" y="122"/>
                </a:moveTo>
                <a:lnTo>
                  <a:pt x="23" y="127"/>
                </a:lnTo>
                <a:lnTo>
                  <a:pt x="17" y="116"/>
                </a:lnTo>
                <a:lnTo>
                  <a:pt x="28" y="111"/>
                </a:lnTo>
                <a:lnTo>
                  <a:pt x="33" y="122"/>
                </a:lnTo>
                <a:moveTo>
                  <a:pt x="23" y="127"/>
                </a:moveTo>
                <a:lnTo>
                  <a:pt x="12" y="132"/>
                </a:lnTo>
                <a:lnTo>
                  <a:pt x="7" y="122"/>
                </a:lnTo>
                <a:lnTo>
                  <a:pt x="17" y="116"/>
                </a:lnTo>
                <a:lnTo>
                  <a:pt x="23" y="127"/>
                </a:lnTo>
                <a:moveTo>
                  <a:pt x="12" y="132"/>
                </a:moveTo>
                <a:lnTo>
                  <a:pt x="0" y="138"/>
                </a:lnTo>
                <a:lnTo>
                  <a:pt x="0" y="121"/>
                </a:lnTo>
                <a:lnTo>
                  <a:pt x="12" y="121"/>
                </a:lnTo>
                <a:lnTo>
                  <a:pt x="12" y="129"/>
                </a:lnTo>
                <a:lnTo>
                  <a:pt x="6" y="129"/>
                </a:lnTo>
                <a:lnTo>
                  <a:pt x="3" y="123"/>
                </a:lnTo>
                <a:lnTo>
                  <a:pt x="7" y="122"/>
                </a:lnTo>
                <a:lnTo>
                  <a:pt x="12" y="132"/>
                </a:lnTo>
                <a:moveTo>
                  <a:pt x="0" y="121"/>
                </a:moveTo>
                <a:lnTo>
                  <a:pt x="0" y="109"/>
                </a:lnTo>
                <a:lnTo>
                  <a:pt x="12" y="109"/>
                </a:lnTo>
                <a:lnTo>
                  <a:pt x="12" y="121"/>
                </a:lnTo>
                <a:lnTo>
                  <a:pt x="0" y="121"/>
                </a:lnTo>
                <a:moveTo>
                  <a:pt x="0" y="109"/>
                </a:moveTo>
                <a:lnTo>
                  <a:pt x="0" y="97"/>
                </a:lnTo>
                <a:lnTo>
                  <a:pt x="12" y="97"/>
                </a:lnTo>
                <a:lnTo>
                  <a:pt x="12" y="109"/>
                </a:lnTo>
                <a:lnTo>
                  <a:pt x="0" y="109"/>
                </a:lnTo>
                <a:moveTo>
                  <a:pt x="0" y="97"/>
                </a:moveTo>
                <a:lnTo>
                  <a:pt x="0" y="86"/>
                </a:lnTo>
                <a:lnTo>
                  <a:pt x="12" y="86"/>
                </a:lnTo>
                <a:lnTo>
                  <a:pt x="12" y="97"/>
                </a:lnTo>
                <a:lnTo>
                  <a:pt x="0" y="97"/>
                </a:lnTo>
                <a:moveTo>
                  <a:pt x="0" y="86"/>
                </a:moveTo>
                <a:lnTo>
                  <a:pt x="0" y="74"/>
                </a:lnTo>
                <a:lnTo>
                  <a:pt x="12" y="74"/>
                </a:lnTo>
                <a:lnTo>
                  <a:pt x="12" y="86"/>
                </a:lnTo>
                <a:lnTo>
                  <a:pt x="0" y="86"/>
                </a:lnTo>
                <a:moveTo>
                  <a:pt x="0" y="74"/>
                </a:moveTo>
                <a:lnTo>
                  <a:pt x="0" y="62"/>
                </a:lnTo>
                <a:lnTo>
                  <a:pt x="12" y="62"/>
                </a:lnTo>
                <a:lnTo>
                  <a:pt x="12" y="74"/>
                </a:lnTo>
                <a:lnTo>
                  <a:pt x="0" y="74"/>
                </a:lnTo>
                <a:moveTo>
                  <a:pt x="0" y="62"/>
                </a:moveTo>
                <a:lnTo>
                  <a:pt x="0" y="50"/>
                </a:lnTo>
                <a:lnTo>
                  <a:pt x="12" y="50"/>
                </a:lnTo>
                <a:lnTo>
                  <a:pt x="12" y="62"/>
                </a:lnTo>
                <a:lnTo>
                  <a:pt x="0" y="62"/>
                </a:lnTo>
                <a:moveTo>
                  <a:pt x="0" y="50"/>
                </a:moveTo>
                <a:lnTo>
                  <a:pt x="0" y="37"/>
                </a:lnTo>
                <a:lnTo>
                  <a:pt x="12" y="37"/>
                </a:lnTo>
                <a:lnTo>
                  <a:pt x="12" y="50"/>
                </a:lnTo>
                <a:lnTo>
                  <a:pt x="0" y="50"/>
                </a:lnTo>
                <a:moveTo>
                  <a:pt x="0" y="37"/>
                </a:moveTo>
                <a:lnTo>
                  <a:pt x="0" y="25"/>
                </a:lnTo>
                <a:lnTo>
                  <a:pt x="12" y="25"/>
                </a:lnTo>
                <a:lnTo>
                  <a:pt x="12" y="37"/>
                </a:lnTo>
                <a:lnTo>
                  <a:pt x="0" y="37"/>
                </a:lnTo>
                <a:moveTo>
                  <a:pt x="0" y="25"/>
                </a:moveTo>
                <a:lnTo>
                  <a:pt x="0" y="13"/>
                </a:lnTo>
                <a:lnTo>
                  <a:pt x="12" y="13"/>
                </a:lnTo>
                <a:lnTo>
                  <a:pt x="12" y="25"/>
                </a:lnTo>
                <a:lnTo>
                  <a:pt x="0" y="25"/>
                </a:lnTo>
                <a:moveTo>
                  <a:pt x="0" y="13"/>
                </a:moveTo>
                <a:lnTo>
                  <a:pt x="0" y="0"/>
                </a:lnTo>
                <a:lnTo>
                  <a:pt x="19" y="9"/>
                </a:lnTo>
                <a:lnTo>
                  <a:pt x="14" y="20"/>
                </a:lnTo>
                <a:lnTo>
                  <a:pt x="3" y="15"/>
                </a:lnTo>
                <a:lnTo>
                  <a:pt x="6" y="9"/>
                </a:lnTo>
                <a:lnTo>
                  <a:pt x="12" y="9"/>
                </a:lnTo>
                <a:lnTo>
                  <a:pt x="12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4195440" y="2847240"/>
            <a:ext cx="1158480" cy="288720"/>
          </a:xfrm>
          <a:custGeom>
            <a:avLst/>
            <a:gdLst/>
            <a:ahLst/>
            <a:rect l="0" t="0" r="r" b="b"/>
            <a:pathLst>
              <a:path w="3218" h="802">
                <a:moveTo>
                  <a:pt x="0" y="0"/>
                </a:moveTo>
                <a:lnTo>
                  <a:pt x="3218" y="0"/>
                </a:lnTo>
                <a:lnTo>
                  <a:pt x="321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4195440" y="2847240"/>
            <a:ext cx="1158480" cy="288720"/>
          </a:xfrm>
          <a:custGeom>
            <a:avLst/>
            <a:gdLst/>
            <a:ahLst/>
            <a:rect l="0" t="0" r="r" b="b"/>
            <a:pathLst>
              <a:path w="3218" h="802">
                <a:moveTo>
                  <a:pt x="0" y="0"/>
                </a:moveTo>
                <a:lnTo>
                  <a:pt x="3218" y="0"/>
                </a:lnTo>
                <a:lnTo>
                  <a:pt x="321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34320" y="3733200"/>
            <a:ext cx="16495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berichtstromen.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5620320" y="2271240"/>
            <a:ext cx="1851840" cy="1440720"/>
          </a:xfrm>
          <a:custGeom>
            <a:avLst/>
            <a:gdLst/>
            <a:ahLst/>
            <a:rect l="0" t="0" r="r" b="b"/>
            <a:pathLst>
              <a:path w="5144" h="4002">
                <a:moveTo>
                  <a:pt x="0" y="0"/>
                </a:moveTo>
                <a:lnTo>
                  <a:pt x="5144" y="0"/>
                </a:lnTo>
                <a:lnTo>
                  <a:pt x="5144" y="4002"/>
                </a:lnTo>
                <a:lnTo>
                  <a:pt x="0" y="4002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5620320" y="2271240"/>
            <a:ext cx="1851840" cy="1440720"/>
          </a:xfrm>
          <a:custGeom>
            <a:avLst/>
            <a:gdLst/>
            <a:ahLst/>
            <a:rect l="0" t="0" r="r" b="b"/>
            <a:pathLst>
              <a:path w="5144" h="4002">
                <a:moveTo>
                  <a:pt x="0" y="0"/>
                </a:moveTo>
                <a:lnTo>
                  <a:pt x="5144" y="0"/>
                </a:lnTo>
                <a:lnTo>
                  <a:pt x="5144" y="4002"/>
                </a:lnTo>
                <a:lnTo>
                  <a:pt x="0" y="40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4355640" y="2939040"/>
            <a:ext cx="8388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5947560" y="2363040"/>
            <a:ext cx="11984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 naar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5996160" y="2491200"/>
            <a:ext cx="10994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en roostering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5923800" y="2747160"/>
            <a:ext cx="12474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aanmaken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5904000" y="2874960"/>
            <a:ext cx="1283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herplannen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5946120" y="3003120"/>
            <a:ext cx="12002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niet gelukt melden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5853600" y="3130920"/>
            <a:ext cx="1392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Acceptatietoets bij late wijziging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5780520" y="3259080"/>
            <a:ext cx="15354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Speciﬁcatiestatus gewijzigd melden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5914440" y="3387240"/>
            <a:ext cx="12672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Reconciliatie na gemist event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/>
          <p:nvPr/>
        </p:nvSpPr>
        <p:spPr>
          <a:xfrm>
            <a:off x="7738560" y="2847240"/>
            <a:ext cx="1093680" cy="288720"/>
          </a:xfrm>
          <a:custGeom>
            <a:avLst/>
            <a:gdLst/>
            <a:ahLst/>
            <a:rect l="0" t="0" r="r" b="b"/>
            <a:pathLst>
              <a:path w="3038" h="802">
                <a:moveTo>
                  <a:pt x="0" y="0"/>
                </a:moveTo>
                <a:lnTo>
                  <a:pt x="3038" y="0"/>
                </a:lnTo>
                <a:lnTo>
                  <a:pt x="303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7738560" y="2847240"/>
            <a:ext cx="1093680" cy="288720"/>
          </a:xfrm>
          <a:custGeom>
            <a:avLst/>
            <a:gdLst/>
            <a:ahLst/>
            <a:rect l="0" t="0" r="r" b="b"/>
            <a:pathLst>
              <a:path w="3038" h="802">
                <a:moveTo>
                  <a:pt x="0" y="0"/>
                </a:moveTo>
                <a:lnTo>
                  <a:pt x="3038" y="0"/>
                </a:lnTo>
                <a:lnTo>
                  <a:pt x="303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024960" y="3515040"/>
            <a:ext cx="1044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Abonnement registreren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898760" y="2939040"/>
            <a:ext cx="771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Planningssysteem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0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01" name=""/>
          <p:cNvSpPr/>
          <p:nvPr/>
        </p:nvSpPr>
        <p:spPr>
          <a:xfrm>
            <a:off x="456840" y="2514240"/>
            <a:ext cx="4058280" cy="1010160"/>
          </a:xfrm>
          <a:custGeom>
            <a:avLst/>
            <a:gdLst/>
            <a:ahLst/>
            <a:rect l="0" t="0" r="r" b="b"/>
            <a:pathLst>
              <a:path w="11273" h="2806">
                <a:moveTo>
                  <a:pt x="0" y="0"/>
                </a:moveTo>
                <a:lnTo>
                  <a:pt x="11273" y="0"/>
                </a:lnTo>
                <a:lnTo>
                  <a:pt x="1127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456840" y="2514240"/>
            <a:ext cx="4058280" cy="38520"/>
          </a:xfrm>
          <a:custGeom>
            <a:avLst/>
            <a:gdLst/>
            <a:ahLst/>
            <a:rect l="0" t="0" r="r" b="b"/>
            <a:pathLst>
              <a:path w="11273" h="107">
                <a:moveTo>
                  <a:pt x="0" y="0"/>
                </a:moveTo>
                <a:lnTo>
                  <a:pt x="11273" y="0"/>
                </a:lnTo>
                <a:lnTo>
                  <a:pt x="1127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456840" y="3514680"/>
            <a:ext cx="4058280" cy="9720"/>
          </a:xfrm>
          <a:custGeom>
            <a:avLst/>
            <a:gdLst/>
            <a:ahLst/>
            <a:rect l="0" t="0" r="r" b="b"/>
            <a:pathLst>
              <a:path w="11273" h="27">
                <a:moveTo>
                  <a:pt x="0" y="0"/>
                </a:moveTo>
                <a:lnTo>
                  <a:pt x="11273" y="0"/>
                </a:lnTo>
                <a:lnTo>
                  <a:pt x="112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4505040" y="2514240"/>
            <a:ext cx="10080" cy="1010160"/>
          </a:xfrm>
          <a:custGeom>
            <a:avLst/>
            <a:gdLst/>
            <a:ahLst/>
            <a:rect l="0" t="0" r="r" b="b"/>
            <a:pathLst>
              <a:path w="28" h="2806">
                <a:moveTo>
                  <a:pt x="0" y="107"/>
                </a:moveTo>
                <a:lnTo>
                  <a:pt x="0" y="2806"/>
                </a:lnTo>
                <a:lnTo>
                  <a:pt x="28" y="2806"/>
                </a:lnTo>
                <a:lnTo>
                  <a:pt x="28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/>
          <p:nvPr/>
        </p:nvSpPr>
        <p:spPr>
          <a:xfrm>
            <a:off x="456840" y="2514240"/>
            <a:ext cx="10080" cy="1010160"/>
          </a:xfrm>
          <a:custGeom>
            <a:avLst/>
            <a:gdLst/>
            <a:ahLst/>
            <a:rect l="0" t="0" r="r" b="b"/>
            <a:pathLst>
              <a:path w="28" h="2806">
                <a:moveTo>
                  <a:pt x="0" y="0"/>
                </a:moveTo>
                <a:lnTo>
                  <a:pt x="0" y="2806"/>
                </a:lnTo>
                <a:lnTo>
                  <a:pt x="28" y="2806"/>
                </a:lnTo>
                <a:lnTo>
                  <a:pt x="28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439920" y="691560"/>
            <a:ext cx="2999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Berichtstromen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634320" y="2752200"/>
            <a:ext cx="403308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Een verzameling gegevensstromen die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5529240" y="2049480"/>
            <a:ext cx="2585880" cy="1790280"/>
          </a:xfrm>
          <a:custGeom>
            <a:avLst/>
            <a:gdLst/>
            <a:ahLst/>
            <a:rect l="0" t="0" r="r" b="b"/>
            <a:pathLst>
              <a:path w="7183" h="4973">
                <a:moveTo>
                  <a:pt x="0" y="0"/>
                </a:moveTo>
                <a:lnTo>
                  <a:pt x="7183" y="0"/>
                </a:lnTo>
                <a:lnTo>
                  <a:pt x="7183" y="4973"/>
                </a:lnTo>
                <a:lnTo>
                  <a:pt x="0" y="497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7308720" y="397656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2"/>
                  <a:pt x="3109" y="5"/>
                </a:cubicBezTo>
                <a:cubicBezTo>
                  <a:pt x="3116" y="7"/>
                  <a:pt x="3122" y="12"/>
                  <a:pt x="3128" y="17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50"/>
                  <a:pt x="3144" y="57"/>
                </a:cubicBezTo>
                <a:lnTo>
                  <a:pt x="3144" y="1182"/>
                </a:lnTo>
                <a:cubicBezTo>
                  <a:pt x="3144" y="1190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3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8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8"/>
                  <a:pt x="36" y="1235"/>
                </a:cubicBezTo>
                <a:cubicBezTo>
                  <a:pt x="29" y="1232"/>
                  <a:pt x="22" y="1228"/>
                  <a:pt x="17" y="1223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2"/>
                  <a:pt x="29" y="7"/>
                  <a:pt x="36" y="5"/>
                </a:cubicBezTo>
                <a:cubicBezTo>
                  <a:pt x="43" y="2"/>
                  <a:pt x="50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7308720" y="397656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2"/>
                  <a:pt x="3109" y="5"/>
                </a:cubicBezTo>
                <a:cubicBezTo>
                  <a:pt x="3116" y="7"/>
                  <a:pt x="3122" y="12"/>
                  <a:pt x="3128" y="17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50"/>
                  <a:pt x="3144" y="57"/>
                </a:cubicBezTo>
                <a:lnTo>
                  <a:pt x="3144" y="1182"/>
                </a:lnTo>
                <a:cubicBezTo>
                  <a:pt x="3144" y="1190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3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8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8"/>
                  <a:pt x="36" y="1235"/>
                </a:cubicBezTo>
                <a:cubicBezTo>
                  <a:pt x="29" y="1232"/>
                  <a:pt x="22" y="1228"/>
                  <a:pt x="17" y="1223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2"/>
                  <a:pt x="29" y="7"/>
                  <a:pt x="36" y="5"/>
                </a:cubicBezTo>
                <a:cubicBezTo>
                  <a:pt x="43" y="2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34320" y="3076200"/>
            <a:ext cx="408960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gegevens tussen systemen overdraagt.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5162400" y="397656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2"/>
                  <a:pt x="3337" y="5"/>
                </a:cubicBezTo>
                <a:cubicBezTo>
                  <a:pt x="3344" y="7"/>
                  <a:pt x="3350" y="12"/>
                  <a:pt x="3356" y="17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50"/>
                  <a:pt x="3373" y="57"/>
                </a:cubicBezTo>
                <a:lnTo>
                  <a:pt x="3373" y="1182"/>
                </a:lnTo>
                <a:cubicBezTo>
                  <a:pt x="3373" y="1190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3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8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8"/>
                  <a:pt x="35" y="1235"/>
                </a:cubicBezTo>
                <a:cubicBezTo>
                  <a:pt x="28" y="1232"/>
                  <a:pt x="22" y="1228"/>
                  <a:pt x="17" y="1223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2"/>
                  <a:pt x="28" y="7"/>
                  <a:pt x="35" y="5"/>
                </a:cubicBezTo>
                <a:cubicBezTo>
                  <a:pt x="42" y="2"/>
                  <a:pt x="49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5162400" y="397656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2"/>
                  <a:pt x="3337" y="5"/>
                </a:cubicBezTo>
                <a:cubicBezTo>
                  <a:pt x="3344" y="7"/>
                  <a:pt x="3350" y="12"/>
                  <a:pt x="3356" y="17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50"/>
                  <a:pt x="3373" y="57"/>
                </a:cubicBezTo>
                <a:lnTo>
                  <a:pt x="3373" y="1182"/>
                </a:lnTo>
                <a:cubicBezTo>
                  <a:pt x="3373" y="1190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3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8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8"/>
                  <a:pt x="35" y="1235"/>
                </a:cubicBezTo>
                <a:cubicBezTo>
                  <a:pt x="28" y="1232"/>
                  <a:pt x="22" y="1228"/>
                  <a:pt x="17" y="1223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2"/>
                  <a:pt x="28" y="7"/>
                  <a:pt x="35" y="5"/>
                </a:cubicBezTo>
                <a:cubicBezTo>
                  <a:pt x="42" y="2"/>
                  <a:pt x="49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378560" y="4136040"/>
            <a:ext cx="997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Planningssysteem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/>
          <p:nvPr/>
        </p:nvSpPr>
        <p:spPr>
          <a:xfrm>
            <a:off x="7874640" y="1981080"/>
            <a:ext cx="0" cy="1995480"/>
          </a:xfrm>
          <a:prstGeom prst="line">
            <a:avLst/>
          </a:prstGeom>
          <a:ln w="1368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/>
          <p:nvPr/>
        </p:nvSpPr>
        <p:spPr>
          <a:xfrm>
            <a:off x="7308720" y="153540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1"/>
                  <a:pt x="3109" y="4"/>
                </a:cubicBezTo>
                <a:cubicBezTo>
                  <a:pt x="3116" y="7"/>
                  <a:pt x="3122" y="11"/>
                  <a:pt x="3128" y="16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49"/>
                  <a:pt x="3144" y="57"/>
                </a:cubicBezTo>
                <a:lnTo>
                  <a:pt x="3144" y="1182"/>
                </a:lnTo>
                <a:cubicBezTo>
                  <a:pt x="3144" y="1189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2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7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7"/>
                  <a:pt x="36" y="1235"/>
                </a:cubicBezTo>
                <a:cubicBezTo>
                  <a:pt x="29" y="1232"/>
                  <a:pt x="22" y="1228"/>
                  <a:pt x="17" y="1222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2" y="42"/>
                  <a:pt x="5" y="35"/>
                </a:cubicBezTo>
                <a:cubicBezTo>
                  <a:pt x="7" y="28"/>
                  <a:pt x="12" y="22"/>
                  <a:pt x="17" y="16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7308720" y="153540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1"/>
                  <a:pt x="3109" y="4"/>
                </a:cubicBezTo>
                <a:cubicBezTo>
                  <a:pt x="3116" y="7"/>
                  <a:pt x="3122" y="11"/>
                  <a:pt x="3128" y="16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49"/>
                  <a:pt x="3144" y="57"/>
                </a:cubicBezTo>
                <a:lnTo>
                  <a:pt x="3144" y="1182"/>
                </a:lnTo>
                <a:cubicBezTo>
                  <a:pt x="3144" y="1189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2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7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7"/>
                  <a:pt x="36" y="1235"/>
                </a:cubicBezTo>
                <a:cubicBezTo>
                  <a:pt x="29" y="1232"/>
                  <a:pt x="22" y="1228"/>
                  <a:pt x="17" y="1222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2" y="42"/>
                  <a:pt x="5" y="35"/>
                </a:cubicBezTo>
                <a:cubicBezTo>
                  <a:pt x="7" y="28"/>
                  <a:pt x="12" y="22"/>
                  <a:pt x="17" y="16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231160" y="4136040"/>
            <a:ext cx="1082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5769360" y="1981080"/>
            <a:ext cx="0" cy="1995480"/>
          </a:xfrm>
          <a:prstGeom prst="line">
            <a:avLst/>
          </a:prstGeom>
          <a:ln w="1368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5162400" y="153540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1"/>
                  <a:pt x="3337" y="4"/>
                </a:cubicBezTo>
                <a:cubicBezTo>
                  <a:pt x="3344" y="7"/>
                  <a:pt x="3350" y="11"/>
                  <a:pt x="3356" y="16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49"/>
                  <a:pt x="3373" y="57"/>
                </a:cubicBezTo>
                <a:lnTo>
                  <a:pt x="3373" y="1182"/>
                </a:lnTo>
                <a:cubicBezTo>
                  <a:pt x="3373" y="1189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2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7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7"/>
                  <a:pt x="35" y="1235"/>
                </a:cubicBezTo>
                <a:cubicBezTo>
                  <a:pt x="28" y="1232"/>
                  <a:pt x="22" y="1228"/>
                  <a:pt x="17" y="1222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1" y="42"/>
                  <a:pt x="4" y="35"/>
                </a:cubicBezTo>
                <a:cubicBezTo>
                  <a:pt x="7" y="28"/>
                  <a:pt x="11" y="22"/>
                  <a:pt x="17" y="16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49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5162400" y="153540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1"/>
                  <a:pt x="3337" y="4"/>
                </a:cubicBezTo>
                <a:cubicBezTo>
                  <a:pt x="3344" y="7"/>
                  <a:pt x="3350" y="11"/>
                  <a:pt x="3356" y="16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49"/>
                  <a:pt x="3373" y="57"/>
                </a:cubicBezTo>
                <a:lnTo>
                  <a:pt x="3373" y="1182"/>
                </a:lnTo>
                <a:cubicBezTo>
                  <a:pt x="3373" y="1189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2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7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7"/>
                  <a:pt x="35" y="1235"/>
                </a:cubicBezTo>
                <a:cubicBezTo>
                  <a:pt x="28" y="1232"/>
                  <a:pt x="22" y="1228"/>
                  <a:pt x="17" y="1222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1" y="42"/>
                  <a:pt x="4" y="35"/>
                </a:cubicBezTo>
                <a:cubicBezTo>
                  <a:pt x="7" y="28"/>
                  <a:pt x="11" y="22"/>
                  <a:pt x="17" y="16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49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378560" y="1694520"/>
            <a:ext cx="997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Planningssysteem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5597640" y="2186640"/>
            <a:ext cx="2448720" cy="267840"/>
          </a:xfrm>
          <a:custGeom>
            <a:avLst/>
            <a:gdLst/>
            <a:ahLst/>
            <a:rect l="0" t="0" r="r" b="b"/>
            <a:pathLst>
              <a:path w="6802" h="744">
                <a:moveTo>
                  <a:pt x="0" y="0"/>
                </a:moveTo>
                <a:lnTo>
                  <a:pt x="6802" y="0"/>
                </a:lnTo>
                <a:lnTo>
                  <a:pt x="6802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5597640" y="2186640"/>
            <a:ext cx="2448720" cy="267840"/>
          </a:xfrm>
          <a:custGeom>
            <a:avLst/>
            <a:gdLst/>
            <a:ahLst/>
            <a:rect l="0" t="0" r="r" b="b"/>
            <a:pathLst>
              <a:path w="6802" h="744">
                <a:moveTo>
                  <a:pt x="0" y="0"/>
                </a:moveTo>
                <a:lnTo>
                  <a:pt x="6802" y="0"/>
                </a:lnTo>
                <a:lnTo>
                  <a:pt x="6802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aaa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5231160" y="1694520"/>
            <a:ext cx="1082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609520" y="2257920"/>
            <a:ext cx="2440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Berichtstroom: opleidingsaanbod aanmaken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5776200" y="278352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7780320" y="2721600"/>
            <a:ext cx="92880" cy="123840"/>
          </a:xfrm>
          <a:custGeom>
            <a:avLst/>
            <a:gdLst/>
            <a:ahLst/>
            <a:rect l="0" t="0" r="r" b="b"/>
            <a:pathLst>
              <a:path w="258" h="344">
                <a:moveTo>
                  <a:pt x="258" y="173"/>
                </a:moveTo>
                <a:lnTo>
                  <a:pt x="0" y="344"/>
                </a:lnTo>
                <a:lnTo>
                  <a:pt x="144" y="173"/>
                </a:lnTo>
                <a:lnTo>
                  <a:pt x="0" y="0"/>
                </a:lnTo>
                <a:lnTo>
                  <a:pt x="258" y="1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6051240" y="2594880"/>
            <a:ext cx="1532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Event: speciﬁcatie planbaar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 flipH="1">
            <a:off x="5796720" y="311256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5782320" y="3078360"/>
            <a:ext cx="75600" cy="68760"/>
          </a:xfrm>
          <a:custGeom>
            <a:avLst/>
            <a:gdLst/>
            <a:ahLst/>
            <a:rect l="0" t="0" r="r" b="b"/>
            <a:pathLst>
              <a:path w="210" h="191">
                <a:moveTo>
                  <a:pt x="210" y="191"/>
                </a:moveTo>
                <a:lnTo>
                  <a:pt x="0" y="96"/>
                </a:lnTo>
                <a:lnTo>
                  <a:pt x="191" y="0"/>
                </a:lnTo>
                <a:lnTo>
                  <a:pt x="210" y="191"/>
                </a:lnTo>
                <a:close/>
              </a:path>
            </a:pathLst>
          </a:custGeom>
          <a:solidFill>
            <a:srgbClr val="333333"/>
          </a:solidFill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6280920" y="2924280"/>
            <a:ext cx="1113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 ophalen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/>
          <p:nvPr/>
        </p:nvSpPr>
        <p:spPr>
          <a:xfrm>
            <a:off x="5776200" y="3436560"/>
            <a:ext cx="2071440" cy="10800"/>
          </a:xfrm>
          <a:custGeom>
            <a:avLst/>
            <a:gdLst/>
            <a:ahLst/>
            <a:rect l="0" t="0" r="r" b="b"/>
            <a:pathLst>
              <a:path w="5754" h="30">
                <a:moveTo>
                  <a:pt x="0" y="0"/>
                </a:moveTo>
                <a:lnTo>
                  <a:pt x="57" y="0"/>
                </a:lnTo>
                <a:lnTo>
                  <a:pt x="57" y="30"/>
                </a:lnTo>
                <a:lnTo>
                  <a:pt x="0" y="30"/>
                </a:lnTo>
                <a:lnTo>
                  <a:pt x="0" y="0"/>
                </a:lnTo>
                <a:moveTo>
                  <a:pt x="114" y="0"/>
                </a:moveTo>
                <a:lnTo>
                  <a:pt x="171" y="0"/>
                </a:lnTo>
                <a:lnTo>
                  <a:pt x="171" y="30"/>
                </a:lnTo>
                <a:lnTo>
                  <a:pt x="114" y="30"/>
                </a:lnTo>
                <a:lnTo>
                  <a:pt x="114" y="0"/>
                </a:lnTo>
                <a:moveTo>
                  <a:pt x="228" y="0"/>
                </a:moveTo>
                <a:lnTo>
                  <a:pt x="286" y="0"/>
                </a:lnTo>
                <a:lnTo>
                  <a:pt x="286" y="30"/>
                </a:lnTo>
                <a:lnTo>
                  <a:pt x="228" y="30"/>
                </a:lnTo>
                <a:lnTo>
                  <a:pt x="228" y="0"/>
                </a:lnTo>
                <a:moveTo>
                  <a:pt x="343" y="0"/>
                </a:moveTo>
                <a:lnTo>
                  <a:pt x="400" y="0"/>
                </a:lnTo>
                <a:lnTo>
                  <a:pt x="400" y="30"/>
                </a:lnTo>
                <a:lnTo>
                  <a:pt x="343" y="30"/>
                </a:lnTo>
                <a:lnTo>
                  <a:pt x="343" y="0"/>
                </a:lnTo>
                <a:moveTo>
                  <a:pt x="457" y="0"/>
                </a:moveTo>
                <a:lnTo>
                  <a:pt x="514" y="0"/>
                </a:lnTo>
                <a:lnTo>
                  <a:pt x="514" y="30"/>
                </a:lnTo>
                <a:lnTo>
                  <a:pt x="457" y="30"/>
                </a:lnTo>
                <a:lnTo>
                  <a:pt x="457" y="0"/>
                </a:lnTo>
                <a:moveTo>
                  <a:pt x="571" y="0"/>
                </a:moveTo>
                <a:lnTo>
                  <a:pt x="628" y="0"/>
                </a:lnTo>
                <a:lnTo>
                  <a:pt x="628" y="30"/>
                </a:lnTo>
                <a:lnTo>
                  <a:pt x="571" y="30"/>
                </a:lnTo>
                <a:lnTo>
                  <a:pt x="571" y="0"/>
                </a:lnTo>
                <a:moveTo>
                  <a:pt x="686" y="0"/>
                </a:moveTo>
                <a:lnTo>
                  <a:pt x="743" y="0"/>
                </a:lnTo>
                <a:lnTo>
                  <a:pt x="743" y="30"/>
                </a:lnTo>
                <a:lnTo>
                  <a:pt x="686" y="30"/>
                </a:lnTo>
                <a:lnTo>
                  <a:pt x="686" y="0"/>
                </a:lnTo>
                <a:moveTo>
                  <a:pt x="800" y="0"/>
                </a:moveTo>
                <a:lnTo>
                  <a:pt x="857" y="0"/>
                </a:lnTo>
                <a:lnTo>
                  <a:pt x="857" y="30"/>
                </a:lnTo>
                <a:lnTo>
                  <a:pt x="800" y="30"/>
                </a:lnTo>
                <a:lnTo>
                  <a:pt x="800" y="0"/>
                </a:lnTo>
                <a:moveTo>
                  <a:pt x="914" y="0"/>
                </a:moveTo>
                <a:lnTo>
                  <a:pt x="971" y="0"/>
                </a:lnTo>
                <a:lnTo>
                  <a:pt x="971" y="30"/>
                </a:lnTo>
                <a:lnTo>
                  <a:pt x="914" y="30"/>
                </a:lnTo>
                <a:lnTo>
                  <a:pt x="914" y="0"/>
                </a:lnTo>
                <a:moveTo>
                  <a:pt x="1028" y="0"/>
                </a:moveTo>
                <a:lnTo>
                  <a:pt x="1086" y="0"/>
                </a:lnTo>
                <a:lnTo>
                  <a:pt x="1086" y="30"/>
                </a:lnTo>
                <a:lnTo>
                  <a:pt x="1028" y="30"/>
                </a:lnTo>
                <a:lnTo>
                  <a:pt x="1028" y="0"/>
                </a:lnTo>
                <a:moveTo>
                  <a:pt x="1143" y="0"/>
                </a:moveTo>
                <a:lnTo>
                  <a:pt x="1200" y="0"/>
                </a:lnTo>
                <a:lnTo>
                  <a:pt x="1200" y="30"/>
                </a:lnTo>
                <a:lnTo>
                  <a:pt x="1143" y="30"/>
                </a:lnTo>
                <a:lnTo>
                  <a:pt x="1143" y="0"/>
                </a:lnTo>
                <a:moveTo>
                  <a:pt x="1257" y="0"/>
                </a:moveTo>
                <a:lnTo>
                  <a:pt x="1314" y="0"/>
                </a:lnTo>
                <a:lnTo>
                  <a:pt x="1314" y="30"/>
                </a:lnTo>
                <a:lnTo>
                  <a:pt x="1257" y="30"/>
                </a:lnTo>
                <a:lnTo>
                  <a:pt x="1257" y="0"/>
                </a:lnTo>
                <a:moveTo>
                  <a:pt x="1371" y="0"/>
                </a:moveTo>
                <a:lnTo>
                  <a:pt x="1428" y="0"/>
                </a:lnTo>
                <a:lnTo>
                  <a:pt x="1428" y="30"/>
                </a:lnTo>
                <a:lnTo>
                  <a:pt x="1371" y="30"/>
                </a:lnTo>
                <a:lnTo>
                  <a:pt x="1371" y="0"/>
                </a:lnTo>
                <a:moveTo>
                  <a:pt x="1486" y="0"/>
                </a:moveTo>
                <a:lnTo>
                  <a:pt x="1543" y="0"/>
                </a:lnTo>
                <a:lnTo>
                  <a:pt x="1543" y="30"/>
                </a:lnTo>
                <a:lnTo>
                  <a:pt x="1486" y="30"/>
                </a:lnTo>
                <a:lnTo>
                  <a:pt x="1486" y="0"/>
                </a:lnTo>
                <a:moveTo>
                  <a:pt x="1600" y="0"/>
                </a:moveTo>
                <a:lnTo>
                  <a:pt x="1657" y="0"/>
                </a:lnTo>
                <a:lnTo>
                  <a:pt x="1657" y="30"/>
                </a:lnTo>
                <a:lnTo>
                  <a:pt x="1600" y="30"/>
                </a:lnTo>
                <a:lnTo>
                  <a:pt x="1600" y="0"/>
                </a:lnTo>
                <a:moveTo>
                  <a:pt x="1714" y="0"/>
                </a:moveTo>
                <a:lnTo>
                  <a:pt x="1771" y="0"/>
                </a:lnTo>
                <a:lnTo>
                  <a:pt x="1771" y="30"/>
                </a:lnTo>
                <a:lnTo>
                  <a:pt x="1714" y="30"/>
                </a:lnTo>
                <a:lnTo>
                  <a:pt x="1714" y="0"/>
                </a:lnTo>
                <a:moveTo>
                  <a:pt x="1828" y="0"/>
                </a:moveTo>
                <a:lnTo>
                  <a:pt x="1886" y="0"/>
                </a:lnTo>
                <a:lnTo>
                  <a:pt x="1886" y="30"/>
                </a:lnTo>
                <a:lnTo>
                  <a:pt x="1828" y="30"/>
                </a:lnTo>
                <a:lnTo>
                  <a:pt x="1828" y="0"/>
                </a:lnTo>
                <a:moveTo>
                  <a:pt x="1943" y="0"/>
                </a:moveTo>
                <a:lnTo>
                  <a:pt x="2000" y="0"/>
                </a:lnTo>
                <a:lnTo>
                  <a:pt x="2000" y="30"/>
                </a:lnTo>
                <a:lnTo>
                  <a:pt x="1943" y="30"/>
                </a:lnTo>
                <a:lnTo>
                  <a:pt x="1943" y="0"/>
                </a:lnTo>
                <a:moveTo>
                  <a:pt x="2057" y="0"/>
                </a:moveTo>
                <a:lnTo>
                  <a:pt x="2114" y="0"/>
                </a:lnTo>
                <a:lnTo>
                  <a:pt x="2114" y="30"/>
                </a:lnTo>
                <a:lnTo>
                  <a:pt x="2057" y="30"/>
                </a:lnTo>
                <a:lnTo>
                  <a:pt x="2057" y="0"/>
                </a:lnTo>
                <a:moveTo>
                  <a:pt x="2171" y="0"/>
                </a:moveTo>
                <a:lnTo>
                  <a:pt x="2229" y="0"/>
                </a:lnTo>
                <a:lnTo>
                  <a:pt x="2229" y="30"/>
                </a:lnTo>
                <a:lnTo>
                  <a:pt x="2171" y="30"/>
                </a:lnTo>
                <a:lnTo>
                  <a:pt x="2171" y="0"/>
                </a:lnTo>
                <a:moveTo>
                  <a:pt x="2286" y="0"/>
                </a:moveTo>
                <a:lnTo>
                  <a:pt x="2343" y="0"/>
                </a:lnTo>
                <a:lnTo>
                  <a:pt x="2343" y="30"/>
                </a:lnTo>
                <a:lnTo>
                  <a:pt x="2286" y="30"/>
                </a:lnTo>
                <a:lnTo>
                  <a:pt x="2286" y="0"/>
                </a:lnTo>
                <a:moveTo>
                  <a:pt x="2400" y="0"/>
                </a:moveTo>
                <a:lnTo>
                  <a:pt x="2457" y="0"/>
                </a:lnTo>
                <a:lnTo>
                  <a:pt x="2457" y="30"/>
                </a:lnTo>
                <a:lnTo>
                  <a:pt x="2400" y="30"/>
                </a:lnTo>
                <a:lnTo>
                  <a:pt x="2400" y="0"/>
                </a:lnTo>
                <a:moveTo>
                  <a:pt x="2514" y="0"/>
                </a:moveTo>
                <a:lnTo>
                  <a:pt x="2571" y="0"/>
                </a:lnTo>
                <a:lnTo>
                  <a:pt x="2571" y="30"/>
                </a:lnTo>
                <a:lnTo>
                  <a:pt x="2514" y="30"/>
                </a:lnTo>
                <a:lnTo>
                  <a:pt x="2514" y="0"/>
                </a:lnTo>
                <a:moveTo>
                  <a:pt x="2629" y="0"/>
                </a:moveTo>
                <a:lnTo>
                  <a:pt x="2686" y="0"/>
                </a:lnTo>
                <a:lnTo>
                  <a:pt x="2686" y="30"/>
                </a:lnTo>
                <a:lnTo>
                  <a:pt x="2629" y="30"/>
                </a:lnTo>
                <a:lnTo>
                  <a:pt x="2629" y="0"/>
                </a:lnTo>
                <a:moveTo>
                  <a:pt x="2743" y="0"/>
                </a:moveTo>
                <a:lnTo>
                  <a:pt x="2800" y="0"/>
                </a:lnTo>
                <a:lnTo>
                  <a:pt x="2800" y="30"/>
                </a:lnTo>
                <a:lnTo>
                  <a:pt x="2743" y="30"/>
                </a:lnTo>
                <a:lnTo>
                  <a:pt x="2743" y="0"/>
                </a:lnTo>
                <a:moveTo>
                  <a:pt x="2857" y="0"/>
                </a:moveTo>
                <a:lnTo>
                  <a:pt x="2914" y="0"/>
                </a:lnTo>
                <a:lnTo>
                  <a:pt x="2914" y="30"/>
                </a:lnTo>
                <a:lnTo>
                  <a:pt x="2857" y="30"/>
                </a:lnTo>
                <a:lnTo>
                  <a:pt x="2857" y="0"/>
                </a:lnTo>
                <a:moveTo>
                  <a:pt x="2971" y="0"/>
                </a:moveTo>
                <a:lnTo>
                  <a:pt x="3029" y="0"/>
                </a:lnTo>
                <a:lnTo>
                  <a:pt x="3029" y="30"/>
                </a:lnTo>
                <a:lnTo>
                  <a:pt x="2971" y="30"/>
                </a:lnTo>
                <a:lnTo>
                  <a:pt x="2971" y="0"/>
                </a:lnTo>
                <a:moveTo>
                  <a:pt x="3086" y="0"/>
                </a:moveTo>
                <a:lnTo>
                  <a:pt x="3143" y="0"/>
                </a:lnTo>
                <a:lnTo>
                  <a:pt x="3143" y="30"/>
                </a:lnTo>
                <a:lnTo>
                  <a:pt x="3086" y="30"/>
                </a:lnTo>
                <a:lnTo>
                  <a:pt x="3086" y="0"/>
                </a:lnTo>
                <a:moveTo>
                  <a:pt x="3200" y="0"/>
                </a:moveTo>
                <a:lnTo>
                  <a:pt x="3257" y="0"/>
                </a:lnTo>
                <a:lnTo>
                  <a:pt x="3257" y="30"/>
                </a:lnTo>
                <a:lnTo>
                  <a:pt x="3200" y="30"/>
                </a:lnTo>
                <a:lnTo>
                  <a:pt x="3200" y="0"/>
                </a:lnTo>
                <a:moveTo>
                  <a:pt x="3314" y="0"/>
                </a:moveTo>
                <a:lnTo>
                  <a:pt x="3371" y="0"/>
                </a:lnTo>
                <a:lnTo>
                  <a:pt x="3371" y="30"/>
                </a:lnTo>
                <a:lnTo>
                  <a:pt x="3314" y="30"/>
                </a:lnTo>
                <a:lnTo>
                  <a:pt x="3314" y="0"/>
                </a:lnTo>
                <a:moveTo>
                  <a:pt x="3429" y="0"/>
                </a:moveTo>
                <a:lnTo>
                  <a:pt x="3486" y="0"/>
                </a:lnTo>
                <a:lnTo>
                  <a:pt x="3486" y="30"/>
                </a:lnTo>
                <a:lnTo>
                  <a:pt x="3429" y="30"/>
                </a:lnTo>
                <a:lnTo>
                  <a:pt x="3429" y="0"/>
                </a:lnTo>
                <a:moveTo>
                  <a:pt x="3543" y="0"/>
                </a:moveTo>
                <a:lnTo>
                  <a:pt x="3600" y="0"/>
                </a:lnTo>
                <a:lnTo>
                  <a:pt x="3600" y="30"/>
                </a:lnTo>
                <a:lnTo>
                  <a:pt x="3543" y="30"/>
                </a:lnTo>
                <a:lnTo>
                  <a:pt x="3543" y="0"/>
                </a:lnTo>
                <a:moveTo>
                  <a:pt x="3657" y="0"/>
                </a:moveTo>
                <a:lnTo>
                  <a:pt x="3714" y="0"/>
                </a:lnTo>
                <a:lnTo>
                  <a:pt x="3714" y="30"/>
                </a:lnTo>
                <a:lnTo>
                  <a:pt x="3657" y="30"/>
                </a:lnTo>
                <a:lnTo>
                  <a:pt x="3657" y="0"/>
                </a:lnTo>
                <a:moveTo>
                  <a:pt x="3771" y="0"/>
                </a:moveTo>
                <a:lnTo>
                  <a:pt x="3829" y="0"/>
                </a:lnTo>
                <a:lnTo>
                  <a:pt x="3829" y="30"/>
                </a:lnTo>
                <a:lnTo>
                  <a:pt x="3771" y="30"/>
                </a:lnTo>
                <a:lnTo>
                  <a:pt x="3771" y="0"/>
                </a:lnTo>
                <a:moveTo>
                  <a:pt x="3886" y="0"/>
                </a:moveTo>
                <a:lnTo>
                  <a:pt x="3943" y="0"/>
                </a:lnTo>
                <a:lnTo>
                  <a:pt x="3943" y="30"/>
                </a:lnTo>
                <a:lnTo>
                  <a:pt x="3886" y="30"/>
                </a:lnTo>
                <a:lnTo>
                  <a:pt x="3886" y="0"/>
                </a:lnTo>
                <a:moveTo>
                  <a:pt x="4000" y="0"/>
                </a:moveTo>
                <a:lnTo>
                  <a:pt x="4057" y="0"/>
                </a:lnTo>
                <a:lnTo>
                  <a:pt x="4057" y="30"/>
                </a:lnTo>
                <a:lnTo>
                  <a:pt x="4000" y="30"/>
                </a:lnTo>
                <a:lnTo>
                  <a:pt x="4000" y="0"/>
                </a:lnTo>
                <a:moveTo>
                  <a:pt x="4115" y="0"/>
                </a:moveTo>
                <a:lnTo>
                  <a:pt x="4173" y="0"/>
                </a:lnTo>
                <a:lnTo>
                  <a:pt x="4173" y="30"/>
                </a:lnTo>
                <a:lnTo>
                  <a:pt x="4115" y="30"/>
                </a:lnTo>
                <a:lnTo>
                  <a:pt x="4115" y="0"/>
                </a:lnTo>
                <a:moveTo>
                  <a:pt x="4230" y="0"/>
                </a:moveTo>
                <a:lnTo>
                  <a:pt x="4287" y="0"/>
                </a:lnTo>
                <a:lnTo>
                  <a:pt x="4287" y="30"/>
                </a:lnTo>
                <a:lnTo>
                  <a:pt x="4230" y="30"/>
                </a:lnTo>
                <a:lnTo>
                  <a:pt x="4230" y="0"/>
                </a:lnTo>
                <a:moveTo>
                  <a:pt x="4344" y="0"/>
                </a:moveTo>
                <a:lnTo>
                  <a:pt x="4401" y="0"/>
                </a:lnTo>
                <a:lnTo>
                  <a:pt x="4401" y="30"/>
                </a:lnTo>
                <a:lnTo>
                  <a:pt x="4344" y="30"/>
                </a:lnTo>
                <a:lnTo>
                  <a:pt x="4344" y="0"/>
                </a:lnTo>
                <a:moveTo>
                  <a:pt x="4458" y="0"/>
                </a:moveTo>
                <a:lnTo>
                  <a:pt x="4515" y="0"/>
                </a:lnTo>
                <a:lnTo>
                  <a:pt x="4515" y="30"/>
                </a:lnTo>
                <a:lnTo>
                  <a:pt x="4458" y="30"/>
                </a:lnTo>
                <a:lnTo>
                  <a:pt x="4458" y="0"/>
                </a:lnTo>
                <a:moveTo>
                  <a:pt x="4573" y="0"/>
                </a:moveTo>
                <a:lnTo>
                  <a:pt x="4630" y="0"/>
                </a:lnTo>
                <a:lnTo>
                  <a:pt x="4630" y="30"/>
                </a:lnTo>
                <a:lnTo>
                  <a:pt x="4573" y="30"/>
                </a:lnTo>
                <a:lnTo>
                  <a:pt x="4573" y="0"/>
                </a:lnTo>
                <a:moveTo>
                  <a:pt x="4687" y="0"/>
                </a:moveTo>
                <a:lnTo>
                  <a:pt x="4744" y="0"/>
                </a:lnTo>
                <a:lnTo>
                  <a:pt x="4744" y="30"/>
                </a:lnTo>
                <a:lnTo>
                  <a:pt x="4687" y="30"/>
                </a:lnTo>
                <a:lnTo>
                  <a:pt x="4687" y="0"/>
                </a:lnTo>
                <a:moveTo>
                  <a:pt x="4801" y="0"/>
                </a:moveTo>
                <a:lnTo>
                  <a:pt x="4858" y="0"/>
                </a:lnTo>
                <a:lnTo>
                  <a:pt x="4858" y="30"/>
                </a:lnTo>
                <a:lnTo>
                  <a:pt x="4801" y="30"/>
                </a:lnTo>
                <a:lnTo>
                  <a:pt x="4801" y="0"/>
                </a:lnTo>
                <a:moveTo>
                  <a:pt x="4915" y="0"/>
                </a:moveTo>
                <a:lnTo>
                  <a:pt x="4973" y="0"/>
                </a:lnTo>
                <a:lnTo>
                  <a:pt x="4973" y="30"/>
                </a:lnTo>
                <a:lnTo>
                  <a:pt x="4915" y="30"/>
                </a:lnTo>
                <a:lnTo>
                  <a:pt x="4915" y="0"/>
                </a:lnTo>
                <a:moveTo>
                  <a:pt x="5030" y="0"/>
                </a:moveTo>
                <a:lnTo>
                  <a:pt x="5087" y="0"/>
                </a:lnTo>
                <a:lnTo>
                  <a:pt x="5087" y="30"/>
                </a:lnTo>
                <a:lnTo>
                  <a:pt x="5030" y="30"/>
                </a:lnTo>
                <a:lnTo>
                  <a:pt x="5030" y="0"/>
                </a:lnTo>
                <a:moveTo>
                  <a:pt x="5144" y="0"/>
                </a:moveTo>
                <a:lnTo>
                  <a:pt x="5201" y="0"/>
                </a:lnTo>
                <a:lnTo>
                  <a:pt x="5201" y="30"/>
                </a:lnTo>
                <a:lnTo>
                  <a:pt x="5144" y="30"/>
                </a:lnTo>
                <a:lnTo>
                  <a:pt x="5144" y="0"/>
                </a:lnTo>
                <a:moveTo>
                  <a:pt x="5258" y="0"/>
                </a:moveTo>
                <a:lnTo>
                  <a:pt x="5315" y="0"/>
                </a:lnTo>
                <a:lnTo>
                  <a:pt x="5315" y="30"/>
                </a:lnTo>
                <a:lnTo>
                  <a:pt x="5258" y="30"/>
                </a:lnTo>
                <a:lnTo>
                  <a:pt x="5258" y="0"/>
                </a:lnTo>
                <a:moveTo>
                  <a:pt x="5373" y="0"/>
                </a:moveTo>
                <a:lnTo>
                  <a:pt x="5430" y="0"/>
                </a:lnTo>
                <a:lnTo>
                  <a:pt x="5430" y="30"/>
                </a:lnTo>
                <a:lnTo>
                  <a:pt x="5373" y="30"/>
                </a:lnTo>
                <a:lnTo>
                  <a:pt x="5373" y="0"/>
                </a:lnTo>
                <a:moveTo>
                  <a:pt x="5487" y="0"/>
                </a:moveTo>
                <a:lnTo>
                  <a:pt x="5544" y="0"/>
                </a:lnTo>
                <a:lnTo>
                  <a:pt x="5544" y="30"/>
                </a:lnTo>
                <a:lnTo>
                  <a:pt x="5487" y="30"/>
                </a:lnTo>
                <a:lnTo>
                  <a:pt x="5487" y="0"/>
                </a:lnTo>
                <a:moveTo>
                  <a:pt x="5601" y="0"/>
                </a:moveTo>
                <a:lnTo>
                  <a:pt x="5658" y="0"/>
                </a:lnTo>
                <a:lnTo>
                  <a:pt x="5658" y="30"/>
                </a:lnTo>
                <a:lnTo>
                  <a:pt x="5601" y="30"/>
                </a:lnTo>
                <a:lnTo>
                  <a:pt x="5601" y="0"/>
                </a:lnTo>
                <a:moveTo>
                  <a:pt x="5716" y="0"/>
                </a:moveTo>
                <a:lnTo>
                  <a:pt x="5754" y="0"/>
                </a:lnTo>
                <a:lnTo>
                  <a:pt x="5754" y="30"/>
                </a:lnTo>
                <a:lnTo>
                  <a:pt x="5716" y="30"/>
                </a:lnTo>
                <a:lnTo>
                  <a:pt x="5716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7786080" y="3407400"/>
            <a:ext cx="75960" cy="69120"/>
          </a:xfrm>
          <a:custGeom>
            <a:avLst/>
            <a:gdLst/>
            <a:ahLst/>
            <a:rect l="0" t="0" r="r" b="b"/>
            <a:pathLst>
              <a:path w="211" h="192">
                <a:moveTo>
                  <a:pt x="0" y="0"/>
                </a:moveTo>
                <a:lnTo>
                  <a:pt x="211" y="95"/>
                </a:lnTo>
                <a:lnTo>
                  <a:pt x="2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6231600" y="3253320"/>
            <a:ext cx="1172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 flipH="1">
            <a:off x="5796720" y="377100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5770800" y="3709080"/>
            <a:ext cx="93240" cy="123840"/>
          </a:xfrm>
          <a:custGeom>
            <a:avLst/>
            <a:gdLst/>
            <a:ahLst/>
            <a:rect l="0" t="0" r="r" b="b"/>
            <a:pathLst>
              <a:path w="259" h="344">
                <a:moveTo>
                  <a:pt x="0" y="173"/>
                </a:moveTo>
                <a:lnTo>
                  <a:pt x="259" y="0"/>
                </a:lnTo>
                <a:lnTo>
                  <a:pt x="116" y="173"/>
                </a:lnTo>
                <a:lnTo>
                  <a:pt x="259" y="344"/>
                </a:lnTo>
                <a:lnTo>
                  <a:pt x="0" y="1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024960" y="3582720"/>
            <a:ext cx="1629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Status: gelukt, met referentie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47" name=""/>
          <p:cNvSpPr/>
          <p:nvPr/>
        </p:nvSpPr>
        <p:spPr>
          <a:xfrm>
            <a:off x="456840" y="1409400"/>
            <a:ext cx="3229560" cy="1581480"/>
          </a:xfrm>
          <a:custGeom>
            <a:avLst/>
            <a:gdLst/>
            <a:ahLst/>
            <a:rect l="0" t="0" r="r" b="b"/>
            <a:pathLst>
              <a:path w="8971" h="4393">
                <a:moveTo>
                  <a:pt x="0" y="0"/>
                </a:moveTo>
                <a:lnTo>
                  <a:pt x="8971" y="0"/>
                </a:lnTo>
                <a:lnTo>
                  <a:pt x="8971" y="4393"/>
                </a:lnTo>
                <a:lnTo>
                  <a:pt x="0" y="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456840" y="140940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456840" y="2981160"/>
            <a:ext cx="3229560" cy="9720"/>
          </a:xfrm>
          <a:custGeom>
            <a:avLst/>
            <a:gdLst/>
            <a:ahLst/>
            <a:rect l="0" t="0" r="r" b="b"/>
            <a:pathLst>
              <a:path w="8971" h="27">
                <a:moveTo>
                  <a:pt x="0" y="0"/>
                </a:moveTo>
                <a:lnTo>
                  <a:pt x="8971" y="0"/>
                </a:lnTo>
                <a:lnTo>
                  <a:pt x="89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3676320" y="1409400"/>
            <a:ext cx="10080" cy="1581480"/>
          </a:xfrm>
          <a:custGeom>
            <a:avLst/>
            <a:gdLst/>
            <a:ahLst/>
            <a:rect l="0" t="0" r="r" b="b"/>
            <a:pathLst>
              <a:path w="28" h="4393">
                <a:moveTo>
                  <a:pt x="0" y="106"/>
                </a:moveTo>
                <a:lnTo>
                  <a:pt x="0" y="4393"/>
                </a:lnTo>
                <a:lnTo>
                  <a:pt x="28" y="439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456840" y="1409400"/>
            <a:ext cx="10080" cy="1581480"/>
          </a:xfrm>
          <a:custGeom>
            <a:avLst/>
            <a:gdLst/>
            <a:ahLst/>
            <a:rect l="0" t="0" r="r" b="b"/>
            <a:pathLst>
              <a:path w="28" h="4393">
                <a:moveTo>
                  <a:pt x="0" y="0"/>
                </a:moveTo>
                <a:lnTo>
                  <a:pt x="0" y="4393"/>
                </a:lnTo>
                <a:lnTo>
                  <a:pt x="28" y="439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456840" y="3124080"/>
            <a:ext cx="3229560" cy="581400"/>
          </a:xfrm>
          <a:custGeom>
            <a:avLst/>
            <a:gdLst/>
            <a:ahLst/>
            <a:rect l="0" t="0" r="r" b="b"/>
            <a:pathLst>
              <a:path w="8971" h="1615">
                <a:moveTo>
                  <a:pt x="0" y="0"/>
                </a:moveTo>
                <a:lnTo>
                  <a:pt x="8971" y="0"/>
                </a:lnTo>
                <a:lnTo>
                  <a:pt x="897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456840" y="312408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/>
          <p:nvPr/>
        </p:nvSpPr>
        <p:spPr>
          <a:xfrm>
            <a:off x="456840" y="3695400"/>
            <a:ext cx="3229560" cy="10080"/>
          </a:xfrm>
          <a:custGeom>
            <a:avLst/>
            <a:gdLst/>
            <a:ahLst/>
            <a:rect l="0" t="0" r="r" b="b"/>
            <a:pathLst>
              <a:path w="8971" h="28">
                <a:moveTo>
                  <a:pt x="0" y="0"/>
                </a:moveTo>
                <a:lnTo>
                  <a:pt x="8971" y="0"/>
                </a:lnTo>
                <a:lnTo>
                  <a:pt x="89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3676320" y="31240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106"/>
                </a:moveTo>
                <a:lnTo>
                  <a:pt x="0" y="1615"/>
                </a:lnTo>
                <a:lnTo>
                  <a:pt x="28" y="161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456840" y="31240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0" y="1615"/>
                </a:lnTo>
                <a:lnTo>
                  <a:pt x="28" y="161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456840" y="3819240"/>
            <a:ext cx="3229560" cy="810000"/>
          </a:xfrm>
          <a:custGeom>
            <a:avLst/>
            <a:gdLst/>
            <a:ahLst/>
            <a:rect l="0" t="0" r="r" b="b"/>
            <a:pathLst>
              <a:path w="8971" h="2250">
                <a:moveTo>
                  <a:pt x="0" y="0"/>
                </a:moveTo>
                <a:lnTo>
                  <a:pt x="8971" y="0"/>
                </a:lnTo>
                <a:lnTo>
                  <a:pt x="8971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456840" y="381924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456840" y="4619520"/>
            <a:ext cx="3229560" cy="9720"/>
          </a:xfrm>
          <a:custGeom>
            <a:avLst/>
            <a:gdLst/>
            <a:ahLst/>
            <a:rect l="0" t="0" r="r" b="b"/>
            <a:pathLst>
              <a:path w="8971" h="27">
                <a:moveTo>
                  <a:pt x="0" y="0"/>
                </a:moveTo>
                <a:lnTo>
                  <a:pt x="8971" y="0"/>
                </a:lnTo>
                <a:lnTo>
                  <a:pt x="89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3676320" y="38192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106"/>
                </a:moveTo>
                <a:lnTo>
                  <a:pt x="0" y="2250"/>
                </a:lnTo>
                <a:lnTo>
                  <a:pt x="28" y="22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456840" y="38192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0" y="2250"/>
                </a:lnTo>
                <a:lnTo>
                  <a:pt x="28" y="22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39920" y="624600"/>
            <a:ext cx="3626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Applicatiediensten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34320" y="1644840"/>
            <a:ext cx="16574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Een verzameling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634320" y="1949760"/>
            <a:ext cx="305928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koppelvlakfunctionaliteiten die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34320" y="2264040"/>
            <a:ext cx="197748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een component kan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634320" y="2568960"/>
            <a:ext cx="15825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implementeren.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34320" y="3337560"/>
            <a:ext cx="21862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Een verzameling endpoints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34320" y="4033080"/>
            <a:ext cx="29696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Het vermogen om speciﬁeke soorten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5187240" y="2530800"/>
            <a:ext cx="0" cy="373320"/>
          </a:xfrm>
          <a:custGeom>
            <a:avLst/>
            <a:gdLst/>
            <a:ahLst/>
            <a:rect l="0" t="0" r="r" b="b"/>
            <a:pathLst>
              <a:path fill="none" w="0" h="1037">
                <a:moveTo>
                  <a:pt x="0" y="0"/>
                </a:moveTo>
                <a:lnTo>
                  <a:pt x="0" y="91"/>
                </a:lnTo>
                <a:cubicBezTo>
                  <a:pt x="0" y="183"/>
                  <a:pt x="0" y="365"/>
                  <a:pt x="0" y="538"/>
                </a:cubicBezTo>
                <a:cubicBezTo>
                  <a:pt x="0" y="711"/>
                  <a:pt x="0" y="874"/>
                  <a:pt x="0" y="956"/>
                </a:cubicBezTo>
                <a:lnTo>
                  <a:pt x="0" y="1037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/>
          <p:nvPr/>
        </p:nvSpPr>
        <p:spPr>
          <a:xfrm>
            <a:off x="5166000" y="2882880"/>
            <a:ext cx="42840" cy="42840"/>
          </a:xfrm>
          <a:custGeom>
            <a:avLst/>
            <a:gdLst/>
            <a:ahLst/>
            <a:rect l="0" t="0" r="r" b="b"/>
            <a:pathLst>
              <a:path w="119" h="119">
                <a:moveTo>
                  <a:pt x="119" y="0"/>
                </a:moveTo>
                <a:lnTo>
                  <a:pt x="59" y="119"/>
                </a:lnTo>
                <a:lnTo>
                  <a:pt x="0" y="0"/>
                </a:lnTo>
                <a:lnTo>
                  <a:pt x="11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1" name=""/>
          <p:cNvSpPr/>
          <p:nvPr/>
        </p:nvSpPr>
        <p:spPr>
          <a:xfrm>
            <a:off x="5162400" y="288072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129" y="20"/>
                </a:moveTo>
                <a:lnTo>
                  <a:pt x="124" y="31"/>
                </a:lnTo>
                <a:lnTo>
                  <a:pt x="112" y="25"/>
                </a:lnTo>
                <a:lnTo>
                  <a:pt x="118" y="15"/>
                </a:lnTo>
                <a:lnTo>
                  <a:pt x="129" y="20"/>
                </a:lnTo>
                <a:moveTo>
                  <a:pt x="124" y="31"/>
                </a:moveTo>
                <a:lnTo>
                  <a:pt x="118" y="41"/>
                </a:lnTo>
                <a:lnTo>
                  <a:pt x="107" y="36"/>
                </a:lnTo>
                <a:lnTo>
                  <a:pt x="112" y="25"/>
                </a:lnTo>
                <a:lnTo>
                  <a:pt x="124" y="31"/>
                </a:lnTo>
                <a:moveTo>
                  <a:pt x="118" y="41"/>
                </a:moveTo>
                <a:lnTo>
                  <a:pt x="112" y="52"/>
                </a:lnTo>
                <a:lnTo>
                  <a:pt x="102" y="46"/>
                </a:lnTo>
                <a:lnTo>
                  <a:pt x="107" y="36"/>
                </a:lnTo>
                <a:lnTo>
                  <a:pt x="118" y="41"/>
                </a:lnTo>
                <a:moveTo>
                  <a:pt x="112" y="52"/>
                </a:moveTo>
                <a:lnTo>
                  <a:pt x="107" y="62"/>
                </a:lnTo>
                <a:lnTo>
                  <a:pt x="96" y="57"/>
                </a:lnTo>
                <a:lnTo>
                  <a:pt x="102" y="46"/>
                </a:lnTo>
                <a:lnTo>
                  <a:pt x="112" y="52"/>
                </a:lnTo>
                <a:moveTo>
                  <a:pt x="107" y="62"/>
                </a:moveTo>
                <a:lnTo>
                  <a:pt x="102" y="73"/>
                </a:lnTo>
                <a:lnTo>
                  <a:pt x="91" y="68"/>
                </a:lnTo>
                <a:lnTo>
                  <a:pt x="96" y="57"/>
                </a:lnTo>
                <a:lnTo>
                  <a:pt x="107" y="62"/>
                </a:lnTo>
                <a:moveTo>
                  <a:pt x="102" y="73"/>
                </a:moveTo>
                <a:lnTo>
                  <a:pt x="96" y="84"/>
                </a:lnTo>
                <a:lnTo>
                  <a:pt x="86" y="78"/>
                </a:lnTo>
                <a:lnTo>
                  <a:pt x="91" y="68"/>
                </a:lnTo>
                <a:lnTo>
                  <a:pt x="102" y="73"/>
                </a:lnTo>
                <a:moveTo>
                  <a:pt x="96" y="84"/>
                </a:moveTo>
                <a:lnTo>
                  <a:pt x="91" y="94"/>
                </a:lnTo>
                <a:lnTo>
                  <a:pt x="80" y="89"/>
                </a:lnTo>
                <a:lnTo>
                  <a:pt x="86" y="78"/>
                </a:lnTo>
                <a:lnTo>
                  <a:pt x="96" y="84"/>
                </a:lnTo>
                <a:moveTo>
                  <a:pt x="91" y="94"/>
                </a:moveTo>
                <a:lnTo>
                  <a:pt x="86" y="105"/>
                </a:lnTo>
                <a:lnTo>
                  <a:pt x="75" y="99"/>
                </a:lnTo>
                <a:lnTo>
                  <a:pt x="80" y="89"/>
                </a:lnTo>
                <a:lnTo>
                  <a:pt x="91" y="94"/>
                </a:lnTo>
                <a:moveTo>
                  <a:pt x="86" y="105"/>
                </a:moveTo>
                <a:lnTo>
                  <a:pt x="80" y="115"/>
                </a:lnTo>
                <a:lnTo>
                  <a:pt x="70" y="110"/>
                </a:lnTo>
                <a:lnTo>
                  <a:pt x="75" y="99"/>
                </a:lnTo>
                <a:lnTo>
                  <a:pt x="86" y="105"/>
                </a:lnTo>
                <a:moveTo>
                  <a:pt x="80" y="115"/>
                </a:moveTo>
                <a:lnTo>
                  <a:pt x="75" y="126"/>
                </a:lnTo>
                <a:lnTo>
                  <a:pt x="64" y="121"/>
                </a:lnTo>
                <a:lnTo>
                  <a:pt x="70" y="110"/>
                </a:lnTo>
                <a:lnTo>
                  <a:pt x="80" y="115"/>
                </a:lnTo>
                <a:moveTo>
                  <a:pt x="75" y="126"/>
                </a:moveTo>
                <a:lnTo>
                  <a:pt x="69" y="139"/>
                </a:lnTo>
                <a:lnTo>
                  <a:pt x="59" y="119"/>
                </a:lnTo>
                <a:lnTo>
                  <a:pt x="70" y="114"/>
                </a:lnTo>
                <a:lnTo>
                  <a:pt x="74" y="123"/>
                </a:lnTo>
                <a:lnTo>
                  <a:pt x="69" y="125"/>
                </a:lnTo>
                <a:lnTo>
                  <a:pt x="64" y="123"/>
                </a:lnTo>
                <a:lnTo>
                  <a:pt x="64" y="121"/>
                </a:lnTo>
                <a:lnTo>
                  <a:pt x="75" y="126"/>
                </a:lnTo>
                <a:moveTo>
                  <a:pt x="59" y="119"/>
                </a:moveTo>
                <a:lnTo>
                  <a:pt x="54" y="109"/>
                </a:lnTo>
                <a:lnTo>
                  <a:pt x="64" y="103"/>
                </a:lnTo>
                <a:lnTo>
                  <a:pt x="70" y="114"/>
                </a:lnTo>
                <a:lnTo>
                  <a:pt x="59" y="119"/>
                </a:lnTo>
                <a:moveTo>
                  <a:pt x="54" y="109"/>
                </a:moveTo>
                <a:lnTo>
                  <a:pt x="49" y="98"/>
                </a:lnTo>
                <a:lnTo>
                  <a:pt x="59" y="93"/>
                </a:lnTo>
                <a:lnTo>
                  <a:pt x="64" y="103"/>
                </a:lnTo>
                <a:lnTo>
                  <a:pt x="54" y="109"/>
                </a:lnTo>
                <a:moveTo>
                  <a:pt x="49" y="98"/>
                </a:moveTo>
                <a:lnTo>
                  <a:pt x="43" y="87"/>
                </a:lnTo>
                <a:lnTo>
                  <a:pt x="54" y="82"/>
                </a:lnTo>
                <a:lnTo>
                  <a:pt x="59" y="93"/>
                </a:lnTo>
                <a:lnTo>
                  <a:pt x="49" y="98"/>
                </a:lnTo>
                <a:moveTo>
                  <a:pt x="43" y="87"/>
                </a:moveTo>
                <a:lnTo>
                  <a:pt x="38" y="77"/>
                </a:lnTo>
                <a:lnTo>
                  <a:pt x="49" y="72"/>
                </a:lnTo>
                <a:lnTo>
                  <a:pt x="54" y="82"/>
                </a:lnTo>
                <a:lnTo>
                  <a:pt x="43" y="87"/>
                </a:lnTo>
                <a:moveTo>
                  <a:pt x="38" y="77"/>
                </a:moveTo>
                <a:lnTo>
                  <a:pt x="33" y="66"/>
                </a:lnTo>
                <a:lnTo>
                  <a:pt x="43" y="61"/>
                </a:lnTo>
                <a:lnTo>
                  <a:pt x="49" y="72"/>
                </a:lnTo>
                <a:lnTo>
                  <a:pt x="38" y="77"/>
                </a:lnTo>
                <a:moveTo>
                  <a:pt x="33" y="66"/>
                </a:moveTo>
                <a:lnTo>
                  <a:pt x="27" y="56"/>
                </a:lnTo>
                <a:lnTo>
                  <a:pt x="38" y="50"/>
                </a:lnTo>
                <a:lnTo>
                  <a:pt x="43" y="61"/>
                </a:lnTo>
                <a:lnTo>
                  <a:pt x="33" y="66"/>
                </a:lnTo>
                <a:moveTo>
                  <a:pt x="27" y="56"/>
                </a:moveTo>
                <a:lnTo>
                  <a:pt x="22" y="45"/>
                </a:lnTo>
                <a:lnTo>
                  <a:pt x="33" y="40"/>
                </a:lnTo>
                <a:lnTo>
                  <a:pt x="38" y="50"/>
                </a:lnTo>
                <a:lnTo>
                  <a:pt x="27" y="56"/>
                </a:lnTo>
                <a:moveTo>
                  <a:pt x="22" y="45"/>
                </a:moveTo>
                <a:lnTo>
                  <a:pt x="17" y="34"/>
                </a:lnTo>
                <a:lnTo>
                  <a:pt x="27" y="29"/>
                </a:lnTo>
                <a:lnTo>
                  <a:pt x="33" y="40"/>
                </a:lnTo>
                <a:lnTo>
                  <a:pt x="22" y="45"/>
                </a:lnTo>
                <a:moveTo>
                  <a:pt x="17" y="34"/>
                </a:moveTo>
                <a:lnTo>
                  <a:pt x="11" y="24"/>
                </a:lnTo>
                <a:lnTo>
                  <a:pt x="22" y="19"/>
                </a:lnTo>
                <a:lnTo>
                  <a:pt x="27" y="29"/>
                </a:lnTo>
                <a:lnTo>
                  <a:pt x="17" y="34"/>
                </a:lnTo>
                <a:moveTo>
                  <a:pt x="11" y="24"/>
                </a:moveTo>
                <a:lnTo>
                  <a:pt x="6" y="12"/>
                </a:lnTo>
                <a:lnTo>
                  <a:pt x="17" y="7"/>
                </a:lnTo>
                <a:lnTo>
                  <a:pt x="22" y="19"/>
                </a:lnTo>
                <a:lnTo>
                  <a:pt x="11" y="24"/>
                </a:lnTo>
                <a:moveTo>
                  <a:pt x="6" y="12"/>
                </a:moveTo>
                <a:lnTo>
                  <a:pt x="0" y="0"/>
                </a:lnTo>
                <a:lnTo>
                  <a:pt x="17" y="0"/>
                </a:lnTo>
                <a:lnTo>
                  <a:pt x="17" y="12"/>
                </a:lnTo>
                <a:lnTo>
                  <a:pt x="10" y="12"/>
                </a:lnTo>
                <a:lnTo>
                  <a:pt x="10" y="6"/>
                </a:lnTo>
                <a:lnTo>
                  <a:pt x="15" y="3"/>
                </a:lnTo>
                <a:lnTo>
                  <a:pt x="17" y="7"/>
                </a:lnTo>
                <a:lnTo>
                  <a:pt x="6" y="12"/>
                </a:lnTo>
                <a:moveTo>
                  <a:pt x="17" y="0"/>
                </a:moveTo>
                <a:lnTo>
                  <a:pt x="29" y="0"/>
                </a:lnTo>
                <a:lnTo>
                  <a:pt x="29" y="12"/>
                </a:lnTo>
                <a:lnTo>
                  <a:pt x="17" y="12"/>
                </a:lnTo>
                <a:lnTo>
                  <a:pt x="17" y="0"/>
                </a:lnTo>
                <a:moveTo>
                  <a:pt x="29" y="0"/>
                </a:moveTo>
                <a:lnTo>
                  <a:pt x="41" y="0"/>
                </a:lnTo>
                <a:lnTo>
                  <a:pt x="41" y="12"/>
                </a:lnTo>
                <a:lnTo>
                  <a:pt x="29" y="12"/>
                </a:lnTo>
                <a:lnTo>
                  <a:pt x="29" y="0"/>
                </a:lnTo>
                <a:moveTo>
                  <a:pt x="41" y="0"/>
                </a:moveTo>
                <a:lnTo>
                  <a:pt x="53" y="0"/>
                </a:lnTo>
                <a:lnTo>
                  <a:pt x="53" y="12"/>
                </a:lnTo>
                <a:lnTo>
                  <a:pt x="41" y="12"/>
                </a:lnTo>
                <a:lnTo>
                  <a:pt x="41" y="0"/>
                </a:lnTo>
                <a:moveTo>
                  <a:pt x="53" y="0"/>
                </a:moveTo>
                <a:lnTo>
                  <a:pt x="65" y="0"/>
                </a:lnTo>
                <a:lnTo>
                  <a:pt x="65" y="12"/>
                </a:lnTo>
                <a:lnTo>
                  <a:pt x="53" y="12"/>
                </a:lnTo>
                <a:lnTo>
                  <a:pt x="53" y="0"/>
                </a:lnTo>
                <a:moveTo>
                  <a:pt x="65" y="0"/>
                </a:moveTo>
                <a:lnTo>
                  <a:pt x="76" y="0"/>
                </a:lnTo>
                <a:lnTo>
                  <a:pt x="76" y="12"/>
                </a:lnTo>
                <a:lnTo>
                  <a:pt x="65" y="12"/>
                </a:lnTo>
                <a:lnTo>
                  <a:pt x="65" y="0"/>
                </a:lnTo>
                <a:moveTo>
                  <a:pt x="76" y="0"/>
                </a:moveTo>
                <a:lnTo>
                  <a:pt x="88" y="0"/>
                </a:lnTo>
                <a:lnTo>
                  <a:pt x="88" y="12"/>
                </a:lnTo>
                <a:lnTo>
                  <a:pt x="76" y="12"/>
                </a:lnTo>
                <a:lnTo>
                  <a:pt x="76" y="0"/>
                </a:lnTo>
                <a:moveTo>
                  <a:pt x="88" y="0"/>
                </a:moveTo>
                <a:lnTo>
                  <a:pt x="100" y="0"/>
                </a:lnTo>
                <a:lnTo>
                  <a:pt x="100" y="12"/>
                </a:lnTo>
                <a:lnTo>
                  <a:pt x="88" y="12"/>
                </a:lnTo>
                <a:lnTo>
                  <a:pt x="88" y="0"/>
                </a:lnTo>
                <a:moveTo>
                  <a:pt x="100" y="0"/>
                </a:moveTo>
                <a:lnTo>
                  <a:pt x="112" y="0"/>
                </a:lnTo>
                <a:lnTo>
                  <a:pt x="112" y="12"/>
                </a:lnTo>
                <a:lnTo>
                  <a:pt x="100" y="12"/>
                </a:lnTo>
                <a:lnTo>
                  <a:pt x="100" y="0"/>
                </a:lnTo>
                <a:moveTo>
                  <a:pt x="112" y="0"/>
                </a:moveTo>
                <a:lnTo>
                  <a:pt x="125" y="0"/>
                </a:lnTo>
                <a:lnTo>
                  <a:pt x="125" y="12"/>
                </a:lnTo>
                <a:lnTo>
                  <a:pt x="112" y="12"/>
                </a:lnTo>
                <a:lnTo>
                  <a:pt x="112" y="0"/>
                </a:lnTo>
                <a:moveTo>
                  <a:pt x="125" y="0"/>
                </a:moveTo>
                <a:lnTo>
                  <a:pt x="139" y="0"/>
                </a:lnTo>
                <a:lnTo>
                  <a:pt x="129" y="20"/>
                </a:lnTo>
                <a:lnTo>
                  <a:pt x="118" y="15"/>
                </a:lnTo>
                <a:lnTo>
                  <a:pt x="124" y="3"/>
                </a:lnTo>
                <a:lnTo>
                  <a:pt x="129" y="6"/>
                </a:lnTo>
                <a:lnTo>
                  <a:pt x="129" y="12"/>
                </a:lnTo>
                <a:lnTo>
                  <a:pt x="125" y="12"/>
                </a:lnTo>
                <a:lnTo>
                  <a:pt x="125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7719840" y="2530800"/>
            <a:ext cx="0" cy="373320"/>
          </a:xfrm>
          <a:custGeom>
            <a:avLst/>
            <a:gdLst/>
            <a:ahLst/>
            <a:rect l="0" t="0" r="r" b="b"/>
            <a:pathLst>
              <a:path fill="none" w="0" h="1037">
                <a:moveTo>
                  <a:pt x="0" y="0"/>
                </a:moveTo>
                <a:lnTo>
                  <a:pt x="0" y="91"/>
                </a:lnTo>
                <a:cubicBezTo>
                  <a:pt x="0" y="183"/>
                  <a:pt x="0" y="365"/>
                  <a:pt x="0" y="538"/>
                </a:cubicBezTo>
                <a:cubicBezTo>
                  <a:pt x="0" y="711"/>
                  <a:pt x="0" y="874"/>
                  <a:pt x="0" y="956"/>
                </a:cubicBezTo>
                <a:lnTo>
                  <a:pt x="0" y="1037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/>
          <p:nvPr/>
        </p:nvSpPr>
        <p:spPr>
          <a:xfrm>
            <a:off x="7698600" y="2882880"/>
            <a:ext cx="42840" cy="42840"/>
          </a:xfrm>
          <a:custGeom>
            <a:avLst/>
            <a:gdLst/>
            <a:ahLst/>
            <a:rect l="0" t="0" r="r" b="b"/>
            <a:pathLst>
              <a:path w="119" h="119">
                <a:moveTo>
                  <a:pt x="119" y="0"/>
                </a:moveTo>
                <a:lnTo>
                  <a:pt x="60" y="119"/>
                </a:lnTo>
                <a:lnTo>
                  <a:pt x="0" y="0"/>
                </a:lnTo>
                <a:lnTo>
                  <a:pt x="11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4" name=""/>
          <p:cNvSpPr/>
          <p:nvPr/>
        </p:nvSpPr>
        <p:spPr>
          <a:xfrm>
            <a:off x="7695000" y="288072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129" y="20"/>
                </a:moveTo>
                <a:lnTo>
                  <a:pt x="124" y="31"/>
                </a:lnTo>
                <a:lnTo>
                  <a:pt x="113" y="25"/>
                </a:lnTo>
                <a:lnTo>
                  <a:pt x="119" y="15"/>
                </a:lnTo>
                <a:lnTo>
                  <a:pt x="129" y="20"/>
                </a:lnTo>
                <a:moveTo>
                  <a:pt x="124" y="31"/>
                </a:moveTo>
                <a:lnTo>
                  <a:pt x="119" y="41"/>
                </a:lnTo>
                <a:lnTo>
                  <a:pt x="108" y="36"/>
                </a:lnTo>
                <a:lnTo>
                  <a:pt x="113" y="25"/>
                </a:lnTo>
                <a:lnTo>
                  <a:pt x="124" y="31"/>
                </a:lnTo>
                <a:moveTo>
                  <a:pt x="119" y="41"/>
                </a:moveTo>
                <a:lnTo>
                  <a:pt x="113" y="52"/>
                </a:lnTo>
                <a:lnTo>
                  <a:pt x="103" y="46"/>
                </a:lnTo>
                <a:lnTo>
                  <a:pt x="108" y="36"/>
                </a:lnTo>
                <a:lnTo>
                  <a:pt x="119" y="41"/>
                </a:lnTo>
                <a:moveTo>
                  <a:pt x="113" y="52"/>
                </a:moveTo>
                <a:lnTo>
                  <a:pt x="108" y="62"/>
                </a:lnTo>
                <a:lnTo>
                  <a:pt x="97" y="57"/>
                </a:lnTo>
                <a:lnTo>
                  <a:pt x="103" y="46"/>
                </a:lnTo>
                <a:lnTo>
                  <a:pt x="113" y="52"/>
                </a:lnTo>
                <a:moveTo>
                  <a:pt x="108" y="62"/>
                </a:moveTo>
                <a:lnTo>
                  <a:pt x="103" y="73"/>
                </a:lnTo>
                <a:lnTo>
                  <a:pt x="92" y="68"/>
                </a:lnTo>
                <a:lnTo>
                  <a:pt x="97" y="57"/>
                </a:lnTo>
                <a:lnTo>
                  <a:pt x="108" y="62"/>
                </a:lnTo>
                <a:moveTo>
                  <a:pt x="103" y="73"/>
                </a:moveTo>
                <a:lnTo>
                  <a:pt x="97" y="84"/>
                </a:lnTo>
                <a:lnTo>
                  <a:pt x="87" y="78"/>
                </a:lnTo>
                <a:lnTo>
                  <a:pt x="92" y="68"/>
                </a:lnTo>
                <a:lnTo>
                  <a:pt x="103" y="73"/>
                </a:lnTo>
                <a:moveTo>
                  <a:pt x="97" y="84"/>
                </a:moveTo>
                <a:lnTo>
                  <a:pt x="92" y="94"/>
                </a:lnTo>
                <a:lnTo>
                  <a:pt x="81" y="89"/>
                </a:lnTo>
                <a:lnTo>
                  <a:pt x="87" y="78"/>
                </a:lnTo>
                <a:lnTo>
                  <a:pt x="97" y="84"/>
                </a:lnTo>
                <a:moveTo>
                  <a:pt x="92" y="94"/>
                </a:moveTo>
                <a:lnTo>
                  <a:pt x="87" y="105"/>
                </a:lnTo>
                <a:lnTo>
                  <a:pt x="76" y="99"/>
                </a:lnTo>
                <a:lnTo>
                  <a:pt x="81" y="89"/>
                </a:lnTo>
                <a:lnTo>
                  <a:pt x="92" y="94"/>
                </a:lnTo>
                <a:moveTo>
                  <a:pt x="87" y="105"/>
                </a:moveTo>
                <a:lnTo>
                  <a:pt x="81" y="115"/>
                </a:lnTo>
                <a:lnTo>
                  <a:pt x="71" y="110"/>
                </a:lnTo>
                <a:lnTo>
                  <a:pt x="76" y="99"/>
                </a:lnTo>
                <a:lnTo>
                  <a:pt x="87" y="105"/>
                </a:lnTo>
                <a:moveTo>
                  <a:pt x="81" y="115"/>
                </a:moveTo>
                <a:lnTo>
                  <a:pt x="76" y="126"/>
                </a:lnTo>
                <a:lnTo>
                  <a:pt x="65" y="121"/>
                </a:lnTo>
                <a:lnTo>
                  <a:pt x="71" y="110"/>
                </a:lnTo>
                <a:lnTo>
                  <a:pt x="81" y="115"/>
                </a:lnTo>
                <a:moveTo>
                  <a:pt x="76" y="126"/>
                </a:moveTo>
                <a:lnTo>
                  <a:pt x="70" y="139"/>
                </a:lnTo>
                <a:lnTo>
                  <a:pt x="59" y="119"/>
                </a:lnTo>
                <a:lnTo>
                  <a:pt x="71" y="114"/>
                </a:lnTo>
                <a:lnTo>
                  <a:pt x="75" y="123"/>
                </a:lnTo>
                <a:lnTo>
                  <a:pt x="70" y="125"/>
                </a:lnTo>
                <a:lnTo>
                  <a:pt x="64" y="123"/>
                </a:lnTo>
                <a:lnTo>
                  <a:pt x="65" y="121"/>
                </a:lnTo>
                <a:lnTo>
                  <a:pt x="76" y="126"/>
                </a:lnTo>
                <a:moveTo>
                  <a:pt x="59" y="119"/>
                </a:moveTo>
                <a:lnTo>
                  <a:pt x="54" y="109"/>
                </a:lnTo>
                <a:lnTo>
                  <a:pt x="65" y="103"/>
                </a:lnTo>
                <a:lnTo>
                  <a:pt x="71" y="114"/>
                </a:lnTo>
                <a:lnTo>
                  <a:pt x="59" y="119"/>
                </a:lnTo>
                <a:moveTo>
                  <a:pt x="54" y="109"/>
                </a:moveTo>
                <a:lnTo>
                  <a:pt x="49" y="98"/>
                </a:lnTo>
                <a:lnTo>
                  <a:pt x="59" y="93"/>
                </a:lnTo>
                <a:lnTo>
                  <a:pt x="65" y="103"/>
                </a:lnTo>
                <a:lnTo>
                  <a:pt x="54" y="109"/>
                </a:lnTo>
                <a:moveTo>
                  <a:pt x="49" y="98"/>
                </a:moveTo>
                <a:lnTo>
                  <a:pt x="43" y="87"/>
                </a:lnTo>
                <a:lnTo>
                  <a:pt x="54" y="82"/>
                </a:lnTo>
                <a:lnTo>
                  <a:pt x="59" y="93"/>
                </a:lnTo>
                <a:lnTo>
                  <a:pt x="49" y="98"/>
                </a:lnTo>
                <a:moveTo>
                  <a:pt x="43" y="87"/>
                </a:moveTo>
                <a:lnTo>
                  <a:pt x="38" y="77"/>
                </a:lnTo>
                <a:lnTo>
                  <a:pt x="49" y="72"/>
                </a:lnTo>
                <a:lnTo>
                  <a:pt x="54" y="82"/>
                </a:lnTo>
                <a:lnTo>
                  <a:pt x="43" y="87"/>
                </a:lnTo>
                <a:moveTo>
                  <a:pt x="38" y="77"/>
                </a:moveTo>
                <a:lnTo>
                  <a:pt x="33" y="66"/>
                </a:lnTo>
                <a:lnTo>
                  <a:pt x="43" y="61"/>
                </a:lnTo>
                <a:lnTo>
                  <a:pt x="49" y="72"/>
                </a:lnTo>
                <a:lnTo>
                  <a:pt x="38" y="77"/>
                </a:lnTo>
                <a:moveTo>
                  <a:pt x="33" y="66"/>
                </a:moveTo>
                <a:lnTo>
                  <a:pt x="27" y="56"/>
                </a:lnTo>
                <a:lnTo>
                  <a:pt x="38" y="50"/>
                </a:lnTo>
                <a:lnTo>
                  <a:pt x="43" y="61"/>
                </a:lnTo>
                <a:lnTo>
                  <a:pt x="33" y="66"/>
                </a:lnTo>
                <a:moveTo>
                  <a:pt x="27" y="56"/>
                </a:moveTo>
                <a:lnTo>
                  <a:pt x="22" y="45"/>
                </a:lnTo>
                <a:lnTo>
                  <a:pt x="33" y="40"/>
                </a:lnTo>
                <a:lnTo>
                  <a:pt x="38" y="50"/>
                </a:lnTo>
                <a:lnTo>
                  <a:pt x="27" y="56"/>
                </a:lnTo>
                <a:moveTo>
                  <a:pt x="22" y="45"/>
                </a:moveTo>
                <a:lnTo>
                  <a:pt x="17" y="34"/>
                </a:lnTo>
                <a:lnTo>
                  <a:pt x="27" y="29"/>
                </a:lnTo>
                <a:lnTo>
                  <a:pt x="33" y="40"/>
                </a:lnTo>
                <a:lnTo>
                  <a:pt x="22" y="45"/>
                </a:lnTo>
                <a:moveTo>
                  <a:pt x="17" y="34"/>
                </a:moveTo>
                <a:lnTo>
                  <a:pt x="12" y="24"/>
                </a:lnTo>
                <a:lnTo>
                  <a:pt x="22" y="19"/>
                </a:lnTo>
                <a:lnTo>
                  <a:pt x="27" y="29"/>
                </a:lnTo>
                <a:lnTo>
                  <a:pt x="17" y="34"/>
                </a:lnTo>
                <a:moveTo>
                  <a:pt x="12" y="24"/>
                </a:moveTo>
                <a:lnTo>
                  <a:pt x="6" y="12"/>
                </a:lnTo>
                <a:lnTo>
                  <a:pt x="17" y="7"/>
                </a:lnTo>
                <a:lnTo>
                  <a:pt x="22" y="19"/>
                </a:lnTo>
                <a:lnTo>
                  <a:pt x="12" y="24"/>
                </a:lnTo>
                <a:moveTo>
                  <a:pt x="6" y="12"/>
                </a:moveTo>
                <a:lnTo>
                  <a:pt x="0" y="0"/>
                </a:lnTo>
                <a:lnTo>
                  <a:pt x="17" y="0"/>
                </a:lnTo>
                <a:lnTo>
                  <a:pt x="17" y="12"/>
                </a:lnTo>
                <a:lnTo>
                  <a:pt x="10" y="12"/>
                </a:lnTo>
                <a:lnTo>
                  <a:pt x="10" y="6"/>
                </a:lnTo>
                <a:lnTo>
                  <a:pt x="15" y="3"/>
                </a:lnTo>
                <a:lnTo>
                  <a:pt x="17" y="7"/>
                </a:lnTo>
                <a:lnTo>
                  <a:pt x="6" y="12"/>
                </a:lnTo>
                <a:moveTo>
                  <a:pt x="17" y="0"/>
                </a:moveTo>
                <a:lnTo>
                  <a:pt x="29" y="0"/>
                </a:lnTo>
                <a:lnTo>
                  <a:pt x="29" y="12"/>
                </a:lnTo>
                <a:lnTo>
                  <a:pt x="17" y="12"/>
                </a:lnTo>
                <a:lnTo>
                  <a:pt x="17" y="0"/>
                </a:lnTo>
                <a:moveTo>
                  <a:pt x="29" y="0"/>
                </a:moveTo>
                <a:lnTo>
                  <a:pt x="41" y="0"/>
                </a:lnTo>
                <a:lnTo>
                  <a:pt x="41" y="12"/>
                </a:lnTo>
                <a:lnTo>
                  <a:pt x="29" y="12"/>
                </a:lnTo>
                <a:lnTo>
                  <a:pt x="29" y="0"/>
                </a:lnTo>
                <a:moveTo>
                  <a:pt x="41" y="0"/>
                </a:moveTo>
                <a:lnTo>
                  <a:pt x="53" y="0"/>
                </a:lnTo>
                <a:lnTo>
                  <a:pt x="53" y="12"/>
                </a:lnTo>
                <a:lnTo>
                  <a:pt x="41" y="12"/>
                </a:lnTo>
                <a:lnTo>
                  <a:pt x="41" y="0"/>
                </a:lnTo>
                <a:moveTo>
                  <a:pt x="53" y="0"/>
                </a:moveTo>
                <a:lnTo>
                  <a:pt x="65" y="0"/>
                </a:lnTo>
                <a:lnTo>
                  <a:pt x="65" y="12"/>
                </a:lnTo>
                <a:lnTo>
                  <a:pt x="53" y="12"/>
                </a:lnTo>
                <a:lnTo>
                  <a:pt x="53" y="0"/>
                </a:lnTo>
                <a:moveTo>
                  <a:pt x="65" y="0"/>
                </a:moveTo>
                <a:lnTo>
                  <a:pt x="78" y="0"/>
                </a:lnTo>
                <a:lnTo>
                  <a:pt x="78" y="12"/>
                </a:lnTo>
                <a:lnTo>
                  <a:pt x="65" y="12"/>
                </a:lnTo>
                <a:lnTo>
                  <a:pt x="65" y="0"/>
                </a:lnTo>
                <a:moveTo>
                  <a:pt x="78" y="0"/>
                </a:moveTo>
                <a:lnTo>
                  <a:pt x="89" y="0"/>
                </a:lnTo>
                <a:lnTo>
                  <a:pt x="89" y="12"/>
                </a:lnTo>
                <a:lnTo>
                  <a:pt x="78" y="12"/>
                </a:lnTo>
                <a:lnTo>
                  <a:pt x="78" y="0"/>
                </a:lnTo>
                <a:moveTo>
                  <a:pt x="89" y="0"/>
                </a:moveTo>
                <a:lnTo>
                  <a:pt x="101" y="0"/>
                </a:lnTo>
                <a:lnTo>
                  <a:pt x="101" y="12"/>
                </a:lnTo>
                <a:lnTo>
                  <a:pt x="89" y="12"/>
                </a:lnTo>
                <a:lnTo>
                  <a:pt x="89" y="0"/>
                </a:lnTo>
                <a:moveTo>
                  <a:pt x="101" y="0"/>
                </a:moveTo>
                <a:lnTo>
                  <a:pt x="113" y="0"/>
                </a:lnTo>
                <a:lnTo>
                  <a:pt x="113" y="12"/>
                </a:lnTo>
                <a:lnTo>
                  <a:pt x="101" y="12"/>
                </a:lnTo>
                <a:lnTo>
                  <a:pt x="101" y="0"/>
                </a:lnTo>
                <a:moveTo>
                  <a:pt x="113" y="0"/>
                </a:moveTo>
                <a:lnTo>
                  <a:pt x="125" y="0"/>
                </a:lnTo>
                <a:lnTo>
                  <a:pt x="125" y="12"/>
                </a:lnTo>
                <a:lnTo>
                  <a:pt x="113" y="12"/>
                </a:lnTo>
                <a:lnTo>
                  <a:pt x="113" y="0"/>
                </a:lnTo>
                <a:moveTo>
                  <a:pt x="125" y="0"/>
                </a:moveTo>
                <a:lnTo>
                  <a:pt x="139" y="0"/>
                </a:lnTo>
                <a:lnTo>
                  <a:pt x="129" y="20"/>
                </a:lnTo>
                <a:lnTo>
                  <a:pt x="119" y="15"/>
                </a:lnTo>
                <a:lnTo>
                  <a:pt x="124" y="3"/>
                </a:lnTo>
                <a:lnTo>
                  <a:pt x="129" y="6"/>
                </a:lnTo>
                <a:lnTo>
                  <a:pt x="129" y="12"/>
                </a:lnTo>
                <a:lnTo>
                  <a:pt x="125" y="12"/>
                </a:lnTo>
                <a:lnTo>
                  <a:pt x="125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5" name=""/>
          <p:cNvSpPr/>
          <p:nvPr/>
        </p:nvSpPr>
        <p:spPr>
          <a:xfrm>
            <a:off x="48700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48700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34320" y="4261680"/>
            <a:ext cx="18068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gegevens af te nemen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74026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74026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4870440" y="2675880"/>
            <a:ext cx="634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implementeert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4608000" y="2242800"/>
            <a:ext cx="1158840" cy="288360"/>
          </a:xfrm>
          <a:custGeom>
            <a:avLst/>
            <a:gdLst/>
            <a:ahLst/>
            <a:rect l="0" t="0" r="r" b="b"/>
            <a:pathLst>
              <a:path w="3219" h="801">
                <a:moveTo>
                  <a:pt x="0" y="0"/>
                </a:moveTo>
                <a:lnTo>
                  <a:pt x="3219" y="0"/>
                </a:lnTo>
                <a:lnTo>
                  <a:pt x="3219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4608000" y="2242800"/>
            <a:ext cx="1158840" cy="288360"/>
          </a:xfrm>
          <a:custGeom>
            <a:avLst/>
            <a:gdLst/>
            <a:ahLst/>
            <a:rect l="0" t="0" r="r" b="b"/>
            <a:pathLst>
              <a:path w="3219" h="801">
                <a:moveTo>
                  <a:pt x="0" y="0"/>
                </a:moveTo>
                <a:lnTo>
                  <a:pt x="3219" y="0"/>
                </a:lnTo>
                <a:lnTo>
                  <a:pt x="3219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403040" y="2675880"/>
            <a:ext cx="634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implementeert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4033440" y="2925360"/>
            <a:ext cx="2307960" cy="800280"/>
          </a:xfrm>
          <a:custGeom>
            <a:avLst/>
            <a:gdLst/>
            <a:ahLst/>
            <a:rect l="0" t="0" r="r" b="b"/>
            <a:pathLst>
              <a:path w="6411" h="2223">
                <a:moveTo>
                  <a:pt x="0" y="0"/>
                </a:moveTo>
                <a:lnTo>
                  <a:pt x="6411" y="0"/>
                </a:lnTo>
                <a:lnTo>
                  <a:pt x="641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4033440" y="2925360"/>
            <a:ext cx="2307960" cy="800280"/>
          </a:xfrm>
          <a:custGeom>
            <a:avLst/>
            <a:gdLst/>
            <a:ahLst/>
            <a:rect l="0" t="0" r="r" b="b"/>
            <a:pathLst>
              <a:path w="6411" h="2223">
                <a:moveTo>
                  <a:pt x="0" y="0"/>
                </a:moveTo>
                <a:lnTo>
                  <a:pt x="6411" y="0"/>
                </a:lnTo>
                <a:lnTo>
                  <a:pt x="641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4768200" y="2334600"/>
            <a:ext cx="8388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4193640" y="3017160"/>
            <a:ext cx="1989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onderwijsspeciﬁcatiestructuur-aanbieder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496400" y="3273120"/>
            <a:ext cx="13845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/onderwijsspeciﬁcaties/{id}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374000" y="3401280"/>
            <a:ext cx="1629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/onderwijsspeciﬁcaties/{id}/delta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7173360" y="2242800"/>
            <a:ext cx="1093320" cy="288360"/>
          </a:xfrm>
          <a:custGeom>
            <a:avLst/>
            <a:gdLst/>
            <a:ahLst/>
            <a:rect l="0" t="0" r="r" b="b"/>
            <a:pathLst>
              <a:path w="3037" h="801">
                <a:moveTo>
                  <a:pt x="0" y="0"/>
                </a:moveTo>
                <a:lnTo>
                  <a:pt x="3037" y="0"/>
                </a:lnTo>
                <a:lnTo>
                  <a:pt x="3037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7173360" y="2242800"/>
            <a:ext cx="1093320" cy="288360"/>
          </a:xfrm>
          <a:custGeom>
            <a:avLst/>
            <a:gdLst/>
            <a:ahLst/>
            <a:rect l="0" t="0" r="r" b="b"/>
            <a:pathLst>
              <a:path w="3037" h="801">
                <a:moveTo>
                  <a:pt x="0" y="0"/>
                </a:moveTo>
                <a:lnTo>
                  <a:pt x="3037" y="0"/>
                </a:lnTo>
                <a:lnTo>
                  <a:pt x="3037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4604040" y="3529080"/>
            <a:ext cx="1166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6607440" y="2925360"/>
            <a:ext cx="2225160" cy="800280"/>
          </a:xfrm>
          <a:custGeom>
            <a:avLst/>
            <a:gdLst/>
            <a:ahLst/>
            <a:rect l="0" t="0" r="r" b="b"/>
            <a:pathLst>
              <a:path w="6181" h="2223">
                <a:moveTo>
                  <a:pt x="0" y="0"/>
                </a:moveTo>
                <a:lnTo>
                  <a:pt x="6181" y="0"/>
                </a:lnTo>
                <a:lnTo>
                  <a:pt x="618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6607440" y="2925360"/>
            <a:ext cx="2225160" cy="800280"/>
          </a:xfrm>
          <a:custGeom>
            <a:avLst/>
            <a:gdLst/>
            <a:ahLst/>
            <a:rect l="0" t="0" r="r" b="b"/>
            <a:pathLst>
              <a:path w="6181" h="2223">
                <a:moveTo>
                  <a:pt x="0" y="0"/>
                </a:moveTo>
                <a:lnTo>
                  <a:pt x="6181" y="0"/>
                </a:lnTo>
                <a:lnTo>
                  <a:pt x="618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333560" y="2334600"/>
            <a:ext cx="771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Planningssysteem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6767640" y="3017160"/>
            <a:ext cx="1905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onderwijsspeciﬁcatiestructuur-afnemer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7076880" y="3273120"/>
            <a:ext cx="12870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speciﬁcatie-beschikbaar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135920" y="3401280"/>
            <a:ext cx="11725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speciﬁcatie-gewijzigd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6989400" y="3529080"/>
            <a:ext cx="1463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speciﬁcatie-status-gewijzigd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0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08" name=""/>
          <p:cNvSpPr txBox="1"/>
          <p:nvPr/>
        </p:nvSpPr>
        <p:spPr>
          <a:xfrm>
            <a:off x="439920" y="329400"/>
            <a:ext cx="3656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Interactiepatronen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457200" y="954000"/>
            <a:ext cx="8649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Een interactiepatroon beschrijft hoe twee partijen informatie uitwisselen, los van welke partijen dat zijn en welke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57200" y="1201680"/>
            <a:ext cx="942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informatie het betreft. Een koppelingspeciﬁcatie kiest per interactie een patroon en vult het in; het patroon staat één keer,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456840" y="1780920"/>
            <a:ext cx="1695960" cy="295560"/>
          </a:xfrm>
          <a:custGeom>
            <a:avLst/>
            <a:gdLst/>
            <a:ahLst/>
            <a:rect l="0" t="0" r="r" b="b"/>
            <a:pathLst>
              <a:path w="4711" h="821">
                <a:moveTo>
                  <a:pt x="0" y="0"/>
                </a:moveTo>
                <a:lnTo>
                  <a:pt x="4711" y="0"/>
                </a:lnTo>
                <a:lnTo>
                  <a:pt x="47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2152440" y="1780920"/>
            <a:ext cx="3819960" cy="295560"/>
          </a:xfrm>
          <a:custGeom>
            <a:avLst/>
            <a:gdLst/>
            <a:ahLst/>
            <a:rect l="0" t="0" r="r" b="b"/>
            <a:pathLst>
              <a:path w="10611" h="821">
                <a:moveTo>
                  <a:pt x="0" y="0"/>
                </a:moveTo>
                <a:lnTo>
                  <a:pt x="10611" y="0"/>
                </a:lnTo>
                <a:lnTo>
                  <a:pt x="106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5972040" y="1780920"/>
            <a:ext cx="2229120" cy="295560"/>
          </a:xfrm>
          <a:custGeom>
            <a:avLst/>
            <a:gdLst/>
            <a:ahLst/>
            <a:rect l="0" t="0" r="r" b="b"/>
            <a:pathLst>
              <a:path w="6192" h="821">
                <a:moveTo>
                  <a:pt x="0" y="0"/>
                </a:moveTo>
                <a:lnTo>
                  <a:pt x="6192" y="0"/>
                </a:lnTo>
                <a:lnTo>
                  <a:pt x="6192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456840" y="2066760"/>
            <a:ext cx="1695960" cy="19440"/>
          </a:xfrm>
          <a:custGeom>
            <a:avLst/>
            <a:gdLst/>
            <a:ahLst/>
            <a:rect l="0" t="0" r="r" b="b"/>
            <a:pathLst>
              <a:path w="4711" h="54">
                <a:moveTo>
                  <a:pt x="0" y="0"/>
                </a:moveTo>
                <a:lnTo>
                  <a:pt x="4711" y="0"/>
                </a:lnTo>
                <a:lnTo>
                  <a:pt x="47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2152440" y="2066760"/>
            <a:ext cx="3819960" cy="19440"/>
          </a:xfrm>
          <a:custGeom>
            <a:avLst/>
            <a:gdLst/>
            <a:ahLst/>
            <a:rect l="0" t="0" r="r" b="b"/>
            <a:pathLst>
              <a:path w="10611" h="54">
                <a:moveTo>
                  <a:pt x="0" y="0"/>
                </a:moveTo>
                <a:lnTo>
                  <a:pt x="10611" y="0"/>
                </a:lnTo>
                <a:lnTo>
                  <a:pt x="106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/>
          <p:nvPr/>
        </p:nvSpPr>
        <p:spPr>
          <a:xfrm>
            <a:off x="5972040" y="2066760"/>
            <a:ext cx="2229120" cy="19440"/>
          </a:xfrm>
          <a:custGeom>
            <a:avLst/>
            <a:gdLst/>
            <a:ahLst/>
            <a:rect l="0" t="0" r="r" b="b"/>
            <a:pathLst>
              <a:path w="6192" h="54">
                <a:moveTo>
                  <a:pt x="0" y="0"/>
                </a:moveTo>
                <a:lnTo>
                  <a:pt x="6192" y="0"/>
                </a:lnTo>
                <a:lnTo>
                  <a:pt x="619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456840" y="258120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8" name=""/>
          <p:cNvSpPr/>
          <p:nvPr/>
        </p:nvSpPr>
        <p:spPr>
          <a:xfrm>
            <a:off x="2152440" y="258120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5972040" y="258120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456840" y="308592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2152440" y="308592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5972040" y="308592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456840" y="3590640"/>
            <a:ext cx="1695960" cy="10080"/>
          </a:xfrm>
          <a:custGeom>
            <a:avLst/>
            <a:gdLst/>
            <a:ah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2152440" y="359064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5972040" y="359064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456840" y="391464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2152440" y="391464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5972040" y="391464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456840" y="4419360"/>
            <a:ext cx="1695960" cy="10080"/>
          </a:xfrm>
          <a:custGeom>
            <a:avLst/>
            <a:gdLst/>
            <a:ah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/>
          <p:nvPr/>
        </p:nvSpPr>
        <p:spPr>
          <a:xfrm>
            <a:off x="2152440" y="441936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5972040" y="441936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57200" y="1449360"/>
            <a:ext cx="44416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in rollen: de </a:t>
            </a:r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bezitter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 van de resource en de </a:t>
            </a:r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consument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63760" y="1860480"/>
            <a:ext cx="602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PATROON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2261160" y="1860480"/>
            <a:ext cx="730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WAARVOOR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561960" y="2323800"/>
            <a:ext cx="1057320" cy="10080"/>
          </a:xfrm>
          <a:custGeom>
            <a:avLst/>
            <a:gdLst/>
            <a:ahLst/>
            <a:rect l="0" t="0" r="r" b="b"/>
            <a:pathLst>
              <a:path w="293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9" y="0"/>
                </a:lnTo>
                <a:lnTo>
                  <a:pt x="339" y="28"/>
                </a:lnTo>
                <a:lnTo>
                  <a:pt x="259" y="28"/>
                </a:lnTo>
                <a:lnTo>
                  <a:pt x="259" y="0"/>
                </a:lnTo>
                <a:moveTo>
                  <a:pt x="389" y="0"/>
                </a:moveTo>
                <a:lnTo>
                  <a:pt x="469" y="0"/>
                </a:lnTo>
                <a:lnTo>
                  <a:pt x="469" y="28"/>
                </a:lnTo>
                <a:lnTo>
                  <a:pt x="389" y="28"/>
                </a:lnTo>
                <a:lnTo>
                  <a:pt x="389" y="0"/>
                </a:lnTo>
                <a:moveTo>
                  <a:pt x="519" y="0"/>
                </a:moveTo>
                <a:lnTo>
                  <a:pt x="598" y="0"/>
                </a:lnTo>
                <a:lnTo>
                  <a:pt x="598" y="28"/>
                </a:lnTo>
                <a:lnTo>
                  <a:pt x="519" y="28"/>
                </a:lnTo>
                <a:lnTo>
                  <a:pt x="519" y="0"/>
                </a:lnTo>
                <a:moveTo>
                  <a:pt x="649" y="0"/>
                </a:moveTo>
                <a:lnTo>
                  <a:pt x="728" y="0"/>
                </a:lnTo>
                <a:lnTo>
                  <a:pt x="728" y="28"/>
                </a:lnTo>
                <a:lnTo>
                  <a:pt x="649" y="28"/>
                </a:lnTo>
                <a:lnTo>
                  <a:pt x="649" y="0"/>
                </a:lnTo>
                <a:moveTo>
                  <a:pt x="779" y="0"/>
                </a:moveTo>
                <a:lnTo>
                  <a:pt x="858" y="0"/>
                </a:lnTo>
                <a:lnTo>
                  <a:pt x="858" y="28"/>
                </a:lnTo>
                <a:lnTo>
                  <a:pt x="779" y="28"/>
                </a:lnTo>
                <a:lnTo>
                  <a:pt x="779" y="0"/>
                </a:lnTo>
                <a:moveTo>
                  <a:pt x="909" y="0"/>
                </a:moveTo>
                <a:lnTo>
                  <a:pt x="988" y="0"/>
                </a:lnTo>
                <a:lnTo>
                  <a:pt x="988" y="28"/>
                </a:lnTo>
                <a:lnTo>
                  <a:pt x="909" y="28"/>
                </a:lnTo>
                <a:lnTo>
                  <a:pt x="909" y="0"/>
                </a:lnTo>
                <a:moveTo>
                  <a:pt x="1039" y="0"/>
                </a:moveTo>
                <a:lnTo>
                  <a:pt x="1118" y="0"/>
                </a:lnTo>
                <a:lnTo>
                  <a:pt x="1118" y="28"/>
                </a:lnTo>
                <a:lnTo>
                  <a:pt x="1039" y="28"/>
                </a:lnTo>
                <a:lnTo>
                  <a:pt x="1039" y="0"/>
                </a:lnTo>
                <a:moveTo>
                  <a:pt x="1169" y="0"/>
                </a:moveTo>
                <a:lnTo>
                  <a:pt x="1248" y="0"/>
                </a:lnTo>
                <a:lnTo>
                  <a:pt x="1248" y="28"/>
                </a:lnTo>
                <a:lnTo>
                  <a:pt x="1169" y="28"/>
                </a:lnTo>
                <a:lnTo>
                  <a:pt x="1169" y="0"/>
                </a:lnTo>
                <a:moveTo>
                  <a:pt x="1298" y="0"/>
                </a:moveTo>
                <a:lnTo>
                  <a:pt x="1378" y="0"/>
                </a:lnTo>
                <a:lnTo>
                  <a:pt x="1378" y="28"/>
                </a:lnTo>
                <a:lnTo>
                  <a:pt x="1298" y="28"/>
                </a:lnTo>
                <a:lnTo>
                  <a:pt x="1298" y="0"/>
                </a:lnTo>
                <a:moveTo>
                  <a:pt x="1428" y="0"/>
                </a:moveTo>
                <a:lnTo>
                  <a:pt x="1508" y="0"/>
                </a:lnTo>
                <a:lnTo>
                  <a:pt x="1508" y="28"/>
                </a:lnTo>
                <a:lnTo>
                  <a:pt x="1428" y="28"/>
                </a:lnTo>
                <a:lnTo>
                  <a:pt x="1428" y="0"/>
                </a:lnTo>
                <a:moveTo>
                  <a:pt x="1558" y="0"/>
                </a:moveTo>
                <a:lnTo>
                  <a:pt x="1638" y="0"/>
                </a:lnTo>
                <a:lnTo>
                  <a:pt x="1638" y="28"/>
                </a:lnTo>
                <a:lnTo>
                  <a:pt x="1558" y="28"/>
                </a:lnTo>
                <a:lnTo>
                  <a:pt x="1558" y="0"/>
                </a:lnTo>
                <a:moveTo>
                  <a:pt x="1688" y="0"/>
                </a:moveTo>
                <a:lnTo>
                  <a:pt x="1767" y="0"/>
                </a:lnTo>
                <a:lnTo>
                  <a:pt x="1767" y="28"/>
                </a:lnTo>
                <a:lnTo>
                  <a:pt x="1688" y="28"/>
                </a:lnTo>
                <a:lnTo>
                  <a:pt x="1688" y="0"/>
                </a:lnTo>
                <a:moveTo>
                  <a:pt x="1818" y="0"/>
                </a:moveTo>
                <a:lnTo>
                  <a:pt x="1897" y="0"/>
                </a:lnTo>
                <a:lnTo>
                  <a:pt x="1897" y="28"/>
                </a:lnTo>
                <a:lnTo>
                  <a:pt x="1818" y="28"/>
                </a:lnTo>
                <a:lnTo>
                  <a:pt x="1818" y="0"/>
                </a:lnTo>
                <a:moveTo>
                  <a:pt x="1948" y="0"/>
                </a:moveTo>
                <a:lnTo>
                  <a:pt x="2027" y="0"/>
                </a:lnTo>
                <a:lnTo>
                  <a:pt x="2027" y="28"/>
                </a:lnTo>
                <a:lnTo>
                  <a:pt x="1948" y="28"/>
                </a:lnTo>
                <a:lnTo>
                  <a:pt x="1948" y="0"/>
                </a:lnTo>
                <a:moveTo>
                  <a:pt x="2078" y="0"/>
                </a:moveTo>
                <a:lnTo>
                  <a:pt x="2157" y="0"/>
                </a:lnTo>
                <a:lnTo>
                  <a:pt x="2157" y="28"/>
                </a:lnTo>
                <a:lnTo>
                  <a:pt x="2078" y="28"/>
                </a:lnTo>
                <a:lnTo>
                  <a:pt x="2078" y="0"/>
                </a:lnTo>
                <a:moveTo>
                  <a:pt x="2208" y="0"/>
                </a:moveTo>
                <a:lnTo>
                  <a:pt x="2287" y="0"/>
                </a:lnTo>
                <a:lnTo>
                  <a:pt x="2287" y="28"/>
                </a:lnTo>
                <a:lnTo>
                  <a:pt x="2208" y="28"/>
                </a:lnTo>
                <a:lnTo>
                  <a:pt x="2208" y="0"/>
                </a:lnTo>
                <a:moveTo>
                  <a:pt x="2337" y="0"/>
                </a:moveTo>
                <a:lnTo>
                  <a:pt x="2417" y="0"/>
                </a:lnTo>
                <a:lnTo>
                  <a:pt x="2417" y="28"/>
                </a:lnTo>
                <a:lnTo>
                  <a:pt x="2337" y="28"/>
                </a:lnTo>
                <a:lnTo>
                  <a:pt x="2337" y="0"/>
                </a:lnTo>
                <a:moveTo>
                  <a:pt x="2467" y="0"/>
                </a:moveTo>
                <a:lnTo>
                  <a:pt x="2547" y="0"/>
                </a:lnTo>
                <a:lnTo>
                  <a:pt x="2547" y="28"/>
                </a:lnTo>
                <a:lnTo>
                  <a:pt x="2467" y="28"/>
                </a:lnTo>
                <a:lnTo>
                  <a:pt x="2467" y="0"/>
                </a:lnTo>
                <a:moveTo>
                  <a:pt x="2597" y="0"/>
                </a:moveTo>
                <a:lnTo>
                  <a:pt x="2677" y="0"/>
                </a:lnTo>
                <a:lnTo>
                  <a:pt x="2677" y="28"/>
                </a:lnTo>
                <a:lnTo>
                  <a:pt x="2597" y="28"/>
                </a:lnTo>
                <a:lnTo>
                  <a:pt x="2597" y="0"/>
                </a:lnTo>
                <a:moveTo>
                  <a:pt x="2727" y="0"/>
                </a:moveTo>
                <a:lnTo>
                  <a:pt x="2807" y="0"/>
                </a:lnTo>
                <a:lnTo>
                  <a:pt x="2807" y="28"/>
                </a:lnTo>
                <a:lnTo>
                  <a:pt x="2727" y="28"/>
                </a:lnTo>
                <a:lnTo>
                  <a:pt x="2727" y="0"/>
                </a:lnTo>
                <a:moveTo>
                  <a:pt x="2858" y="0"/>
                </a:moveTo>
                <a:lnTo>
                  <a:pt x="2937" y="0"/>
                </a:lnTo>
                <a:lnTo>
                  <a:pt x="2937" y="28"/>
                </a:lnTo>
                <a:lnTo>
                  <a:pt x="2858" y="28"/>
                </a:lnTo>
                <a:lnTo>
                  <a:pt x="285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6074280" y="1860480"/>
            <a:ext cx="614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NAAM UIT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563760" y="2174040"/>
            <a:ext cx="1172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Event Notiﬁcation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2261160" y="2174040"/>
            <a:ext cx="3873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bezitter meldt dat er iets is; de consument haalt het op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2261160" y="2354760"/>
            <a:ext cx="1712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wanneer het hem uitkomt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561960" y="28288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70" y="0"/>
                </a:moveTo>
                <a:lnTo>
                  <a:pt x="349" y="0"/>
                </a:lnTo>
                <a:lnTo>
                  <a:pt x="349" y="27"/>
                </a:lnTo>
                <a:lnTo>
                  <a:pt x="270" y="27"/>
                </a:lnTo>
                <a:lnTo>
                  <a:pt x="270" y="0"/>
                </a:lnTo>
                <a:moveTo>
                  <a:pt x="404" y="0"/>
                </a:moveTo>
                <a:lnTo>
                  <a:pt x="483" y="0"/>
                </a:lnTo>
                <a:lnTo>
                  <a:pt x="483" y="27"/>
                </a:lnTo>
                <a:lnTo>
                  <a:pt x="404" y="27"/>
                </a:lnTo>
                <a:lnTo>
                  <a:pt x="404" y="0"/>
                </a:lnTo>
                <a:moveTo>
                  <a:pt x="539" y="0"/>
                </a:moveTo>
                <a:lnTo>
                  <a:pt x="618" y="0"/>
                </a:lnTo>
                <a:lnTo>
                  <a:pt x="618" y="27"/>
                </a:lnTo>
                <a:lnTo>
                  <a:pt x="539" y="27"/>
                </a:lnTo>
                <a:lnTo>
                  <a:pt x="539" y="0"/>
                </a:lnTo>
                <a:moveTo>
                  <a:pt x="673" y="0"/>
                </a:moveTo>
                <a:lnTo>
                  <a:pt x="752" y="0"/>
                </a:lnTo>
                <a:lnTo>
                  <a:pt x="752" y="27"/>
                </a:lnTo>
                <a:lnTo>
                  <a:pt x="673" y="27"/>
                </a:lnTo>
                <a:lnTo>
                  <a:pt x="673" y="0"/>
                </a:lnTo>
                <a:moveTo>
                  <a:pt x="808" y="0"/>
                </a:moveTo>
                <a:lnTo>
                  <a:pt x="887" y="0"/>
                </a:lnTo>
                <a:lnTo>
                  <a:pt x="887" y="27"/>
                </a:lnTo>
                <a:lnTo>
                  <a:pt x="808" y="27"/>
                </a:lnTo>
                <a:lnTo>
                  <a:pt x="808" y="0"/>
                </a:lnTo>
                <a:moveTo>
                  <a:pt x="942" y="0"/>
                </a:moveTo>
                <a:lnTo>
                  <a:pt x="1021" y="0"/>
                </a:lnTo>
                <a:lnTo>
                  <a:pt x="1021" y="27"/>
                </a:lnTo>
                <a:lnTo>
                  <a:pt x="942" y="27"/>
                </a:lnTo>
                <a:lnTo>
                  <a:pt x="942" y="0"/>
                </a:lnTo>
                <a:moveTo>
                  <a:pt x="1077" y="0"/>
                </a:moveTo>
                <a:lnTo>
                  <a:pt x="1156" y="0"/>
                </a:lnTo>
                <a:lnTo>
                  <a:pt x="1156" y="27"/>
                </a:lnTo>
                <a:lnTo>
                  <a:pt x="1077" y="27"/>
                </a:lnTo>
                <a:lnTo>
                  <a:pt x="1077" y="0"/>
                </a:lnTo>
                <a:moveTo>
                  <a:pt x="1211" y="0"/>
                </a:moveTo>
                <a:lnTo>
                  <a:pt x="1290" y="0"/>
                </a:lnTo>
                <a:lnTo>
                  <a:pt x="1290" y="27"/>
                </a:lnTo>
                <a:lnTo>
                  <a:pt x="1211" y="27"/>
                </a:lnTo>
                <a:lnTo>
                  <a:pt x="1211" y="0"/>
                </a:lnTo>
                <a:moveTo>
                  <a:pt x="1346" y="0"/>
                </a:moveTo>
                <a:lnTo>
                  <a:pt x="1425" y="0"/>
                </a:lnTo>
                <a:lnTo>
                  <a:pt x="1425" y="27"/>
                </a:lnTo>
                <a:lnTo>
                  <a:pt x="1346" y="27"/>
                </a:lnTo>
                <a:lnTo>
                  <a:pt x="1346" y="0"/>
                </a:lnTo>
                <a:moveTo>
                  <a:pt x="1480" y="0"/>
                </a:moveTo>
                <a:lnTo>
                  <a:pt x="1559" y="0"/>
                </a:lnTo>
                <a:lnTo>
                  <a:pt x="1559" y="27"/>
                </a:lnTo>
                <a:lnTo>
                  <a:pt x="1480" y="27"/>
                </a:lnTo>
                <a:lnTo>
                  <a:pt x="1480" y="0"/>
                </a:lnTo>
                <a:moveTo>
                  <a:pt x="1614" y="0"/>
                </a:moveTo>
                <a:lnTo>
                  <a:pt x="1694" y="0"/>
                </a:lnTo>
                <a:lnTo>
                  <a:pt x="1694" y="27"/>
                </a:lnTo>
                <a:lnTo>
                  <a:pt x="1614" y="27"/>
                </a:lnTo>
                <a:lnTo>
                  <a:pt x="1614" y="0"/>
                </a:lnTo>
                <a:moveTo>
                  <a:pt x="1749" y="0"/>
                </a:moveTo>
                <a:lnTo>
                  <a:pt x="1828" y="0"/>
                </a:lnTo>
                <a:lnTo>
                  <a:pt x="1828" y="27"/>
                </a:lnTo>
                <a:lnTo>
                  <a:pt x="1749" y="27"/>
                </a:lnTo>
                <a:lnTo>
                  <a:pt x="1749" y="0"/>
                </a:lnTo>
                <a:moveTo>
                  <a:pt x="1883" y="0"/>
                </a:moveTo>
                <a:lnTo>
                  <a:pt x="1963" y="0"/>
                </a:lnTo>
                <a:lnTo>
                  <a:pt x="1963" y="27"/>
                </a:lnTo>
                <a:lnTo>
                  <a:pt x="1883" y="27"/>
                </a:lnTo>
                <a:lnTo>
                  <a:pt x="1883" y="0"/>
                </a:lnTo>
                <a:moveTo>
                  <a:pt x="2018" y="0"/>
                </a:moveTo>
                <a:lnTo>
                  <a:pt x="2097" y="0"/>
                </a:lnTo>
                <a:lnTo>
                  <a:pt x="2097" y="27"/>
                </a:lnTo>
                <a:lnTo>
                  <a:pt x="2018" y="27"/>
                </a:lnTo>
                <a:lnTo>
                  <a:pt x="2018" y="0"/>
                </a:lnTo>
                <a:moveTo>
                  <a:pt x="2152" y="0"/>
                </a:moveTo>
                <a:lnTo>
                  <a:pt x="2232" y="0"/>
                </a:lnTo>
                <a:lnTo>
                  <a:pt x="2232" y="27"/>
                </a:lnTo>
                <a:lnTo>
                  <a:pt x="2152" y="27"/>
                </a:lnTo>
                <a:lnTo>
                  <a:pt x="2152" y="0"/>
                </a:lnTo>
                <a:moveTo>
                  <a:pt x="2287" y="0"/>
                </a:moveTo>
                <a:lnTo>
                  <a:pt x="2366" y="0"/>
                </a:lnTo>
                <a:lnTo>
                  <a:pt x="2366" y="27"/>
                </a:lnTo>
                <a:lnTo>
                  <a:pt x="2287" y="27"/>
                </a:lnTo>
                <a:lnTo>
                  <a:pt x="2287" y="0"/>
                </a:lnTo>
                <a:moveTo>
                  <a:pt x="2421" y="0"/>
                </a:moveTo>
                <a:lnTo>
                  <a:pt x="2501" y="0"/>
                </a:lnTo>
                <a:lnTo>
                  <a:pt x="2501" y="27"/>
                </a:lnTo>
                <a:lnTo>
                  <a:pt x="2421" y="27"/>
                </a:lnTo>
                <a:lnTo>
                  <a:pt x="2421" y="0"/>
                </a:lnTo>
                <a:moveTo>
                  <a:pt x="2556" y="0"/>
                </a:moveTo>
                <a:lnTo>
                  <a:pt x="2635" y="0"/>
                </a:lnTo>
                <a:lnTo>
                  <a:pt x="2635" y="27"/>
                </a:lnTo>
                <a:lnTo>
                  <a:pt x="2556" y="27"/>
                </a:lnTo>
                <a:lnTo>
                  <a:pt x="2556" y="0"/>
                </a:lnTo>
                <a:moveTo>
                  <a:pt x="2690" y="0"/>
                </a:moveTo>
                <a:lnTo>
                  <a:pt x="2770" y="0"/>
                </a:lnTo>
                <a:lnTo>
                  <a:pt x="2770" y="27"/>
                </a:lnTo>
                <a:lnTo>
                  <a:pt x="2690" y="27"/>
                </a:lnTo>
                <a:lnTo>
                  <a:pt x="2690" y="0"/>
                </a:lnTo>
                <a:moveTo>
                  <a:pt x="2825" y="0"/>
                </a:moveTo>
                <a:lnTo>
                  <a:pt x="2904" y="0"/>
                </a:lnTo>
                <a:lnTo>
                  <a:pt x="2904" y="27"/>
                </a:lnTo>
                <a:lnTo>
                  <a:pt x="2825" y="27"/>
                </a:lnTo>
                <a:lnTo>
                  <a:pt x="2825" y="0"/>
                </a:lnTo>
                <a:moveTo>
                  <a:pt x="2959" y="0"/>
                </a:moveTo>
                <a:lnTo>
                  <a:pt x="3039" y="0"/>
                </a:lnTo>
                <a:lnTo>
                  <a:pt x="3039" y="27"/>
                </a:lnTo>
                <a:lnTo>
                  <a:pt x="2959" y="27"/>
                </a:lnTo>
                <a:lnTo>
                  <a:pt x="2959" y="0"/>
                </a:lnTo>
                <a:moveTo>
                  <a:pt x="3094" y="0"/>
                </a:moveTo>
                <a:lnTo>
                  <a:pt x="3173" y="0"/>
                </a:lnTo>
                <a:lnTo>
                  <a:pt x="3173" y="27"/>
                </a:lnTo>
                <a:lnTo>
                  <a:pt x="3094" y="27"/>
                </a:lnTo>
                <a:lnTo>
                  <a:pt x="3094" y="0"/>
                </a:lnTo>
                <a:moveTo>
                  <a:pt x="3228" y="0"/>
                </a:moveTo>
                <a:lnTo>
                  <a:pt x="3308" y="0"/>
                </a:lnTo>
                <a:lnTo>
                  <a:pt x="3308" y="27"/>
                </a:lnTo>
                <a:lnTo>
                  <a:pt x="3228" y="27"/>
                </a:lnTo>
                <a:lnTo>
                  <a:pt x="322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6074280" y="2174040"/>
            <a:ext cx="433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Fowler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561960" y="3009600"/>
            <a:ext cx="495360" cy="10080"/>
          </a:xfrm>
          <a:custGeom>
            <a:avLst/>
            <a:gdLst/>
            <a:ahLst/>
            <a:rect l="0" t="0" r="r" b="b"/>
            <a:pathLst>
              <a:path w="1376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8"/>
                </a:lnTo>
                <a:lnTo>
                  <a:pt x="259" y="28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8"/>
                </a:lnTo>
                <a:lnTo>
                  <a:pt x="388" y="28"/>
                </a:lnTo>
                <a:lnTo>
                  <a:pt x="388" y="0"/>
                </a:lnTo>
                <a:moveTo>
                  <a:pt x="519" y="0"/>
                </a:moveTo>
                <a:lnTo>
                  <a:pt x="598" y="0"/>
                </a:lnTo>
                <a:lnTo>
                  <a:pt x="598" y="28"/>
                </a:lnTo>
                <a:lnTo>
                  <a:pt x="519" y="28"/>
                </a:lnTo>
                <a:lnTo>
                  <a:pt x="519" y="0"/>
                </a:lnTo>
                <a:moveTo>
                  <a:pt x="649" y="0"/>
                </a:moveTo>
                <a:lnTo>
                  <a:pt x="728" y="0"/>
                </a:lnTo>
                <a:lnTo>
                  <a:pt x="728" y="28"/>
                </a:lnTo>
                <a:lnTo>
                  <a:pt x="649" y="28"/>
                </a:lnTo>
                <a:lnTo>
                  <a:pt x="649" y="0"/>
                </a:lnTo>
                <a:moveTo>
                  <a:pt x="778" y="0"/>
                </a:moveTo>
                <a:lnTo>
                  <a:pt x="858" y="0"/>
                </a:lnTo>
                <a:lnTo>
                  <a:pt x="858" y="28"/>
                </a:lnTo>
                <a:lnTo>
                  <a:pt x="778" y="28"/>
                </a:lnTo>
                <a:lnTo>
                  <a:pt x="778" y="0"/>
                </a:lnTo>
                <a:moveTo>
                  <a:pt x="908" y="0"/>
                </a:moveTo>
                <a:lnTo>
                  <a:pt x="987" y="0"/>
                </a:lnTo>
                <a:lnTo>
                  <a:pt x="987" y="28"/>
                </a:lnTo>
                <a:lnTo>
                  <a:pt x="908" y="28"/>
                </a:lnTo>
                <a:lnTo>
                  <a:pt x="908" y="0"/>
                </a:lnTo>
                <a:moveTo>
                  <a:pt x="1038" y="0"/>
                </a:moveTo>
                <a:lnTo>
                  <a:pt x="1117" y="0"/>
                </a:lnTo>
                <a:lnTo>
                  <a:pt x="1117" y="28"/>
                </a:lnTo>
                <a:lnTo>
                  <a:pt x="1038" y="28"/>
                </a:lnTo>
                <a:lnTo>
                  <a:pt x="1038" y="0"/>
                </a:lnTo>
                <a:moveTo>
                  <a:pt x="1167" y="0"/>
                </a:moveTo>
                <a:lnTo>
                  <a:pt x="1247" y="0"/>
                </a:lnTo>
                <a:lnTo>
                  <a:pt x="1247" y="28"/>
                </a:lnTo>
                <a:lnTo>
                  <a:pt x="1167" y="28"/>
                </a:lnTo>
                <a:lnTo>
                  <a:pt x="1167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563760" y="2678760"/>
            <a:ext cx="1294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Event-Carried State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563760" y="2859840"/>
            <a:ext cx="547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Transfer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2261160" y="2678760"/>
            <a:ext cx="39312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Het event draagt de wijziging zelf; de ontvanger hoeft niets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2261160" y="2859840"/>
            <a:ext cx="745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op te halen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561960" y="3333600"/>
            <a:ext cx="1447920" cy="9720"/>
          </a:xfrm>
          <a:custGeom>
            <a:avLst/>
            <a:gdLst/>
            <a:ahLst/>
            <a:rect l="0" t="0" r="r" b="b"/>
            <a:pathLst>
              <a:path w="4022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2" y="0"/>
                </a:moveTo>
                <a:lnTo>
                  <a:pt x="342" y="0"/>
                </a:lnTo>
                <a:lnTo>
                  <a:pt x="342" y="27"/>
                </a:lnTo>
                <a:lnTo>
                  <a:pt x="262" y="27"/>
                </a:lnTo>
                <a:lnTo>
                  <a:pt x="262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7"/>
                </a:lnTo>
                <a:lnTo>
                  <a:pt x="394" y="27"/>
                </a:lnTo>
                <a:lnTo>
                  <a:pt x="394" y="0"/>
                </a:lnTo>
                <a:moveTo>
                  <a:pt x="526" y="0"/>
                </a:moveTo>
                <a:lnTo>
                  <a:pt x="606" y="0"/>
                </a:lnTo>
                <a:lnTo>
                  <a:pt x="606" y="27"/>
                </a:lnTo>
                <a:lnTo>
                  <a:pt x="526" y="27"/>
                </a:lnTo>
                <a:lnTo>
                  <a:pt x="526" y="0"/>
                </a:lnTo>
                <a:moveTo>
                  <a:pt x="658" y="0"/>
                </a:moveTo>
                <a:lnTo>
                  <a:pt x="737" y="0"/>
                </a:lnTo>
                <a:lnTo>
                  <a:pt x="737" y="27"/>
                </a:lnTo>
                <a:lnTo>
                  <a:pt x="658" y="27"/>
                </a:lnTo>
                <a:lnTo>
                  <a:pt x="658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7"/>
                </a:lnTo>
                <a:lnTo>
                  <a:pt x="789" y="27"/>
                </a:lnTo>
                <a:lnTo>
                  <a:pt x="789" y="0"/>
                </a:lnTo>
                <a:moveTo>
                  <a:pt x="920" y="0"/>
                </a:moveTo>
                <a:lnTo>
                  <a:pt x="1000" y="0"/>
                </a:lnTo>
                <a:lnTo>
                  <a:pt x="1000" y="27"/>
                </a:lnTo>
                <a:lnTo>
                  <a:pt x="920" y="27"/>
                </a:lnTo>
                <a:lnTo>
                  <a:pt x="920" y="0"/>
                </a:lnTo>
                <a:moveTo>
                  <a:pt x="1052" y="0"/>
                </a:moveTo>
                <a:lnTo>
                  <a:pt x="1131" y="0"/>
                </a:lnTo>
                <a:lnTo>
                  <a:pt x="1131" y="27"/>
                </a:lnTo>
                <a:lnTo>
                  <a:pt x="1052" y="27"/>
                </a:lnTo>
                <a:lnTo>
                  <a:pt x="1052" y="0"/>
                </a:lnTo>
                <a:moveTo>
                  <a:pt x="1183" y="0"/>
                </a:moveTo>
                <a:lnTo>
                  <a:pt x="1263" y="0"/>
                </a:lnTo>
                <a:lnTo>
                  <a:pt x="1263" y="27"/>
                </a:lnTo>
                <a:lnTo>
                  <a:pt x="1183" y="27"/>
                </a:lnTo>
                <a:lnTo>
                  <a:pt x="1183" y="0"/>
                </a:lnTo>
                <a:moveTo>
                  <a:pt x="1315" y="0"/>
                </a:moveTo>
                <a:lnTo>
                  <a:pt x="1394" y="0"/>
                </a:lnTo>
                <a:lnTo>
                  <a:pt x="1394" y="27"/>
                </a:lnTo>
                <a:lnTo>
                  <a:pt x="1315" y="27"/>
                </a:lnTo>
                <a:lnTo>
                  <a:pt x="1315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7"/>
                </a:lnTo>
                <a:lnTo>
                  <a:pt x="1446" y="27"/>
                </a:lnTo>
                <a:lnTo>
                  <a:pt x="1446" y="0"/>
                </a:lnTo>
                <a:moveTo>
                  <a:pt x="1577" y="0"/>
                </a:moveTo>
                <a:lnTo>
                  <a:pt x="1657" y="0"/>
                </a:lnTo>
                <a:lnTo>
                  <a:pt x="1657" y="27"/>
                </a:lnTo>
                <a:lnTo>
                  <a:pt x="1577" y="27"/>
                </a:lnTo>
                <a:lnTo>
                  <a:pt x="1577" y="0"/>
                </a:lnTo>
                <a:moveTo>
                  <a:pt x="1709" y="0"/>
                </a:moveTo>
                <a:lnTo>
                  <a:pt x="1788" y="0"/>
                </a:lnTo>
                <a:lnTo>
                  <a:pt x="1788" y="27"/>
                </a:lnTo>
                <a:lnTo>
                  <a:pt x="1709" y="27"/>
                </a:lnTo>
                <a:lnTo>
                  <a:pt x="1709" y="0"/>
                </a:lnTo>
                <a:moveTo>
                  <a:pt x="1840" y="0"/>
                </a:moveTo>
                <a:lnTo>
                  <a:pt x="1920" y="0"/>
                </a:lnTo>
                <a:lnTo>
                  <a:pt x="1920" y="27"/>
                </a:lnTo>
                <a:lnTo>
                  <a:pt x="1840" y="27"/>
                </a:lnTo>
                <a:lnTo>
                  <a:pt x="1840" y="0"/>
                </a:lnTo>
                <a:moveTo>
                  <a:pt x="1972" y="0"/>
                </a:moveTo>
                <a:lnTo>
                  <a:pt x="2051" y="0"/>
                </a:lnTo>
                <a:lnTo>
                  <a:pt x="2051" y="27"/>
                </a:lnTo>
                <a:lnTo>
                  <a:pt x="1972" y="27"/>
                </a:lnTo>
                <a:lnTo>
                  <a:pt x="1972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7"/>
                </a:lnTo>
                <a:lnTo>
                  <a:pt x="2103" y="27"/>
                </a:lnTo>
                <a:lnTo>
                  <a:pt x="2103" y="0"/>
                </a:lnTo>
                <a:moveTo>
                  <a:pt x="2235" y="0"/>
                </a:moveTo>
                <a:lnTo>
                  <a:pt x="2314" y="0"/>
                </a:lnTo>
                <a:lnTo>
                  <a:pt x="2314" y="27"/>
                </a:lnTo>
                <a:lnTo>
                  <a:pt x="2235" y="27"/>
                </a:lnTo>
                <a:lnTo>
                  <a:pt x="2235" y="0"/>
                </a:lnTo>
                <a:moveTo>
                  <a:pt x="2366" y="0"/>
                </a:moveTo>
                <a:lnTo>
                  <a:pt x="2445" y="0"/>
                </a:lnTo>
                <a:lnTo>
                  <a:pt x="2445" y="27"/>
                </a:lnTo>
                <a:lnTo>
                  <a:pt x="2366" y="27"/>
                </a:lnTo>
                <a:lnTo>
                  <a:pt x="2366" y="0"/>
                </a:lnTo>
                <a:moveTo>
                  <a:pt x="2497" y="0"/>
                </a:moveTo>
                <a:lnTo>
                  <a:pt x="2577" y="0"/>
                </a:lnTo>
                <a:lnTo>
                  <a:pt x="2577" y="27"/>
                </a:lnTo>
                <a:lnTo>
                  <a:pt x="2497" y="27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7"/>
                </a:lnTo>
                <a:lnTo>
                  <a:pt x="2629" y="27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7"/>
                </a:lnTo>
                <a:lnTo>
                  <a:pt x="2760" y="27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7"/>
                </a:lnTo>
                <a:lnTo>
                  <a:pt x="2892" y="27"/>
                </a:lnTo>
                <a:lnTo>
                  <a:pt x="2892" y="0"/>
                </a:lnTo>
                <a:moveTo>
                  <a:pt x="3023" y="0"/>
                </a:moveTo>
                <a:lnTo>
                  <a:pt x="3102" y="0"/>
                </a:lnTo>
                <a:lnTo>
                  <a:pt x="3102" y="27"/>
                </a:lnTo>
                <a:lnTo>
                  <a:pt x="3023" y="27"/>
                </a:lnTo>
                <a:lnTo>
                  <a:pt x="3023" y="0"/>
                </a:lnTo>
                <a:moveTo>
                  <a:pt x="3154" y="0"/>
                </a:moveTo>
                <a:lnTo>
                  <a:pt x="3234" y="0"/>
                </a:lnTo>
                <a:lnTo>
                  <a:pt x="3234" y="27"/>
                </a:lnTo>
                <a:lnTo>
                  <a:pt x="3154" y="27"/>
                </a:lnTo>
                <a:lnTo>
                  <a:pt x="3154" y="0"/>
                </a:lnTo>
                <a:moveTo>
                  <a:pt x="3286" y="0"/>
                </a:moveTo>
                <a:lnTo>
                  <a:pt x="3365" y="0"/>
                </a:lnTo>
                <a:lnTo>
                  <a:pt x="3365" y="27"/>
                </a:lnTo>
                <a:lnTo>
                  <a:pt x="3286" y="27"/>
                </a:lnTo>
                <a:lnTo>
                  <a:pt x="3286" y="0"/>
                </a:lnTo>
                <a:moveTo>
                  <a:pt x="3417" y="0"/>
                </a:moveTo>
                <a:lnTo>
                  <a:pt x="3497" y="0"/>
                </a:lnTo>
                <a:lnTo>
                  <a:pt x="3497" y="27"/>
                </a:lnTo>
                <a:lnTo>
                  <a:pt x="3417" y="27"/>
                </a:lnTo>
                <a:lnTo>
                  <a:pt x="3417" y="0"/>
                </a:lnTo>
                <a:moveTo>
                  <a:pt x="3549" y="0"/>
                </a:moveTo>
                <a:lnTo>
                  <a:pt x="3628" y="0"/>
                </a:lnTo>
                <a:lnTo>
                  <a:pt x="3628" y="27"/>
                </a:lnTo>
                <a:lnTo>
                  <a:pt x="3549" y="27"/>
                </a:lnTo>
                <a:lnTo>
                  <a:pt x="3549" y="0"/>
                </a:lnTo>
                <a:moveTo>
                  <a:pt x="3680" y="0"/>
                </a:moveTo>
                <a:lnTo>
                  <a:pt x="3759" y="0"/>
                </a:lnTo>
                <a:lnTo>
                  <a:pt x="3759" y="27"/>
                </a:lnTo>
                <a:lnTo>
                  <a:pt x="3680" y="27"/>
                </a:lnTo>
                <a:lnTo>
                  <a:pt x="3680" y="0"/>
                </a:lnTo>
                <a:moveTo>
                  <a:pt x="3811" y="0"/>
                </a:moveTo>
                <a:lnTo>
                  <a:pt x="3891" y="0"/>
                </a:lnTo>
                <a:lnTo>
                  <a:pt x="3891" y="27"/>
                </a:lnTo>
                <a:lnTo>
                  <a:pt x="3811" y="27"/>
                </a:lnTo>
                <a:lnTo>
                  <a:pt x="3811" y="0"/>
                </a:lnTo>
                <a:moveTo>
                  <a:pt x="3943" y="0"/>
                </a:moveTo>
                <a:lnTo>
                  <a:pt x="4022" y="0"/>
                </a:lnTo>
                <a:lnTo>
                  <a:pt x="4022" y="27"/>
                </a:lnTo>
                <a:lnTo>
                  <a:pt x="3943" y="27"/>
                </a:lnTo>
                <a:lnTo>
                  <a:pt x="394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6074280" y="2678760"/>
            <a:ext cx="433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Fowler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561960" y="3514680"/>
            <a:ext cx="333720" cy="9720"/>
          </a:xfrm>
          <a:custGeom>
            <a:avLst/>
            <a:gdLst/>
            <a:ahLst/>
            <a:rect l="0" t="0" r="r" b="b"/>
            <a:pathLst>
              <a:path w="927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41" y="0"/>
                </a:moveTo>
                <a:lnTo>
                  <a:pt x="220" y="0"/>
                </a:lnTo>
                <a:lnTo>
                  <a:pt x="220" y="27"/>
                </a:lnTo>
                <a:lnTo>
                  <a:pt x="141" y="27"/>
                </a:lnTo>
                <a:lnTo>
                  <a:pt x="141" y="0"/>
                </a:lnTo>
                <a:moveTo>
                  <a:pt x="282" y="0"/>
                </a:moveTo>
                <a:lnTo>
                  <a:pt x="361" y="0"/>
                </a:lnTo>
                <a:lnTo>
                  <a:pt x="361" y="27"/>
                </a:lnTo>
                <a:lnTo>
                  <a:pt x="282" y="27"/>
                </a:lnTo>
                <a:lnTo>
                  <a:pt x="282" y="0"/>
                </a:lnTo>
                <a:moveTo>
                  <a:pt x="423" y="0"/>
                </a:moveTo>
                <a:lnTo>
                  <a:pt x="502" y="0"/>
                </a:lnTo>
                <a:lnTo>
                  <a:pt x="502" y="27"/>
                </a:lnTo>
                <a:lnTo>
                  <a:pt x="423" y="27"/>
                </a:lnTo>
                <a:lnTo>
                  <a:pt x="423" y="0"/>
                </a:lnTo>
                <a:moveTo>
                  <a:pt x="564" y="0"/>
                </a:moveTo>
                <a:lnTo>
                  <a:pt x="643" y="0"/>
                </a:lnTo>
                <a:lnTo>
                  <a:pt x="643" y="27"/>
                </a:lnTo>
                <a:lnTo>
                  <a:pt x="564" y="27"/>
                </a:lnTo>
                <a:lnTo>
                  <a:pt x="564" y="0"/>
                </a:lnTo>
                <a:moveTo>
                  <a:pt x="705" y="0"/>
                </a:moveTo>
                <a:lnTo>
                  <a:pt x="785" y="0"/>
                </a:lnTo>
                <a:lnTo>
                  <a:pt x="785" y="27"/>
                </a:lnTo>
                <a:lnTo>
                  <a:pt x="705" y="27"/>
                </a:lnTo>
                <a:lnTo>
                  <a:pt x="705" y="0"/>
                </a:lnTo>
                <a:moveTo>
                  <a:pt x="847" y="0"/>
                </a:moveTo>
                <a:lnTo>
                  <a:pt x="927" y="0"/>
                </a:lnTo>
                <a:lnTo>
                  <a:pt x="927" y="27"/>
                </a:lnTo>
                <a:lnTo>
                  <a:pt x="847" y="27"/>
                </a:lnTo>
                <a:lnTo>
                  <a:pt x="84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63760" y="3183480"/>
            <a:ext cx="1556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Asynchronous Request-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563760" y="3364560"/>
            <a:ext cx="371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Reply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2261160" y="3183480"/>
            <a:ext cx="36140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verwerking duurt; de uitkomst komt terug als apart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2261160" y="3364560"/>
            <a:ext cx="4626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bericht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074280" y="3183480"/>
            <a:ext cx="1922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Azure Cloud Design Patterns,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561960" y="383832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8"/>
                </a:lnTo>
                <a:lnTo>
                  <a:pt x="264" y="28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8"/>
                </a:lnTo>
                <a:lnTo>
                  <a:pt x="396" y="28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8"/>
                </a:lnTo>
                <a:lnTo>
                  <a:pt x="793" y="28"/>
                </a:lnTo>
                <a:lnTo>
                  <a:pt x="793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7" y="0"/>
                </a:lnTo>
                <a:lnTo>
                  <a:pt x="1137" y="28"/>
                </a:lnTo>
                <a:lnTo>
                  <a:pt x="1058" y="28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8"/>
                </a:lnTo>
                <a:lnTo>
                  <a:pt x="1190" y="28"/>
                </a:lnTo>
                <a:lnTo>
                  <a:pt x="1190" y="0"/>
                </a:lnTo>
                <a:moveTo>
                  <a:pt x="1322" y="0"/>
                </a:moveTo>
                <a:lnTo>
                  <a:pt x="1402" y="0"/>
                </a:lnTo>
                <a:lnTo>
                  <a:pt x="1402" y="28"/>
                </a:lnTo>
                <a:lnTo>
                  <a:pt x="1322" y="28"/>
                </a:lnTo>
                <a:lnTo>
                  <a:pt x="1322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8"/>
                </a:lnTo>
                <a:lnTo>
                  <a:pt x="1455" y="28"/>
                </a:lnTo>
                <a:lnTo>
                  <a:pt x="1455" y="0"/>
                </a:lnTo>
                <a:moveTo>
                  <a:pt x="1587" y="0"/>
                </a:moveTo>
                <a:lnTo>
                  <a:pt x="1666" y="0"/>
                </a:lnTo>
                <a:lnTo>
                  <a:pt x="1666" y="28"/>
                </a:lnTo>
                <a:lnTo>
                  <a:pt x="1587" y="28"/>
                </a:lnTo>
                <a:lnTo>
                  <a:pt x="1587" y="0"/>
                </a:lnTo>
                <a:moveTo>
                  <a:pt x="1719" y="0"/>
                </a:moveTo>
                <a:lnTo>
                  <a:pt x="1799" y="0"/>
                </a:lnTo>
                <a:lnTo>
                  <a:pt x="1799" y="28"/>
                </a:lnTo>
                <a:lnTo>
                  <a:pt x="1719" y="28"/>
                </a:lnTo>
                <a:lnTo>
                  <a:pt x="1719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8"/>
                </a:lnTo>
                <a:lnTo>
                  <a:pt x="1852" y="28"/>
                </a:lnTo>
                <a:lnTo>
                  <a:pt x="1852" y="0"/>
                </a:lnTo>
                <a:moveTo>
                  <a:pt x="1984" y="0"/>
                </a:moveTo>
                <a:lnTo>
                  <a:pt x="2063" y="0"/>
                </a:lnTo>
                <a:lnTo>
                  <a:pt x="2063" y="28"/>
                </a:lnTo>
                <a:lnTo>
                  <a:pt x="1984" y="28"/>
                </a:lnTo>
                <a:lnTo>
                  <a:pt x="1984" y="0"/>
                </a:lnTo>
                <a:moveTo>
                  <a:pt x="2116" y="0"/>
                </a:moveTo>
                <a:lnTo>
                  <a:pt x="2197" y="0"/>
                </a:lnTo>
                <a:lnTo>
                  <a:pt x="2197" y="28"/>
                </a:lnTo>
                <a:lnTo>
                  <a:pt x="2116" y="28"/>
                </a:lnTo>
                <a:lnTo>
                  <a:pt x="2116" y="0"/>
                </a:lnTo>
                <a:moveTo>
                  <a:pt x="2249" y="0"/>
                </a:moveTo>
                <a:lnTo>
                  <a:pt x="2329" y="0"/>
                </a:lnTo>
                <a:lnTo>
                  <a:pt x="2329" y="28"/>
                </a:lnTo>
                <a:lnTo>
                  <a:pt x="2249" y="28"/>
                </a:lnTo>
                <a:lnTo>
                  <a:pt x="2249" y="0"/>
                </a:lnTo>
                <a:moveTo>
                  <a:pt x="2382" y="0"/>
                </a:moveTo>
                <a:lnTo>
                  <a:pt x="2461" y="0"/>
                </a:lnTo>
                <a:lnTo>
                  <a:pt x="2461" y="28"/>
                </a:lnTo>
                <a:lnTo>
                  <a:pt x="2382" y="28"/>
                </a:lnTo>
                <a:lnTo>
                  <a:pt x="238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074280" y="3364560"/>
            <a:ext cx="506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AIP-151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563760" y="3688200"/>
            <a:ext cx="959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Request-Reply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2261160" y="3688200"/>
            <a:ext cx="3547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afnemer vraagt zelf op, zonder voorafgaand event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561960" y="4162320"/>
            <a:ext cx="1467000" cy="9720"/>
          </a:xfrm>
          <a:custGeom>
            <a:avLst/>
            <a:gdLst/>
            <a:ahLst/>
            <a:rect l="0" t="0" r="r" b="b"/>
            <a:pathLst>
              <a:path w="407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9" y="0"/>
                </a:moveTo>
                <a:lnTo>
                  <a:pt x="479" y="0"/>
                </a:lnTo>
                <a:lnTo>
                  <a:pt x="479" y="27"/>
                </a:lnTo>
                <a:lnTo>
                  <a:pt x="399" y="27"/>
                </a:lnTo>
                <a:lnTo>
                  <a:pt x="399" y="0"/>
                </a:lnTo>
                <a:moveTo>
                  <a:pt x="533" y="0"/>
                </a:moveTo>
                <a:lnTo>
                  <a:pt x="613" y="0"/>
                </a:lnTo>
                <a:lnTo>
                  <a:pt x="613" y="27"/>
                </a:lnTo>
                <a:lnTo>
                  <a:pt x="533" y="27"/>
                </a:lnTo>
                <a:lnTo>
                  <a:pt x="533" y="0"/>
                </a:lnTo>
                <a:moveTo>
                  <a:pt x="666" y="0"/>
                </a:moveTo>
                <a:lnTo>
                  <a:pt x="746" y="0"/>
                </a:lnTo>
                <a:lnTo>
                  <a:pt x="746" y="27"/>
                </a:lnTo>
                <a:lnTo>
                  <a:pt x="666" y="27"/>
                </a:lnTo>
                <a:lnTo>
                  <a:pt x="666" y="0"/>
                </a:lnTo>
                <a:moveTo>
                  <a:pt x="800" y="0"/>
                </a:moveTo>
                <a:lnTo>
                  <a:pt x="879" y="0"/>
                </a:lnTo>
                <a:lnTo>
                  <a:pt x="879" y="27"/>
                </a:lnTo>
                <a:lnTo>
                  <a:pt x="800" y="27"/>
                </a:lnTo>
                <a:lnTo>
                  <a:pt x="800" y="0"/>
                </a:lnTo>
                <a:moveTo>
                  <a:pt x="933" y="0"/>
                </a:moveTo>
                <a:lnTo>
                  <a:pt x="1012" y="0"/>
                </a:lnTo>
                <a:lnTo>
                  <a:pt x="1012" y="27"/>
                </a:lnTo>
                <a:lnTo>
                  <a:pt x="933" y="27"/>
                </a:lnTo>
                <a:lnTo>
                  <a:pt x="933" y="0"/>
                </a:lnTo>
                <a:moveTo>
                  <a:pt x="1066" y="0"/>
                </a:moveTo>
                <a:lnTo>
                  <a:pt x="1145" y="0"/>
                </a:lnTo>
                <a:lnTo>
                  <a:pt x="1145" y="27"/>
                </a:lnTo>
                <a:lnTo>
                  <a:pt x="1066" y="27"/>
                </a:lnTo>
                <a:lnTo>
                  <a:pt x="1066" y="0"/>
                </a:lnTo>
                <a:moveTo>
                  <a:pt x="1199" y="0"/>
                </a:moveTo>
                <a:lnTo>
                  <a:pt x="1278" y="0"/>
                </a:lnTo>
                <a:lnTo>
                  <a:pt x="1278" y="27"/>
                </a:lnTo>
                <a:lnTo>
                  <a:pt x="1199" y="27"/>
                </a:lnTo>
                <a:lnTo>
                  <a:pt x="1199" y="0"/>
                </a:lnTo>
                <a:moveTo>
                  <a:pt x="1332" y="0"/>
                </a:moveTo>
                <a:lnTo>
                  <a:pt x="1412" y="0"/>
                </a:lnTo>
                <a:lnTo>
                  <a:pt x="1412" y="27"/>
                </a:lnTo>
                <a:lnTo>
                  <a:pt x="1332" y="27"/>
                </a:lnTo>
                <a:lnTo>
                  <a:pt x="1332" y="0"/>
                </a:lnTo>
                <a:moveTo>
                  <a:pt x="1465" y="0"/>
                </a:moveTo>
                <a:lnTo>
                  <a:pt x="1545" y="0"/>
                </a:lnTo>
                <a:lnTo>
                  <a:pt x="1545" y="27"/>
                </a:lnTo>
                <a:lnTo>
                  <a:pt x="1465" y="27"/>
                </a:lnTo>
                <a:lnTo>
                  <a:pt x="1465" y="0"/>
                </a:lnTo>
                <a:moveTo>
                  <a:pt x="1599" y="0"/>
                </a:moveTo>
                <a:lnTo>
                  <a:pt x="1678" y="0"/>
                </a:lnTo>
                <a:lnTo>
                  <a:pt x="1678" y="27"/>
                </a:lnTo>
                <a:lnTo>
                  <a:pt x="1599" y="27"/>
                </a:lnTo>
                <a:lnTo>
                  <a:pt x="1599" y="0"/>
                </a:lnTo>
                <a:moveTo>
                  <a:pt x="1732" y="0"/>
                </a:moveTo>
                <a:lnTo>
                  <a:pt x="1811" y="0"/>
                </a:lnTo>
                <a:lnTo>
                  <a:pt x="1811" y="27"/>
                </a:lnTo>
                <a:lnTo>
                  <a:pt x="1732" y="27"/>
                </a:lnTo>
                <a:lnTo>
                  <a:pt x="1732" y="0"/>
                </a:lnTo>
                <a:moveTo>
                  <a:pt x="1865" y="0"/>
                </a:moveTo>
                <a:lnTo>
                  <a:pt x="1944" y="0"/>
                </a:lnTo>
                <a:lnTo>
                  <a:pt x="1944" y="27"/>
                </a:lnTo>
                <a:lnTo>
                  <a:pt x="1865" y="27"/>
                </a:lnTo>
                <a:lnTo>
                  <a:pt x="1865" y="0"/>
                </a:lnTo>
                <a:moveTo>
                  <a:pt x="1998" y="0"/>
                </a:moveTo>
                <a:lnTo>
                  <a:pt x="2078" y="0"/>
                </a:lnTo>
                <a:lnTo>
                  <a:pt x="2078" y="27"/>
                </a:lnTo>
                <a:lnTo>
                  <a:pt x="1998" y="27"/>
                </a:lnTo>
                <a:lnTo>
                  <a:pt x="1998" y="0"/>
                </a:lnTo>
                <a:moveTo>
                  <a:pt x="2131" y="0"/>
                </a:moveTo>
                <a:lnTo>
                  <a:pt x="2211" y="0"/>
                </a:lnTo>
                <a:lnTo>
                  <a:pt x="2211" y="27"/>
                </a:lnTo>
                <a:lnTo>
                  <a:pt x="2131" y="27"/>
                </a:lnTo>
                <a:lnTo>
                  <a:pt x="2131" y="0"/>
                </a:lnTo>
                <a:moveTo>
                  <a:pt x="2264" y="0"/>
                </a:moveTo>
                <a:lnTo>
                  <a:pt x="2344" y="0"/>
                </a:lnTo>
                <a:lnTo>
                  <a:pt x="2344" y="27"/>
                </a:lnTo>
                <a:lnTo>
                  <a:pt x="2264" y="27"/>
                </a:lnTo>
                <a:lnTo>
                  <a:pt x="2264" y="0"/>
                </a:lnTo>
                <a:moveTo>
                  <a:pt x="2398" y="0"/>
                </a:moveTo>
                <a:lnTo>
                  <a:pt x="2477" y="0"/>
                </a:lnTo>
                <a:lnTo>
                  <a:pt x="2477" y="27"/>
                </a:lnTo>
                <a:lnTo>
                  <a:pt x="2398" y="27"/>
                </a:lnTo>
                <a:lnTo>
                  <a:pt x="2398" y="0"/>
                </a:lnTo>
                <a:moveTo>
                  <a:pt x="2531" y="0"/>
                </a:moveTo>
                <a:lnTo>
                  <a:pt x="2610" y="0"/>
                </a:lnTo>
                <a:lnTo>
                  <a:pt x="2610" y="27"/>
                </a:lnTo>
                <a:lnTo>
                  <a:pt x="2531" y="27"/>
                </a:lnTo>
                <a:lnTo>
                  <a:pt x="2531" y="0"/>
                </a:lnTo>
                <a:moveTo>
                  <a:pt x="2664" y="0"/>
                </a:moveTo>
                <a:lnTo>
                  <a:pt x="2743" y="0"/>
                </a:lnTo>
                <a:lnTo>
                  <a:pt x="2743" y="27"/>
                </a:lnTo>
                <a:lnTo>
                  <a:pt x="2664" y="27"/>
                </a:lnTo>
                <a:lnTo>
                  <a:pt x="2664" y="0"/>
                </a:lnTo>
                <a:moveTo>
                  <a:pt x="2797" y="0"/>
                </a:moveTo>
                <a:lnTo>
                  <a:pt x="2877" y="0"/>
                </a:lnTo>
                <a:lnTo>
                  <a:pt x="2877" y="27"/>
                </a:lnTo>
                <a:lnTo>
                  <a:pt x="2797" y="27"/>
                </a:lnTo>
                <a:lnTo>
                  <a:pt x="2797" y="0"/>
                </a:lnTo>
                <a:moveTo>
                  <a:pt x="2930" y="0"/>
                </a:moveTo>
                <a:lnTo>
                  <a:pt x="3010" y="0"/>
                </a:lnTo>
                <a:lnTo>
                  <a:pt x="3010" y="27"/>
                </a:lnTo>
                <a:lnTo>
                  <a:pt x="2930" y="27"/>
                </a:lnTo>
                <a:lnTo>
                  <a:pt x="2930" y="0"/>
                </a:lnTo>
                <a:moveTo>
                  <a:pt x="3064" y="0"/>
                </a:moveTo>
                <a:lnTo>
                  <a:pt x="3143" y="0"/>
                </a:lnTo>
                <a:lnTo>
                  <a:pt x="3143" y="27"/>
                </a:lnTo>
                <a:lnTo>
                  <a:pt x="3064" y="27"/>
                </a:lnTo>
                <a:lnTo>
                  <a:pt x="3064" y="0"/>
                </a:lnTo>
                <a:moveTo>
                  <a:pt x="3197" y="0"/>
                </a:moveTo>
                <a:lnTo>
                  <a:pt x="3276" y="0"/>
                </a:lnTo>
                <a:lnTo>
                  <a:pt x="3276" y="27"/>
                </a:lnTo>
                <a:lnTo>
                  <a:pt x="3197" y="27"/>
                </a:lnTo>
                <a:lnTo>
                  <a:pt x="3197" y="0"/>
                </a:lnTo>
                <a:moveTo>
                  <a:pt x="3330" y="0"/>
                </a:moveTo>
                <a:lnTo>
                  <a:pt x="3409" y="0"/>
                </a:lnTo>
                <a:lnTo>
                  <a:pt x="3409" y="27"/>
                </a:lnTo>
                <a:lnTo>
                  <a:pt x="3330" y="27"/>
                </a:lnTo>
                <a:lnTo>
                  <a:pt x="3330" y="0"/>
                </a:lnTo>
                <a:moveTo>
                  <a:pt x="3463" y="0"/>
                </a:moveTo>
                <a:lnTo>
                  <a:pt x="3542" y="0"/>
                </a:lnTo>
                <a:lnTo>
                  <a:pt x="3542" y="27"/>
                </a:lnTo>
                <a:lnTo>
                  <a:pt x="3463" y="27"/>
                </a:lnTo>
                <a:lnTo>
                  <a:pt x="3463" y="0"/>
                </a:lnTo>
                <a:moveTo>
                  <a:pt x="3596" y="0"/>
                </a:moveTo>
                <a:lnTo>
                  <a:pt x="3676" y="0"/>
                </a:lnTo>
                <a:lnTo>
                  <a:pt x="3676" y="27"/>
                </a:lnTo>
                <a:lnTo>
                  <a:pt x="3596" y="27"/>
                </a:lnTo>
                <a:lnTo>
                  <a:pt x="3596" y="0"/>
                </a:lnTo>
                <a:moveTo>
                  <a:pt x="3729" y="0"/>
                </a:moveTo>
                <a:lnTo>
                  <a:pt x="3809" y="0"/>
                </a:lnTo>
                <a:lnTo>
                  <a:pt x="3809" y="27"/>
                </a:lnTo>
                <a:lnTo>
                  <a:pt x="3729" y="27"/>
                </a:lnTo>
                <a:lnTo>
                  <a:pt x="3729" y="0"/>
                </a:lnTo>
                <a:moveTo>
                  <a:pt x="3863" y="0"/>
                </a:moveTo>
                <a:lnTo>
                  <a:pt x="3942" y="0"/>
                </a:lnTo>
                <a:lnTo>
                  <a:pt x="3942" y="27"/>
                </a:lnTo>
                <a:lnTo>
                  <a:pt x="3863" y="27"/>
                </a:lnTo>
                <a:lnTo>
                  <a:pt x="3863" y="0"/>
                </a:lnTo>
                <a:moveTo>
                  <a:pt x="3996" y="0"/>
                </a:moveTo>
                <a:lnTo>
                  <a:pt x="4075" y="0"/>
                </a:lnTo>
                <a:lnTo>
                  <a:pt x="4075" y="27"/>
                </a:lnTo>
                <a:lnTo>
                  <a:pt x="3996" y="27"/>
                </a:lnTo>
                <a:lnTo>
                  <a:pt x="399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6074280" y="3688200"/>
            <a:ext cx="2033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Enterprise Integration Patterns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563760" y="4012200"/>
            <a:ext cx="1622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Subscription registration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2261160" y="4012200"/>
            <a:ext cx="3362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Vastleggen waar events afgeleverd mogen worden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6074280" y="4012200"/>
            <a:ext cx="1899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WebSub (W3C), CloudEvents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074280" y="4193280"/>
            <a:ext cx="887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Subscriptions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4962240" y="4552920"/>
            <a:ext cx="3134160" cy="171720"/>
          </a:xfrm>
          <a:custGeom>
            <a:avLst/>
            <a:gdLst/>
            <a:ahLst/>
            <a:rect l="0" t="0" r="r" b="b"/>
            <a:pathLst>
              <a:path w="8706" h="477">
                <a:moveTo>
                  <a:pt x="0" y="37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8600" y="0"/>
                </a:lnTo>
                <a:cubicBezTo>
                  <a:pt x="8614" y="0"/>
                  <a:pt x="8628" y="2"/>
                  <a:pt x="8641" y="8"/>
                </a:cubicBezTo>
                <a:cubicBezTo>
                  <a:pt x="8654" y="13"/>
                  <a:pt x="8665" y="21"/>
                  <a:pt x="8675" y="31"/>
                </a:cubicBezTo>
                <a:cubicBezTo>
                  <a:pt x="8685" y="41"/>
                  <a:pt x="8693" y="52"/>
                  <a:pt x="8698" y="65"/>
                </a:cubicBezTo>
                <a:cubicBezTo>
                  <a:pt x="8703" y="78"/>
                  <a:pt x="8706" y="91"/>
                  <a:pt x="8706" y="105"/>
                </a:cubicBezTo>
                <a:lnTo>
                  <a:pt x="8706" y="370"/>
                </a:lnTo>
                <a:cubicBezTo>
                  <a:pt x="8706" y="384"/>
                  <a:pt x="8703" y="398"/>
                  <a:pt x="8698" y="410"/>
                </a:cubicBezTo>
                <a:cubicBezTo>
                  <a:pt x="8693" y="423"/>
                  <a:pt x="8685" y="435"/>
                  <a:pt x="8675" y="446"/>
                </a:cubicBezTo>
                <a:cubicBezTo>
                  <a:pt x="8665" y="456"/>
                  <a:pt x="8654" y="463"/>
                  <a:pt x="8641" y="469"/>
                </a:cubicBezTo>
                <a:cubicBezTo>
                  <a:pt x="8628" y="474"/>
                  <a:pt x="8614" y="477"/>
                  <a:pt x="8600" y="477"/>
                </a:cubicBezTo>
                <a:lnTo>
                  <a:pt x="106" y="477"/>
                </a:lnTo>
                <a:cubicBezTo>
                  <a:pt x="92" y="477"/>
                  <a:pt x="79" y="474"/>
                  <a:pt x="66" y="469"/>
                </a:cubicBezTo>
                <a:cubicBezTo>
                  <a:pt x="53" y="463"/>
                  <a:pt x="41" y="456"/>
                  <a:pt x="31" y="446"/>
                </a:cubicBezTo>
                <a:cubicBezTo>
                  <a:pt x="21" y="435"/>
                  <a:pt x="14" y="423"/>
                  <a:pt x="8" y="410"/>
                </a:cubicBezTo>
                <a:cubicBezTo>
                  <a:pt x="3" y="398"/>
                  <a:pt x="0" y="384"/>
                  <a:pt x="0" y="370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457200" y="4556520"/>
            <a:ext cx="5086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Vijf patronen, alle uit bestaande catalogi onder de naam die daar geldt. Bron: 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5019840" y="4568760"/>
            <a:ext cx="30153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Koppelvlakspecificaties/Interactiepatronen/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8093880" y="4556520"/>
            <a:ext cx="7977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 </a:t>
            </a:r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in Public PR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457200" y="4756680"/>
            <a:ext cx="2887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100.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7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78" name=""/>
          <p:cNvSpPr/>
          <p:nvPr/>
        </p:nvSpPr>
        <p:spPr>
          <a:xfrm>
            <a:off x="31258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6"/>
                  <a:pt x="2259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59" y="978"/>
                  <a:pt x="2254" y="982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2"/>
                  <a:pt x="17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7" y="9"/>
                  <a:pt x="22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9" name=""/>
          <p:cNvSpPr/>
          <p:nvPr/>
        </p:nvSpPr>
        <p:spPr>
          <a:xfrm>
            <a:off x="31258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6"/>
                  <a:pt x="2259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59" y="978"/>
                  <a:pt x="2254" y="982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2"/>
                  <a:pt x="17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7" y="9"/>
                  <a:pt x="22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439920" y="558000"/>
            <a:ext cx="5712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Voorbeeld: Event Notiﬁcation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7930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6"/>
                  <a:pt x="2260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60" y="978"/>
                  <a:pt x="2255" y="982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2"/>
                  <a:pt x="18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3" y="6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7930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6"/>
                  <a:pt x="2260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60" y="978"/>
                  <a:pt x="2255" y="982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2"/>
                  <a:pt x="18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3" y="6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3286440" y="3118680"/>
            <a:ext cx="4975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3535560" y="1562040"/>
            <a:ext cx="0" cy="1431360"/>
          </a:xfrm>
          <a:prstGeom prst="line">
            <a:avLst/>
          </a:prstGeom>
          <a:ln w="108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31258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5"/>
                  <a:pt x="2259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59" y="978"/>
                  <a:pt x="2254" y="981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1"/>
                  <a:pt x="17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6" name=""/>
          <p:cNvSpPr/>
          <p:nvPr/>
        </p:nvSpPr>
        <p:spPr>
          <a:xfrm>
            <a:off x="31258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5"/>
                  <a:pt x="2259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59" y="978"/>
                  <a:pt x="2254" y="981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1"/>
                  <a:pt x="17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032120" y="3118680"/>
            <a:ext cx="339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Bezitter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1202760" y="1562040"/>
            <a:ext cx="0" cy="1431360"/>
          </a:xfrm>
          <a:prstGeom prst="line">
            <a:avLst/>
          </a:prstGeom>
          <a:ln w="108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7930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5"/>
                  <a:pt x="2260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60" y="978"/>
                  <a:pt x="2255" y="981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1"/>
                  <a:pt x="18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7930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5"/>
                  <a:pt x="2260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60" y="978"/>
                  <a:pt x="2255" y="981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1"/>
                  <a:pt x="18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286440" y="1332000"/>
            <a:ext cx="4975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730080" y="1616760"/>
            <a:ext cx="945720" cy="213480"/>
          </a:xfrm>
          <a:custGeom>
            <a:avLst/>
            <a:gdLst/>
            <a:ahLst/>
            <a:rect l="0" t="0" r="r" b="b"/>
            <a:pathLst>
              <a:path w="2627" h="593">
                <a:moveTo>
                  <a:pt x="0" y="0"/>
                </a:moveTo>
                <a:lnTo>
                  <a:pt x="2627" y="0"/>
                </a:lnTo>
                <a:lnTo>
                  <a:pt x="262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730080" y="1616760"/>
            <a:ext cx="945720" cy="213480"/>
          </a:xfrm>
          <a:custGeom>
            <a:avLst/>
            <a:gdLst/>
            <a:ahLst/>
            <a:rect l="0" t="0" r="r" b="b"/>
            <a:pathLst>
              <a:path w="2627" h="593">
                <a:moveTo>
                  <a:pt x="0" y="0"/>
                </a:moveTo>
                <a:lnTo>
                  <a:pt x="2627" y="0"/>
                </a:lnTo>
                <a:lnTo>
                  <a:pt x="262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aaaa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032120" y="1332000"/>
            <a:ext cx="339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Bezitter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/>
          <p:nvPr/>
        </p:nvSpPr>
        <p:spPr>
          <a:xfrm>
            <a:off x="2513880" y="2146680"/>
            <a:ext cx="2043720" cy="213480"/>
          </a:xfrm>
          <a:custGeom>
            <a:avLst/>
            <a:gdLst/>
            <a:ahLst/>
            <a:rect l="0" t="0" r="r" b="b"/>
            <a:pathLst>
              <a:path w="5677" h="593">
                <a:moveTo>
                  <a:pt x="0" y="0"/>
                </a:moveTo>
                <a:lnTo>
                  <a:pt x="5677" y="0"/>
                </a:lnTo>
                <a:lnTo>
                  <a:pt x="567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2513880" y="2146680"/>
            <a:ext cx="2043720" cy="213480"/>
          </a:xfrm>
          <a:custGeom>
            <a:avLst/>
            <a:gdLst/>
            <a:ahLst/>
            <a:rect l="0" t="0" r="r" b="b"/>
            <a:pathLst>
              <a:path w="5677" h="593">
                <a:moveTo>
                  <a:pt x="0" y="0"/>
                </a:moveTo>
                <a:lnTo>
                  <a:pt x="5677" y="0"/>
                </a:lnTo>
                <a:lnTo>
                  <a:pt x="567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aaaa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786600" y="1679040"/>
            <a:ext cx="8326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De resource wijzigt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2570400" y="2208960"/>
            <a:ext cx="19209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Moment van ophalen bepaalt de 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1240920" y="2091960"/>
            <a:ext cx="2272680" cy="0"/>
          </a:xfrm>
          <a:prstGeom prst="line">
            <a:avLst/>
          </a:prstGeom>
          <a:ln w="79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3460320" y="2043000"/>
            <a:ext cx="74160" cy="98640"/>
          </a:xfrm>
          <a:custGeom>
            <a:avLst/>
            <a:gdLst/>
            <a:ahLst/>
            <a:rect l="0" t="0" r="r" b="b"/>
            <a:pathLst>
              <a:path w="206" h="274">
                <a:moveTo>
                  <a:pt x="206" y="136"/>
                </a:moveTo>
                <a:lnTo>
                  <a:pt x="0" y="274"/>
                </a:lnTo>
                <a:lnTo>
                  <a:pt x="115" y="136"/>
                </a:lnTo>
                <a:lnTo>
                  <a:pt x="0" y="0"/>
                </a:lnTo>
                <a:lnTo>
                  <a:pt x="206" y="1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1137240" y="202644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183"/>
                </a:moveTo>
                <a:cubicBezTo>
                  <a:pt x="365" y="195"/>
                  <a:pt x="364" y="207"/>
                  <a:pt x="362" y="219"/>
                </a:cubicBezTo>
                <a:cubicBezTo>
                  <a:pt x="359" y="230"/>
                  <a:pt x="356" y="242"/>
                  <a:pt x="351" y="253"/>
                </a:cubicBezTo>
                <a:cubicBezTo>
                  <a:pt x="347" y="264"/>
                  <a:pt x="341" y="274"/>
                  <a:pt x="335" y="284"/>
                </a:cubicBezTo>
                <a:cubicBezTo>
                  <a:pt x="328" y="294"/>
                  <a:pt x="320" y="303"/>
                  <a:pt x="312" y="312"/>
                </a:cubicBezTo>
                <a:cubicBezTo>
                  <a:pt x="303" y="320"/>
                  <a:pt x="293" y="328"/>
                  <a:pt x="283" y="334"/>
                </a:cubicBezTo>
                <a:cubicBezTo>
                  <a:pt x="273" y="341"/>
                  <a:pt x="263" y="347"/>
                  <a:pt x="252" y="351"/>
                </a:cubicBezTo>
                <a:cubicBezTo>
                  <a:pt x="241" y="356"/>
                  <a:pt x="229" y="359"/>
                  <a:pt x="218" y="362"/>
                </a:cubicBezTo>
                <a:cubicBezTo>
                  <a:pt x="206" y="364"/>
                  <a:pt x="194" y="365"/>
                  <a:pt x="182" y="365"/>
                </a:cubicBezTo>
                <a:cubicBezTo>
                  <a:pt x="170" y="365"/>
                  <a:pt x="158" y="364"/>
                  <a:pt x="147" y="362"/>
                </a:cubicBezTo>
                <a:cubicBezTo>
                  <a:pt x="135" y="359"/>
                  <a:pt x="123" y="356"/>
                  <a:pt x="112" y="351"/>
                </a:cubicBezTo>
                <a:cubicBezTo>
                  <a:pt x="101" y="347"/>
                  <a:pt x="91" y="341"/>
                  <a:pt x="81" y="334"/>
                </a:cubicBezTo>
                <a:cubicBezTo>
                  <a:pt x="71" y="328"/>
                  <a:pt x="62" y="320"/>
                  <a:pt x="53" y="312"/>
                </a:cubicBezTo>
                <a:cubicBezTo>
                  <a:pt x="45" y="303"/>
                  <a:pt x="37" y="294"/>
                  <a:pt x="31" y="284"/>
                </a:cubicBezTo>
                <a:cubicBezTo>
                  <a:pt x="24" y="274"/>
                  <a:pt x="18" y="264"/>
                  <a:pt x="14" y="253"/>
                </a:cubicBezTo>
                <a:cubicBezTo>
                  <a:pt x="9" y="242"/>
                  <a:pt x="6" y="230"/>
                  <a:pt x="4" y="219"/>
                </a:cubicBezTo>
                <a:cubicBezTo>
                  <a:pt x="1" y="207"/>
                  <a:pt x="0" y="195"/>
                  <a:pt x="0" y="183"/>
                </a:cubicBezTo>
                <a:cubicBezTo>
                  <a:pt x="0" y="171"/>
                  <a:pt x="1" y="159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2"/>
                  <a:pt x="45" y="63"/>
                  <a:pt x="53" y="54"/>
                </a:cubicBezTo>
                <a:cubicBezTo>
                  <a:pt x="62" y="46"/>
                  <a:pt x="71" y="38"/>
                  <a:pt x="81" y="32"/>
                </a:cubicBezTo>
                <a:cubicBezTo>
                  <a:pt x="91" y="25"/>
                  <a:pt x="101" y="19"/>
                  <a:pt x="112" y="15"/>
                </a:cubicBezTo>
                <a:cubicBezTo>
                  <a:pt x="123" y="9"/>
                  <a:pt x="135" y="6"/>
                  <a:pt x="147" y="3"/>
                </a:cubicBezTo>
                <a:cubicBezTo>
                  <a:pt x="158" y="1"/>
                  <a:pt x="170" y="0"/>
                  <a:pt x="182" y="0"/>
                </a:cubicBezTo>
                <a:cubicBezTo>
                  <a:pt x="194" y="0"/>
                  <a:pt x="206" y="1"/>
                  <a:pt x="218" y="3"/>
                </a:cubicBezTo>
                <a:cubicBezTo>
                  <a:pt x="229" y="6"/>
                  <a:pt x="241" y="9"/>
                  <a:pt x="252" y="15"/>
                </a:cubicBezTo>
                <a:cubicBezTo>
                  <a:pt x="263" y="19"/>
                  <a:pt x="273" y="25"/>
                  <a:pt x="283" y="32"/>
                </a:cubicBezTo>
                <a:cubicBezTo>
                  <a:pt x="293" y="38"/>
                  <a:pt x="303" y="46"/>
                  <a:pt x="312" y="54"/>
                </a:cubicBezTo>
                <a:cubicBezTo>
                  <a:pt x="320" y="63"/>
                  <a:pt x="328" y="72"/>
                  <a:pt x="335" y="82"/>
                </a:cubicBezTo>
                <a:cubicBezTo>
                  <a:pt x="341" y="92"/>
                  <a:pt x="347" y="102"/>
                  <a:pt x="351" y="113"/>
                </a:cubicBezTo>
                <a:cubicBezTo>
                  <a:pt x="356" y="124"/>
                  <a:pt x="359" y="136"/>
                  <a:pt x="362" y="148"/>
                </a:cubicBezTo>
                <a:cubicBezTo>
                  <a:pt x="364" y="159"/>
                  <a:pt x="365" y="171"/>
                  <a:pt x="365" y="1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748880" y="1941840"/>
            <a:ext cx="12214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Event: resource-id en versie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182240" y="205308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1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 flipH="1">
            <a:off x="1224720" y="2621880"/>
            <a:ext cx="2338200" cy="0"/>
          </a:xfrm>
          <a:prstGeom prst="line">
            <a:avLst/>
          </a:prstGeom>
          <a:ln w="79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1213200" y="2594520"/>
            <a:ext cx="60480" cy="55080"/>
          </a:xfrm>
          <a:custGeom>
            <a:avLst/>
            <a:gdLst/>
            <a:ahLst/>
            <a:rect l="0" t="0" r="r" b="b"/>
            <a:pathLst>
              <a:path w="168" h="153">
                <a:moveTo>
                  <a:pt x="168" y="153"/>
                </a:moveTo>
                <a:lnTo>
                  <a:pt x="0" y="76"/>
                </a:lnTo>
                <a:lnTo>
                  <a:pt x="153" y="0"/>
                </a:lnTo>
                <a:lnTo>
                  <a:pt x="168" y="153"/>
                </a:lnTo>
                <a:close/>
              </a:path>
            </a:pathLst>
          </a:custGeom>
          <a:solidFill>
            <a:srgbClr val="333333"/>
          </a:solidFill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3470040" y="255636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182"/>
                </a:moveTo>
                <a:cubicBezTo>
                  <a:pt x="365" y="194"/>
                  <a:pt x="364" y="206"/>
                  <a:pt x="361" y="218"/>
                </a:cubicBezTo>
                <a:cubicBezTo>
                  <a:pt x="359" y="229"/>
                  <a:pt x="356" y="241"/>
                  <a:pt x="351" y="252"/>
                </a:cubicBezTo>
                <a:cubicBezTo>
                  <a:pt x="347" y="263"/>
                  <a:pt x="341" y="273"/>
                  <a:pt x="334" y="283"/>
                </a:cubicBezTo>
                <a:cubicBezTo>
                  <a:pt x="328" y="293"/>
                  <a:pt x="320" y="302"/>
                  <a:pt x="312" y="311"/>
                </a:cubicBezTo>
                <a:cubicBezTo>
                  <a:pt x="303" y="319"/>
                  <a:pt x="294" y="327"/>
                  <a:pt x="284" y="333"/>
                </a:cubicBezTo>
                <a:cubicBezTo>
                  <a:pt x="274" y="340"/>
                  <a:pt x="264" y="346"/>
                  <a:pt x="253" y="350"/>
                </a:cubicBezTo>
                <a:cubicBezTo>
                  <a:pt x="242" y="355"/>
                  <a:pt x="230" y="358"/>
                  <a:pt x="218" y="362"/>
                </a:cubicBezTo>
                <a:cubicBezTo>
                  <a:pt x="207" y="364"/>
                  <a:pt x="195" y="365"/>
                  <a:pt x="183" y="365"/>
                </a:cubicBezTo>
                <a:cubicBezTo>
                  <a:pt x="171" y="365"/>
                  <a:pt x="159" y="364"/>
                  <a:pt x="147" y="362"/>
                </a:cubicBezTo>
                <a:cubicBezTo>
                  <a:pt x="136" y="358"/>
                  <a:pt x="124" y="355"/>
                  <a:pt x="113" y="350"/>
                </a:cubicBezTo>
                <a:cubicBezTo>
                  <a:pt x="102" y="346"/>
                  <a:pt x="92" y="340"/>
                  <a:pt x="82" y="333"/>
                </a:cubicBezTo>
                <a:cubicBezTo>
                  <a:pt x="72" y="327"/>
                  <a:pt x="63" y="319"/>
                  <a:pt x="54" y="311"/>
                </a:cubicBezTo>
                <a:cubicBezTo>
                  <a:pt x="46" y="302"/>
                  <a:pt x="38" y="293"/>
                  <a:pt x="31" y="283"/>
                </a:cubicBezTo>
                <a:cubicBezTo>
                  <a:pt x="25" y="273"/>
                  <a:pt x="19" y="263"/>
                  <a:pt x="15" y="252"/>
                </a:cubicBezTo>
                <a:cubicBezTo>
                  <a:pt x="10" y="241"/>
                  <a:pt x="6" y="229"/>
                  <a:pt x="3" y="218"/>
                </a:cubicBezTo>
                <a:cubicBezTo>
                  <a:pt x="1" y="206"/>
                  <a:pt x="0" y="194"/>
                  <a:pt x="0" y="182"/>
                </a:cubicBezTo>
                <a:cubicBezTo>
                  <a:pt x="0" y="170"/>
                  <a:pt x="1" y="158"/>
                  <a:pt x="3" y="147"/>
                </a:cubicBezTo>
                <a:cubicBezTo>
                  <a:pt x="6" y="135"/>
                  <a:pt x="10" y="123"/>
                  <a:pt x="15" y="112"/>
                </a:cubicBezTo>
                <a:cubicBezTo>
                  <a:pt x="19" y="101"/>
                  <a:pt x="25" y="91"/>
                  <a:pt x="31" y="81"/>
                </a:cubicBezTo>
                <a:cubicBezTo>
                  <a:pt x="38" y="71"/>
                  <a:pt x="46" y="62"/>
                  <a:pt x="54" y="53"/>
                </a:cubicBezTo>
                <a:cubicBezTo>
                  <a:pt x="63" y="45"/>
                  <a:pt x="72" y="37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ubicBezTo>
                  <a:pt x="195" y="0"/>
                  <a:pt x="207" y="1"/>
                  <a:pt x="218" y="3"/>
                </a:cubicBezTo>
                <a:cubicBezTo>
                  <a:pt x="230" y="6"/>
                  <a:pt x="242" y="9"/>
                  <a:pt x="253" y="14"/>
                </a:cubicBezTo>
                <a:cubicBezTo>
                  <a:pt x="264" y="18"/>
                  <a:pt x="274" y="24"/>
                  <a:pt x="284" y="31"/>
                </a:cubicBezTo>
                <a:cubicBezTo>
                  <a:pt x="294" y="37"/>
                  <a:pt x="303" y="45"/>
                  <a:pt x="312" y="53"/>
                </a:cubicBezTo>
                <a:cubicBezTo>
                  <a:pt x="320" y="62"/>
                  <a:pt x="328" y="71"/>
                  <a:pt x="334" y="81"/>
                </a:cubicBezTo>
                <a:cubicBezTo>
                  <a:pt x="341" y="91"/>
                  <a:pt x="347" y="101"/>
                  <a:pt x="351" y="112"/>
                </a:cubicBezTo>
                <a:cubicBezTo>
                  <a:pt x="356" y="123"/>
                  <a:pt x="359" y="135"/>
                  <a:pt x="361" y="147"/>
                </a:cubicBezTo>
                <a:cubicBezTo>
                  <a:pt x="364" y="158"/>
                  <a:pt x="365" y="170"/>
                  <a:pt x="365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854360" y="2472120"/>
            <a:ext cx="10414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Opvraag op id en versie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514680" y="258300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2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1240920" y="2880000"/>
            <a:ext cx="2273040" cy="8640"/>
          </a:xfrm>
          <a:custGeom>
            <a:avLst/>
            <a:gdLst/>
            <a:ahLst/>
            <a:rect l="0" t="0" r="r" b="b"/>
            <a:pathLst>
              <a:path w="6314" h="24">
                <a:moveTo>
                  <a:pt x="0" y="0"/>
                </a:moveTo>
                <a:lnTo>
                  <a:pt x="46" y="0"/>
                </a:lnTo>
                <a:lnTo>
                  <a:pt x="46" y="24"/>
                </a:lnTo>
                <a:lnTo>
                  <a:pt x="0" y="24"/>
                </a:lnTo>
                <a:lnTo>
                  <a:pt x="0" y="0"/>
                </a:lnTo>
                <a:moveTo>
                  <a:pt x="91" y="0"/>
                </a:moveTo>
                <a:lnTo>
                  <a:pt x="137" y="0"/>
                </a:lnTo>
                <a:lnTo>
                  <a:pt x="137" y="24"/>
                </a:lnTo>
                <a:lnTo>
                  <a:pt x="91" y="24"/>
                </a:lnTo>
                <a:lnTo>
                  <a:pt x="91" y="0"/>
                </a:lnTo>
                <a:moveTo>
                  <a:pt x="182" y="0"/>
                </a:moveTo>
                <a:lnTo>
                  <a:pt x="228" y="0"/>
                </a:lnTo>
                <a:lnTo>
                  <a:pt x="228" y="24"/>
                </a:lnTo>
                <a:lnTo>
                  <a:pt x="182" y="24"/>
                </a:lnTo>
                <a:lnTo>
                  <a:pt x="182" y="0"/>
                </a:lnTo>
                <a:moveTo>
                  <a:pt x="273" y="0"/>
                </a:moveTo>
                <a:lnTo>
                  <a:pt x="319" y="0"/>
                </a:lnTo>
                <a:lnTo>
                  <a:pt x="319" y="24"/>
                </a:lnTo>
                <a:lnTo>
                  <a:pt x="273" y="24"/>
                </a:lnTo>
                <a:lnTo>
                  <a:pt x="273" y="0"/>
                </a:lnTo>
                <a:moveTo>
                  <a:pt x="365" y="0"/>
                </a:moveTo>
                <a:lnTo>
                  <a:pt x="410" y="0"/>
                </a:lnTo>
                <a:lnTo>
                  <a:pt x="410" y="24"/>
                </a:lnTo>
                <a:lnTo>
                  <a:pt x="365" y="24"/>
                </a:lnTo>
                <a:lnTo>
                  <a:pt x="365" y="0"/>
                </a:lnTo>
                <a:moveTo>
                  <a:pt x="456" y="0"/>
                </a:moveTo>
                <a:lnTo>
                  <a:pt x="501" y="0"/>
                </a:lnTo>
                <a:lnTo>
                  <a:pt x="501" y="24"/>
                </a:lnTo>
                <a:lnTo>
                  <a:pt x="456" y="24"/>
                </a:lnTo>
                <a:lnTo>
                  <a:pt x="456" y="0"/>
                </a:lnTo>
                <a:moveTo>
                  <a:pt x="547" y="0"/>
                </a:moveTo>
                <a:lnTo>
                  <a:pt x="592" y="0"/>
                </a:lnTo>
                <a:lnTo>
                  <a:pt x="592" y="24"/>
                </a:lnTo>
                <a:lnTo>
                  <a:pt x="547" y="24"/>
                </a:lnTo>
                <a:lnTo>
                  <a:pt x="547" y="0"/>
                </a:lnTo>
                <a:moveTo>
                  <a:pt x="638" y="0"/>
                </a:moveTo>
                <a:lnTo>
                  <a:pt x="683" y="0"/>
                </a:lnTo>
                <a:lnTo>
                  <a:pt x="683" y="24"/>
                </a:lnTo>
                <a:lnTo>
                  <a:pt x="638" y="24"/>
                </a:lnTo>
                <a:lnTo>
                  <a:pt x="638" y="0"/>
                </a:lnTo>
                <a:moveTo>
                  <a:pt x="729" y="0"/>
                </a:moveTo>
                <a:lnTo>
                  <a:pt x="774" y="0"/>
                </a:lnTo>
                <a:lnTo>
                  <a:pt x="774" y="24"/>
                </a:lnTo>
                <a:lnTo>
                  <a:pt x="729" y="24"/>
                </a:lnTo>
                <a:lnTo>
                  <a:pt x="729" y="0"/>
                </a:lnTo>
                <a:moveTo>
                  <a:pt x="820" y="0"/>
                </a:moveTo>
                <a:lnTo>
                  <a:pt x="865" y="0"/>
                </a:lnTo>
                <a:lnTo>
                  <a:pt x="865" y="24"/>
                </a:lnTo>
                <a:lnTo>
                  <a:pt x="820" y="24"/>
                </a:lnTo>
                <a:lnTo>
                  <a:pt x="820" y="0"/>
                </a:lnTo>
                <a:moveTo>
                  <a:pt x="911" y="0"/>
                </a:moveTo>
                <a:lnTo>
                  <a:pt x="956" y="0"/>
                </a:lnTo>
                <a:lnTo>
                  <a:pt x="956" y="24"/>
                </a:lnTo>
                <a:lnTo>
                  <a:pt x="911" y="24"/>
                </a:lnTo>
                <a:lnTo>
                  <a:pt x="911" y="0"/>
                </a:lnTo>
                <a:moveTo>
                  <a:pt x="1002" y="0"/>
                </a:moveTo>
                <a:lnTo>
                  <a:pt x="1047" y="0"/>
                </a:lnTo>
                <a:lnTo>
                  <a:pt x="1047" y="24"/>
                </a:lnTo>
                <a:lnTo>
                  <a:pt x="1002" y="24"/>
                </a:lnTo>
                <a:lnTo>
                  <a:pt x="1002" y="0"/>
                </a:lnTo>
                <a:moveTo>
                  <a:pt x="1093" y="0"/>
                </a:moveTo>
                <a:lnTo>
                  <a:pt x="1138" y="0"/>
                </a:lnTo>
                <a:lnTo>
                  <a:pt x="1138" y="24"/>
                </a:lnTo>
                <a:lnTo>
                  <a:pt x="1093" y="24"/>
                </a:lnTo>
                <a:lnTo>
                  <a:pt x="1093" y="0"/>
                </a:lnTo>
                <a:moveTo>
                  <a:pt x="1184" y="0"/>
                </a:moveTo>
                <a:lnTo>
                  <a:pt x="1230" y="0"/>
                </a:lnTo>
                <a:lnTo>
                  <a:pt x="1230" y="24"/>
                </a:lnTo>
                <a:lnTo>
                  <a:pt x="1184" y="24"/>
                </a:lnTo>
                <a:lnTo>
                  <a:pt x="1184" y="0"/>
                </a:lnTo>
                <a:moveTo>
                  <a:pt x="1275" y="0"/>
                </a:moveTo>
                <a:lnTo>
                  <a:pt x="1321" y="0"/>
                </a:lnTo>
                <a:lnTo>
                  <a:pt x="1321" y="24"/>
                </a:lnTo>
                <a:lnTo>
                  <a:pt x="1275" y="24"/>
                </a:lnTo>
                <a:lnTo>
                  <a:pt x="1275" y="0"/>
                </a:lnTo>
                <a:moveTo>
                  <a:pt x="1366" y="0"/>
                </a:moveTo>
                <a:lnTo>
                  <a:pt x="1412" y="0"/>
                </a:lnTo>
                <a:lnTo>
                  <a:pt x="1412" y="24"/>
                </a:lnTo>
                <a:lnTo>
                  <a:pt x="1366" y="24"/>
                </a:lnTo>
                <a:lnTo>
                  <a:pt x="1366" y="0"/>
                </a:lnTo>
                <a:moveTo>
                  <a:pt x="1457" y="0"/>
                </a:moveTo>
                <a:lnTo>
                  <a:pt x="1503" y="0"/>
                </a:lnTo>
                <a:lnTo>
                  <a:pt x="1503" y="24"/>
                </a:lnTo>
                <a:lnTo>
                  <a:pt x="1457" y="24"/>
                </a:lnTo>
                <a:lnTo>
                  <a:pt x="1457" y="0"/>
                </a:lnTo>
                <a:moveTo>
                  <a:pt x="1548" y="0"/>
                </a:moveTo>
                <a:lnTo>
                  <a:pt x="1594" y="0"/>
                </a:lnTo>
                <a:lnTo>
                  <a:pt x="1594" y="24"/>
                </a:lnTo>
                <a:lnTo>
                  <a:pt x="1548" y="24"/>
                </a:lnTo>
                <a:lnTo>
                  <a:pt x="1548" y="0"/>
                </a:lnTo>
                <a:moveTo>
                  <a:pt x="1639" y="0"/>
                </a:moveTo>
                <a:lnTo>
                  <a:pt x="1685" y="0"/>
                </a:lnTo>
                <a:lnTo>
                  <a:pt x="1685" y="24"/>
                </a:lnTo>
                <a:lnTo>
                  <a:pt x="1639" y="24"/>
                </a:lnTo>
                <a:lnTo>
                  <a:pt x="1639" y="0"/>
                </a:lnTo>
                <a:moveTo>
                  <a:pt x="1730" y="0"/>
                </a:moveTo>
                <a:lnTo>
                  <a:pt x="1776" y="0"/>
                </a:lnTo>
                <a:lnTo>
                  <a:pt x="1776" y="24"/>
                </a:lnTo>
                <a:lnTo>
                  <a:pt x="1730" y="24"/>
                </a:lnTo>
                <a:lnTo>
                  <a:pt x="1730" y="0"/>
                </a:lnTo>
                <a:moveTo>
                  <a:pt x="1821" y="0"/>
                </a:moveTo>
                <a:lnTo>
                  <a:pt x="1867" y="0"/>
                </a:lnTo>
                <a:lnTo>
                  <a:pt x="1867" y="24"/>
                </a:lnTo>
                <a:lnTo>
                  <a:pt x="1821" y="24"/>
                </a:lnTo>
                <a:lnTo>
                  <a:pt x="1821" y="0"/>
                </a:lnTo>
                <a:moveTo>
                  <a:pt x="1912" y="0"/>
                </a:moveTo>
                <a:lnTo>
                  <a:pt x="1958" y="0"/>
                </a:lnTo>
                <a:lnTo>
                  <a:pt x="1958" y="24"/>
                </a:lnTo>
                <a:lnTo>
                  <a:pt x="1912" y="24"/>
                </a:lnTo>
                <a:lnTo>
                  <a:pt x="1912" y="0"/>
                </a:lnTo>
                <a:moveTo>
                  <a:pt x="2003" y="0"/>
                </a:moveTo>
                <a:lnTo>
                  <a:pt x="2049" y="0"/>
                </a:lnTo>
                <a:lnTo>
                  <a:pt x="2049" y="24"/>
                </a:lnTo>
                <a:lnTo>
                  <a:pt x="2003" y="24"/>
                </a:lnTo>
                <a:lnTo>
                  <a:pt x="2003" y="0"/>
                </a:lnTo>
                <a:moveTo>
                  <a:pt x="2095" y="0"/>
                </a:moveTo>
                <a:lnTo>
                  <a:pt x="2140" y="0"/>
                </a:lnTo>
                <a:lnTo>
                  <a:pt x="2140" y="24"/>
                </a:lnTo>
                <a:lnTo>
                  <a:pt x="2095" y="24"/>
                </a:lnTo>
                <a:lnTo>
                  <a:pt x="2095" y="0"/>
                </a:lnTo>
                <a:moveTo>
                  <a:pt x="2186" y="0"/>
                </a:moveTo>
                <a:lnTo>
                  <a:pt x="2231" y="0"/>
                </a:lnTo>
                <a:lnTo>
                  <a:pt x="2231" y="24"/>
                </a:lnTo>
                <a:lnTo>
                  <a:pt x="2186" y="24"/>
                </a:lnTo>
                <a:lnTo>
                  <a:pt x="2186" y="0"/>
                </a:lnTo>
                <a:moveTo>
                  <a:pt x="2277" y="0"/>
                </a:moveTo>
                <a:lnTo>
                  <a:pt x="2322" y="0"/>
                </a:lnTo>
                <a:lnTo>
                  <a:pt x="2322" y="24"/>
                </a:lnTo>
                <a:lnTo>
                  <a:pt x="2277" y="24"/>
                </a:lnTo>
                <a:lnTo>
                  <a:pt x="2277" y="0"/>
                </a:lnTo>
                <a:moveTo>
                  <a:pt x="2368" y="0"/>
                </a:moveTo>
                <a:lnTo>
                  <a:pt x="2413" y="0"/>
                </a:lnTo>
                <a:lnTo>
                  <a:pt x="2413" y="24"/>
                </a:lnTo>
                <a:lnTo>
                  <a:pt x="2368" y="24"/>
                </a:lnTo>
                <a:lnTo>
                  <a:pt x="2368" y="0"/>
                </a:lnTo>
                <a:moveTo>
                  <a:pt x="2459" y="0"/>
                </a:moveTo>
                <a:lnTo>
                  <a:pt x="2504" y="0"/>
                </a:lnTo>
                <a:lnTo>
                  <a:pt x="2504" y="24"/>
                </a:lnTo>
                <a:lnTo>
                  <a:pt x="2459" y="24"/>
                </a:lnTo>
                <a:lnTo>
                  <a:pt x="2459" y="0"/>
                </a:lnTo>
                <a:moveTo>
                  <a:pt x="2550" y="0"/>
                </a:moveTo>
                <a:lnTo>
                  <a:pt x="2595" y="0"/>
                </a:lnTo>
                <a:lnTo>
                  <a:pt x="2595" y="24"/>
                </a:lnTo>
                <a:lnTo>
                  <a:pt x="2550" y="24"/>
                </a:lnTo>
                <a:lnTo>
                  <a:pt x="2550" y="0"/>
                </a:lnTo>
                <a:moveTo>
                  <a:pt x="2641" y="0"/>
                </a:moveTo>
                <a:lnTo>
                  <a:pt x="2686" y="0"/>
                </a:lnTo>
                <a:lnTo>
                  <a:pt x="2686" y="24"/>
                </a:lnTo>
                <a:lnTo>
                  <a:pt x="2641" y="24"/>
                </a:lnTo>
                <a:lnTo>
                  <a:pt x="2641" y="0"/>
                </a:lnTo>
                <a:moveTo>
                  <a:pt x="2732" y="0"/>
                </a:moveTo>
                <a:lnTo>
                  <a:pt x="2777" y="0"/>
                </a:lnTo>
                <a:lnTo>
                  <a:pt x="2777" y="24"/>
                </a:lnTo>
                <a:lnTo>
                  <a:pt x="2732" y="24"/>
                </a:lnTo>
                <a:lnTo>
                  <a:pt x="2732" y="0"/>
                </a:lnTo>
                <a:moveTo>
                  <a:pt x="2823" y="0"/>
                </a:moveTo>
                <a:lnTo>
                  <a:pt x="2868" y="0"/>
                </a:lnTo>
                <a:lnTo>
                  <a:pt x="2868" y="24"/>
                </a:lnTo>
                <a:lnTo>
                  <a:pt x="2823" y="24"/>
                </a:lnTo>
                <a:lnTo>
                  <a:pt x="2823" y="0"/>
                </a:lnTo>
                <a:moveTo>
                  <a:pt x="2914" y="0"/>
                </a:moveTo>
                <a:lnTo>
                  <a:pt x="2959" y="0"/>
                </a:lnTo>
                <a:lnTo>
                  <a:pt x="2959" y="24"/>
                </a:lnTo>
                <a:lnTo>
                  <a:pt x="2914" y="24"/>
                </a:lnTo>
                <a:lnTo>
                  <a:pt x="2914" y="0"/>
                </a:lnTo>
                <a:moveTo>
                  <a:pt x="3005" y="0"/>
                </a:moveTo>
                <a:lnTo>
                  <a:pt x="3051" y="0"/>
                </a:lnTo>
                <a:lnTo>
                  <a:pt x="3051" y="24"/>
                </a:lnTo>
                <a:lnTo>
                  <a:pt x="3005" y="24"/>
                </a:lnTo>
                <a:lnTo>
                  <a:pt x="3005" y="0"/>
                </a:lnTo>
                <a:moveTo>
                  <a:pt x="3096" y="0"/>
                </a:moveTo>
                <a:lnTo>
                  <a:pt x="3142" y="0"/>
                </a:lnTo>
                <a:lnTo>
                  <a:pt x="3142" y="24"/>
                </a:lnTo>
                <a:lnTo>
                  <a:pt x="3096" y="24"/>
                </a:lnTo>
                <a:lnTo>
                  <a:pt x="3096" y="0"/>
                </a:lnTo>
                <a:moveTo>
                  <a:pt x="3187" y="0"/>
                </a:moveTo>
                <a:lnTo>
                  <a:pt x="3233" y="0"/>
                </a:lnTo>
                <a:lnTo>
                  <a:pt x="3233" y="24"/>
                </a:lnTo>
                <a:lnTo>
                  <a:pt x="3187" y="24"/>
                </a:lnTo>
                <a:lnTo>
                  <a:pt x="3187" y="0"/>
                </a:lnTo>
                <a:moveTo>
                  <a:pt x="3278" y="0"/>
                </a:moveTo>
                <a:lnTo>
                  <a:pt x="3324" y="0"/>
                </a:lnTo>
                <a:lnTo>
                  <a:pt x="3324" y="24"/>
                </a:lnTo>
                <a:lnTo>
                  <a:pt x="3278" y="24"/>
                </a:lnTo>
                <a:lnTo>
                  <a:pt x="3278" y="0"/>
                </a:lnTo>
                <a:moveTo>
                  <a:pt x="3369" y="0"/>
                </a:moveTo>
                <a:lnTo>
                  <a:pt x="3415" y="0"/>
                </a:lnTo>
                <a:lnTo>
                  <a:pt x="3415" y="24"/>
                </a:lnTo>
                <a:lnTo>
                  <a:pt x="3369" y="24"/>
                </a:lnTo>
                <a:lnTo>
                  <a:pt x="3369" y="0"/>
                </a:lnTo>
                <a:moveTo>
                  <a:pt x="3460" y="0"/>
                </a:moveTo>
                <a:lnTo>
                  <a:pt x="3506" y="0"/>
                </a:lnTo>
                <a:lnTo>
                  <a:pt x="3506" y="24"/>
                </a:lnTo>
                <a:lnTo>
                  <a:pt x="3460" y="24"/>
                </a:lnTo>
                <a:lnTo>
                  <a:pt x="3460" y="0"/>
                </a:lnTo>
                <a:moveTo>
                  <a:pt x="3551" y="0"/>
                </a:moveTo>
                <a:lnTo>
                  <a:pt x="3597" y="0"/>
                </a:lnTo>
                <a:lnTo>
                  <a:pt x="3597" y="24"/>
                </a:lnTo>
                <a:lnTo>
                  <a:pt x="3551" y="24"/>
                </a:lnTo>
                <a:lnTo>
                  <a:pt x="3551" y="0"/>
                </a:lnTo>
                <a:moveTo>
                  <a:pt x="3642" y="0"/>
                </a:moveTo>
                <a:lnTo>
                  <a:pt x="3688" y="0"/>
                </a:lnTo>
                <a:lnTo>
                  <a:pt x="3688" y="24"/>
                </a:lnTo>
                <a:lnTo>
                  <a:pt x="3642" y="24"/>
                </a:lnTo>
                <a:lnTo>
                  <a:pt x="3642" y="0"/>
                </a:lnTo>
                <a:moveTo>
                  <a:pt x="3733" y="0"/>
                </a:moveTo>
                <a:lnTo>
                  <a:pt x="3779" y="0"/>
                </a:lnTo>
                <a:lnTo>
                  <a:pt x="3779" y="24"/>
                </a:lnTo>
                <a:lnTo>
                  <a:pt x="3733" y="24"/>
                </a:lnTo>
                <a:lnTo>
                  <a:pt x="3733" y="0"/>
                </a:lnTo>
                <a:moveTo>
                  <a:pt x="3824" y="0"/>
                </a:moveTo>
                <a:lnTo>
                  <a:pt x="3870" y="0"/>
                </a:lnTo>
                <a:lnTo>
                  <a:pt x="3870" y="24"/>
                </a:lnTo>
                <a:lnTo>
                  <a:pt x="3824" y="24"/>
                </a:lnTo>
                <a:lnTo>
                  <a:pt x="3824" y="0"/>
                </a:lnTo>
                <a:moveTo>
                  <a:pt x="3916" y="0"/>
                </a:moveTo>
                <a:lnTo>
                  <a:pt x="3961" y="0"/>
                </a:lnTo>
                <a:lnTo>
                  <a:pt x="3961" y="24"/>
                </a:lnTo>
                <a:lnTo>
                  <a:pt x="3916" y="24"/>
                </a:lnTo>
                <a:lnTo>
                  <a:pt x="3916" y="0"/>
                </a:lnTo>
                <a:moveTo>
                  <a:pt x="4007" y="0"/>
                </a:moveTo>
                <a:lnTo>
                  <a:pt x="4052" y="0"/>
                </a:lnTo>
                <a:lnTo>
                  <a:pt x="4052" y="24"/>
                </a:lnTo>
                <a:lnTo>
                  <a:pt x="4007" y="24"/>
                </a:lnTo>
                <a:lnTo>
                  <a:pt x="4007" y="0"/>
                </a:lnTo>
                <a:moveTo>
                  <a:pt x="4098" y="0"/>
                </a:moveTo>
                <a:lnTo>
                  <a:pt x="4143" y="0"/>
                </a:lnTo>
                <a:lnTo>
                  <a:pt x="4143" y="24"/>
                </a:lnTo>
                <a:lnTo>
                  <a:pt x="4098" y="24"/>
                </a:lnTo>
                <a:lnTo>
                  <a:pt x="4098" y="0"/>
                </a:lnTo>
                <a:moveTo>
                  <a:pt x="4189" y="0"/>
                </a:moveTo>
                <a:lnTo>
                  <a:pt x="4234" y="0"/>
                </a:lnTo>
                <a:lnTo>
                  <a:pt x="4234" y="24"/>
                </a:lnTo>
                <a:lnTo>
                  <a:pt x="4189" y="24"/>
                </a:lnTo>
                <a:lnTo>
                  <a:pt x="4189" y="0"/>
                </a:lnTo>
                <a:moveTo>
                  <a:pt x="4280" y="0"/>
                </a:moveTo>
                <a:lnTo>
                  <a:pt x="4325" y="0"/>
                </a:lnTo>
                <a:lnTo>
                  <a:pt x="4325" y="24"/>
                </a:lnTo>
                <a:lnTo>
                  <a:pt x="4280" y="24"/>
                </a:lnTo>
                <a:lnTo>
                  <a:pt x="4280" y="0"/>
                </a:lnTo>
                <a:moveTo>
                  <a:pt x="4371" y="0"/>
                </a:moveTo>
                <a:lnTo>
                  <a:pt x="4416" y="0"/>
                </a:lnTo>
                <a:lnTo>
                  <a:pt x="4416" y="24"/>
                </a:lnTo>
                <a:lnTo>
                  <a:pt x="4371" y="24"/>
                </a:lnTo>
                <a:lnTo>
                  <a:pt x="4371" y="0"/>
                </a:lnTo>
                <a:moveTo>
                  <a:pt x="4462" y="0"/>
                </a:moveTo>
                <a:lnTo>
                  <a:pt x="4507" y="0"/>
                </a:lnTo>
                <a:lnTo>
                  <a:pt x="4507" y="24"/>
                </a:lnTo>
                <a:lnTo>
                  <a:pt x="4462" y="24"/>
                </a:lnTo>
                <a:lnTo>
                  <a:pt x="4462" y="0"/>
                </a:lnTo>
                <a:moveTo>
                  <a:pt x="4553" y="0"/>
                </a:moveTo>
                <a:lnTo>
                  <a:pt x="4598" y="0"/>
                </a:lnTo>
                <a:lnTo>
                  <a:pt x="4598" y="24"/>
                </a:lnTo>
                <a:lnTo>
                  <a:pt x="4553" y="24"/>
                </a:lnTo>
                <a:lnTo>
                  <a:pt x="4553" y="0"/>
                </a:lnTo>
                <a:moveTo>
                  <a:pt x="4644" y="0"/>
                </a:moveTo>
                <a:lnTo>
                  <a:pt x="4689" y="0"/>
                </a:lnTo>
                <a:lnTo>
                  <a:pt x="4689" y="24"/>
                </a:lnTo>
                <a:lnTo>
                  <a:pt x="4644" y="24"/>
                </a:lnTo>
                <a:lnTo>
                  <a:pt x="4644" y="0"/>
                </a:lnTo>
                <a:moveTo>
                  <a:pt x="4735" y="0"/>
                </a:moveTo>
                <a:lnTo>
                  <a:pt x="4780" y="0"/>
                </a:lnTo>
                <a:lnTo>
                  <a:pt x="4780" y="24"/>
                </a:lnTo>
                <a:lnTo>
                  <a:pt x="4735" y="24"/>
                </a:lnTo>
                <a:lnTo>
                  <a:pt x="4735" y="0"/>
                </a:lnTo>
                <a:moveTo>
                  <a:pt x="4826" y="0"/>
                </a:moveTo>
                <a:lnTo>
                  <a:pt x="4872" y="0"/>
                </a:lnTo>
                <a:lnTo>
                  <a:pt x="4872" y="24"/>
                </a:lnTo>
                <a:lnTo>
                  <a:pt x="4826" y="24"/>
                </a:lnTo>
                <a:lnTo>
                  <a:pt x="4826" y="0"/>
                </a:lnTo>
                <a:moveTo>
                  <a:pt x="4917" y="0"/>
                </a:moveTo>
                <a:lnTo>
                  <a:pt x="4963" y="0"/>
                </a:lnTo>
                <a:lnTo>
                  <a:pt x="4963" y="24"/>
                </a:lnTo>
                <a:lnTo>
                  <a:pt x="4917" y="24"/>
                </a:lnTo>
                <a:lnTo>
                  <a:pt x="4917" y="0"/>
                </a:lnTo>
                <a:moveTo>
                  <a:pt x="5008" y="0"/>
                </a:moveTo>
                <a:lnTo>
                  <a:pt x="5054" y="0"/>
                </a:lnTo>
                <a:lnTo>
                  <a:pt x="5054" y="24"/>
                </a:lnTo>
                <a:lnTo>
                  <a:pt x="5008" y="24"/>
                </a:lnTo>
                <a:lnTo>
                  <a:pt x="5008" y="0"/>
                </a:lnTo>
                <a:moveTo>
                  <a:pt x="5099" y="0"/>
                </a:moveTo>
                <a:lnTo>
                  <a:pt x="5145" y="0"/>
                </a:lnTo>
                <a:lnTo>
                  <a:pt x="5145" y="24"/>
                </a:lnTo>
                <a:lnTo>
                  <a:pt x="5099" y="24"/>
                </a:lnTo>
                <a:lnTo>
                  <a:pt x="5099" y="0"/>
                </a:lnTo>
                <a:moveTo>
                  <a:pt x="5190" y="0"/>
                </a:moveTo>
                <a:lnTo>
                  <a:pt x="5236" y="0"/>
                </a:lnTo>
                <a:lnTo>
                  <a:pt x="5236" y="24"/>
                </a:lnTo>
                <a:lnTo>
                  <a:pt x="5190" y="24"/>
                </a:lnTo>
                <a:lnTo>
                  <a:pt x="5190" y="0"/>
                </a:lnTo>
                <a:moveTo>
                  <a:pt x="5281" y="0"/>
                </a:moveTo>
                <a:lnTo>
                  <a:pt x="5327" y="0"/>
                </a:lnTo>
                <a:lnTo>
                  <a:pt x="5327" y="24"/>
                </a:lnTo>
                <a:lnTo>
                  <a:pt x="5281" y="24"/>
                </a:lnTo>
                <a:lnTo>
                  <a:pt x="5281" y="0"/>
                </a:lnTo>
                <a:moveTo>
                  <a:pt x="5372" y="0"/>
                </a:moveTo>
                <a:lnTo>
                  <a:pt x="5418" y="0"/>
                </a:lnTo>
                <a:lnTo>
                  <a:pt x="5418" y="24"/>
                </a:lnTo>
                <a:lnTo>
                  <a:pt x="5372" y="24"/>
                </a:lnTo>
                <a:lnTo>
                  <a:pt x="5372" y="0"/>
                </a:lnTo>
                <a:moveTo>
                  <a:pt x="5463" y="0"/>
                </a:moveTo>
                <a:lnTo>
                  <a:pt x="5509" y="0"/>
                </a:lnTo>
                <a:lnTo>
                  <a:pt x="5509" y="24"/>
                </a:lnTo>
                <a:lnTo>
                  <a:pt x="5463" y="24"/>
                </a:lnTo>
                <a:lnTo>
                  <a:pt x="5463" y="0"/>
                </a:lnTo>
                <a:moveTo>
                  <a:pt x="5554" y="0"/>
                </a:moveTo>
                <a:lnTo>
                  <a:pt x="5600" y="0"/>
                </a:lnTo>
                <a:lnTo>
                  <a:pt x="5600" y="24"/>
                </a:lnTo>
                <a:lnTo>
                  <a:pt x="5554" y="24"/>
                </a:lnTo>
                <a:lnTo>
                  <a:pt x="5554" y="0"/>
                </a:lnTo>
                <a:moveTo>
                  <a:pt x="5645" y="0"/>
                </a:moveTo>
                <a:lnTo>
                  <a:pt x="5691" y="0"/>
                </a:lnTo>
                <a:lnTo>
                  <a:pt x="5691" y="24"/>
                </a:lnTo>
                <a:lnTo>
                  <a:pt x="5645" y="24"/>
                </a:lnTo>
                <a:lnTo>
                  <a:pt x="5645" y="0"/>
                </a:lnTo>
                <a:moveTo>
                  <a:pt x="5737" y="0"/>
                </a:moveTo>
                <a:lnTo>
                  <a:pt x="5782" y="0"/>
                </a:lnTo>
                <a:lnTo>
                  <a:pt x="5782" y="24"/>
                </a:lnTo>
                <a:lnTo>
                  <a:pt x="5737" y="24"/>
                </a:lnTo>
                <a:lnTo>
                  <a:pt x="5737" y="0"/>
                </a:lnTo>
                <a:moveTo>
                  <a:pt x="5828" y="0"/>
                </a:moveTo>
                <a:lnTo>
                  <a:pt x="5873" y="0"/>
                </a:lnTo>
                <a:lnTo>
                  <a:pt x="5873" y="24"/>
                </a:lnTo>
                <a:lnTo>
                  <a:pt x="5828" y="24"/>
                </a:lnTo>
                <a:lnTo>
                  <a:pt x="5828" y="0"/>
                </a:lnTo>
                <a:moveTo>
                  <a:pt x="5919" y="0"/>
                </a:moveTo>
                <a:lnTo>
                  <a:pt x="5964" y="0"/>
                </a:lnTo>
                <a:lnTo>
                  <a:pt x="5964" y="24"/>
                </a:lnTo>
                <a:lnTo>
                  <a:pt x="5919" y="24"/>
                </a:lnTo>
                <a:lnTo>
                  <a:pt x="5919" y="0"/>
                </a:lnTo>
                <a:moveTo>
                  <a:pt x="6010" y="0"/>
                </a:moveTo>
                <a:lnTo>
                  <a:pt x="6056" y="0"/>
                </a:lnTo>
                <a:lnTo>
                  <a:pt x="6056" y="24"/>
                </a:lnTo>
                <a:lnTo>
                  <a:pt x="6010" y="24"/>
                </a:lnTo>
                <a:lnTo>
                  <a:pt x="6010" y="0"/>
                </a:lnTo>
                <a:moveTo>
                  <a:pt x="6102" y="0"/>
                </a:moveTo>
                <a:lnTo>
                  <a:pt x="6147" y="0"/>
                </a:lnTo>
                <a:lnTo>
                  <a:pt x="6147" y="24"/>
                </a:lnTo>
                <a:lnTo>
                  <a:pt x="6102" y="24"/>
                </a:lnTo>
                <a:lnTo>
                  <a:pt x="6102" y="0"/>
                </a:lnTo>
                <a:moveTo>
                  <a:pt x="6193" y="0"/>
                </a:moveTo>
                <a:lnTo>
                  <a:pt x="6238" y="0"/>
                </a:lnTo>
                <a:lnTo>
                  <a:pt x="6238" y="24"/>
                </a:lnTo>
                <a:lnTo>
                  <a:pt x="6193" y="24"/>
                </a:lnTo>
                <a:lnTo>
                  <a:pt x="6193" y="0"/>
                </a:lnTo>
                <a:moveTo>
                  <a:pt x="6284" y="0"/>
                </a:moveTo>
                <a:lnTo>
                  <a:pt x="6314" y="0"/>
                </a:lnTo>
                <a:lnTo>
                  <a:pt x="6314" y="24"/>
                </a:lnTo>
                <a:lnTo>
                  <a:pt x="6284" y="24"/>
                </a:lnTo>
                <a:lnTo>
                  <a:pt x="628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0" name=""/>
          <p:cNvSpPr/>
          <p:nvPr/>
        </p:nvSpPr>
        <p:spPr>
          <a:xfrm>
            <a:off x="3465000" y="2856960"/>
            <a:ext cx="60480" cy="54720"/>
          </a:xfrm>
          <a:custGeom>
            <a:avLst/>
            <a:gdLst/>
            <a:ahLst/>
            <a:rect l="0" t="0" r="r" b="b"/>
            <a:pathLst>
              <a:path w="168" h="152">
                <a:moveTo>
                  <a:pt x="0" y="0"/>
                </a:moveTo>
                <a:lnTo>
                  <a:pt x="168" y="75"/>
                </a:lnTo>
                <a:lnTo>
                  <a:pt x="15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1137240" y="2818440"/>
            <a:ext cx="131400" cy="131760"/>
          </a:xfrm>
          <a:custGeom>
            <a:avLst/>
            <a:gdLst/>
            <a:ahLst/>
            <a:rect l="0" t="0" r="r" b="b"/>
            <a:pathLst>
              <a:path w="365" h="366">
                <a:moveTo>
                  <a:pt x="365" y="182"/>
                </a:moveTo>
                <a:cubicBezTo>
                  <a:pt x="365" y="194"/>
                  <a:pt x="364" y="206"/>
                  <a:pt x="362" y="218"/>
                </a:cubicBezTo>
                <a:cubicBezTo>
                  <a:pt x="359" y="230"/>
                  <a:pt x="356" y="241"/>
                  <a:pt x="351" y="252"/>
                </a:cubicBezTo>
                <a:cubicBezTo>
                  <a:pt x="347" y="263"/>
                  <a:pt x="341" y="274"/>
                  <a:pt x="335" y="284"/>
                </a:cubicBezTo>
                <a:cubicBezTo>
                  <a:pt x="328" y="294"/>
                  <a:pt x="320" y="303"/>
                  <a:pt x="312" y="311"/>
                </a:cubicBezTo>
                <a:cubicBezTo>
                  <a:pt x="303" y="320"/>
                  <a:pt x="293" y="327"/>
                  <a:pt x="283" y="334"/>
                </a:cubicBezTo>
                <a:cubicBezTo>
                  <a:pt x="273" y="341"/>
                  <a:pt x="263" y="346"/>
                  <a:pt x="252" y="351"/>
                </a:cubicBezTo>
                <a:cubicBezTo>
                  <a:pt x="241" y="355"/>
                  <a:pt x="229" y="359"/>
                  <a:pt x="218" y="362"/>
                </a:cubicBezTo>
                <a:cubicBezTo>
                  <a:pt x="206" y="364"/>
                  <a:pt x="194" y="366"/>
                  <a:pt x="182" y="366"/>
                </a:cubicBezTo>
                <a:cubicBezTo>
                  <a:pt x="170" y="366"/>
                  <a:pt x="158" y="364"/>
                  <a:pt x="147" y="362"/>
                </a:cubicBezTo>
                <a:cubicBezTo>
                  <a:pt x="135" y="359"/>
                  <a:pt x="123" y="355"/>
                  <a:pt x="112" y="351"/>
                </a:cubicBezTo>
                <a:cubicBezTo>
                  <a:pt x="101" y="346"/>
                  <a:pt x="91" y="341"/>
                  <a:pt x="81" y="334"/>
                </a:cubicBezTo>
                <a:cubicBezTo>
                  <a:pt x="71" y="327"/>
                  <a:pt x="62" y="320"/>
                  <a:pt x="53" y="311"/>
                </a:cubicBezTo>
                <a:cubicBezTo>
                  <a:pt x="45" y="303"/>
                  <a:pt x="37" y="294"/>
                  <a:pt x="31" y="284"/>
                </a:cubicBezTo>
                <a:cubicBezTo>
                  <a:pt x="24" y="274"/>
                  <a:pt x="18" y="263"/>
                  <a:pt x="14" y="252"/>
                </a:cubicBezTo>
                <a:cubicBezTo>
                  <a:pt x="9" y="241"/>
                  <a:pt x="6" y="230"/>
                  <a:pt x="4" y="218"/>
                </a:cubicBezTo>
                <a:cubicBezTo>
                  <a:pt x="1" y="206"/>
                  <a:pt x="0" y="194"/>
                  <a:pt x="0" y="182"/>
                </a:cubicBezTo>
                <a:cubicBezTo>
                  <a:pt x="0" y="171"/>
                  <a:pt x="1" y="159"/>
                  <a:pt x="4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5" y="6"/>
                  <a:pt x="147" y="4"/>
                </a:cubicBezTo>
                <a:cubicBezTo>
                  <a:pt x="158" y="2"/>
                  <a:pt x="170" y="0"/>
                  <a:pt x="182" y="0"/>
                </a:cubicBezTo>
                <a:cubicBezTo>
                  <a:pt x="194" y="0"/>
                  <a:pt x="206" y="2"/>
                  <a:pt x="218" y="4"/>
                </a:cubicBezTo>
                <a:cubicBezTo>
                  <a:pt x="229" y="6"/>
                  <a:pt x="241" y="10"/>
                  <a:pt x="252" y="14"/>
                </a:cubicBezTo>
                <a:cubicBezTo>
                  <a:pt x="263" y="19"/>
                  <a:pt x="273" y="24"/>
                  <a:pt x="283" y="31"/>
                </a:cubicBezTo>
                <a:cubicBezTo>
                  <a:pt x="293" y="38"/>
                  <a:pt x="303" y="45"/>
                  <a:pt x="312" y="54"/>
                </a:cubicBezTo>
                <a:cubicBezTo>
                  <a:pt x="320" y="62"/>
                  <a:pt x="328" y="71"/>
                  <a:pt x="335" y="81"/>
                </a:cubicBezTo>
                <a:cubicBezTo>
                  <a:pt x="341" y="91"/>
                  <a:pt x="347" y="102"/>
                  <a:pt x="351" y="113"/>
                </a:cubicBezTo>
                <a:cubicBezTo>
                  <a:pt x="356" y="124"/>
                  <a:pt x="359" y="135"/>
                  <a:pt x="362" y="147"/>
                </a:cubicBezTo>
                <a:cubicBezTo>
                  <a:pt x="364" y="159"/>
                  <a:pt x="365" y="171"/>
                  <a:pt x="365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388160" y="2734200"/>
            <a:ext cx="19393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De resource, of de delta tussen twee versies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5076720" y="3466800"/>
            <a:ext cx="3800880" cy="1229040"/>
          </a:xfrm>
          <a:custGeom>
            <a:avLst/>
            <a:gdLst/>
            <a:ahLst/>
            <a:rect l="0" t="0" r="r" b="b"/>
            <a:pathLst>
              <a:path w="10558" h="3414">
                <a:moveTo>
                  <a:pt x="0" y="0"/>
                </a:moveTo>
                <a:lnTo>
                  <a:pt x="10558" y="0"/>
                </a:lnTo>
                <a:lnTo>
                  <a:pt x="10558" y="3414"/>
                </a:lnTo>
                <a:lnTo>
                  <a:pt x="0" y="3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5076720" y="3466800"/>
            <a:ext cx="3800880" cy="38520"/>
          </a:xfrm>
          <a:custGeom>
            <a:avLst/>
            <a:gdLst/>
            <a:ahLst/>
            <a:rect l="0" t="0" r="r" b="b"/>
            <a:pathLst>
              <a:path w="10558" h="107">
                <a:moveTo>
                  <a:pt x="0" y="0"/>
                </a:moveTo>
                <a:lnTo>
                  <a:pt x="10558" y="0"/>
                </a:lnTo>
                <a:lnTo>
                  <a:pt x="105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5076720" y="468612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/>
          <p:nvPr/>
        </p:nvSpPr>
        <p:spPr>
          <a:xfrm>
            <a:off x="8867520" y="3466800"/>
            <a:ext cx="10080" cy="1229040"/>
          </a:xfrm>
          <a:custGeom>
            <a:avLst/>
            <a:gdLst/>
            <a:ahLst/>
            <a:rect l="0" t="0" r="r" b="b"/>
            <a:pathLst>
              <a:path w="28" h="3414">
                <a:moveTo>
                  <a:pt x="0" y="106"/>
                </a:moveTo>
                <a:lnTo>
                  <a:pt x="0" y="3414"/>
                </a:lnTo>
                <a:lnTo>
                  <a:pt x="28" y="341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5076720" y="3466800"/>
            <a:ext cx="9720" cy="1229040"/>
          </a:xfrm>
          <a:custGeom>
            <a:avLst/>
            <a:gdLst/>
            <a:ahLst/>
            <a:rect l="0" t="0" r="r" b="b"/>
            <a:pathLst>
              <a:path w="27" h="3414">
                <a:moveTo>
                  <a:pt x="0" y="0"/>
                </a:moveTo>
                <a:lnTo>
                  <a:pt x="0" y="3414"/>
                </a:lnTo>
                <a:lnTo>
                  <a:pt x="27" y="341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5067000" y="128556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1182240" y="284508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256360" y="1231920"/>
            <a:ext cx="3794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event draagt de aanleiding, de opvraag draagt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5067000" y="182844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5256360" y="1479600"/>
            <a:ext cx="479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inhoud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5256360" y="1774800"/>
            <a:ext cx="4101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consument kiest het moment en de vorm: de volledige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5067000" y="238104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5256360" y="2032200"/>
            <a:ext cx="1439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structuur of de delta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5256360" y="2327400"/>
            <a:ext cx="3978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gemist event is herstelbaar, want de inhoud blijft bij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5067000" y="293364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5256360" y="2584440"/>
            <a:ext cx="76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bezitter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5256360" y="2879640"/>
            <a:ext cx="3705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Geen bevestiging en geen termijn; wil de bezitter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5256360" y="3127320"/>
            <a:ext cx="3964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uitkomst weten, dan is dat Asynchronous Request-Reply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5251320" y="3692160"/>
            <a:ext cx="3764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Vastgelegd als uitgangspunt U4. Toegepast in alle drie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5251320" y="3911400"/>
            <a:ext cx="3690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de koppelingen: de onderwijscatalogus meldt dat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5251320" y="4130280"/>
            <a:ext cx="3411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speciﬁcatie planbaar, beschikbaar of gewijzigd is;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5251320" y="4349520"/>
            <a:ext cx="3789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planning, SIS en LMS halen de structuur of de delta op.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4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42" name=""/>
          <p:cNvSpPr/>
          <p:nvPr/>
        </p:nvSpPr>
        <p:spPr>
          <a:xfrm>
            <a:off x="2023200" y="3039840"/>
            <a:ext cx="505800" cy="0"/>
          </a:xfrm>
          <a:custGeom>
            <a:avLst/>
            <a:gdLst/>
            <a:ahLst/>
            <a:rect l="0" t="0" r="r" b="b"/>
            <a:pathLst>
              <a:path fill="none" w="1405" h="0">
                <a:moveTo>
                  <a:pt x="0" y="0"/>
                </a:moveTo>
                <a:lnTo>
                  <a:pt x="123" y="0"/>
                </a:lnTo>
                <a:cubicBezTo>
                  <a:pt x="245" y="0"/>
                  <a:pt x="489" y="0"/>
                  <a:pt x="723" y="0"/>
                </a:cubicBezTo>
                <a:cubicBezTo>
                  <a:pt x="957" y="0"/>
                  <a:pt x="1181" y="0"/>
                  <a:pt x="1293" y="0"/>
                </a:cubicBezTo>
                <a:lnTo>
                  <a:pt x="1405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2507040" y="3017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1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2504880" y="3014280"/>
            <a:ext cx="51480" cy="51840"/>
          </a:xfrm>
          <a:custGeom>
            <a:avLst/>
            <a:gdLst/>
            <a:ahLst/>
            <a:rect l="0" t="0" r="r" b="b"/>
            <a:pathLst>
              <a:path w="143" h="144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4" y="21"/>
                </a:lnTo>
                <a:lnTo>
                  <a:pt x="20" y="10"/>
                </a:lnTo>
                <a:moveTo>
                  <a:pt x="31" y="16"/>
                </a:moveTo>
                <a:lnTo>
                  <a:pt x="42" y="21"/>
                </a:lnTo>
                <a:lnTo>
                  <a:pt x="36" y="32"/>
                </a:lnTo>
                <a:lnTo>
                  <a:pt x="25" y="27"/>
                </a:lnTo>
                <a:lnTo>
                  <a:pt x="31" y="16"/>
                </a:lnTo>
                <a:moveTo>
                  <a:pt x="42" y="21"/>
                </a:moveTo>
                <a:lnTo>
                  <a:pt x="53" y="27"/>
                </a:lnTo>
                <a:lnTo>
                  <a:pt x="47" y="38"/>
                </a:lnTo>
                <a:lnTo>
                  <a:pt x="36" y="32"/>
                </a:lnTo>
                <a:lnTo>
                  <a:pt x="42" y="21"/>
                </a:lnTo>
                <a:moveTo>
                  <a:pt x="53" y="27"/>
                </a:moveTo>
                <a:lnTo>
                  <a:pt x="63" y="32"/>
                </a:lnTo>
                <a:lnTo>
                  <a:pt x="58" y="43"/>
                </a:lnTo>
                <a:lnTo>
                  <a:pt x="47" y="38"/>
                </a:lnTo>
                <a:lnTo>
                  <a:pt x="53" y="27"/>
                </a:lnTo>
                <a:moveTo>
                  <a:pt x="63" y="32"/>
                </a:moveTo>
                <a:lnTo>
                  <a:pt x="75" y="38"/>
                </a:lnTo>
                <a:lnTo>
                  <a:pt x="69" y="48"/>
                </a:lnTo>
                <a:lnTo>
                  <a:pt x="58" y="43"/>
                </a:lnTo>
                <a:lnTo>
                  <a:pt x="63" y="32"/>
                </a:lnTo>
                <a:moveTo>
                  <a:pt x="75" y="38"/>
                </a:moveTo>
                <a:lnTo>
                  <a:pt x="86" y="43"/>
                </a:lnTo>
                <a:lnTo>
                  <a:pt x="81" y="54"/>
                </a:lnTo>
                <a:lnTo>
                  <a:pt x="69" y="48"/>
                </a:lnTo>
                <a:lnTo>
                  <a:pt x="75" y="38"/>
                </a:lnTo>
                <a:moveTo>
                  <a:pt x="86" y="43"/>
                </a:moveTo>
                <a:lnTo>
                  <a:pt x="97" y="48"/>
                </a:lnTo>
                <a:lnTo>
                  <a:pt x="92" y="59"/>
                </a:lnTo>
                <a:lnTo>
                  <a:pt x="81" y="54"/>
                </a:lnTo>
                <a:lnTo>
                  <a:pt x="86" y="43"/>
                </a:lnTo>
                <a:moveTo>
                  <a:pt x="97" y="48"/>
                </a:moveTo>
                <a:lnTo>
                  <a:pt x="108" y="54"/>
                </a:lnTo>
                <a:lnTo>
                  <a:pt x="103" y="65"/>
                </a:lnTo>
                <a:lnTo>
                  <a:pt x="92" y="59"/>
                </a:lnTo>
                <a:lnTo>
                  <a:pt x="97" y="48"/>
                </a:lnTo>
                <a:moveTo>
                  <a:pt x="108" y="54"/>
                </a:moveTo>
                <a:lnTo>
                  <a:pt x="119" y="59"/>
                </a:lnTo>
                <a:lnTo>
                  <a:pt x="114" y="70"/>
                </a:lnTo>
                <a:lnTo>
                  <a:pt x="103" y="65"/>
                </a:lnTo>
                <a:lnTo>
                  <a:pt x="108" y="54"/>
                </a:lnTo>
                <a:moveTo>
                  <a:pt x="119" y="59"/>
                </a:moveTo>
                <a:lnTo>
                  <a:pt x="130" y="65"/>
                </a:lnTo>
                <a:lnTo>
                  <a:pt x="125" y="77"/>
                </a:lnTo>
                <a:lnTo>
                  <a:pt x="114" y="70"/>
                </a:lnTo>
                <a:lnTo>
                  <a:pt x="119" y="59"/>
                </a:lnTo>
                <a:moveTo>
                  <a:pt x="130" y="65"/>
                </a:moveTo>
                <a:lnTo>
                  <a:pt x="143" y="71"/>
                </a:lnTo>
                <a:lnTo>
                  <a:pt x="123" y="82"/>
                </a:lnTo>
                <a:lnTo>
                  <a:pt x="118" y="70"/>
                </a:lnTo>
                <a:lnTo>
                  <a:pt x="127" y="66"/>
                </a:lnTo>
                <a:lnTo>
                  <a:pt x="130" y="71"/>
                </a:lnTo>
                <a:lnTo>
                  <a:pt x="127" y="78"/>
                </a:lnTo>
                <a:lnTo>
                  <a:pt x="125" y="77"/>
                </a:lnTo>
                <a:lnTo>
                  <a:pt x="130" y="65"/>
                </a:lnTo>
                <a:moveTo>
                  <a:pt x="123" y="82"/>
                </a:moveTo>
                <a:lnTo>
                  <a:pt x="112" y="88"/>
                </a:lnTo>
                <a:lnTo>
                  <a:pt x="107" y="77"/>
                </a:lnTo>
                <a:lnTo>
                  <a:pt x="118" y="70"/>
                </a:lnTo>
                <a:lnTo>
                  <a:pt x="123" y="82"/>
                </a:lnTo>
                <a:moveTo>
                  <a:pt x="112" y="88"/>
                </a:moveTo>
                <a:lnTo>
                  <a:pt x="101" y="93"/>
                </a:lnTo>
                <a:lnTo>
                  <a:pt x="96" y="82"/>
                </a:lnTo>
                <a:lnTo>
                  <a:pt x="107" y="77"/>
                </a:lnTo>
                <a:lnTo>
                  <a:pt x="112" y="88"/>
                </a:lnTo>
                <a:moveTo>
                  <a:pt x="101" y="93"/>
                </a:moveTo>
                <a:lnTo>
                  <a:pt x="90" y="99"/>
                </a:lnTo>
                <a:lnTo>
                  <a:pt x="85" y="88"/>
                </a:lnTo>
                <a:lnTo>
                  <a:pt x="96" y="82"/>
                </a:lnTo>
                <a:lnTo>
                  <a:pt x="101" y="93"/>
                </a:lnTo>
                <a:moveTo>
                  <a:pt x="90" y="99"/>
                </a:moveTo>
                <a:lnTo>
                  <a:pt x="79" y="104"/>
                </a:lnTo>
                <a:lnTo>
                  <a:pt x="74" y="93"/>
                </a:lnTo>
                <a:lnTo>
                  <a:pt x="85" y="88"/>
                </a:lnTo>
                <a:lnTo>
                  <a:pt x="90" y="99"/>
                </a:lnTo>
                <a:moveTo>
                  <a:pt x="79" y="104"/>
                </a:moveTo>
                <a:lnTo>
                  <a:pt x="67" y="110"/>
                </a:lnTo>
                <a:lnTo>
                  <a:pt x="62" y="99"/>
                </a:lnTo>
                <a:lnTo>
                  <a:pt x="74" y="93"/>
                </a:lnTo>
                <a:lnTo>
                  <a:pt x="79" y="104"/>
                </a:lnTo>
                <a:moveTo>
                  <a:pt x="67" y="110"/>
                </a:moveTo>
                <a:lnTo>
                  <a:pt x="56" y="115"/>
                </a:lnTo>
                <a:lnTo>
                  <a:pt x="51" y="104"/>
                </a:lnTo>
                <a:lnTo>
                  <a:pt x="62" y="99"/>
                </a:lnTo>
                <a:lnTo>
                  <a:pt x="67" y="110"/>
                </a:lnTo>
                <a:moveTo>
                  <a:pt x="56" y="115"/>
                </a:moveTo>
                <a:lnTo>
                  <a:pt x="45" y="121"/>
                </a:lnTo>
                <a:lnTo>
                  <a:pt x="40" y="110"/>
                </a:lnTo>
                <a:lnTo>
                  <a:pt x="51" y="104"/>
                </a:lnTo>
                <a:lnTo>
                  <a:pt x="56" y="115"/>
                </a:lnTo>
                <a:moveTo>
                  <a:pt x="45" y="121"/>
                </a:moveTo>
                <a:lnTo>
                  <a:pt x="35" y="126"/>
                </a:lnTo>
                <a:lnTo>
                  <a:pt x="29" y="115"/>
                </a:lnTo>
                <a:lnTo>
                  <a:pt x="40" y="110"/>
                </a:lnTo>
                <a:lnTo>
                  <a:pt x="45" y="121"/>
                </a:lnTo>
                <a:moveTo>
                  <a:pt x="35" y="126"/>
                </a:moveTo>
                <a:lnTo>
                  <a:pt x="24" y="132"/>
                </a:lnTo>
                <a:lnTo>
                  <a:pt x="18" y="121"/>
                </a:lnTo>
                <a:lnTo>
                  <a:pt x="29" y="115"/>
                </a:lnTo>
                <a:lnTo>
                  <a:pt x="35" y="126"/>
                </a:lnTo>
                <a:moveTo>
                  <a:pt x="24" y="132"/>
                </a:moveTo>
                <a:lnTo>
                  <a:pt x="13" y="137"/>
                </a:lnTo>
                <a:lnTo>
                  <a:pt x="7" y="126"/>
                </a:lnTo>
                <a:lnTo>
                  <a:pt x="18" y="121"/>
                </a:lnTo>
                <a:lnTo>
                  <a:pt x="24" y="132"/>
                </a:lnTo>
                <a:moveTo>
                  <a:pt x="13" y="137"/>
                </a:moveTo>
                <a:lnTo>
                  <a:pt x="0" y="144"/>
                </a:lnTo>
                <a:lnTo>
                  <a:pt x="0" y="126"/>
                </a:lnTo>
                <a:lnTo>
                  <a:pt x="12" y="126"/>
                </a:lnTo>
                <a:lnTo>
                  <a:pt x="12" y="134"/>
                </a:lnTo>
                <a:lnTo>
                  <a:pt x="6" y="134"/>
                </a:lnTo>
                <a:lnTo>
                  <a:pt x="3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4"/>
                </a:lnTo>
                <a:lnTo>
                  <a:pt x="12" y="114"/>
                </a:lnTo>
                <a:lnTo>
                  <a:pt x="12" y="126"/>
                </a:lnTo>
                <a:lnTo>
                  <a:pt x="0" y="126"/>
                </a:lnTo>
                <a:moveTo>
                  <a:pt x="0" y="114"/>
                </a:moveTo>
                <a:lnTo>
                  <a:pt x="0" y="101"/>
                </a:lnTo>
                <a:lnTo>
                  <a:pt x="12" y="101"/>
                </a:lnTo>
                <a:lnTo>
                  <a:pt x="12" y="114"/>
                </a:lnTo>
                <a:lnTo>
                  <a:pt x="0" y="114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7"/>
                </a:lnTo>
                <a:lnTo>
                  <a:pt x="12" y="77"/>
                </a:lnTo>
                <a:lnTo>
                  <a:pt x="12" y="89"/>
                </a:lnTo>
                <a:lnTo>
                  <a:pt x="0" y="89"/>
                </a:lnTo>
                <a:moveTo>
                  <a:pt x="0" y="77"/>
                </a:moveTo>
                <a:lnTo>
                  <a:pt x="0" y="64"/>
                </a:lnTo>
                <a:lnTo>
                  <a:pt x="12" y="64"/>
                </a:lnTo>
                <a:lnTo>
                  <a:pt x="12" y="77"/>
                </a:lnTo>
                <a:lnTo>
                  <a:pt x="0" y="77"/>
                </a:lnTo>
                <a:moveTo>
                  <a:pt x="0" y="64"/>
                </a:moveTo>
                <a:lnTo>
                  <a:pt x="0" y="51"/>
                </a:lnTo>
                <a:lnTo>
                  <a:pt x="12" y="51"/>
                </a:lnTo>
                <a:lnTo>
                  <a:pt x="12" y="64"/>
                </a:lnTo>
                <a:lnTo>
                  <a:pt x="0" y="64"/>
                </a:lnTo>
                <a:moveTo>
                  <a:pt x="0" y="51"/>
                </a:moveTo>
                <a:lnTo>
                  <a:pt x="0" y="39"/>
                </a:lnTo>
                <a:lnTo>
                  <a:pt x="12" y="39"/>
                </a:lnTo>
                <a:lnTo>
                  <a:pt x="12" y="51"/>
                </a:lnTo>
                <a:lnTo>
                  <a:pt x="0" y="51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4"/>
                </a:lnTo>
                <a:lnTo>
                  <a:pt x="12" y="14"/>
                </a:lnTo>
                <a:lnTo>
                  <a:pt x="12" y="27"/>
                </a:lnTo>
                <a:lnTo>
                  <a:pt x="0" y="27"/>
                </a:lnTo>
                <a:moveTo>
                  <a:pt x="0" y="14"/>
                </a:moveTo>
                <a:lnTo>
                  <a:pt x="0" y="0"/>
                </a:lnTo>
                <a:lnTo>
                  <a:pt x="20" y="10"/>
                </a:lnTo>
                <a:lnTo>
                  <a:pt x="14" y="21"/>
                </a:lnTo>
                <a:lnTo>
                  <a:pt x="3" y="16"/>
                </a:lnTo>
                <a:lnTo>
                  <a:pt x="6" y="10"/>
                </a:lnTo>
                <a:lnTo>
                  <a:pt x="12" y="10"/>
                </a:lnTo>
                <a:lnTo>
                  <a:pt x="1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3979800" y="3039840"/>
            <a:ext cx="505800" cy="0"/>
          </a:xfrm>
          <a:custGeom>
            <a:avLst/>
            <a:gdLst/>
            <a:ahLst/>
            <a:rect l="0" t="0" r="r" b="b"/>
            <a:pathLst>
              <a:path fill="none" w="1405" h="0">
                <a:moveTo>
                  <a:pt x="0" y="0"/>
                </a:moveTo>
                <a:lnTo>
                  <a:pt x="122" y="0"/>
                </a:lnTo>
                <a:cubicBezTo>
                  <a:pt x="244" y="0"/>
                  <a:pt x="489" y="0"/>
                  <a:pt x="723" y="0"/>
                </a:cubicBezTo>
                <a:cubicBezTo>
                  <a:pt x="957" y="0"/>
                  <a:pt x="1181" y="0"/>
                  <a:pt x="1293" y="0"/>
                </a:cubicBezTo>
                <a:lnTo>
                  <a:pt x="1405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4463280" y="3017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1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4461120" y="3014280"/>
            <a:ext cx="51840" cy="51840"/>
          </a:xfrm>
          <a:custGeom>
            <a:avLst/>
            <a:gdLst/>
            <a:ahLst/>
            <a:rect l="0" t="0" r="r" b="b"/>
            <a:pathLst>
              <a:path w="144" h="144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5" y="21"/>
                </a:lnTo>
                <a:lnTo>
                  <a:pt x="20" y="10"/>
                </a:lnTo>
                <a:moveTo>
                  <a:pt x="31" y="16"/>
                </a:moveTo>
                <a:lnTo>
                  <a:pt x="43" y="21"/>
                </a:lnTo>
                <a:lnTo>
                  <a:pt x="37" y="32"/>
                </a:lnTo>
                <a:lnTo>
                  <a:pt x="25" y="27"/>
                </a:lnTo>
                <a:lnTo>
                  <a:pt x="31" y="16"/>
                </a:lnTo>
                <a:moveTo>
                  <a:pt x="43" y="21"/>
                </a:moveTo>
                <a:lnTo>
                  <a:pt x="54" y="27"/>
                </a:lnTo>
                <a:lnTo>
                  <a:pt x="48" y="38"/>
                </a:lnTo>
                <a:lnTo>
                  <a:pt x="37" y="32"/>
                </a:lnTo>
                <a:lnTo>
                  <a:pt x="43" y="21"/>
                </a:lnTo>
                <a:moveTo>
                  <a:pt x="54" y="27"/>
                </a:moveTo>
                <a:lnTo>
                  <a:pt x="65" y="32"/>
                </a:lnTo>
                <a:lnTo>
                  <a:pt x="59" y="43"/>
                </a:lnTo>
                <a:lnTo>
                  <a:pt x="48" y="38"/>
                </a:lnTo>
                <a:lnTo>
                  <a:pt x="54" y="27"/>
                </a:lnTo>
                <a:moveTo>
                  <a:pt x="65" y="32"/>
                </a:moveTo>
                <a:lnTo>
                  <a:pt x="76" y="38"/>
                </a:lnTo>
                <a:lnTo>
                  <a:pt x="70" y="48"/>
                </a:lnTo>
                <a:lnTo>
                  <a:pt x="59" y="43"/>
                </a:lnTo>
                <a:lnTo>
                  <a:pt x="65" y="32"/>
                </a:lnTo>
                <a:moveTo>
                  <a:pt x="76" y="38"/>
                </a:moveTo>
                <a:lnTo>
                  <a:pt x="87" y="43"/>
                </a:lnTo>
                <a:lnTo>
                  <a:pt x="81" y="54"/>
                </a:lnTo>
                <a:lnTo>
                  <a:pt x="70" y="48"/>
                </a:lnTo>
                <a:lnTo>
                  <a:pt x="76" y="38"/>
                </a:lnTo>
                <a:moveTo>
                  <a:pt x="87" y="43"/>
                </a:moveTo>
                <a:lnTo>
                  <a:pt x="98" y="48"/>
                </a:lnTo>
                <a:lnTo>
                  <a:pt x="92" y="59"/>
                </a:lnTo>
                <a:lnTo>
                  <a:pt x="81" y="54"/>
                </a:lnTo>
                <a:lnTo>
                  <a:pt x="87" y="43"/>
                </a:lnTo>
                <a:moveTo>
                  <a:pt x="98" y="48"/>
                </a:moveTo>
                <a:lnTo>
                  <a:pt x="109" y="54"/>
                </a:lnTo>
                <a:lnTo>
                  <a:pt x="103" y="65"/>
                </a:lnTo>
                <a:lnTo>
                  <a:pt x="92" y="59"/>
                </a:lnTo>
                <a:lnTo>
                  <a:pt x="98" y="48"/>
                </a:lnTo>
                <a:moveTo>
                  <a:pt x="109" y="54"/>
                </a:moveTo>
                <a:lnTo>
                  <a:pt x="120" y="59"/>
                </a:lnTo>
                <a:lnTo>
                  <a:pt x="114" y="70"/>
                </a:lnTo>
                <a:lnTo>
                  <a:pt x="103" y="65"/>
                </a:lnTo>
                <a:lnTo>
                  <a:pt x="109" y="54"/>
                </a:lnTo>
                <a:moveTo>
                  <a:pt x="120" y="59"/>
                </a:moveTo>
                <a:lnTo>
                  <a:pt x="131" y="65"/>
                </a:lnTo>
                <a:lnTo>
                  <a:pt x="125" y="77"/>
                </a:lnTo>
                <a:lnTo>
                  <a:pt x="114" y="70"/>
                </a:lnTo>
                <a:lnTo>
                  <a:pt x="120" y="59"/>
                </a:lnTo>
                <a:moveTo>
                  <a:pt x="131" y="65"/>
                </a:moveTo>
                <a:lnTo>
                  <a:pt x="144" y="71"/>
                </a:lnTo>
                <a:lnTo>
                  <a:pt x="124" y="82"/>
                </a:lnTo>
                <a:lnTo>
                  <a:pt x="118" y="70"/>
                </a:lnTo>
                <a:lnTo>
                  <a:pt x="127" y="66"/>
                </a:lnTo>
                <a:lnTo>
                  <a:pt x="130" y="71"/>
                </a:lnTo>
                <a:lnTo>
                  <a:pt x="127" y="78"/>
                </a:lnTo>
                <a:lnTo>
                  <a:pt x="125" y="77"/>
                </a:lnTo>
                <a:lnTo>
                  <a:pt x="131" y="65"/>
                </a:lnTo>
                <a:moveTo>
                  <a:pt x="124" y="82"/>
                </a:moveTo>
                <a:lnTo>
                  <a:pt x="113" y="88"/>
                </a:lnTo>
                <a:lnTo>
                  <a:pt x="107" y="77"/>
                </a:lnTo>
                <a:lnTo>
                  <a:pt x="118" y="70"/>
                </a:lnTo>
                <a:lnTo>
                  <a:pt x="124" y="82"/>
                </a:lnTo>
                <a:moveTo>
                  <a:pt x="113" y="88"/>
                </a:moveTo>
                <a:lnTo>
                  <a:pt x="102" y="93"/>
                </a:lnTo>
                <a:lnTo>
                  <a:pt x="96" y="82"/>
                </a:lnTo>
                <a:lnTo>
                  <a:pt x="107" y="77"/>
                </a:lnTo>
                <a:lnTo>
                  <a:pt x="113" y="88"/>
                </a:lnTo>
                <a:moveTo>
                  <a:pt x="102" y="93"/>
                </a:moveTo>
                <a:lnTo>
                  <a:pt x="91" y="99"/>
                </a:lnTo>
                <a:lnTo>
                  <a:pt x="85" y="88"/>
                </a:lnTo>
                <a:lnTo>
                  <a:pt x="96" y="82"/>
                </a:lnTo>
                <a:lnTo>
                  <a:pt x="102" y="93"/>
                </a:lnTo>
                <a:moveTo>
                  <a:pt x="91" y="99"/>
                </a:moveTo>
                <a:lnTo>
                  <a:pt x="80" y="104"/>
                </a:lnTo>
                <a:lnTo>
                  <a:pt x="74" y="93"/>
                </a:lnTo>
                <a:lnTo>
                  <a:pt x="85" y="88"/>
                </a:lnTo>
                <a:lnTo>
                  <a:pt x="91" y="99"/>
                </a:lnTo>
                <a:moveTo>
                  <a:pt x="80" y="104"/>
                </a:moveTo>
                <a:lnTo>
                  <a:pt x="69" y="110"/>
                </a:lnTo>
                <a:lnTo>
                  <a:pt x="63" y="99"/>
                </a:lnTo>
                <a:lnTo>
                  <a:pt x="74" y="93"/>
                </a:lnTo>
                <a:lnTo>
                  <a:pt x="80" y="104"/>
                </a:lnTo>
                <a:moveTo>
                  <a:pt x="69" y="110"/>
                </a:moveTo>
                <a:lnTo>
                  <a:pt x="58" y="115"/>
                </a:lnTo>
                <a:lnTo>
                  <a:pt x="52" y="104"/>
                </a:lnTo>
                <a:lnTo>
                  <a:pt x="63" y="99"/>
                </a:lnTo>
                <a:lnTo>
                  <a:pt x="69" y="110"/>
                </a:lnTo>
                <a:moveTo>
                  <a:pt x="58" y="115"/>
                </a:moveTo>
                <a:lnTo>
                  <a:pt x="47" y="121"/>
                </a:lnTo>
                <a:lnTo>
                  <a:pt x="41" y="110"/>
                </a:lnTo>
                <a:lnTo>
                  <a:pt x="52" y="104"/>
                </a:lnTo>
                <a:lnTo>
                  <a:pt x="58" y="115"/>
                </a:lnTo>
                <a:moveTo>
                  <a:pt x="47" y="121"/>
                </a:moveTo>
                <a:lnTo>
                  <a:pt x="36" y="126"/>
                </a:lnTo>
                <a:lnTo>
                  <a:pt x="29" y="115"/>
                </a:lnTo>
                <a:lnTo>
                  <a:pt x="41" y="110"/>
                </a:lnTo>
                <a:lnTo>
                  <a:pt x="47" y="121"/>
                </a:lnTo>
                <a:moveTo>
                  <a:pt x="36" y="126"/>
                </a:moveTo>
                <a:lnTo>
                  <a:pt x="24" y="132"/>
                </a:lnTo>
                <a:lnTo>
                  <a:pt x="18" y="121"/>
                </a:lnTo>
                <a:lnTo>
                  <a:pt x="29" y="115"/>
                </a:lnTo>
                <a:lnTo>
                  <a:pt x="36" y="126"/>
                </a:lnTo>
                <a:moveTo>
                  <a:pt x="24" y="132"/>
                </a:moveTo>
                <a:lnTo>
                  <a:pt x="13" y="137"/>
                </a:lnTo>
                <a:lnTo>
                  <a:pt x="7" y="126"/>
                </a:lnTo>
                <a:lnTo>
                  <a:pt x="18" y="121"/>
                </a:lnTo>
                <a:lnTo>
                  <a:pt x="24" y="132"/>
                </a:lnTo>
                <a:moveTo>
                  <a:pt x="13" y="137"/>
                </a:moveTo>
                <a:lnTo>
                  <a:pt x="0" y="144"/>
                </a:lnTo>
                <a:lnTo>
                  <a:pt x="0" y="126"/>
                </a:lnTo>
                <a:lnTo>
                  <a:pt x="12" y="126"/>
                </a:lnTo>
                <a:lnTo>
                  <a:pt x="12" y="134"/>
                </a:lnTo>
                <a:lnTo>
                  <a:pt x="6" y="134"/>
                </a:lnTo>
                <a:lnTo>
                  <a:pt x="4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4"/>
                </a:lnTo>
                <a:lnTo>
                  <a:pt x="12" y="114"/>
                </a:lnTo>
                <a:lnTo>
                  <a:pt x="12" y="126"/>
                </a:lnTo>
                <a:lnTo>
                  <a:pt x="0" y="126"/>
                </a:lnTo>
                <a:moveTo>
                  <a:pt x="0" y="114"/>
                </a:moveTo>
                <a:lnTo>
                  <a:pt x="0" y="101"/>
                </a:lnTo>
                <a:lnTo>
                  <a:pt x="12" y="101"/>
                </a:lnTo>
                <a:lnTo>
                  <a:pt x="12" y="114"/>
                </a:lnTo>
                <a:lnTo>
                  <a:pt x="0" y="114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7"/>
                </a:lnTo>
                <a:lnTo>
                  <a:pt x="12" y="77"/>
                </a:lnTo>
                <a:lnTo>
                  <a:pt x="12" y="89"/>
                </a:lnTo>
                <a:lnTo>
                  <a:pt x="0" y="89"/>
                </a:lnTo>
                <a:moveTo>
                  <a:pt x="0" y="77"/>
                </a:moveTo>
                <a:lnTo>
                  <a:pt x="0" y="64"/>
                </a:lnTo>
                <a:lnTo>
                  <a:pt x="12" y="64"/>
                </a:lnTo>
                <a:lnTo>
                  <a:pt x="12" y="77"/>
                </a:lnTo>
                <a:lnTo>
                  <a:pt x="0" y="77"/>
                </a:lnTo>
                <a:moveTo>
                  <a:pt x="0" y="64"/>
                </a:moveTo>
                <a:lnTo>
                  <a:pt x="0" y="51"/>
                </a:lnTo>
                <a:lnTo>
                  <a:pt x="12" y="51"/>
                </a:lnTo>
                <a:lnTo>
                  <a:pt x="12" y="64"/>
                </a:lnTo>
                <a:lnTo>
                  <a:pt x="0" y="64"/>
                </a:lnTo>
                <a:moveTo>
                  <a:pt x="0" y="51"/>
                </a:moveTo>
                <a:lnTo>
                  <a:pt x="0" y="39"/>
                </a:lnTo>
                <a:lnTo>
                  <a:pt x="12" y="39"/>
                </a:lnTo>
                <a:lnTo>
                  <a:pt x="12" y="51"/>
                </a:lnTo>
                <a:lnTo>
                  <a:pt x="0" y="51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4"/>
                </a:lnTo>
                <a:lnTo>
                  <a:pt x="12" y="14"/>
                </a:lnTo>
                <a:lnTo>
                  <a:pt x="12" y="27"/>
                </a:lnTo>
                <a:lnTo>
                  <a:pt x="0" y="27"/>
                </a:lnTo>
                <a:moveTo>
                  <a:pt x="0" y="14"/>
                </a:moveTo>
                <a:lnTo>
                  <a:pt x="0" y="0"/>
                </a:lnTo>
                <a:lnTo>
                  <a:pt x="20" y="10"/>
                </a:lnTo>
                <a:lnTo>
                  <a:pt x="15" y="21"/>
                </a:lnTo>
                <a:lnTo>
                  <a:pt x="4" y="16"/>
                </a:lnTo>
                <a:lnTo>
                  <a:pt x="6" y="10"/>
                </a:lnTo>
                <a:lnTo>
                  <a:pt x="12" y="10"/>
                </a:lnTo>
                <a:lnTo>
                  <a:pt x="1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6085800" y="2553840"/>
            <a:ext cx="1049040" cy="204840"/>
          </a:xfrm>
          <a:custGeom>
            <a:avLst/>
            <a:gdLst/>
            <a:ahLst/>
            <a:rect l="0" t="0" r="r" b="b"/>
            <a:pathLst>
              <a:path fill="none" w="2914" h="569">
                <a:moveTo>
                  <a:pt x="0" y="569"/>
                </a:moveTo>
                <a:lnTo>
                  <a:pt x="258" y="473"/>
                </a:lnTo>
                <a:cubicBezTo>
                  <a:pt x="516" y="379"/>
                  <a:pt x="1031" y="189"/>
                  <a:pt x="1517" y="95"/>
                </a:cubicBezTo>
                <a:cubicBezTo>
                  <a:pt x="2002" y="0"/>
                  <a:pt x="2459" y="0"/>
                  <a:pt x="2686" y="0"/>
                </a:cubicBezTo>
                <a:lnTo>
                  <a:pt x="2914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7112520" y="2531880"/>
            <a:ext cx="44280" cy="44280"/>
          </a:xfrm>
          <a:custGeom>
            <a:avLst/>
            <a:gdLst/>
            <a:ahLst/>
            <a:rect l="0" t="0" r="r" b="b"/>
            <a:pathLst>
              <a:path w="123" h="123">
                <a:moveTo>
                  <a:pt x="0" y="0"/>
                </a:moveTo>
                <a:lnTo>
                  <a:pt x="123" y="61"/>
                </a:lnTo>
                <a:lnTo>
                  <a:pt x="0" y="12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0" name=""/>
          <p:cNvSpPr/>
          <p:nvPr/>
        </p:nvSpPr>
        <p:spPr>
          <a:xfrm>
            <a:off x="7110000" y="2528280"/>
            <a:ext cx="51840" cy="51480"/>
          </a:xfrm>
          <a:custGeom>
            <a:avLst/>
            <a:gdLst/>
            <a:ahLst/>
            <a:rect l="0" t="0" r="r" b="b"/>
            <a:pathLst>
              <a:path w="144" h="143">
                <a:moveTo>
                  <a:pt x="20" y="11"/>
                </a:moveTo>
                <a:lnTo>
                  <a:pt x="31" y="16"/>
                </a:lnTo>
                <a:lnTo>
                  <a:pt x="26" y="27"/>
                </a:lnTo>
                <a:lnTo>
                  <a:pt x="15" y="22"/>
                </a:lnTo>
                <a:lnTo>
                  <a:pt x="20" y="11"/>
                </a:lnTo>
                <a:moveTo>
                  <a:pt x="31" y="16"/>
                </a:moveTo>
                <a:lnTo>
                  <a:pt x="42" y="22"/>
                </a:lnTo>
                <a:lnTo>
                  <a:pt x="37" y="33"/>
                </a:lnTo>
                <a:lnTo>
                  <a:pt x="26" y="27"/>
                </a:lnTo>
                <a:lnTo>
                  <a:pt x="31" y="16"/>
                </a:lnTo>
                <a:moveTo>
                  <a:pt x="42" y="22"/>
                </a:moveTo>
                <a:lnTo>
                  <a:pt x="53" y="27"/>
                </a:lnTo>
                <a:lnTo>
                  <a:pt x="48" y="38"/>
                </a:lnTo>
                <a:lnTo>
                  <a:pt x="37" y="33"/>
                </a:lnTo>
                <a:lnTo>
                  <a:pt x="42" y="22"/>
                </a:lnTo>
                <a:moveTo>
                  <a:pt x="53" y="27"/>
                </a:moveTo>
                <a:lnTo>
                  <a:pt x="65" y="33"/>
                </a:lnTo>
                <a:lnTo>
                  <a:pt x="60" y="44"/>
                </a:lnTo>
                <a:lnTo>
                  <a:pt x="48" y="38"/>
                </a:lnTo>
                <a:lnTo>
                  <a:pt x="53" y="27"/>
                </a:lnTo>
                <a:moveTo>
                  <a:pt x="65" y="33"/>
                </a:moveTo>
                <a:lnTo>
                  <a:pt x="76" y="38"/>
                </a:lnTo>
                <a:lnTo>
                  <a:pt x="71" y="49"/>
                </a:lnTo>
                <a:lnTo>
                  <a:pt x="60" y="44"/>
                </a:lnTo>
                <a:lnTo>
                  <a:pt x="65" y="33"/>
                </a:lnTo>
                <a:moveTo>
                  <a:pt x="76" y="38"/>
                </a:moveTo>
                <a:lnTo>
                  <a:pt x="87" y="44"/>
                </a:lnTo>
                <a:lnTo>
                  <a:pt x="82" y="55"/>
                </a:lnTo>
                <a:lnTo>
                  <a:pt x="71" y="49"/>
                </a:lnTo>
                <a:lnTo>
                  <a:pt x="76" y="38"/>
                </a:lnTo>
                <a:moveTo>
                  <a:pt x="87" y="44"/>
                </a:moveTo>
                <a:lnTo>
                  <a:pt x="98" y="49"/>
                </a:lnTo>
                <a:lnTo>
                  <a:pt x="93" y="60"/>
                </a:lnTo>
                <a:lnTo>
                  <a:pt x="82" y="55"/>
                </a:lnTo>
                <a:lnTo>
                  <a:pt x="87" y="44"/>
                </a:lnTo>
                <a:moveTo>
                  <a:pt x="98" y="49"/>
                </a:moveTo>
                <a:lnTo>
                  <a:pt x="109" y="55"/>
                </a:lnTo>
                <a:lnTo>
                  <a:pt x="104" y="66"/>
                </a:lnTo>
                <a:lnTo>
                  <a:pt x="93" y="60"/>
                </a:lnTo>
                <a:lnTo>
                  <a:pt x="98" y="49"/>
                </a:lnTo>
                <a:moveTo>
                  <a:pt x="109" y="55"/>
                </a:moveTo>
                <a:lnTo>
                  <a:pt x="120" y="60"/>
                </a:lnTo>
                <a:lnTo>
                  <a:pt x="115" y="71"/>
                </a:lnTo>
                <a:lnTo>
                  <a:pt x="104" y="66"/>
                </a:lnTo>
                <a:lnTo>
                  <a:pt x="109" y="55"/>
                </a:lnTo>
                <a:moveTo>
                  <a:pt x="120" y="60"/>
                </a:moveTo>
                <a:lnTo>
                  <a:pt x="131" y="66"/>
                </a:lnTo>
                <a:lnTo>
                  <a:pt x="126" y="77"/>
                </a:lnTo>
                <a:lnTo>
                  <a:pt x="115" y="71"/>
                </a:lnTo>
                <a:lnTo>
                  <a:pt x="120" y="60"/>
                </a:lnTo>
                <a:moveTo>
                  <a:pt x="131" y="66"/>
                </a:moveTo>
                <a:lnTo>
                  <a:pt x="144" y="72"/>
                </a:lnTo>
                <a:lnTo>
                  <a:pt x="124" y="82"/>
                </a:lnTo>
                <a:lnTo>
                  <a:pt x="119" y="71"/>
                </a:lnTo>
                <a:lnTo>
                  <a:pt x="128" y="67"/>
                </a:lnTo>
                <a:lnTo>
                  <a:pt x="130" y="72"/>
                </a:lnTo>
                <a:lnTo>
                  <a:pt x="128" y="78"/>
                </a:lnTo>
                <a:lnTo>
                  <a:pt x="126" y="77"/>
                </a:lnTo>
                <a:lnTo>
                  <a:pt x="131" y="66"/>
                </a:lnTo>
                <a:moveTo>
                  <a:pt x="124" y="82"/>
                </a:moveTo>
                <a:lnTo>
                  <a:pt x="113" y="88"/>
                </a:lnTo>
                <a:lnTo>
                  <a:pt x="108" y="77"/>
                </a:lnTo>
                <a:lnTo>
                  <a:pt x="119" y="71"/>
                </a:lnTo>
                <a:lnTo>
                  <a:pt x="124" y="82"/>
                </a:lnTo>
                <a:moveTo>
                  <a:pt x="113" y="88"/>
                </a:moveTo>
                <a:lnTo>
                  <a:pt x="102" y="93"/>
                </a:lnTo>
                <a:lnTo>
                  <a:pt x="97" y="82"/>
                </a:lnTo>
                <a:lnTo>
                  <a:pt x="108" y="77"/>
                </a:lnTo>
                <a:lnTo>
                  <a:pt x="113" y="88"/>
                </a:lnTo>
                <a:moveTo>
                  <a:pt x="102" y="93"/>
                </a:moveTo>
                <a:lnTo>
                  <a:pt x="91" y="98"/>
                </a:lnTo>
                <a:lnTo>
                  <a:pt x="86" y="88"/>
                </a:lnTo>
                <a:lnTo>
                  <a:pt x="97" y="82"/>
                </a:lnTo>
                <a:lnTo>
                  <a:pt x="102" y="93"/>
                </a:lnTo>
                <a:moveTo>
                  <a:pt x="91" y="98"/>
                </a:moveTo>
                <a:lnTo>
                  <a:pt x="80" y="104"/>
                </a:lnTo>
                <a:lnTo>
                  <a:pt x="75" y="93"/>
                </a:lnTo>
                <a:lnTo>
                  <a:pt x="86" y="88"/>
                </a:lnTo>
                <a:lnTo>
                  <a:pt x="91" y="98"/>
                </a:lnTo>
                <a:moveTo>
                  <a:pt x="80" y="104"/>
                </a:moveTo>
                <a:lnTo>
                  <a:pt x="69" y="109"/>
                </a:lnTo>
                <a:lnTo>
                  <a:pt x="64" y="98"/>
                </a:lnTo>
                <a:lnTo>
                  <a:pt x="75" y="93"/>
                </a:lnTo>
                <a:lnTo>
                  <a:pt x="80" y="104"/>
                </a:lnTo>
                <a:moveTo>
                  <a:pt x="69" y="109"/>
                </a:moveTo>
                <a:lnTo>
                  <a:pt x="57" y="115"/>
                </a:lnTo>
                <a:lnTo>
                  <a:pt x="52" y="104"/>
                </a:lnTo>
                <a:lnTo>
                  <a:pt x="64" y="98"/>
                </a:lnTo>
                <a:lnTo>
                  <a:pt x="69" y="109"/>
                </a:lnTo>
                <a:moveTo>
                  <a:pt x="57" y="115"/>
                </a:moveTo>
                <a:lnTo>
                  <a:pt x="46" y="120"/>
                </a:lnTo>
                <a:lnTo>
                  <a:pt x="41" y="109"/>
                </a:lnTo>
                <a:lnTo>
                  <a:pt x="52" y="104"/>
                </a:lnTo>
                <a:lnTo>
                  <a:pt x="57" y="115"/>
                </a:lnTo>
                <a:moveTo>
                  <a:pt x="46" y="120"/>
                </a:moveTo>
                <a:lnTo>
                  <a:pt x="35" y="126"/>
                </a:lnTo>
                <a:lnTo>
                  <a:pt x="30" y="115"/>
                </a:lnTo>
                <a:lnTo>
                  <a:pt x="41" y="109"/>
                </a:lnTo>
                <a:lnTo>
                  <a:pt x="46" y="120"/>
                </a:lnTo>
                <a:moveTo>
                  <a:pt x="35" y="126"/>
                </a:moveTo>
                <a:lnTo>
                  <a:pt x="24" y="131"/>
                </a:lnTo>
                <a:lnTo>
                  <a:pt x="19" y="120"/>
                </a:lnTo>
                <a:lnTo>
                  <a:pt x="30" y="115"/>
                </a:lnTo>
                <a:lnTo>
                  <a:pt x="35" y="126"/>
                </a:lnTo>
                <a:moveTo>
                  <a:pt x="24" y="131"/>
                </a:moveTo>
                <a:lnTo>
                  <a:pt x="13" y="137"/>
                </a:lnTo>
                <a:lnTo>
                  <a:pt x="8" y="126"/>
                </a:lnTo>
                <a:lnTo>
                  <a:pt x="19" y="120"/>
                </a:lnTo>
                <a:lnTo>
                  <a:pt x="24" y="131"/>
                </a:lnTo>
                <a:moveTo>
                  <a:pt x="13" y="137"/>
                </a:moveTo>
                <a:lnTo>
                  <a:pt x="0" y="143"/>
                </a:lnTo>
                <a:lnTo>
                  <a:pt x="0" y="126"/>
                </a:lnTo>
                <a:lnTo>
                  <a:pt x="13" y="126"/>
                </a:lnTo>
                <a:lnTo>
                  <a:pt x="13" y="133"/>
                </a:lnTo>
                <a:lnTo>
                  <a:pt x="7" y="133"/>
                </a:lnTo>
                <a:lnTo>
                  <a:pt x="4" y="128"/>
                </a:lnTo>
                <a:lnTo>
                  <a:pt x="8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3"/>
                </a:lnTo>
                <a:lnTo>
                  <a:pt x="13" y="113"/>
                </a:lnTo>
                <a:lnTo>
                  <a:pt x="13" y="126"/>
                </a:lnTo>
                <a:lnTo>
                  <a:pt x="0" y="126"/>
                </a:lnTo>
                <a:moveTo>
                  <a:pt x="0" y="113"/>
                </a:moveTo>
                <a:lnTo>
                  <a:pt x="0" y="101"/>
                </a:lnTo>
                <a:lnTo>
                  <a:pt x="13" y="101"/>
                </a:lnTo>
                <a:lnTo>
                  <a:pt x="13" y="113"/>
                </a:lnTo>
                <a:lnTo>
                  <a:pt x="0" y="113"/>
                </a:lnTo>
                <a:moveTo>
                  <a:pt x="0" y="101"/>
                </a:moveTo>
                <a:lnTo>
                  <a:pt x="0" y="89"/>
                </a:lnTo>
                <a:lnTo>
                  <a:pt x="13" y="89"/>
                </a:lnTo>
                <a:lnTo>
                  <a:pt x="13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6"/>
                </a:lnTo>
                <a:lnTo>
                  <a:pt x="13" y="76"/>
                </a:lnTo>
                <a:lnTo>
                  <a:pt x="13" y="89"/>
                </a:lnTo>
                <a:lnTo>
                  <a:pt x="0" y="89"/>
                </a:lnTo>
                <a:moveTo>
                  <a:pt x="0" y="76"/>
                </a:moveTo>
                <a:lnTo>
                  <a:pt x="0" y="64"/>
                </a:lnTo>
                <a:lnTo>
                  <a:pt x="13" y="64"/>
                </a:lnTo>
                <a:lnTo>
                  <a:pt x="13" y="76"/>
                </a:lnTo>
                <a:lnTo>
                  <a:pt x="0" y="76"/>
                </a:lnTo>
                <a:moveTo>
                  <a:pt x="0" y="64"/>
                </a:moveTo>
                <a:lnTo>
                  <a:pt x="0" y="52"/>
                </a:lnTo>
                <a:lnTo>
                  <a:pt x="13" y="52"/>
                </a:lnTo>
                <a:lnTo>
                  <a:pt x="13" y="64"/>
                </a:lnTo>
                <a:lnTo>
                  <a:pt x="0" y="64"/>
                </a:lnTo>
                <a:moveTo>
                  <a:pt x="0" y="52"/>
                </a:moveTo>
                <a:lnTo>
                  <a:pt x="0" y="40"/>
                </a:lnTo>
                <a:lnTo>
                  <a:pt x="13" y="40"/>
                </a:lnTo>
                <a:lnTo>
                  <a:pt x="13" y="52"/>
                </a:lnTo>
                <a:lnTo>
                  <a:pt x="0" y="52"/>
                </a:lnTo>
                <a:moveTo>
                  <a:pt x="0" y="40"/>
                </a:moveTo>
                <a:lnTo>
                  <a:pt x="0" y="27"/>
                </a:lnTo>
                <a:lnTo>
                  <a:pt x="13" y="27"/>
                </a:lnTo>
                <a:lnTo>
                  <a:pt x="13" y="40"/>
                </a:lnTo>
                <a:lnTo>
                  <a:pt x="0" y="40"/>
                </a:lnTo>
                <a:moveTo>
                  <a:pt x="0" y="27"/>
                </a:moveTo>
                <a:lnTo>
                  <a:pt x="0" y="15"/>
                </a:lnTo>
                <a:lnTo>
                  <a:pt x="13" y="15"/>
                </a:lnTo>
                <a:lnTo>
                  <a:pt x="13" y="27"/>
                </a:lnTo>
                <a:lnTo>
                  <a:pt x="0" y="27"/>
                </a:lnTo>
                <a:moveTo>
                  <a:pt x="0" y="15"/>
                </a:moveTo>
                <a:lnTo>
                  <a:pt x="0" y="0"/>
                </a:lnTo>
                <a:lnTo>
                  <a:pt x="20" y="11"/>
                </a:lnTo>
                <a:lnTo>
                  <a:pt x="15" y="22"/>
                </a:lnTo>
                <a:lnTo>
                  <a:pt x="4" y="16"/>
                </a:lnTo>
                <a:lnTo>
                  <a:pt x="7" y="11"/>
                </a:lnTo>
                <a:lnTo>
                  <a:pt x="13" y="11"/>
                </a:lnTo>
                <a:lnTo>
                  <a:pt x="13" y="15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6085800" y="3321720"/>
            <a:ext cx="1308600" cy="204840"/>
          </a:xfrm>
          <a:custGeom>
            <a:avLst/>
            <a:gdLst/>
            <a:ahLst/>
            <a:rect l="0" t="0" r="r" b="b"/>
            <a:pathLst>
              <a:path fill="none" w="3635" h="569">
                <a:moveTo>
                  <a:pt x="0" y="0"/>
                </a:moveTo>
                <a:lnTo>
                  <a:pt x="258" y="95"/>
                </a:lnTo>
                <a:cubicBezTo>
                  <a:pt x="516" y="190"/>
                  <a:pt x="1031" y="380"/>
                  <a:pt x="1637" y="474"/>
                </a:cubicBezTo>
                <a:cubicBezTo>
                  <a:pt x="2243" y="569"/>
                  <a:pt x="2939" y="569"/>
                  <a:pt x="3287" y="569"/>
                </a:cubicBezTo>
                <a:lnTo>
                  <a:pt x="3635" y="569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7372080" y="3503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2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7369920" y="3500640"/>
            <a:ext cx="51480" cy="51480"/>
          </a:xfrm>
          <a:custGeom>
            <a:avLst/>
            <a:gdLst/>
            <a:ahLst/>
            <a:rect l="0" t="0" r="r" b="b"/>
            <a:pathLst>
              <a:path w="143" h="143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4" y="21"/>
                </a:lnTo>
                <a:lnTo>
                  <a:pt x="20" y="10"/>
                </a:lnTo>
                <a:moveTo>
                  <a:pt x="31" y="16"/>
                </a:moveTo>
                <a:lnTo>
                  <a:pt x="42" y="21"/>
                </a:lnTo>
                <a:lnTo>
                  <a:pt x="36" y="32"/>
                </a:lnTo>
                <a:lnTo>
                  <a:pt x="25" y="27"/>
                </a:lnTo>
                <a:lnTo>
                  <a:pt x="31" y="16"/>
                </a:lnTo>
                <a:moveTo>
                  <a:pt x="42" y="21"/>
                </a:moveTo>
                <a:lnTo>
                  <a:pt x="54" y="27"/>
                </a:lnTo>
                <a:lnTo>
                  <a:pt x="48" y="38"/>
                </a:lnTo>
                <a:lnTo>
                  <a:pt x="36" y="32"/>
                </a:lnTo>
                <a:lnTo>
                  <a:pt x="42" y="21"/>
                </a:lnTo>
                <a:moveTo>
                  <a:pt x="54" y="27"/>
                </a:moveTo>
                <a:lnTo>
                  <a:pt x="65" y="32"/>
                </a:lnTo>
                <a:lnTo>
                  <a:pt x="59" y="43"/>
                </a:lnTo>
                <a:lnTo>
                  <a:pt x="48" y="38"/>
                </a:lnTo>
                <a:lnTo>
                  <a:pt x="54" y="27"/>
                </a:lnTo>
                <a:moveTo>
                  <a:pt x="65" y="32"/>
                </a:moveTo>
                <a:lnTo>
                  <a:pt x="75" y="38"/>
                </a:lnTo>
                <a:lnTo>
                  <a:pt x="70" y="49"/>
                </a:lnTo>
                <a:lnTo>
                  <a:pt x="59" y="43"/>
                </a:lnTo>
                <a:lnTo>
                  <a:pt x="65" y="32"/>
                </a:lnTo>
                <a:moveTo>
                  <a:pt x="75" y="38"/>
                </a:moveTo>
                <a:lnTo>
                  <a:pt x="86" y="43"/>
                </a:lnTo>
                <a:lnTo>
                  <a:pt x="81" y="54"/>
                </a:lnTo>
                <a:lnTo>
                  <a:pt x="70" y="49"/>
                </a:lnTo>
                <a:lnTo>
                  <a:pt x="75" y="38"/>
                </a:lnTo>
                <a:moveTo>
                  <a:pt x="86" y="43"/>
                </a:moveTo>
                <a:lnTo>
                  <a:pt x="97" y="49"/>
                </a:lnTo>
                <a:lnTo>
                  <a:pt x="92" y="60"/>
                </a:lnTo>
                <a:lnTo>
                  <a:pt x="81" y="54"/>
                </a:lnTo>
                <a:lnTo>
                  <a:pt x="86" y="43"/>
                </a:lnTo>
                <a:moveTo>
                  <a:pt x="97" y="49"/>
                </a:moveTo>
                <a:lnTo>
                  <a:pt x="108" y="54"/>
                </a:lnTo>
                <a:lnTo>
                  <a:pt x="103" y="65"/>
                </a:lnTo>
                <a:lnTo>
                  <a:pt x="92" y="60"/>
                </a:lnTo>
                <a:lnTo>
                  <a:pt x="97" y="49"/>
                </a:lnTo>
                <a:moveTo>
                  <a:pt x="108" y="54"/>
                </a:moveTo>
                <a:lnTo>
                  <a:pt x="119" y="60"/>
                </a:lnTo>
                <a:lnTo>
                  <a:pt x="114" y="71"/>
                </a:lnTo>
                <a:lnTo>
                  <a:pt x="103" y="65"/>
                </a:lnTo>
                <a:lnTo>
                  <a:pt x="108" y="54"/>
                </a:lnTo>
                <a:moveTo>
                  <a:pt x="119" y="60"/>
                </a:moveTo>
                <a:lnTo>
                  <a:pt x="130" y="65"/>
                </a:lnTo>
                <a:lnTo>
                  <a:pt x="125" y="76"/>
                </a:lnTo>
                <a:lnTo>
                  <a:pt x="114" y="71"/>
                </a:lnTo>
                <a:lnTo>
                  <a:pt x="119" y="60"/>
                </a:lnTo>
                <a:moveTo>
                  <a:pt x="130" y="65"/>
                </a:moveTo>
                <a:lnTo>
                  <a:pt x="143" y="72"/>
                </a:lnTo>
                <a:lnTo>
                  <a:pt x="123" y="82"/>
                </a:lnTo>
                <a:lnTo>
                  <a:pt x="118" y="71"/>
                </a:lnTo>
                <a:lnTo>
                  <a:pt x="127" y="66"/>
                </a:lnTo>
                <a:lnTo>
                  <a:pt x="130" y="72"/>
                </a:lnTo>
                <a:lnTo>
                  <a:pt x="127" y="77"/>
                </a:lnTo>
                <a:lnTo>
                  <a:pt x="125" y="76"/>
                </a:lnTo>
                <a:lnTo>
                  <a:pt x="130" y="65"/>
                </a:lnTo>
                <a:moveTo>
                  <a:pt x="123" y="82"/>
                </a:moveTo>
                <a:lnTo>
                  <a:pt x="112" y="87"/>
                </a:lnTo>
                <a:lnTo>
                  <a:pt x="107" y="76"/>
                </a:lnTo>
                <a:lnTo>
                  <a:pt x="118" y="71"/>
                </a:lnTo>
                <a:lnTo>
                  <a:pt x="123" y="82"/>
                </a:lnTo>
                <a:moveTo>
                  <a:pt x="112" y="87"/>
                </a:moveTo>
                <a:lnTo>
                  <a:pt x="101" y="93"/>
                </a:lnTo>
                <a:lnTo>
                  <a:pt x="96" y="82"/>
                </a:lnTo>
                <a:lnTo>
                  <a:pt x="107" y="76"/>
                </a:lnTo>
                <a:lnTo>
                  <a:pt x="112" y="87"/>
                </a:lnTo>
                <a:moveTo>
                  <a:pt x="101" y="93"/>
                </a:moveTo>
                <a:lnTo>
                  <a:pt x="90" y="98"/>
                </a:lnTo>
                <a:lnTo>
                  <a:pt x="85" y="87"/>
                </a:lnTo>
                <a:lnTo>
                  <a:pt x="96" y="82"/>
                </a:lnTo>
                <a:lnTo>
                  <a:pt x="101" y="93"/>
                </a:lnTo>
                <a:moveTo>
                  <a:pt x="90" y="98"/>
                </a:moveTo>
                <a:lnTo>
                  <a:pt x="79" y="104"/>
                </a:lnTo>
                <a:lnTo>
                  <a:pt x="74" y="93"/>
                </a:lnTo>
                <a:lnTo>
                  <a:pt x="85" y="87"/>
                </a:lnTo>
                <a:lnTo>
                  <a:pt x="90" y="98"/>
                </a:lnTo>
                <a:moveTo>
                  <a:pt x="79" y="104"/>
                </a:moveTo>
                <a:lnTo>
                  <a:pt x="68" y="109"/>
                </a:lnTo>
                <a:lnTo>
                  <a:pt x="63" y="98"/>
                </a:lnTo>
                <a:lnTo>
                  <a:pt x="74" y="93"/>
                </a:lnTo>
                <a:lnTo>
                  <a:pt x="79" y="104"/>
                </a:lnTo>
                <a:moveTo>
                  <a:pt x="68" y="109"/>
                </a:moveTo>
                <a:lnTo>
                  <a:pt x="57" y="115"/>
                </a:lnTo>
                <a:lnTo>
                  <a:pt x="52" y="104"/>
                </a:lnTo>
                <a:lnTo>
                  <a:pt x="63" y="98"/>
                </a:lnTo>
                <a:lnTo>
                  <a:pt x="68" y="109"/>
                </a:lnTo>
                <a:moveTo>
                  <a:pt x="57" y="115"/>
                </a:moveTo>
                <a:lnTo>
                  <a:pt x="46" y="120"/>
                </a:lnTo>
                <a:lnTo>
                  <a:pt x="40" y="109"/>
                </a:lnTo>
                <a:lnTo>
                  <a:pt x="52" y="104"/>
                </a:lnTo>
                <a:lnTo>
                  <a:pt x="57" y="115"/>
                </a:lnTo>
                <a:moveTo>
                  <a:pt x="46" y="120"/>
                </a:moveTo>
                <a:lnTo>
                  <a:pt x="35" y="126"/>
                </a:lnTo>
                <a:lnTo>
                  <a:pt x="29" y="115"/>
                </a:lnTo>
                <a:lnTo>
                  <a:pt x="40" y="109"/>
                </a:lnTo>
                <a:lnTo>
                  <a:pt x="46" y="120"/>
                </a:lnTo>
                <a:moveTo>
                  <a:pt x="35" y="126"/>
                </a:moveTo>
                <a:lnTo>
                  <a:pt x="24" y="131"/>
                </a:lnTo>
                <a:lnTo>
                  <a:pt x="18" y="120"/>
                </a:lnTo>
                <a:lnTo>
                  <a:pt x="29" y="115"/>
                </a:lnTo>
                <a:lnTo>
                  <a:pt x="35" y="126"/>
                </a:lnTo>
                <a:moveTo>
                  <a:pt x="24" y="131"/>
                </a:moveTo>
                <a:lnTo>
                  <a:pt x="13" y="137"/>
                </a:lnTo>
                <a:lnTo>
                  <a:pt x="7" y="126"/>
                </a:lnTo>
                <a:lnTo>
                  <a:pt x="18" y="120"/>
                </a:lnTo>
                <a:lnTo>
                  <a:pt x="24" y="131"/>
                </a:lnTo>
                <a:moveTo>
                  <a:pt x="13" y="137"/>
                </a:moveTo>
                <a:lnTo>
                  <a:pt x="0" y="143"/>
                </a:lnTo>
                <a:lnTo>
                  <a:pt x="0" y="125"/>
                </a:lnTo>
                <a:lnTo>
                  <a:pt x="12" y="125"/>
                </a:lnTo>
                <a:lnTo>
                  <a:pt x="12" y="133"/>
                </a:lnTo>
                <a:lnTo>
                  <a:pt x="6" y="133"/>
                </a:lnTo>
                <a:lnTo>
                  <a:pt x="3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5"/>
                </a:moveTo>
                <a:lnTo>
                  <a:pt x="0" y="113"/>
                </a:lnTo>
                <a:lnTo>
                  <a:pt x="12" y="113"/>
                </a:lnTo>
                <a:lnTo>
                  <a:pt x="12" y="125"/>
                </a:lnTo>
                <a:lnTo>
                  <a:pt x="0" y="125"/>
                </a:lnTo>
                <a:moveTo>
                  <a:pt x="0" y="113"/>
                </a:moveTo>
                <a:lnTo>
                  <a:pt x="0" y="101"/>
                </a:lnTo>
                <a:lnTo>
                  <a:pt x="12" y="101"/>
                </a:lnTo>
                <a:lnTo>
                  <a:pt x="12" y="113"/>
                </a:lnTo>
                <a:lnTo>
                  <a:pt x="0" y="113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6"/>
                </a:lnTo>
                <a:lnTo>
                  <a:pt x="12" y="76"/>
                </a:lnTo>
                <a:lnTo>
                  <a:pt x="12" y="89"/>
                </a:lnTo>
                <a:lnTo>
                  <a:pt x="0" y="89"/>
                </a:lnTo>
                <a:moveTo>
                  <a:pt x="0" y="76"/>
                </a:moveTo>
                <a:lnTo>
                  <a:pt x="0" y="64"/>
                </a:lnTo>
                <a:lnTo>
                  <a:pt x="12" y="64"/>
                </a:lnTo>
                <a:lnTo>
                  <a:pt x="12" y="76"/>
                </a:lnTo>
                <a:lnTo>
                  <a:pt x="0" y="76"/>
                </a:lnTo>
                <a:moveTo>
                  <a:pt x="0" y="64"/>
                </a:moveTo>
                <a:lnTo>
                  <a:pt x="0" y="52"/>
                </a:lnTo>
                <a:lnTo>
                  <a:pt x="12" y="52"/>
                </a:lnTo>
                <a:lnTo>
                  <a:pt x="12" y="64"/>
                </a:lnTo>
                <a:lnTo>
                  <a:pt x="0" y="64"/>
                </a:lnTo>
                <a:moveTo>
                  <a:pt x="0" y="52"/>
                </a:moveTo>
                <a:lnTo>
                  <a:pt x="0" y="39"/>
                </a:lnTo>
                <a:lnTo>
                  <a:pt x="12" y="39"/>
                </a:lnTo>
                <a:lnTo>
                  <a:pt x="12" y="52"/>
                </a:lnTo>
                <a:lnTo>
                  <a:pt x="0" y="52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5"/>
                </a:lnTo>
                <a:lnTo>
                  <a:pt x="12" y="15"/>
                </a:lnTo>
                <a:lnTo>
                  <a:pt x="12" y="27"/>
                </a:lnTo>
                <a:lnTo>
                  <a:pt x="0" y="27"/>
                </a:lnTo>
                <a:moveTo>
                  <a:pt x="0" y="15"/>
                </a:moveTo>
                <a:lnTo>
                  <a:pt x="0" y="0"/>
                </a:lnTo>
                <a:lnTo>
                  <a:pt x="20" y="10"/>
                </a:lnTo>
                <a:lnTo>
                  <a:pt x="14" y="21"/>
                </a:lnTo>
                <a:lnTo>
                  <a:pt x="3" y="16"/>
                </a:lnTo>
                <a:lnTo>
                  <a:pt x="6" y="10"/>
                </a:lnTo>
                <a:lnTo>
                  <a:pt x="12" y="10"/>
                </a:lnTo>
                <a:lnTo>
                  <a:pt x="12" y="15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216144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216144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439920" y="1339200"/>
            <a:ext cx="7657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 uit de koppelvlakspeciﬁcatie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411768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411768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2161800" y="2985840"/>
            <a:ext cx="253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6458040" y="2487600"/>
            <a:ext cx="370440" cy="132840"/>
          </a:xfrm>
          <a:custGeom>
            <a:avLst/>
            <a:gdLst/>
            <a:ahLst/>
            <a:rect l="0" t="0" r="r" b="b"/>
            <a:pathLst>
              <a:path w="1029" h="369">
                <a:moveTo>
                  <a:pt x="0" y="0"/>
                </a:moveTo>
                <a:lnTo>
                  <a:pt x="1029" y="0"/>
                </a:lnTo>
                <a:lnTo>
                  <a:pt x="1029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6458040" y="2487600"/>
            <a:ext cx="370440" cy="132840"/>
          </a:xfrm>
          <a:custGeom>
            <a:avLst/>
            <a:gdLst/>
            <a:ahLst/>
            <a:rect l="0" t="0" r="r" b="b"/>
            <a:pathLst>
              <a:path w="1029" h="369">
                <a:moveTo>
                  <a:pt x="0" y="0"/>
                </a:moveTo>
                <a:lnTo>
                  <a:pt x="1029" y="0"/>
                </a:lnTo>
                <a:lnTo>
                  <a:pt x="1029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4118040" y="2985840"/>
            <a:ext cx="253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6266880" y="3459960"/>
            <a:ext cx="751680" cy="132840"/>
          </a:xfrm>
          <a:custGeom>
            <a:avLst/>
            <a:gdLst/>
            <a:ahLst/>
            <a:rect l="0" t="0" r="r" b="b"/>
            <a:pathLst>
              <a:path w="2088" h="369">
                <a:moveTo>
                  <a:pt x="0" y="0"/>
                </a:moveTo>
                <a:lnTo>
                  <a:pt x="2088" y="0"/>
                </a:lnTo>
                <a:lnTo>
                  <a:pt x="2088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6266880" y="3459960"/>
            <a:ext cx="751680" cy="132840"/>
          </a:xfrm>
          <a:custGeom>
            <a:avLst/>
            <a:gdLst/>
            <a:ahLst/>
            <a:rect l="0" t="0" r="r" b="b"/>
            <a:pathLst>
              <a:path w="2088" h="369">
                <a:moveTo>
                  <a:pt x="0" y="0"/>
                </a:moveTo>
                <a:lnTo>
                  <a:pt x="2088" y="0"/>
                </a:lnTo>
                <a:lnTo>
                  <a:pt x="2088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6458400" y="2499480"/>
            <a:ext cx="3726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501120" y="2824560"/>
            <a:ext cx="1522440" cy="431280"/>
          </a:xfrm>
          <a:custGeom>
            <a:avLst/>
            <a:gdLst/>
            <a:ahLst/>
            <a:rect l="0" t="0" r="r" b="b"/>
            <a:pathLst>
              <a:path w="4229" h="1198">
                <a:moveTo>
                  <a:pt x="0" y="0"/>
                </a:moveTo>
                <a:lnTo>
                  <a:pt x="4229" y="0"/>
                </a:lnTo>
                <a:lnTo>
                  <a:pt x="4229" y="1198"/>
                </a:lnTo>
                <a:lnTo>
                  <a:pt x="0" y="119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501120" y="2824560"/>
            <a:ext cx="1522440" cy="431280"/>
          </a:xfrm>
          <a:custGeom>
            <a:avLst/>
            <a:gdLst/>
            <a:ahLst/>
            <a:rect l="0" t="0" r="r" b="b"/>
            <a:pathLst>
              <a:path w="4229" h="1198">
                <a:moveTo>
                  <a:pt x="0" y="0"/>
                </a:moveTo>
                <a:lnTo>
                  <a:pt x="4229" y="0"/>
                </a:lnTo>
                <a:lnTo>
                  <a:pt x="4229" y="1198"/>
                </a:lnTo>
                <a:lnTo>
                  <a:pt x="0" y="1198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6267240" y="3471840"/>
            <a:ext cx="7581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789120" y="2933280"/>
            <a:ext cx="9561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KOPPELVLAKSPECIFICATIE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/>
          <p:nvPr/>
        </p:nvSpPr>
        <p:spPr>
          <a:xfrm>
            <a:off x="2551320" y="2758320"/>
            <a:ext cx="1428840" cy="563760"/>
          </a:xfrm>
          <a:custGeom>
            <a:avLst/>
            <a:gdLst/>
            <a:ahLst/>
            <a:rect l="0" t="0" r="r" b="b"/>
            <a:pathLst>
              <a:path w="3969" h="1566">
                <a:moveTo>
                  <a:pt x="0" y="0"/>
                </a:moveTo>
                <a:lnTo>
                  <a:pt x="3969" y="0"/>
                </a:lnTo>
                <a:lnTo>
                  <a:pt x="3969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2551320" y="2758320"/>
            <a:ext cx="1428840" cy="563760"/>
          </a:xfrm>
          <a:custGeom>
            <a:avLst/>
            <a:gdLst/>
            <a:ahLst/>
            <a:rect l="0" t="0" r="r" b="b"/>
            <a:pathLst>
              <a:path w="3969" h="1566">
                <a:moveTo>
                  <a:pt x="0" y="0"/>
                </a:moveTo>
                <a:lnTo>
                  <a:pt x="3969" y="0"/>
                </a:lnTo>
                <a:lnTo>
                  <a:pt x="3969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67080" y="3052080"/>
            <a:ext cx="119844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 OKx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2817360" y="2867040"/>
            <a:ext cx="90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KOPPELINGSPECIFICATIE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2716920" y="2985840"/>
            <a:ext cx="11008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 naar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4507560" y="2758320"/>
            <a:ext cx="1621800" cy="563760"/>
          </a:xfrm>
          <a:custGeom>
            <a:avLst/>
            <a:gdLst/>
            <a:ahLst/>
            <a:rect l="0" t="0" r="r" b="b"/>
            <a:pathLst>
              <a:path w="4505" h="1566">
                <a:moveTo>
                  <a:pt x="0" y="0"/>
                </a:moveTo>
                <a:lnTo>
                  <a:pt x="4505" y="0"/>
                </a:lnTo>
                <a:lnTo>
                  <a:pt x="4505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/>
          <p:nvPr/>
        </p:nvSpPr>
        <p:spPr>
          <a:xfrm>
            <a:off x="4507560" y="2758320"/>
            <a:ext cx="1621800" cy="563760"/>
          </a:xfrm>
          <a:custGeom>
            <a:avLst/>
            <a:gdLst/>
            <a:ahLst/>
            <a:rect l="0" t="0" r="r" b="b"/>
            <a:pathLst>
              <a:path w="4505" h="1566">
                <a:moveTo>
                  <a:pt x="0" y="0"/>
                </a:moveTo>
                <a:lnTo>
                  <a:pt x="4505" y="0"/>
                </a:lnTo>
                <a:lnTo>
                  <a:pt x="4505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2765160" y="3118320"/>
            <a:ext cx="100512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en roostering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4996440" y="2867040"/>
            <a:ext cx="6379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4673520" y="2985840"/>
            <a:ext cx="129924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aanmaken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/>
          <p:nvPr/>
        </p:nvSpPr>
        <p:spPr>
          <a:xfrm>
            <a:off x="7156440" y="2139480"/>
            <a:ext cx="2135160" cy="829080"/>
          </a:xfrm>
          <a:custGeom>
            <a:avLst/>
            <a:gdLst/>
            <a:ahLst/>
            <a:rect l="0" t="0" r="r" b="b"/>
            <a:pathLst>
              <a:path w="5931" h="2303">
                <a:moveTo>
                  <a:pt x="0" y="0"/>
                </a:moveTo>
                <a:lnTo>
                  <a:pt x="5931" y="0"/>
                </a:lnTo>
                <a:lnTo>
                  <a:pt x="5931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1" name=""/>
          <p:cNvSpPr/>
          <p:nvPr/>
        </p:nvSpPr>
        <p:spPr>
          <a:xfrm>
            <a:off x="7156440" y="2139480"/>
            <a:ext cx="2135160" cy="829080"/>
          </a:xfrm>
          <a:custGeom>
            <a:avLst/>
            <a:gdLst/>
            <a:ahLst/>
            <a:rect l="0" t="0" r="r" b="b"/>
            <a:pathLst>
              <a:path w="5931" h="2303">
                <a:moveTo>
                  <a:pt x="0" y="0"/>
                </a:moveTo>
                <a:lnTo>
                  <a:pt x="5931" y="0"/>
                </a:lnTo>
                <a:lnTo>
                  <a:pt x="5931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4821120" y="3118320"/>
            <a:ext cx="107676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10" spc="-1" strike="noStrike">
                <a:solidFill>
                  <a:srgbClr val="333333"/>
                </a:solidFill>
                <a:latin typeface="DejaVuSans"/>
                <a:ea typeface="DejaVuSans"/>
              </a:rPr>
              <a:t>1 van 7 berichtstromen</a:t>
            </a:r>
            <a:endParaRPr b="0" lang="en-US" sz="7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7831800" y="2248200"/>
            <a:ext cx="78408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7322400" y="2367000"/>
            <a:ext cx="18172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onderwijsspeciﬁcatiestructuur-aanbieder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7359480" y="2499480"/>
            <a:ext cx="17409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onderwijsspeciﬁcatiestructuur-afnemer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7560000" y="2632320"/>
            <a:ext cx="13341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verwerkingsuitkomst-afnemer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/>
          <p:nvPr/>
        </p:nvSpPr>
        <p:spPr>
          <a:xfrm>
            <a:off x="7416360" y="3244320"/>
            <a:ext cx="1615680" cy="563760"/>
          </a:xfrm>
          <a:custGeom>
            <a:avLst/>
            <a:gdLst/>
            <a:ahLst/>
            <a:rect l="0" t="0" r="r" b="b"/>
            <a:pathLst>
              <a:path w="4488" h="1566">
                <a:moveTo>
                  <a:pt x="0" y="0"/>
                </a:moveTo>
                <a:lnTo>
                  <a:pt x="4488" y="0"/>
                </a:lnTo>
                <a:lnTo>
                  <a:pt x="4488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7416360" y="3244320"/>
            <a:ext cx="1615680" cy="563760"/>
          </a:xfrm>
          <a:custGeom>
            <a:avLst/>
            <a:gdLst/>
            <a:ahLst/>
            <a:rect l="0" t="0" r="r" b="b"/>
            <a:pathLst>
              <a:path w="4488" h="1566">
                <a:moveTo>
                  <a:pt x="0" y="0"/>
                </a:moveTo>
                <a:lnTo>
                  <a:pt x="4488" y="0"/>
                </a:lnTo>
                <a:lnTo>
                  <a:pt x="4488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7397640" y="2764800"/>
            <a:ext cx="16650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planbaar-onderwijsaanbod-aanbieder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7811640" y="3353040"/>
            <a:ext cx="83268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INTERACTIEPATRONEN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830000" y="3471840"/>
            <a:ext cx="7902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Event Notiﬁcation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7582320" y="3604320"/>
            <a:ext cx="12945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Asynchronous Request-Reply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9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00" name=""/>
          <p:cNvSpPr txBox="1"/>
          <p:nvPr/>
        </p:nvSpPr>
        <p:spPr>
          <a:xfrm>
            <a:off x="440964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2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3260520" y="2566440"/>
            <a:ext cx="33048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Versionering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0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10" name=""/>
          <p:cNvSpPr/>
          <p:nvPr/>
        </p:nvSpPr>
        <p:spPr>
          <a:xfrm>
            <a:off x="456840" y="1990440"/>
            <a:ext cx="2543760" cy="2143440"/>
          </a:xfrm>
          <a:custGeom>
            <a:avLst/>
            <a:gdLst/>
            <a:ahLst/>
            <a:rect l="0" t="0" r="r" b="b"/>
            <a:pathLst>
              <a:path w="7066" h="5954">
                <a:moveTo>
                  <a:pt x="0" y="0"/>
                </a:moveTo>
                <a:lnTo>
                  <a:pt x="7066" y="0"/>
                </a:lnTo>
                <a:lnTo>
                  <a:pt x="7066" y="5954"/>
                </a:lnTo>
                <a:lnTo>
                  <a:pt x="0" y="5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456840" y="1990440"/>
            <a:ext cx="2543760" cy="38520"/>
          </a:xfrm>
          <a:custGeom>
            <a:avLst/>
            <a:gdLst/>
            <a:ahLst/>
            <a:rect l="0" t="0" r="r" b="b"/>
            <a:pathLst>
              <a:path w="7066" h="107">
                <a:moveTo>
                  <a:pt x="0" y="0"/>
                </a:moveTo>
                <a:lnTo>
                  <a:pt x="7066" y="0"/>
                </a:lnTo>
                <a:lnTo>
                  <a:pt x="706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456840" y="412416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2990520" y="1990440"/>
            <a:ext cx="10080" cy="2143440"/>
          </a:xfrm>
          <a:custGeom>
            <a:avLst/>
            <a:gdLst/>
            <a:ahLst/>
            <a:rect l="0" t="0" r="r" b="b"/>
            <a:pathLst>
              <a:path w="28" h="5954">
                <a:moveTo>
                  <a:pt x="0" y="106"/>
                </a:moveTo>
                <a:lnTo>
                  <a:pt x="0" y="5954"/>
                </a:lnTo>
                <a:lnTo>
                  <a:pt x="28" y="595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456840" y="1990440"/>
            <a:ext cx="10080" cy="2143440"/>
          </a:xfrm>
          <a:custGeom>
            <a:avLst/>
            <a:gdLst/>
            <a:ahLst/>
            <a:rect l="0" t="0" r="r" b="b"/>
            <a:pathLst>
              <a:path w="28" h="5954">
                <a:moveTo>
                  <a:pt x="0" y="0"/>
                </a:moveTo>
                <a:lnTo>
                  <a:pt x="0" y="5954"/>
                </a:lnTo>
                <a:lnTo>
                  <a:pt x="28" y="595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439920" y="1119960"/>
            <a:ext cx="49356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tegenaan liepen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634320" y="2207160"/>
            <a:ext cx="2410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Eén versienummer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634320" y="2512080"/>
            <a:ext cx="1256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voor alles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634320" y="2871360"/>
            <a:ext cx="19620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Schema's, koppelingen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634320" y="3099960"/>
            <a:ext cx="19972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componenten zaten in één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634320" y="3328560"/>
            <a:ext cx="23950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pakket. Een schemawijziging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634320" y="3547440"/>
            <a:ext cx="2283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een nieuwe koppeling deelden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3181320" y="1990440"/>
            <a:ext cx="2543400" cy="1924560"/>
          </a:xfrm>
          <a:custGeom>
            <a:avLst/>
            <a:gdLst/>
            <a:ahLst/>
            <a:rect l="0" t="0" r="r" b="b"/>
            <a:pathLst>
              <a:path w="7065" h="5346">
                <a:moveTo>
                  <a:pt x="0" y="0"/>
                </a:moveTo>
                <a:lnTo>
                  <a:pt x="7065" y="0"/>
                </a:lnTo>
                <a:lnTo>
                  <a:pt x="7065" y="5346"/>
                </a:lnTo>
                <a:lnTo>
                  <a:pt x="0" y="5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/>
          <p:nvPr/>
        </p:nvSpPr>
        <p:spPr>
          <a:xfrm>
            <a:off x="3181320" y="1990440"/>
            <a:ext cx="2543400" cy="38520"/>
          </a:xfrm>
          <a:custGeom>
            <a:avLst/>
            <a:gdLst/>
            <a:ahLst/>
            <a:rect l="0" t="0" r="r" b="b"/>
            <a:pathLst>
              <a:path w="7065" h="107">
                <a:moveTo>
                  <a:pt x="0" y="0"/>
                </a:moveTo>
                <a:lnTo>
                  <a:pt x="7065" y="0"/>
                </a:lnTo>
                <a:lnTo>
                  <a:pt x="70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3181320" y="3904920"/>
            <a:ext cx="2543400" cy="10080"/>
          </a:xfrm>
          <a:custGeom>
            <a:avLst/>
            <a:gdLst/>
            <a:ahLst/>
            <a:rect l="0" t="0" r="r" b="b"/>
            <a:pathLst>
              <a:path w="7065" h="28">
                <a:moveTo>
                  <a:pt x="0" y="0"/>
                </a:moveTo>
                <a:lnTo>
                  <a:pt x="7065" y="0"/>
                </a:lnTo>
                <a:lnTo>
                  <a:pt x="7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/>
          <p:nvPr/>
        </p:nvSpPr>
        <p:spPr>
          <a:xfrm>
            <a:off x="5714640" y="1990440"/>
            <a:ext cx="10080" cy="1924560"/>
          </a:xfrm>
          <a:custGeom>
            <a:avLst/>
            <a:gdLst/>
            <a:ahLst/>
            <a:rect l="0" t="0" r="r" b="b"/>
            <a:pathLst>
              <a:path w="28" h="5346">
                <a:moveTo>
                  <a:pt x="0" y="106"/>
                </a:moveTo>
                <a:lnTo>
                  <a:pt x="0" y="5346"/>
                </a:lnTo>
                <a:lnTo>
                  <a:pt x="28" y="534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/>
          <p:nvPr/>
        </p:nvSpPr>
        <p:spPr>
          <a:xfrm>
            <a:off x="3181320" y="1990440"/>
            <a:ext cx="9720" cy="1924560"/>
          </a:xfrm>
          <a:custGeom>
            <a:avLst/>
            <a:gdLst/>
            <a:ahLst/>
            <a:rect l="0" t="0" r="r" b="b"/>
            <a:pathLst>
              <a:path w="27" h="5346">
                <a:moveTo>
                  <a:pt x="0" y="0"/>
                </a:moveTo>
                <a:lnTo>
                  <a:pt x="0" y="5346"/>
                </a:lnTo>
                <a:lnTo>
                  <a:pt x="27" y="534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634320" y="3776040"/>
            <a:ext cx="14194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hetzelfde nummer.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361680" y="2207160"/>
            <a:ext cx="2567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Niet te zien wie wat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3361680" y="2512080"/>
            <a:ext cx="1588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ondersteunt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3361680" y="2871360"/>
            <a:ext cx="21830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Partij één implementeert een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3361680" y="3099960"/>
            <a:ext cx="23112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nieuw veld, partij twee niet,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3361680" y="3328560"/>
            <a:ext cx="2481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niemand ziet wie op welke versie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5914800" y="1990440"/>
            <a:ext cx="2543400" cy="1924560"/>
          </a:xfrm>
          <a:custGeom>
            <a:avLst/>
            <a:gdLst/>
            <a:ahLst/>
            <a:rect l="0" t="0" r="r" b="b"/>
            <a:pathLst>
              <a:path w="7065" h="5346">
                <a:moveTo>
                  <a:pt x="0" y="0"/>
                </a:moveTo>
                <a:lnTo>
                  <a:pt x="7065" y="0"/>
                </a:lnTo>
                <a:lnTo>
                  <a:pt x="7065" y="5346"/>
                </a:lnTo>
                <a:lnTo>
                  <a:pt x="0" y="5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5914800" y="1990440"/>
            <a:ext cx="2543400" cy="38520"/>
          </a:xfrm>
          <a:custGeom>
            <a:avLst/>
            <a:gdLst/>
            <a:ahLst/>
            <a:rect l="0" t="0" r="r" b="b"/>
            <a:pathLst>
              <a:path w="7065" h="107">
                <a:moveTo>
                  <a:pt x="0" y="0"/>
                </a:moveTo>
                <a:lnTo>
                  <a:pt x="7065" y="0"/>
                </a:lnTo>
                <a:lnTo>
                  <a:pt x="70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5914800" y="3904920"/>
            <a:ext cx="2543400" cy="10080"/>
          </a:xfrm>
          <a:custGeom>
            <a:avLst/>
            <a:gdLst/>
            <a:ahLst/>
            <a:rect l="0" t="0" r="r" b="b"/>
            <a:pathLst>
              <a:path w="7065" h="28">
                <a:moveTo>
                  <a:pt x="0" y="0"/>
                </a:moveTo>
                <a:lnTo>
                  <a:pt x="7065" y="0"/>
                </a:lnTo>
                <a:lnTo>
                  <a:pt x="7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8448480" y="1990440"/>
            <a:ext cx="9720" cy="1924560"/>
          </a:xfrm>
          <a:custGeom>
            <a:avLst/>
            <a:gdLst/>
            <a:ahLst/>
            <a:rect l="0" t="0" r="r" b="b"/>
            <a:pathLst>
              <a:path w="27" h="5346">
                <a:moveTo>
                  <a:pt x="0" y="106"/>
                </a:moveTo>
                <a:lnTo>
                  <a:pt x="0" y="5346"/>
                </a:lnTo>
                <a:lnTo>
                  <a:pt x="27" y="534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5914800" y="1990440"/>
            <a:ext cx="10080" cy="1924560"/>
          </a:xfrm>
          <a:custGeom>
            <a:avLst/>
            <a:gdLst/>
            <a:ahLst/>
            <a:rect l="0" t="0" r="r" b="b"/>
            <a:pathLst>
              <a:path w="28" h="5346">
                <a:moveTo>
                  <a:pt x="0" y="0"/>
                </a:moveTo>
                <a:lnTo>
                  <a:pt x="0" y="5346"/>
                </a:lnTo>
                <a:lnTo>
                  <a:pt x="28" y="534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361680" y="3547440"/>
            <a:ext cx="2246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zit.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6088680" y="2207160"/>
            <a:ext cx="2373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Koppelvlakken die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6088680" y="2512080"/>
            <a:ext cx="1632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elkaar bijten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6088680" y="2871360"/>
            <a:ext cx="1914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Eén leverancier met twee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088680" y="3099960"/>
            <a:ext cx="24408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koppelvlakken, het ene op v2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6088680" y="3328560"/>
            <a:ext cx="23706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het andere op v3, met breaking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6088680" y="3547440"/>
            <a:ext cx="13676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changes ertussen.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5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53" name=""/>
          <p:cNvSpPr/>
          <p:nvPr/>
        </p:nvSpPr>
        <p:spPr>
          <a:xfrm>
            <a:off x="456840" y="2428560"/>
            <a:ext cx="3496320" cy="1267200"/>
          </a:xfrm>
          <a:custGeom>
            <a:avLst/>
            <a:gdLst/>
            <a:ahLst/>
            <a:rect l="0" t="0" r="r" b="b"/>
            <a:pathLst>
              <a:path w="9712" h="3520">
                <a:moveTo>
                  <a:pt x="0" y="0"/>
                </a:moveTo>
                <a:lnTo>
                  <a:pt x="9712" y="0"/>
                </a:lnTo>
                <a:lnTo>
                  <a:pt x="9712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/>
          <p:nvPr/>
        </p:nvSpPr>
        <p:spPr>
          <a:xfrm>
            <a:off x="456840" y="2428560"/>
            <a:ext cx="3496320" cy="38520"/>
          </a:xfrm>
          <a:custGeom>
            <a:avLst/>
            <a:gdLst/>
            <a:ahLst/>
            <a:rect l="0" t="0" r="r" b="b"/>
            <a:pathLst>
              <a:path w="9712" h="107">
                <a:moveTo>
                  <a:pt x="0" y="0"/>
                </a:moveTo>
                <a:lnTo>
                  <a:pt x="9712" y="0"/>
                </a:lnTo>
                <a:lnTo>
                  <a:pt x="971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456840" y="3686040"/>
            <a:ext cx="3496320" cy="9720"/>
          </a:xfrm>
          <a:custGeom>
            <a:avLst/>
            <a:gdLst/>
            <a:ahLst/>
            <a:rect l="0" t="0" r="r" b="b"/>
            <a:pathLst>
              <a:path w="9712" h="27">
                <a:moveTo>
                  <a:pt x="0" y="0"/>
                </a:moveTo>
                <a:lnTo>
                  <a:pt x="9712" y="0"/>
                </a:lnTo>
                <a:lnTo>
                  <a:pt x="97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394308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106"/>
                </a:moveTo>
                <a:lnTo>
                  <a:pt x="0" y="3520"/>
                </a:lnTo>
                <a:lnTo>
                  <a:pt x="28" y="35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45684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0"/>
                </a:moveTo>
                <a:lnTo>
                  <a:pt x="0" y="3520"/>
                </a:lnTo>
                <a:lnTo>
                  <a:pt x="28" y="35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439920" y="1558080"/>
            <a:ext cx="9173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Versionering op het niveau van berichtstromen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634320" y="2664000"/>
            <a:ext cx="33915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Elke berichtstroom kan een versie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/>
          <p:nvPr/>
        </p:nvSpPr>
        <p:spPr>
          <a:xfrm>
            <a:off x="4114440" y="2428560"/>
            <a:ext cx="3496320" cy="1267200"/>
          </a:xfrm>
          <a:custGeom>
            <a:avLst/>
            <a:gdLst/>
            <a:ahLst/>
            <a:rect l="0" t="0" r="r" b="b"/>
            <a:pathLst>
              <a:path w="9712" h="3520">
                <a:moveTo>
                  <a:pt x="0" y="0"/>
                </a:moveTo>
                <a:lnTo>
                  <a:pt x="9712" y="0"/>
                </a:lnTo>
                <a:lnTo>
                  <a:pt x="9712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/>
          <p:nvPr/>
        </p:nvSpPr>
        <p:spPr>
          <a:xfrm>
            <a:off x="4114440" y="2428560"/>
            <a:ext cx="3496320" cy="38520"/>
          </a:xfrm>
          <a:custGeom>
            <a:avLst/>
            <a:gdLst/>
            <a:ahLst/>
            <a:rect l="0" t="0" r="r" b="b"/>
            <a:pathLst>
              <a:path w="9712" h="107">
                <a:moveTo>
                  <a:pt x="0" y="0"/>
                </a:moveTo>
                <a:lnTo>
                  <a:pt x="9712" y="0"/>
                </a:lnTo>
                <a:lnTo>
                  <a:pt x="971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4114440" y="3686040"/>
            <a:ext cx="3496320" cy="9720"/>
          </a:xfrm>
          <a:custGeom>
            <a:avLst/>
            <a:gdLst/>
            <a:ahLst/>
            <a:rect l="0" t="0" r="r" b="b"/>
            <a:pathLst>
              <a:path w="9712" h="27">
                <a:moveTo>
                  <a:pt x="0" y="0"/>
                </a:moveTo>
                <a:lnTo>
                  <a:pt x="9712" y="0"/>
                </a:lnTo>
                <a:lnTo>
                  <a:pt x="97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760068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106"/>
                </a:moveTo>
                <a:lnTo>
                  <a:pt x="0" y="3520"/>
                </a:lnTo>
                <a:lnTo>
                  <a:pt x="28" y="35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411444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0"/>
                </a:moveTo>
                <a:lnTo>
                  <a:pt x="0" y="3520"/>
                </a:lnTo>
                <a:lnTo>
                  <a:pt x="28" y="35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634320" y="2968920"/>
            <a:ext cx="7034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dragen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4296600" y="2664000"/>
            <a:ext cx="30549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Versies bestaan meestal naast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4296600" y="2968920"/>
            <a:ext cx="295740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elkaar, in plaats van elkaar te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4296600" y="3273840"/>
            <a:ext cx="105840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vervangen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7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7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77" name=""/>
          <p:cNvSpPr/>
          <p:nvPr/>
        </p:nvSpPr>
        <p:spPr>
          <a:xfrm>
            <a:off x="456840" y="2143080"/>
            <a:ext cx="3705840" cy="1810080"/>
          </a:xfrm>
          <a:custGeom>
            <a:avLst/>
            <a:gdLst/>
            <a:ahLst/>
            <a:rect l="0" t="0" r="r" b="b"/>
            <a:pathLst>
              <a:path w="10294" h="5028">
                <a:moveTo>
                  <a:pt x="0" y="0"/>
                </a:moveTo>
                <a:lnTo>
                  <a:pt x="10294" y="0"/>
                </a:lnTo>
                <a:lnTo>
                  <a:pt x="10294" y="5028"/>
                </a:lnTo>
                <a:lnTo>
                  <a:pt x="0" y="5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/>
          <p:nvPr/>
        </p:nvSpPr>
        <p:spPr>
          <a:xfrm>
            <a:off x="456840" y="2143080"/>
            <a:ext cx="3705840" cy="38160"/>
          </a:xfrm>
          <a:custGeom>
            <a:avLst/>
            <a:gdLst/>
            <a:ahLst/>
            <a:rect l="0" t="0" r="r" b="b"/>
            <a:pathLst>
              <a:path w="10294" h="106">
                <a:moveTo>
                  <a:pt x="0" y="0"/>
                </a:moveTo>
                <a:lnTo>
                  <a:pt x="10294" y="0"/>
                </a:lnTo>
                <a:lnTo>
                  <a:pt x="1029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456840" y="394308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/>
          <p:nvPr/>
        </p:nvSpPr>
        <p:spPr>
          <a:xfrm>
            <a:off x="4152600" y="2143080"/>
            <a:ext cx="10080" cy="1810080"/>
          </a:xfrm>
          <a:custGeom>
            <a:avLst/>
            <a:gdLst/>
            <a:ahLst/>
            <a:rect l="0" t="0" r="r" b="b"/>
            <a:pathLst>
              <a:path w="28" h="5028">
                <a:moveTo>
                  <a:pt x="0" y="105"/>
                </a:moveTo>
                <a:lnTo>
                  <a:pt x="0" y="5028"/>
                </a:lnTo>
                <a:lnTo>
                  <a:pt x="28" y="5028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456840" y="2143080"/>
            <a:ext cx="10080" cy="1810080"/>
          </a:xfrm>
          <a:custGeom>
            <a:avLst/>
            <a:gdLst/>
            <a:ahLst/>
            <a:rect l="0" t="0" r="r" b="b"/>
            <a:pathLst>
              <a:path w="28" h="5028">
                <a:moveTo>
                  <a:pt x="0" y="0"/>
                </a:moveTo>
                <a:lnTo>
                  <a:pt x="0" y="5028"/>
                </a:lnTo>
                <a:lnTo>
                  <a:pt x="28" y="5028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637920" y="2371680"/>
            <a:ext cx="533880" cy="228960"/>
          </a:xfrm>
          <a:custGeom>
            <a:avLst/>
            <a:gdLst/>
            <a:ahLst/>
            <a:rect l="0" t="0" r="r" b="b"/>
            <a:pathLst>
              <a:path w="1483" h="636">
                <a:moveTo>
                  <a:pt x="0" y="318"/>
                </a:move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8" y="108"/>
                  <a:pt x="93" y="94"/>
                </a:cubicBezTo>
                <a:cubicBezTo>
                  <a:pt x="108" y="79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165" y="0"/>
                </a:lnTo>
                <a:cubicBezTo>
                  <a:pt x="1186" y="0"/>
                  <a:pt x="1207" y="2"/>
                  <a:pt x="1227" y="6"/>
                </a:cubicBezTo>
                <a:cubicBezTo>
                  <a:pt x="1248" y="10"/>
                  <a:pt x="1268" y="16"/>
                  <a:pt x="1287" y="24"/>
                </a:cubicBezTo>
                <a:cubicBezTo>
                  <a:pt x="1306" y="32"/>
                  <a:pt x="1324" y="42"/>
                  <a:pt x="1342" y="53"/>
                </a:cubicBezTo>
                <a:cubicBezTo>
                  <a:pt x="1359" y="65"/>
                  <a:pt x="1375" y="79"/>
                  <a:pt x="1390" y="94"/>
                </a:cubicBezTo>
                <a:cubicBezTo>
                  <a:pt x="1405" y="108"/>
                  <a:pt x="1418" y="124"/>
                  <a:pt x="1429" y="142"/>
                </a:cubicBezTo>
                <a:cubicBezTo>
                  <a:pt x="1441" y="159"/>
                  <a:pt x="1451" y="177"/>
                  <a:pt x="1459" y="197"/>
                </a:cubicBezTo>
                <a:cubicBezTo>
                  <a:pt x="1467" y="216"/>
                  <a:pt x="1473" y="236"/>
                  <a:pt x="1477" y="256"/>
                </a:cubicBezTo>
                <a:cubicBezTo>
                  <a:pt x="1481" y="277"/>
                  <a:pt x="1483" y="297"/>
                  <a:pt x="1483" y="318"/>
                </a:cubicBezTo>
                <a:cubicBezTo>
                  <a:pt x="1483" y="339"/>
                  <a:pt x="1481" y="360"/>
                  <a:pt x="1477" y="380"/>
                </a:cubicBezTo>
                <a:cubicBezTo>
                  <a:pt x="1473" y="401"/>
                  <a:pt x="1467" y="420"/>
                  <a:pt x="1459" y="440"/>
                </a:cubicBezTo>
                <a:cubicBezTo>
                  <a:pt x="1451" y="459"/>
                  <a:pt x="1441" y="477"/>
                  <a:pt x="1429" y="495"/>
                </a:cubicBezTo>
                <a:cubicBezTo>
                  <a:pt x="1418" y="512"/>
                  <a:pt x="1405" y="528"/>
                  <a:pt x="1390" y="543"/>
                </a:cubicBezTo>
                <a:cubicBezTo>
                  <a:pt x="1375" y="557"/>
                  <a:pt x="1359" y="571"/>
                  <a:pt x="1342" y="582"/>
                </a:cubicBezTo>
                <a:cubicBezTo>
                  <a:pt x="1324" y="594"/>
                  <a:pt x="1306" y="603"/>
                  <a:pt x="1287" y="611"/>
                </a:cubicBezTo>
                <a:cubicBezTo>
                  <a:pt x="1268" y="619"/>
                  <a:pt x="1248" y="625"/>
                  <a:pt x="1227" y="630"/>
                </a:cubicBezTo>
                <a:cubicBezTo>
                  <a:pt x="1207" y="634"/>
                  <a:pt x="1186" y="636"/>
                  <a:pt x="1165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3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1"/>
                  <a:pt x="6" y="380"/>
                </a:cubicBezTo>
                <a:cubicBezTo>
                  <a:pt x="2" y="360"/>
                  <a:pt x="0" y="339"/>
                  <a:pt x="0" y="318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439920" y="1301040"/>
            <a:ext cx="5357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Wanneer de versie ophoogt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739080" y="2422440"/>
            <a:ext cx="351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Patch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634320" y="2742480"/>
            <a:ext cx="36003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Een berichtstroom toevoegen of wijzigen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634320" y="3009240"/>
            <a:ext cx="28900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zonder iets te breken, zolang die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634320" y="3285360"/>
            <a:ext cx="28702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bestaande applicatiediensten 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/>
          <p:nvPr/>
        </p:nvSpPr>
        <p:spPr>
          <a:xfrm>
            <a:off x="4333680" y="2143080"/>
            <a:ext cx="3705480" cy="1533600"/>
          </a:xfrm>
          <a:custGeom>
            <a:avLst/>
            <a:gdLst/>
            <a:ahLst/>
            <a:rect l="0" t="0" r="r" b="b"/>
            <a:pathLst>
              <a:path w="10293" h="4260">
                <a:moveTo>
                  <a:pt x="0" y="0"/>
                </a:moveTo>
                <a:lnTo>
                  <a:pt x="10293" y="0"/>
                </a:lnTo>
                <a:lnTo>
                  <a:pt x="10293" y="4260"/>
                </a:lnTo>
                <a:lnTo>
                  <a:pt x="0" y="4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4333680" y="2143080"/>
            <a:ext cx="3705480" cy="38160"/>
          </a:xfrm>
          <a:custGeom>
            <a:avLst/>
            <a:gdLst/>
            <a:ahLst/>
            <a:rect l="0" t="0" r="r" b="b"/>
            <a:pathLst>
              <a:path w="10293" h="106">
                <a:moveTo>
                  <a:pt x="0" y="0"/>
                </a:moveTo>
                <a:lnTo>
                  <a:pt x="10293" y="0"/>
                </a:lnTo>
                <a:lnTo>
                  <a:pt x="10293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4333680" y="3666960"/>
            <a:ext cx="3705480" cy="9720"/>
          </a:xfrm>
          <a:custGeom>
            <a:avLst/>
            <a:gdLst/>
            <a:ahLst/>
            <a:rect l="0" t="0" r="r" b="b"/>
            <a:pathLst>
              <a:path w="10293" h="27">
                <a:moveTo>
                  <a:pt x="0" y="0"/>
                </a:moveTo>
                <a:lnTo>
                  <a:pt x="10293" y="0"/>
                </a:lnTo>
                <a:lnTo>
                  <a:pt x="10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/>
          <p:nvPr/>
        </p:nvSpPr>
        <p:spPr>
          <a:xfrm>
            <a:off x="8029440" y="2143080"/>
            <a:ext cx="9720" cy="1533600"/>
          </a:xfrm>
          <a:custGeom>
            <a:avLst/>
            <a:gdLst/>
            <a:ahLst/>
            <a:rect l="0" t="0" r="r" b="b"/>
            <a:pathLst>
              <a:path w="27" h="4260">
                <a:moveTo>
                  <a:pt x="0" y="105"/>
                </a:moveTo>
                <a:lnTo>
                  <a:pt x="0" y="4260"/>
                </a:lnTo>
                <a:lnTo>
                  <a:pt x="27" y="4260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/>
          <p:nvPr/>
        </p:nvSpPr>
        <p:spPr>
          <a:xfrm>
            <a:off x="4333680" y="2143080"/>
            <a:ext cx="9720" cy="1533600"/>
          </a:xfrm>
          <a:custGeom>
            <a:avLst/>
            <a:gdLst/>
            <a:ahLst/>
            <a:rect l="0" t="0" r="r" b="b"/>
            <a:pathLst>
              <a:path w="27" h="4260">
                <a:moveTo>
                  <a:pt x="0" y="0"/>
                </a:moveTo>
                <a:lnTo>
                  <a:pt x="0" y="4260"/>
                </a:lnTo>
                <a:lnTo>
                  <a:pt x="27" y="4260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/>
          <p:nvPr/>
        </p:nvSpPr>
        <p:spPr>
          <a:xfrm>
            <a:off x="4505040" y="2371680"/>
            <a:ext cx="1371960" cy="228960"/>
          </a:xfrm>
          <a:custGeom>
            <a:avLst/>
            <a:gdLst/>
            <a:ahLst/>
            <a:rect l="0" t="0" r="r" b="b"/>
            <a:pathLst>
              <a:path w="3811" h="636">
                <a:moveTo>
                  <a:pt x="0" y="318"/>
                </a:move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9" y="108"/>
                  <a:pt x="93" y="94"/>
                </a:cubicBezTo>
                <a:cubicBezTo>
                  <a:pt x="108" y="79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3494" y="0"/>
                </a:lnTo>
                <a:cubicBezTo>
                  <a:pt x="3515" y="0"/>
                  <a:pt x="3535" y="2"/>
                  <a:pt x="3556" y="6"/>
                </a:cubicBezTo>
                <a:cubicBezTo>
                  <a:pt x="3576" y="10"/>
                  <a:pt x="3596" y="16"/>
                  <a:pt x="3615" y="24"/>
                </a:cubicBezTo>
                <a:cubicBezTo>
                  <a:pt x="3635" y="32"/>
                  <a:pt x="3653" y="42"/>
                  <a:pt x="3670" y="53"/>
                </a:cubicBezTo>
                <a:cubicBezTo>
                  <a:pt x="3688" y="65"/>
                  <a:pt x="3704" y="79"/>
                  <a:pt x="3718" y="94"/>
                </a:cubicBezTo>
                <a:cubicBezTo>
                  <a:pt x="3733" y="108"/>
                  <a:pt x="3746" y="124"/>
                  <a:pt x="3758" y="142"/>
                </a:cubicBezTo>
                <a:cubicBezTo>
                  <a:pt x="3769" y="159"/>
                  <a:pt x="3779" y="177"/>
                  <a:pt x="3787" y="197"/>
                </a:cubicBezTo>
                <a:cubicBezTo>
                  <a:pt x="3795" y="216"/>
                  <a:pt x="3801" y="236"/>
                  <a:pt x="3805" y="256"/>
                </a:cubicBezTo>
                <a:cubicBezTo>
                  <a:pt x="3809" y="277"/>
                  <a:pt x="3811" y="297"/>
                  <a:pt x="3811" y="318"/>
                </a:cubicBezTo>
                <a:cubicBezTo>
                  <a:pt x="3811" y="339"/>
                  <a:pt x="3809" y="360"/>
                  <a:pt x="3805" y="380"/>
                </a:cubicBezTo>
                <a:cubicBezTo>
                  <a:pt x="3801" y="401"/>
                  <a:pt x="3795" y="420"/>
                  <a:pt x="3787" y="440"/>
                </a:cubicBezTo>
                <a:cubicBezTo>
                  <a:pt x="3779" y="459"/>
                  <a:pt x="3769" y="477"/>
                  <a:pt x="3758" y="495"/>
                </a:cubicBezTo>
                <a:cubicBezTo>
                  <a:pt x="3746" y="512"/>
                  <a:pt x="3733" y="528"/>
                  <a:pt x="3718" y="543"/>
                </a:cubicBezTo>
                <a:cubicBezTo>
                  <a:pt x="3704" y="557"/>
                  <a:pt x="3688" y="571"/>
                  <a:pt x="3670" y="582"/>
                </a:cubicBezTo>
                <a:cubicBezTo>
                  <a:pt x="3653" y="594"/>
                  <a:pt x="3635" y="603"/>
                  <a:pt x="3615" y="611"/>
                </a:cubicBezTo>
                <a:cubicBezTo>
                  <a:pt x="3596" y="619"/>
                  <a:pt x="3576" y="625"/>
                  <a:pt x="3556" y="630"/>
                </a:cubicBezTo>
                <a:cubicBezTo>
                  <a:pt x="3535" y="634"/>
                  <a:pt x="3515" y="636"/>
                  <a:pt x="3494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6" y="619"/>
                  <a:pt x="196" y="611"/>
                </a:cubicBezTo>
                <a:cubicBezTo>
                  <a:pt x="177" y="603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9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1"/>
                  <a:pt x="6" y="380"/>
                </a:cubicBezTo>
                <a:cubicBezTo>
                  <a:pt x="2" y="360"/>
                  <a:pt x="0" y="339"/>
                  <a:pt x="0" y="318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634320" y="3552120"/>
            <a:ext cx="24224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interactiepatronen gebruikt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611960" y="2422440"/>
            <a:ext cx="1338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Major, minor of patch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4507200" y="2742480"/>
            <a:ext cx="35838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Applicatiediensten toevoegen, bijwerken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4507200" y="3009240"/>
            <a:ext cx="34984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of wijzigen; de zwaarte van de wijziging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4507200" y="3285360"/>
            <a:ext cx="18126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bepaalt de ophoging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0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0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07" name=""/>
          <p:cNvSpPr/>
          <p:nvPr/>
        </p:nvSpPr>
        <p:spPr>
          <a:xfrm>
            <a:off x="1193040" y="1385640"/>
            <a:ext cx="611280" cy="647280"/>
          </a:xfrm>
          <a:custGeom>
            <a:avLst/>
            <a:gdLst/>
            <a:ahLst/>
            <a:rect l="0" t="0" r="r" b="b"/>
            <a:pathLst>
              <a:path fill="none" w="1698" h="1798">
                <a:moveTo>
                  <a:pt x="0" y="1798"/>
                </a:moveTo>
                <a:lnTo>
                  <a:pt x="218" y="1498"/>
                </a:lnTo>
                <a:cubicBezTo>
                  <a:pt x="436" y="1199"/>
                  <a:pt x="872" y="599"/>
                  <a:pt x="1156" y="300"/>
                </a:cubicBezTo>
                <a:cubicBezTo>
                  <a:pt x="1439" y="0"/>
                  <a:pt x="1569" y="0"/>
                  <a:pt x="1633" y="0"/>
                </a:cubicBezTo>
                <a:lnTo>
                  <a:pt x="1698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1777320" y="13590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09" name=""/>
          <p:cNvSpPr/>
          <p:nvPr/>
        </p:nvSpPr>
        <p:spPr>
          <a:xfrm>
            <a:off x="1774800" y="13546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9"/>
                </a:moveTo>
                <a:lnTo>
                  <a:pt x="50" y="25"/>
                </a:lnTo>
                <a:lnTo>
                  <a:pt x="44" y="39"/>
                </a:lnTo>
                <a:lnTo>
                  <a:pt x="30" y="32"/>
                </a:lnTo>
                <a:lnTo>
                  <a:pt x="37" y="19"/>
                </a:lnTo>
                <a:moveTo>
                  <a:pt x="50" y="25"/>
                </a:moveTo>
                <a:lnTo>
                  <a:pt x="63" y="32"/>
                </a:lnTo>
                <a:lnTo>
                  <a:pt x="57" y="45"/>
                </a:lnTo>
                <a:lnTo>
                  <a:pt x="44" y="39"/>
                </a:lnTo>
                <a:lnTo>
                  <a:pt x="50" y="25"/>
                </a:lnTo>
                <a:moveTo>
                  <a:pt x="63" y="32"/>
                </a:moveTo>
                <a:lnTo>
                  <a:pt x="77" y="39"/>
                </a:lnTo>
                <a:lnTo>
                  <a:pt x="70" y="52"/>
                </a:lnTo>
                <a:lnTo>
                  <a:pt x="57" y="45"/>
                </a:lnTo>
                <a:lnTo>
                  <a:pt x="63" y="32"/>
                </a:lnTo>
                <a:moveTo>
                  <a:pt x="77" y="39"/>
                </a:moveTo>
                <a:lnTo>
                  <a:pt x="90" y="45"/>
                </a:lnTo>
                <a:lnTo>
                  <a:pt x="83" y="58"/>
                </a:lnTo>
                <a:lnTo>
                  <a:pt x="70" y="52"/>
                </a:lnTo>
                <a:lnTo>
                  <a:pt x="77" y="39"/>
                </a:lnTo>
                <a:moveTo>
                  <a:pt x="90" y="45"/>
                </a:moveTo>
                <a:lnTo>
                  <a:pt x="103" y="52"/>
                </a:lnTo>
                <a:lnTo>
                  <a:pt x="97" y="65"/>
                </a:lnTo>
                <a:lnTo>
                  <a:pt x="83" y="58"/>
                </a:lnTo>
                <a:lnTo>
                  <a:pt x="90" y="45"/>
                </a:lnTo>
                <a:moveTo>
                  <a:pt x="103" y="52"/>
                </a:moveTo>
                <a:lnTo>
                  <a:pt x="116" y="58"/>
                </a:lnTo>
                <a:lnTo>
                  <a:pt x="110" y="72"/>
                </a:lnTo>
                <a:lnTo>
                  <a:pt x="97" y="65"/>
                </a:lnTo>
                <a:lnTo>
                  <a:pt x="103" y="52"/>
                </a:lnTo>
                <a:moveTo>
                  <a:pt x="116" y="58"/>
                </a:moveTo>
                <a:lnTo>
                  <a:pt x="130" y="65"/>
                </a:lnTo>
                <a:lnTo>
                  <a:pt x="123" y="78"/>
                </a:lnTo>
                <a:lnTo>
                  <a:pt x="110" y="72"/>
                </a:lnTo>
                <a:lnTo>
                  <a:pt x="116" y="58"/>
                </a:lnTo>
                <a:moveTo>
                  <a:pt x="130" y="65"/>
                </a:moveTo>
                <a:lnTo>
                  <a:pt x="143" y="72"/>
                </a:lnTo>
                <a:lnTo>
                  <a:pt x="136" y="85"/>
                </a:lnTo>
                <a:lnTo>
                  <a:pt x="123" y="78"/>
                </a:lnTo>
                <a:lnTo>
                  <a:pt x="130" y="65"/>
                </a:lnTo>
                <a:moveTo>
                  <a:pt x="143" y="72"/>
                </a:moveTo>
                <a:lnTo>
                  <a:pt x="157" y="78"/>
                </a:lnTo>
                <a:lnTo>
                  <a:pt x="151" y="92"/>
                </a:lnTo>
                <a:lnTo>
                  <a:pt x="136" y="85"/>
                </a:lnTo>
                <a:lnTo>
                  <a:pt x="143" y="72"/>
                </a:lnTo>
                <a:moveTo>
                  <a:pt x="157" y="78"/>
                </a:moveTo>
                <a:lnTo>
                  <a:pt x="173" y="86"/>
                </a:lnTo>
                <a:lnTo>
                  <a:pt x="149" y="98"/>
                </a:lnTo>
                <a:lnTo>
                  <a:pt x="141" y="85"/>
                </a:lnTo>
                <a:lnTo>
                  <a:pt x="153" y="80"/>
                </a:lnTo>
                <a:lnTo>
                  <a:pt x="156" y="86"/>
                </a:lnTo>
                <a:lnTo>
                  <a:pt x="153" y="93"/>
                </a:lnTo>
                <a:lnTo>
                  <a:pt x="151" y="92"/>
                </a:lnTo>
                <a:lnTo>
                  <a:pt x="157" y="78"/>
                </a:lnTo>
                <a:moveTo>
                  <a:pt x="149" y="98"/>
                </a:moveTo>
                <a:lnTo>
                  <a:pt x="134" y="105"/>
                </a:lnTo>
                <a:lnTo>
                  <a:pt x="128" y="92"/>
                </a:lnTo>
                <a:lnTo>
                  <a:pt x="141" y="85"/>
                </a:lnTo>
                <a:lnTo>
                  <a:pt x="149" y="98"/>
                </a:lnTo>
                <a:moveTo>
                  <a:pt x="134" y="105"/>
                </a:moveTo>
                <a:lnTo>
                  <a:pt x="121" y="112"/>
                </a:lnTo>
                <a:lnTo>
                  <a:pt x="115" y="98"/>
                </a:lnTo>
                <a:lnTo>
                  <a:pt x="128" y="92"/>
                </a:lnTo>
                <a:lnTo>
                  <a:pt x="134" y="105"/>
                </a:lnTo>
                <a:moveTo>
                  <a:pt x="121" y="112"/>
                </a:moveTo>
                <a:lnTo>
                  <a:pt x="108" y="119"/>
                </a:lnTo>
                <a:lnTo>
                  <a:pt x="101" y="105"/>
                </a:lnTo>
                <a:lnTo>
                  <a:pt x="115" y="98"/>
                </a:lnTo>
                <a:lnTo>
                  <a:pt x="121" y="112"/>
                </a:lnTo>
                <a:moveTo>
                  <a:pt x="108" y="119"/>
                </a:moveTo>
                <a:lnTo>
                  <a:pt x="95" y="126"/>
                </a:lnTo>
                <a:lnTo>
                  <a:pt x="88" y="112"/>
                </a:lnTo>
                <a:lnTo>
                  <a:pt x="101" y="105"/>
                </a:lnTo>
                <a:lnTo>
                  <a:pt x="108" y="119"/>
                </a:lnTo>
                <a:moveTo>
                  <a:pt x="95" y="126"/>
                </a:moveTo>
                <a:lnTo>
                  <a:pt x="81" y="132"/>
                </a:lnTo>
                <a:lnTo>
                  <a:pt x="75" y="119"/>
                </a:lnTo>
                <a:lnTo>
                  <a:pt x="88" y="112"/>
                </a:lnTo>
                <a:lnTo>
                  <a:pt x="95" y="126"/>
                </a:lnTo>
                <a:moveTo>
                  <a:pt x="81" y="132"/>
                </a:moveTo>
                <a:lnTo>
                  <a:pt x="68" y="139"/>
                </a:lnTo>
                <a:lnTo>
                  <a:pt x="62" y="126"/>
                </a:lnTo>
                <a:lnTo>
                  <a:pt x="75" y="119"/>
                </a:lnTo>
                <a:lnTo>
                  <a:pt x="81" y="132"/>
                </a:lnTo>
                <a:moveTo>
                  <a:pt x="68" y="139"/>
                </a:moveTo>
                <a:lnTo>
                  <a:pt x="55" y="146"/>
                </a:lnTo>
                <a:lnTo>
                  <a:pt x="48" y="132"/>
                </a:lnTo>
                <a:lnTo>
                  <a:pt x="62" y="126"/>
                </a:lnTo>
                <a:lnTo>
                  <a:pt x="68" y="139"/>
                </a:lnTo>
                <a:moveTo>
                  <a:pt x="55" y="146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6"/>
                </a:lnTo>
                <a:moveTo>
                  <a:pt x="42" y="152"/>
                </a:moveTo>
                <a:lnTo>
                  <a:pt x="28" y="159"/>
                </a:lnTo>
                <a:lnTo>
                  <a:pt x="22" y="146"/>
                </a:lnTo>
                <a:lnTo>
                  <a:pt x="35" y="139"/>
                </a:lnTo>
                <a:lnTo>
                  <a:pt x="42" y="152"/>
                </a:lnTo>
                <a:moveTo>
                  <a:pt x="28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6"/>
                </a:lnTo>
                <a:lnTo>
                  <a:pt x="28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2"/>
                </a:lnTo>
                <a:lnTo>
                  <a:pt x="14" y="152"/>
                </a:lnTo>
                <a:lnTo>
                  <a:pt x="14" y="161"/>
                </a:lnTo>
                <a:lnTo>
                  <a:pt x="7" y="161"/>
                </a:lnTo>
                <a:lnTo>
                  <a:pt x="4" y="155"/>
                </a:lnTo>
                <a:lnTo>
                  <a:pt x="9" y="152"/>
                </a:lnTo>
                <a:lnTo>
                  <a:pt x="15" y="165"/>
                </a:lnTo>
                <a:moveTo>
                  <a:pt x="0" y="152"/>
                </a:moveTo>
                <a:lnTo>
                  <a:pt x="0" y="137"/>
                </a:lnTo>
                <a:lnTo>
                  <a:pt x="14" y="137"/>
                </a:lnTo>
                <a:lnTo>
                  <a:pt x="14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4" y="122"/>
                </a:lnTo>
                <a:lnTo>
                  <a:pt x="14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6"/>
                </a:lnTo>
                <a:lnTo>
                  <a:pt x="14" y="106"/>
                </a:lnTo>
                <a:lnTo>
                  <a:pt x="14" y="122"/>
                </a:lnTo>
                <a:lnTo>
                  <a:pt x="0" y="122"/>
                </a:lnTo>
                <a:moveTo>
                  <a:pt x="0" y="106"/>
                </a:moveTo>
                <a:lnTo>
                  <a:pt x="0" y="92"/>
                </a:lnTo>
                <a:lnTo>
                  <a:pt x="14" y="92"/>
                </a:lnTo>
                <a:lnTo>
                  <a:pt x="14" y="106"/>
                </a:lnTo>
                <a:lnTo>
                  <a:pt x="0" y="106"/>
                </a:lnTo>
                <a:moveTo>
                  <a:pt x="0" y="92"/>
                </a:moveTo>
                <a:lnTo>
                  <a:pt x="0" y="77"/>
                </a:lnTo>
                <a:lnTo>
                  <a:pt x="14" y="77"/>
                </a:lnTo>
                <a:lnTo>
                  <a:pt x="14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2"/>
                </a:lnTo>
                <a:lnTo>
                  <a:pt x="14" y="62"/>
                </a:lnTo>
                <a:lnTo>
                  <a:pt x="14" y="77"/>
                </a:lnTo>
                <a:lnTo>
                  <a:pt x="0" y="77"/>
                </a:lnTo>
                <a:moveTo>
                  <a:pt x="0" y="62"/>
                </a:moveTo>
                <a:lnTo>
                  <a:pt x="0" y="47"/>
                </a:lnTo>
                <a:lnTo>
                  <a:pt x="14" y="47"/>
                </a:lnTo>
                <a:lnTo>
                  <a:pt x="14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4" y="32"/>
                </a:lnTo>
                <a:lnTo>
                  <a:pt x="14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4" y="17"/>
                </a:lnTo>
                <a:lnTo>
                  <a:pt x="14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9"/>
                </a:lnTo>
                <a:lnTo>
                  <a:pt x="7" y="12"/>
                </a:lnTo>
                <a:lnTo>
                  <a:pt x="14" y="12"/>
                </a:lnTo>
                <a:lnTo>
                  <a:pt x="14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0" name=""/>
          <p:cNvSpPr/>
          <p:nvPr/>
        </p:nvSpPr>
        <p:spPr>
          <a:xfrm>
            <a:off x="1193040" y="2552400"/>
            <a:ext cx="611280" cy="647280"/>
          </a:xfrm>
          <a:custGeom>
            <a:avLst/>
            <a:gdLst/>
            <a:ahLst/>
            <a:rect l="0" t="0" r="r" b="b"/>
            <a:pathLst>
              <a:path fill="none" w="1698" h="1798">
                <a:moveTo>
                  <a:pt x="0" y="0"/>
                </a:moveTo>
                <a:lnTo>
                  <a:pt x="218" y="300"/>
                </a:lnTo>
                <a:cubicBezTo>
                  <a:pt x="436" y="599"/>
                  <a:pt x="872" y="1199"/>
                  <a:pt x="1156" y="1498"/>
                </a:cubicBezTo>
                <a:cubicBezTo>
                  <a:pt x="1439" y="1798"/>
                  <a:pt x="1569" y="1798"/>
                  <a:pt x="1633" y="1798"/>
                </a:cubicBezTo>
                <a:lnTo>
                  <a:pt x="1698" y="179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1777320" y="31726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1774800" y="31683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0" y="31"/>
                </a:lnTo>
                <a:lnTo>
                  <a:pt x="17" y="25"/>
                </a:lnTo>
                <a:lnTo>
                  <a:pt x="24" y="12"/>
                </a:lnTo>
                <a:moveTo>
                  <a:pt x="37" y="18"/>
                </a:moveTo>
                <a:lnTo>
                  <a:pt x="50" y="25"/>
                </a:lnTo>
                <a:lnTo>
                  <a:pt x="44" y="38"/>
                </a:lnTo>
                <a:lnTo>
                  <a:pt x="30" y="31"/>
                </a:lnTo>
                <a:lnTo>
                  <a:pt x="37" y="18"/>
                </a:lnTo>
                <a:moveTo>
                  <a:pt x="50" y="25"/>
                </a:moveTo>
                <a:lnTo>
                  <a:pt x="63" y="31"/>
                </a:lnTo>
                <a:lnTo>
                  <a:pt x="57" y="45"/>
                </a:lnTo>
                <a:lnTo>
                  <a:pt x="44" y="38"/>
                </a:lnTo>
                <a:lnTo>
                  <a:pt x="50" y="25"/>
                </a:lnTo>
                <a:moveTo>
                  <a:pt x="63" y="31"/>
                </a:moveTo>
                <a:lnTo>
                  <a:pt x="77" y="38"/>
                </a:lnTo>
                <a:lnTo>
                  <a:pt x="70" y="51"/>
                </a:lnTo>
                <a:lnTo>
                  <a:pt x="57" y="45"/>
                </a:lnTo>
                <a:lnTo>
                  <a:pt x="63" y="31"/>
                </a:lnTo>
                <a:moveTo>
                  <a:pt x="77" y="38"/>
                </a:moveTo>
                <a:lnTo>
                  <a:pt x="90" y="45"/>
                </a:lnTo>
                <a:lnTo>
                  <a:pt x="83" y="59"/>
                </a:lnTo>
                <a:lnTo>
                  <a:pt x="70" y="51"/>
                </a:lnTo>
                <a:lnTo>
                  <a:pt x="77" y="38"/>
                </a:lnTo>
                <a:moveTo>
                  <a:pt x="90" y="45"/>
                </a:moveTo>
                <a:lnTo>
                  <a:pt x="103" y="51"/>
                </a:lnTo>
                <a:lnTo>
                  <a:pt x="97" y="66"/>
                </a:lnTo>
                <a:lnTo>
                  <a:pt x="83" y="59"/>
                </a:lnTo>
                <a:lnTo>
                  <a:pt x="90" y="45"/>
                </a:lnTo>
                <a:moveTo>
                  <a:pt x="103" y="51"/>
                </a:moveTo>
                <a:lnTo>
                  <a:pt x="116" y="59"/>
                </a:lnTo>
                <a:lnTo>
                  <a:pt x="110" y="72"/>
                </a:lnTo>
                <a:lnTo>
                  <a:pt x="97" y="66"/>
                </a:lnTo>
                <a:lnTo>
                  <a:pt x="103" y="51"/>
                </a:lnTo>
                <a:moveTo>
                  <a:pt x="116" y="59"/>
                </a:moveTo>
                <a:lnTo>
                  <a:pt x="130" y="66"/>
                </a:lnTo>
                <a:lnTo>
                  <a:pt x="123" y="79"/>
                </a:lnTo>
                <a:lnTo>
                  <a:pt x="110" y="72"/>
                </a:lnTo>
                <a:lnTo>
                  <a:pt x="116" y="59"/>
                </a:lnTo>
                <a:moveTo>
                  <a:pt x="130" y="66"/>
                </a:moveTo>
                <a:lnTo>
                  <a:pt x="143" y="72"/>
                </a:lnTo>
                <a:lnTo>
                  <a:pt x="136" y="85"/>
                </a:lnTo>
                <a:lnTo>
                  <a:pt x="123" y="79"/>
                </a:lnTo>
                <a:lnTo>
                  <a:pt x="130" y="66"/>
                </a:lnTo>
                <a:moveTo>
                  <a:pt x="143" y="72"/>
                </a:moveTo>
                <a:lnTo>
                  <a:pt x="157" y="79"/>
                </a:lnTo>
                <a:lnTo>
                  <a:pt x="151" y="92"/>
                </a:lnTo>
                <a:lnTo>
                  <a:pt x="136" y="85"/>
                </a:lnTo>
                <a:lnTo>
                  <a:pt x="143" y="72"/>
                </a:lnTo>
                <a:moveTo>
                  <a:pt x="157" y="79"/>
                </a:moveTo>
                <a:lnTo>
                  <a:pt x="173" y="87"/>
                </a:lnTo>
                <a:lnTo>
                  <a:pt x="149" y="99"/>
                </a:lnTo>
                <a:lnTo>
                  <a:pt x="141" y="85"/>
                </a:lnTo>
                <a:lnTo>
                  <a:pt x="153" y="80"/>
                </a:lnTo>
                <a:lnTo>
                  <a:pt x="156" y="87"/>
                </a:lnTo>
                <a:lnTo>
                  <a:pt x="153" y="93"/>
                </a:lnTo>
                <a:lnTo>
                  <a:pt x="151" y="92"/>
                </a:lnTo>
                <a:lnTo>
                  <a:pt x="157" y="79"/>
                </a:lnTo>
                <a:moveTo>
                  <a:pt x="149" y="99"/>
                </a:moveTo>
                <a:lnTo>
                  <a:pt x="134" y="105"/>
                </a:lnTo>
                <a:lnTo>
                  <a:pt x="128" y="92"/>
                </a:lnTo>
                <a:lnTo>
                  <a:pt x="141" y="85"/>
                </a:lnTo>
                <a:lnTo>
                  <a:pt x="149" y="99"/>
                </a:lnTo>
                <a:moveTo>
                  <a:pt x="134" y="105"/>
                </a:moveTo>
                <a:lnTo>
                  <a:pt x="121" y="112"/>
                </a:lnTo>
                <a:lnTo>
                  <a:pt x="115" y="99"/>
                </a:lnTo>
                <a:lnTo>
                  <a:pt x="128" y="92"/>
                </a:lnTo>
                <a:lnTo>
                  <a:pt x="134" y="105"/>
                </a:lnTo>
                <a:moveTo>
                  <a:pt x="121" y="112"/>
                </a:moveTo>
                <a:lnTo>
                  <a:pt x="108" y="119"/>
                </a:lnTo>
                <a:lnTo>
                  <a:pt x="101" y="105"/>
                </a:lnTo>
                <a:lnTo>
                  <a:pt x="115" y="99"/>
                </a:lnTo>
                <a:lnTo>
                  <a:pt x="121" y="112"/>
                </a:lnTo>
                <a:moveTo>
                  <a:pt x="108" y="119"/>
                </a:moveTo>
                <a:lnTo>
                  <a:pt x="95" y="125"/>
                </a:lnTo>
                <a:lnTo>
                  <a:pt x="88" y="112"/>
                </a:lnTo>
                <a:lnTo>
                  <a:pt x="101" y="105"/>
                </a:lnTo>
                <a:lnTo>
                  <a:pt x="108" y="119"/>
                </a:lnTo>
                <a:moveTo>
                  <a:pt x="95" y="125"/>
                </a:moveTo>
                <a:lnTo>
                  <a:pt x="81" y="132"/>
                </a:lnTo>
                <a:lnTo>
                  <a:pt x="75" y="119"/>
                </a:lnTo>
                <a:lnTo>
                  <a:pt x="88" y="112"/>
                </a:lnTo>
                <a:lnTo>
                  <a:pt x="95" y="125"/>
                </a:lnTo>
                <a:moveTo>
                  <a:pt x="81" y="132"/>
                </a:moveTo>
                <a:lnTo>
                  <a:pt x="68" y="138"/>
                </a:lnTo>
                <a:lnTo>
                  <a:pt x="62" y="125"/>
                </a:lnTo>
                <a:lnTo>
                  <a:pt x="75" y="119"/>
                </a:lnTo>
                <a:lnTo>
                  <a:pt x="81" y="132"/>
                </a:lnTo>
                <a:moveTo>
                  <a:pt x="68" y="138"/>
                </a:moveTo>
                <a:lnTo>
                  <a:pt x="55" y="145"/>
                </a:lnTo>
                <a:lnTo>
                  <a:pt x="48" y="132"/>
                </a:lnTo>
                <a:lnTo>
                  <a:pt x="62" y="125"/>
                </a:lnTo>
                <a:lnTo>
                  <a:pt x="68" y="138"/>
                </a:lnTo>
                <a:moveTo>
                  <a:pt x="55" y="145"/>
                </a:moveTo>
                <a:lnTo>
                  <a:pt x="42" y="152"/>
                </a:lnTo>
                <a:lnTo>
                  <a:pt x="35" y="138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8" y="158"/>
                </a:lnTo>
                <a:lnTo>
                  <a:pt x="22" y="145"/>
                </a:lnTo>
                <a:lnTo>
                  <a:pt x="35" y="138"/>
                </a:lnTo>
                <a:lnTo>
                  <a:pt x="42" y="152"/>
                </a:lnTo>
                <a:moveTo>
                  <a:pt x="28" y="158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8" y="158"/>
                </a:lnTo>
                <a:moveTo>
                  <a:pt x="15" y="165"/>
                </a:moveTo>
                <a:lnTo>
                  <a:pt x="0" y="173"/>
                </a:lnTo>
                <a:lnTo>
                  <a:pt x="0" y="151"/>
                </a:lnTo>
                <a:lnTo>
                  <a:pt x="14" y="151"/>
                </a:lnTo>
                <a:lnTo>
                  <a:pt x="14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1"/>
                </a:moveTo>
                <a:lnTo>
                  <a:pt x="0" y="136"/>
                </a:lnTo>
                <a:lnTo>
                  <a:pt x="14" y="136"/>
                </a:lnTo>
                <a:lnTo>
                  <a:pt x="14" y="151"/>
                </a:lnTo>
                <a:lnTo>
                  <a:pt x="0" y="151"/>
                </a:lnTo>
                <a:moveTo>
                  <a:pt x="0" y="136"/>
                </a:moveTo>
                <a:lnTo>
                  <a:pt x="0" y="122"/>
                </a:lnTo>
                <a:lnTo>
                  <a:pt x="14" y="122"/>
                </a:lnTo>
                <a:lnTo>
                  <a:pt x="14" y="136"/>
                </a:lnTo>
                <a:lnTo>
                  <a:pt x="0" y="136"/>
                </a:lnTo>
                <a:moveTo>
                  <a:pt x="0" y="122"/>
                </a:moveTo>
                <a:lnTo>
                  <a:pt x="0" y="107"/>
                </a:lnTo>
                <a:lnTo>
                  <a:pt x="14" y="107"/>
                </a:lnTo>
                <a:lnTo>
                  <a:pt x="14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4" y="92"/>
                </a:lnTo>
                <a:lnTo>
                  <a:pt x="14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7"/>
                </a:lnTo>
                <a:lnTo>
                  <a:pt x="14" y="77"/>
                </a:lnTo>
                <a:lnTo>
                  <a:pt x="14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2"/>
                </a:lnTo>
                <a:lnTo>
                  <a:pt x="14" y="62"/>
                </a:lnTo>
                <a:lnTo>
                  <a:pt x="14" y="77"/>
                </a:lnTo>
                <a:lnTo>
                  <a:pt x="0" y="77"/>
                </a:lnTo>
                <a:moveTo>
                  <a:pt x="0" y="62"/>
                </a:moveTo>
                <a:lnTo>
                  <a:pt x="0" y="47"/>
                </a:lnTo>
                <a:lnTo>
                  <a:pt x="14" y="47"/>
                </a:lnTo>
                <a:lnTo>
                  <a:pt x="14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4" y="32"/>
                </a:lnTo>
                <a:lnTo>
                  <a:pt x="14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4" y="17"/>
                </a:lnTo>
                <a:lnTo>
                  <a:pt x="14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8"/>
                </a:lnTo>
                <a:lnTo>
                  <a:pt x="7" y="12"/>
                </a:lnTo>
                <a:lnTo>
                  <a:pt x="14" y="12"/>
                </a:lnTo>
                <a:lnTo>
                  <a:pt x="14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2705400" y="1319040"/>
            <a:ext cx="307080" cy="18720"/>
          </a:xfrm>
          <a:custGeom>
            <a:avLst/>
            <a:gdLst/>
            <a:ahLst/>
            <a:rect l="0" t="0" r="r" b="b"/>
            <a:pathLst>
              <a:path fill="none" w="853" h="52">
                <a:moveTo>
                  <a:pt x="0" y="52"/>
                </a:moveTo>
                <a:lnTo>
                  <a:pt x="78" y="44"/>
                </a:lnTo>
                <a:cubicBezTo>
                  <a:pt x="155" y="35"/>
                  <a:pt x="309" y="17"/>
                  <a:pt x="451" y="8"/>
                </a:cubicBezTo>
                <a:cubicBezTo>
                  <a:pt x="594" y="0"/>
                  <a:pt x="724" y="0"/>
                  <a:pt x="789" y="0"/>
                </a:cubicBezTo>
                <a:lnTo>
                  <a:pt x="853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2985480" y="12924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2982960" y="12880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9"/>
                </a:moveTo>
                <a:lnTo>
                  <a:pt x="50" y="25"/>
                </a:lnTo>
                <a:lnTo>
                  <a:pt x="44" y="38"/>
                </a:lnTo>
                <a:lnTo>
                  <a:pt x="30" y="32"/>
                </a:lnTo>
                <a:lnTo>
                  <a:pt x="37" y="19"/>
                </a:lnTo>
                <a:moveTo>
                  <a:pt x="50" y="25"/>
                </a:moveTo>
                <a:lnTo>
                  <a:pt x="65" y="32"/>
                </a:lnTo>
                <a:lnTo>
                  <a:pt x="58" y="45"/>
                </a:lnTo>
                <a:lnTo>
                  <a:pt x="44" y="38"/>
                </a:lnTo>
                <a:lnTo>
                  <a:pt x="50" y="25"/>
                </a:lnTo>
                <a:moveTo>
                  <a:pt x="65" y="32"/>
                </a:moveTo>
                <a:lnTo>
                  <a:pt x="78" y="38"/>
                </a:lnTo>
                <a:lnTo>
                  <a:pt x="71" y="52"/>
                </a:lnTo>
                <a:lnTo>
                  <a:pt x="58" y="45"/>
                </a:lnTo>
                <a:lnTo>
                  <a:pt x="65" y="32"/>
                </a:lnTo>
                <a:moveTo>
                  <a:pt x="78" y="38"/>
                </a:moveTo>
                <a:lnTo>
                  <a:pt x="91" y="45"/>
                </a:lnTo>
                <a:lnTo>
                  <a:pt x="84" y="58"/>
                </a:lnTo>
                <a:lnTo>
                  <a:pt x="71" y="52"/>
                </a:lnTo>
                <a:lnTo>
                  <a:pt x="78" y="38"/>
                </a:lnTo>
                <a:moveTo>
                  <a:pt x="91" y="45"/>
                </a:moveTo>
                <a:lnTo>
                  <a:pt x="104" y="52"/>
                </a:lnTo>
                <a:lnTo>
                  <a:pt x="98" y="65"/>
                </a:lnTo>
                <a:lnTo>
                  <a:pt x="84" y="58"/>
                </a:lnTo>
                <a:lnTo>
                  <a:pt x="91" y="45"/>
                </a:lnTo>
                <a:moveTo>
                  <a:pt x="104" y="52"/>
                </a:moveTo>
                <a:lnTo>
                  <a:pt x="118" y="58"/>
                </a:lnTo>
                <a:lnTo>
                  <a:pt x="111" y="72"/>
                </a:lnTo>
                <a:lnTo>
                  <a:pt x="98" y="65"/>
                </a:lnTo>
                <a:lnTo>
                  <a:pt x="104" y="52"/>
                </a:lnTo>
                <a:moveTo>
                  <a:pt x="118" y="58"/>
                </a:moveTo>
                <a:lnTo>
                  <a:pt x="131" y="65"/>
                </a:lnTo>
                <a:lnTo>
                  <a:pt x="124" y="78"/>
                </a:lnTo>
                <a:lnTo>
                  <a:pt x="111" y="72"/>
                </a:lnTo>
                <a:lnTo>
                  <a:pt x="118" y="58"/>
                </a:lnTo>
                <a:moveTo>
                  <a:pt x="131" y="65"/>
                </a:moveTo>
                <a:lnTo>
                  <a:pt x="144" y="72"/>
                </a:lnTo>
                <a:lnTo>
                  <a:pt x="137" y="85"/>
                </a:lnTo>
                <a:lnTo>
                  <a:pt x="124" y="78"/>
                </a:lnTo>
                <a:lnTo>
                  <a:pt x="131" y="65"/>
                </a:lnTo>
                <a:moveTo>
                  <a:pt x="144" y="72"/>
                </a:moveTo>
                <a:lnTo>
                  <a:pt x="157" y="78"/>
                </a:lnTo>
                <a:lnTo>
                  <a:pt x="151" y="91"/>
                </a:lnTo>
                <a:lnTo>
                  <a:pt x="137" y="85"/>
                </a:lnTo>
                <a:lnTo>
                  <a:pt x="144" y="72"/>
                </a:lnTo>
                <a:moveTo>
                  <a:pt x="157" y="78"/>
                </a:moveTo>
                <a:lnTo>
                  <a:pt x="173" y="86"/>
                </a:lnTo>
                <a:lnTo>
                  <a:pt x="149" y="98"/>
                </a:lnTo>
                <a:lnTo>
                  <a:pt x="142" y="85"/>
                </a:lnTo>
                <a:lnTo>
                  <a:pt x="153" y="79"/>
                </a:lnTo>
                <a:lnTo>
                  <a:pt x="156" y="86"/>
                </a:lnTo>
                <a:lnTo>
                  <a:pt x="153" y="93"/>
                </a:lnTo>
                <a:lnTo>
                  <a:pt x="151" y="91"/>
                </a:lnTo>
                <a:lnTo>
                  <a:pt x="157" y="78"/>
                </a:lnTo>
                <a:moveTo>
                  <a:pt x="149" y="98"/>
                </a:moveTo>
                <a:lnTo>
                  <a:pt x="136" y="105"/>
                </a:lnTo>
                <a:lnTo>
                  <a:pt x="129" y="91"/>
                </a:lnTo>
                <a:lnTo>
                  <a:pt x="142" y="85"/>
                </a:lnTo>
                <a:lnTo>
                  <a:pt x="149" y="98"/>
                </a:lnTo>
                <a:moveTo>
                  <a:pt x="136" y="105"/>
                </a:moveTo>
                <a:lnTo>
                  <a:pt x="122" y="111"/>
                </a:lnTo>
                <a:lnTo>
                  <a:pt x="116" y="98"/>
                </a:lnTo>
                <a:lnTo>
                  <a:pt x="129" y="91"/>
                </a:lnTo>
                <a:lnTo>
                  <a:pt x="136" y="105"/>
                </a:lnTo>
                <a:moveTo>
                  <a:pt x="122" y="111"/>
                </a:moveTo>
                <a:lnTo>
                  <a:pt x="109" y="118"/>
                </a:lnTo>
                <a:lnTo>
                  <a:pt x="102" y="105"/>
                </a:lnTo>
                <a:lnTo>
                  <a:pt x="116" y="98"/>
                </a:lnTo>
                <a:lnTo>
                  <a:pt x="122" y="111"/>
                </a:lnTo>
                <a:moveTo>
                  <a:pt x="109" y="118"/>
                </a:moveTo>
                <a:lnTo>
                  <a:pt x="96" y="126"/>
                </a:lnTo>
                <a:lnTo>
                  <a:pt x="89" y="111"/>
                </a:lnTo>
                <a:lnTo>
                  <a:pt x="102" y="105"/>
                </a:lnTo>
                <a:lnTo>
                  <a:pt x="109" y="118"/>
                </a:lnTo>
                <a:moveTo>
                  <a:pt x="96" y="126"/>
                </a:moveTo>
                <a:lnTo>
                  <a:pt x="83" y="132"/>
                </a:lnTo>
                <a:lnTo>
                  <a:pt x="76" y="118"/>
                </a:lnTo>
                <a:lnTo>
                  <a:pt x="89" y="111"/>
                </a:lnTo>
                <a:lnTo>
                  <a:pt x="96" y="126"/>
                </a:lnTo>
                <a:moveTo>
                  <a:pt x="83" y="132"/>
                </a:moveTo>
                <a:lnTo>
                  <a:pt x="69" y="139"/>
                </a:lnTo>
                <a:lnTo>
                  <a:pt x="63" y="126"/>
                </a:lnTo>
                <a:lnTo>
                  <a:pt x="76" y="118"/>
                </a:lnTo>
                <a:lnTo>
                  <a:pt x="83" y="132"/>
                </a:lnTo>
                <a:moveTo>
                  <a:pt x="69" y="139"/>
                </a:moveTo>
                <a:lnTo>
                  <a:pt x="55" y="145"/>
                </a:lnTo>
                <a:lnTo>
                  <a:pt x="48" y="132"/>
                </a:lnTo>
                <a:lnTo>
                  <a:pt x="63" y="126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5" y="139"/>
                </a:lnTo>
                <a:lnTo>
                  <a:pt x="42" y="152"/>
                </a:lnTo>
                <a:moveTo>
                  <a:pt x="29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2"/>
                </a:lnTo>
                <a:lnTo>
                  <a:pt x="15" y="152"/>
                </a:lnTo>
                <a:lnTo>
                  <a:pt x="15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2"/>
                </a:moveTo>
                <a:lnTo>
                  <a:pt x="0" y="137"/>
                </a:lnTo>
                <a:lnTo>
                  <a:pt x="15" y="137"/>
                </a:lnTo>
                <a:lnTo>
                  <a:pt x="15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6"/>
                </a:lnTo>
                <a:lnTo>
                  <a:pt x="15" y="106"/>
                </a:lnTo>
                <a:lnTo>
                  <a:pt x="15" y="122"/>
                </a:lnTo>
                <a:lnTo>
                  <a:pt x="0" y="122"/>
                </a:lnTo>
                <a:moveTo>
                  <a:pt x="0" y="106"/>
                </a:moveTo>
                <a:lnTo>
                  <a:pt x="0" y="91"/>
                </a:lnTo>
                <a:lnTo>
                  <a:pt x="15" y="91"/>
                </a:lnTo>
                <a:lnTo>
                  <a:pt x="15" y="106"/>
                </a:lnTo>
                <a:lnTo>
                  <a:pt x="0" y="106"/>
                </a:lnTo>
                <a:moveTo>
                  <a:pt x="0" y="91"/>
                </a:moveTo>
                <a:lnTo>
                  <a:pt x="0" y="76"/>
                </a:lnTo>
                <a:lnTo>
                  <a:pt x="15" y="76"/>
                </a:lnTo>
                <a:lnTo>
                  <a:pt x="15" y="91"/>
                </a:lnTo>
                <a:lnTo>
                  <a:pt x="0" y="91"/>
                </a:lnTo>
                <a:moveTo>
                  <a:pt x="0" y="76"/>
                </a:moveTo>
                <a:lnTo>
                  <a:pt x="0" y="62"/>
                </a:lnTo>
                <a:lnTo>
                  <a:pt x="15" y="62"/>
                </a:lnTo>
                <a:lnTo>
                  <a:pt x="15" y="76"/>
                </a:lnTo>
                <a:lnTo>
                  <a:pt x="0" y="76"/>
                </a:lnTo>
                <a:moveTo>
                  <a:pt x="0" y="62"/>
                </a:moveTo>
                <a:lnTo>
                  <a:pt x="0" y="47"/>
                </a:lnTo>
                <a:lnTo>
                  <a:pt x="15" y="47"/>
                </a:lnTo>
                <a:lnTo>
                  <a:pt x="15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5" y="32"/>
                </a:lnTo>
                <a:lnTo>
                  <a:pt x="15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9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2441520" y="1565640"/>
            <a:ext cx="689760" cy="538200"/>
          </a:xfrm>
          <a:custGeom>
            <a:avLst/>
            <a:gdLst/>
            <a:ahLst/>
            <a:rect l="0" t="0" r="r" b="b"/>
            <a:pathLst>
              <a:path fill="none" w="1916" h="1495">
                <a:moveTo>
                  <a:pt x="0" y="0"/>
                </a:moveTo>
                <a:lnTo>
                  <a:pt x="200" y="207"/>
                </a:lnTo>
                <a:cubicBezTo>
                  <a:pt x="399" y="414"/>
                  <a:pt x="798" y="827"/>
                  <a:pt x="1117" y="1077"/>
                </a:cubicBezTo>
                <a:cubicBezTo>
                  <a:pt x="1436" y="1326"/>
                  <a:pt x="1676" y="1411"/>
                  <a:pt x="1796" y="1453"/>
                </a:cubicBezTo>
                <a:lnTo>
                  <a:pt x="1916" y="1495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3097080" y="2069640"/>
            <a:ext cx="59400" cy="50760"/>
          </a:xfrm>
          <a:custGeom>
            <a:avLst/>
            <a:gdLst/>
            <a:ahLst/>
            <a:rect l="0" t="0" r="r" b="b"/>
            <a:pathLst>
              <a:path w="165" h="141">
                <a:moveTo>
                  <a:pt x="50" y="0"/>
                </a:moveTo>
                <a:lnTo>
                  <a:pt x="165" y="120"/>
                </a:lnTo>
                <a:lnTo>
                  <a:pt x="0" y="141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8" name=""/>
          <p:cNvSpPr/>
          <p:nvPr/>
        </p:nvSpPr>
        <p:spPr>
          <a:xfrm>
            <a:off x="3093120" y="206460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7" y="20"/>
                </a:moveTo>
                <a:lnTo>
                  <a:pt x="87" y="31"/>
                </a:lnTo>
                <a:lnTo>
                  <a:pt x="76" y="41"/>
                </a:lnTo>
                <a:lnTo>
                  <a:pt x="66" y="31"/>
                </a:lnTo>
                <a:lnTo>
                  <a:pt x="77" y="20"/>
                </a:lnTo>
                <a:moveTo>
                  <a:pt x="87" y="31"/>
                </a:moveTo>
                <a:lnTo>
                  <a:pt x="97" y="42"/>
                </a:lnTo>
                <a:lnTo>
                  <a:pt x="87" y="52"/>
                </a:lnTo>
                <a:lnTo>
                  <a:pt x="76" y="41"/>
                </a:lnTo>
                <a:lnTo>
                  <a:pt x="87" y="31"/>
                </a:lnTo>
                <a:moveTo>
                  <a:pt x="97" y="42"/>
                </a:moveTo>
                <a:lnTo>
                  <a:pt x="108" y="52"/>
                </a:lnTo>
                <a:lnTo>
                  <a:pt x="97" y="63"/>
                </a:lnTo>
                <a:lnTo>
                  <a:pt x="87" y="52"/>
                </a:lnTo>
                <a:lnTo>
                  <a:pt x="97" y="42"/>
                </a:lnTo>
                <a:moveTo>
                  <a:pt x="108" y="52"/>
                </a:moveTo>
                <a:lnTo>
                  <a:pt x="118" y="63"/>
                </a:lnTo>
                <a:lnTo>
                  <a:pt x="107" y="73"/>
                </a:lnTo>
                <a:lnTo>
                  <a:pt x="97" y="63"/>
                </a:lnTo>
                <a:lnTo>
                  <a:pt x="108" y="52"/>
                </a:lnTo>
                <a:moveTo>
                  <a:pt x="118" y="63"/>
                </a:moveTo>
                <a:lnTo>
                  <a:pt x="128" y="74"/>
                </a:lnTo>
                <a:lnTo>
                  <a:pt x="118" y="84"/>
                </a:lnTo>
                <a:lnTo>
                  <a:pt x="107" y="73"/>
                </a:lnTo>
                <a:lnTo>
                  <a:pt x="118" y="63"/>
                </a:lnTo>
                <a:moveTo>
                  <a:pt x="128" y="74"/>
                </a:moveTo>
                <a:lnTo>
                  <a:pt x="139" y="84"/>
                </a:lnTo>
                <a:lnTo>
                  <a:pt x="128" y="94"/>
                </a:lnTo>
                <a:lnTo>
                  <a:pt x="118" y="84"/>
                </a:lnTo>
                <a:lnTo>
                  <a:pt x="128" y="74"/>
                </a:lnTo>
                <a:moveTo>
                  <a:pt x="139" y="84"/>
                </a:moveTo>
                <a:lnTo>
                  <a:pt x="149" y="95"/>
                </a:lnTo>
                <a:lnTo>
                  <a:pt x="138" y="105"/>
                </a:lnTo>
                <a:lnTo>
                  <a:pt x="128" y="94"/>
                </a:lnTo>
                <a:lnTo>
                  <a:pt x="139" y="84"/>
                </a:lnTo>
                <a:moveTo>
                  <a:pt x="149" y="95"/>
                </a:moveTo>
                <a:lnTo>
                  <a:pt x="159" y="105"/>
                </a:lnTo>
                <a:lnTo>
                  <a:pt x="148" y="116"/>
                </a:lnTo>
                <a:lnTo>
                  <a:pt x="138" y="105"/>
                </a:lnTo>
                <a:lnTo>
                  <a:pt x="149" y="95"/>
                </a:lnTo>
                <a:moveTo>
                  <a:pt x="159" y="105"/>
                </a:moveTo>
                <a:lnTo>
                  <a:pt x="169" y="116"/>
                </a:lnTo>
                <a:lnTo>
                  <a:pt x="159" y="126"/>
                </a:lnTo>
                <a:lnTo>
                  <a:pt x="148" y="116"/>
                </a:lnTo>
                <a:lnTo>
                  <a:pt x="159" y="105"/>
                </a:lnTo>
                <a:moveTo>
                  <a:pt x="169" y="116"/>
                </a:moveTo>
                <a:lnTo>
                  <a:pt x="180" y="127"/>
                </a:lnTo>
                <a:lnTo>
                  <a:pt x="169" y="137"/>
                </a:lnTo>
                <a:lnTo>
                  <a:pt x="159" y="126"/>
                </a:lnTo>
                <a:lnTo>
                  <a:pt x="169" y="116"/>
                </a:lnTo>
                <a:moveTo>
                  <a:pt x="180" y="127"/>
                </a:moveTo>
                <a:lnTo>
                  <a:pt x="192" y="139"/>
                </a:lnTo>
                <a:lnTo>
                  <a:pt x="165" y="143"/>
                </a:lnTo>
                <a:lnTo>
                  <a:pt x="163" y="128"/>
                </a:lnTo>
                <a:lnTo>
                  <a:pt x="175" y="126"/>
                </a:lnTo>
                <a:lnTo>
                  <a:pt x="176" y="134"/>
                </a:lnTo>
                <a:lnTo>
                  <a:pt x="171" y="139"/>
                </a:lnTo>
                <a:lnTo>
                  <a:pt x="169" y="137"/>
                </a:lnTo>
                <a:lnTo>
                  <a:pt x="180" y="127"/>
                </a:lnTo>
                <a:moveTo>
                  <a:pt x="165" y="143"/>
                </a:moveTo>
                <a:lnTo>
                  <a:pt x="150" y="145"/>
                </a:lnTo>
                <a:lnTo>
                  <a:pt x="149" y="130"/>
                </a:lnTo>
                <a:lnTo>
                  <a:pt x="163" y="128"/>
                </a:lnTo>
                <a:lnTo>
                  <a:pt x="165" y="143"/>
                </a:lnTo>
                <a:moveTo>
                  <a:pt x="150" y="145"/>
                </a:moveTo>
                <a:lnTo>
                  <a:pt x="136" y="146"/>
                </a:lnTo>
                <a:lnTo>
                  <a:pt x="134" y="132"/>
                </a:lnTo>
                <a:lnTo>
                  <a:pt x="149" y="130"/>
                </a:lnTo>
                <a:lnTo>
                  <a:pt x="150" y="145"/>
                </a:lnTo>
                <a:moveTo>
                  <a:pt x="136" y="146"/>
                </a:moveTo>
                <a:lnTo>
                  <a:pt x="121" y="148"/>
                </a:lnTo>
                <a:lnTo>
                  <a:pt x="119" y="134"/>
                </a:lnTo>
                <a:lnTo>
                  <a:pt x="134" y="132"/>
                </a:lnTo>
                <a:lnTo>
                  <a:pt x="136" y="146"/>
                </a:lnTo>
                <a:moveTo>
                  <a:pt x="121" y="148"/>
                </a:moveTo>
                <a:lnTo>
                  <a:pt x="106" y="150"/>
                </a:lnTo>
                <a:lnTo>
                  <a:pt x="104" y="135"/>
                </a:lnTo>
                <a:lnTo>
                  <a:pt x="119" y="134"/>
                </a:lnTo>
                <a:lnTo>
                  <a:pt x="121" y="148"/>
                </a:lnTo>
                <a:moveTo>
                  <a:pt x="106" y="150"/>
                </a:moveTo>
                <a:lnTo>
                  <a:pt x="92" y="152"/>
                </a:lnTo>
                <a:lnTo>
                  <a:pt x="90" y="137"/>
                </a:lnTo>
                <a:lnTo>
                  <a:pt x="104" y="135"/>
                </a:lnTo>
                <a:lnTo>
                  <a:pt x="106" y="150"/>
                </a:lnTo>
                <a:moveTo>
                  <a:pt x="92" y="152"/>
                </a:moveTo>
                <a:lnTo>
                  <a:pt x="77" y="154"/>
                </a:lnTo>
                <a:lnTo>
                  <a:pt x="75" y="139"/>
                </a:lnTo>
                <a:lnTo>
                  <a:pt x="90" y="137"/>
                </a:lnTo>
                <a:lnTo>
                  <a:pt x="92" y="152"/>
                </a:lnTo>
                <a:moveTo>
                  <a:pt x="77" y="154"/>
                </a:moveTo>
                <a:lnTo>
                  <a:pt x="62" y="156"/>
                </a:lnTo>
                <a:lnTo>
                  <a:pt x="60" y="141"/>
                </a:lnTo>
                <a:lnTo>
                  <a:pt x="75" y="139"/>
                </a:lnTo>
                <a:lnTo>
                  <a:pt x="77" y="154"/>
                </a:lnTo>
                <a:moveTo>
                  <a:pt x="62" y="156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6"/>
                </a:lnTo>
                <a:moveTo>
                  <a:pt x="47" y="157"/>
                </a:moveTo>
                <a:lnTo>
                  <a:pt x="32" y="159"/>
                </a:lnTo>
                <a:lnTo>
                  <a:pt x="30" y="145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7" y="161"/>
                </a:lnTo>
                <a:lnTo>
                  <a:pt x="15" y="146"/>
                </a:lnTo>
                <a:lnTo>
                  <a:pt x="30" y="145"/>
                </a:lnTo>
                <a:lnTo>
                  <a:pt x="32" y="159"/>
                </a:lnTo>
                <a:moveTo>
                  <a:pt x="17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5"/>
                </a:lnTo>
                <a:lnTo>
                  <a:pt x="10" y="147"/>
                </a:lnTo>
                <a:lnTo>
                  <a:pt x="15" y="146"/>
                </a:lnTo>
                <a:lnTo>
                  <a:pt x="17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7" y="59"/>
                </a:lnTo>
                <a:lnTo>
                  <a:pt x="51" y="64"/>
                </a:lnTo>
                <a:lnTo>
                  <a:pt x="46" y="78"/>
                </a:lnTo>
                <a:lnTo>
                  <a:pt x="32" y="73"/>
                </a:lnTo>
                <a:moveTo>
                  <a:pt x="37" y="59"/>
                </a:moveTo>
                <a:lnTo>
                  <a:pt x="41" y="45"/>
                </a:lnTo>
                <a:lnTo>
                  <a:pt x="56" y="50"/>
                </a:lnTo>
                <a:lnTo>
                  <a:pt x="51" y="64"/>
                </a:lnTo>
                <a:lnTo>
                  <a:pt x="37" y="59"/>
                </a:lnTo>
                <a:moveTo>
                  <a:pt x="41" y="45"/>
                </a:moveTo>
                <a:lnTo>
                  <a:pt x="46" y="31"/>
                </a:lnTo>
                <a:lnTo>
                  <a:pt x="61" y="36"/>
                </a:lnTo>
                <a:lnTo>
                  <a:pt x="56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7"/>
                </a:lnTo>
                <a:lnTo>
                  <a:pt x="66" y="22"/>
                </a:lnTo>
                <a:lnTo>
                  <a:pt x="61" y="36"/>
                </a:lnTo>
                <a:lnTo>
                  <a:pt x="46" y="31"/>
                </a:lnTo>
                <a:moveTo>
                  <a:pt x="51" y="17"/>
                </a:moveTo>
                <a:lnTo>
                  <a:pt x="58" y="0"/>
                </a:lnTo>
                <a:lnTo>
                  <a:pt x="77" y="20"/>
                </a:lnTo>
                <a:lnTo>
                  <a:pt x="66" y="31"/>
                </a:lnTo>
                <a:lnTo>
                  <a:pt x="56" y="20"/>
                </a:lnTo>
                <a:lnTo>
                  <a:pt x="61" y="14"/>
                </a:lnTo>
                <a:lnTo>
                  <a:pt x="68" y="17"/>
                </a:lnTo>
                <a:lnTo>
                  <a:pt x="66" y="22"/>
                </a:lnTo>
                <a:lnTo>
                  <a:pt x="51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9" name=""/>
          <p:cNvSpPr/>
          <p:nvPr/>
        </p:nvSpPr>
        <p:spPr>
          <a:xfrm>
            <a:off x="2441520" y="2481480"/>
            <a:ext cx="689760" cy="538200"/>
          </a:xfrm>
          <a:custGeom>
            <a:avLst/>
            <a:gdLst/>
            <a:ahLst/>
            <a:rect l="0" t="0" r="r" b="b"/>
            <a:pathLst>
              <a:path fill="none" w="1916" h="1495">
                <a:moveTo>
                  <a:pt x="0" y="1495"/>
                </a:moveTo>
                <a:lnTo>
                  <a:pt x="200" y="1287"/>
                </a:lnTo>
                <a:cubicBezTo>
                  <a:pt x="399" y="1080"/>
                  <a:pt x="798" y="666"/>
                  <a:pt x="1117" y="417"/>
                </a:cubicBezTo>
                <a:cubicBezTo>
                  <a:pt x="1436" y="168"/>
                  <a:pt x="1676" y="84"/>
                  <a:pt x="1796" y="42"/>
                </a:cubicBezTo>
                <a:lnTo>
                  <a:pt x="1916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0" name=""/>
          <p:cNvSpPr/>
          <p:nvPr/>
        </p:nvSpPr>
        <p:spPr>
          <a:xfrm>
            <a:off x="3097080" y="2464920"/>
            <a:ext cx="59400" cy="50760"/>
          </a:xfrm>
          <a:custGeom>
            <a:avLst/>
            <a:gdLst/>
            <a:ahLst/>
            <a:rect l="0" t="0" r="r" b="b"/>
            <a:pathLst>
              <a:path w="165" h="141">
                <a:moveTo>
                  <a:pt x="0" y="0"/>
                </a:moveTo>
                <a:lnTo>
                  <a:pt x="165" y="21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1" name=""/>
          <p:cNvSpPr/>
          <p:nvPr/>
        </p:nvSpPr>
        <p:spPr>
          <a:xfrm>
            <a:off x="3093120" y="246168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1" y="6"/>
                </a:lnTo>
                <a:lnTo>
                  <a:pt x="39" y="20"/>
                </a:lnTo>
                <a:lnTo>
                  <a:pt x="25" y="18"/>
                </a:lnTo>
                <a:lnTo>
                  <a:pt x="27" y="4"/>
                </a:lnTo>
                <a:moveTo>
                  <a:pt x="41" y="6"/>
                </a:moveTo>
                <a:lnTo>
                  <a:pt x="57" y="7"/>
                </a:lnTo>
                <a:lnTo>
                  <a:pt x="55" y="22"/>
                </a:lnTo>
                <a:lnTo>
                  <a:pt x="39" y="20"/>
                </a:lnTo>
                <a:lnTo>
                  <a:pt x="41" y="6"/>
                </a:lnTo>
                <a:moveTo>
                  <a:pt x="57" y="7"/>
                </a:moveTo>
                <a:lnTo>
                  <a:pt x="72" y="9"/>
                </a:lnTo>
                <a:lnTo>
                  <a:pt x="70" y="24"/>
                </a:lnTo>
                <a:lnTo>
                  <a:pt x="55" y="22"/>
                </a:lnTo>
                <a:lnTo>
                  <a:pt x="57" y="7"/>
                </a:lnTo>
                <a:moveTo>
                  <a:pt x="72" y="9"/>
                </a:moveTo>
                <a:lnTo>
                  <a:pt x="86" y="11"/>
                </a:lnTo>
                <a:lnTo>
                  <a:pt x="84" y="26"/>
                </a:lnTo>
                <a:lnTo>
                  <a:pt x="70" y="24"/>
                </a:lnTo>
                <a:lnTo>
                  <a:pt x="72" y="9"/>
                </a:lnTo>
                <a:moveTo>
                  <a:pt x="86" y="11"/>
                </a:moveTo>
                <a:lnTo>
                  <a:pt x="101" y="13"/>
                </a:lnTo>
                <a:lnTo>
                  <a:pt x="99" y="28"/>
                </a:lnTo>
                <a:lnTo>
                  <a:pt x="84" y="26"/>
                </a:lnTo>
                <a:lnTo>
                  <a:pt x="86" y="11"/>
                </a:lnTo>
                <a:moveTo>
                  <a:pt x="101" y="13"/>
                </a:moveTo>
                <a:lnTo>
                  <a:pt x="116" y="15"/>
                </a:lnTo>
                <a:lnTo>
                  <a:pt x="114" y="30"/>
                </a:lnTo>
                <a:lnTo>
                  <a:pt x="99" y="28"/>
                </a:lnTo>
                <a:lnTo>
                  <a:pt x="101" y="13"/>
                </a:lnTo>
                <a:moveTo>
                  <a:pt x="116" y="15"/>
                </a:moveTo>
                <a:lnTo>
                  <a:pt x="130" y="17"/>
                </a:lnTo>
                <a:lnTo>
                  <a:pt x="129" y="31"/>
                </a:lnTo>
                <a:lnTo>
                  <a:pt x="114" y="30"/>
                </a:lnTo>
                <a:lnTo>
                  <a:pt x="116" y="15"/>
                </a:lnTo>
                <a:moveTo>
                  <a:pt x="130" y="17"/>
                </a:moveTo>
                <a:lnTo>
                  <a:pt x="145" y="19"/>
                </a:lnTo>
                <a:lnTo>
                  <a:pt x="143" y="33"/>
                </a:lnTo>
                <a:lnTo>
                  <a:pt x="129" y="31"/>
                </a:lnTo>
                <a:lnTo>
                  <a:pt x="130" y="17"/>
                </a:lnTo>
                <a:moveTo>
                  <a:pt x="145" y="19"/>
                </a:moveTo>
                <a:lnTo>
                  <a:pt x="160" y="20"/>
                </a:lnTo>
                <a:lnTo>
                  <a:pt x="158" y="35"/>
                </a:lnTo>
                <a:lnTo>
                  <a:pt x="143" y="33"/>
                </a:lnTo>
                <a:lnTo>
                  <a:pt x="145" y="19"/>
                </a:lnTo>
                <a:moveTo>
                  <a:pt x="160" y="20"/>
                </a:moveTo>
                <a:lnTo>
                  <a:pt x="175" y="22"/>
                </a:lnTo>
                <a:lnTo>
                  <a:pt x="173" y="37"/>
                </a:lnTo>
                <a:lnTo>
                  <a:pt x="158" y="35"/>
                </a:lnTo>
                <a:lnTo>
                  <a:pt x="160" y="20"/>
                </a:lnTo>
                <a:moveTo>
                  <a:pt x="175" y="22"/>
                </a:moveTo>
                <a:lnTo>
                  <a:pt x="192" y="24"/>
                </a:lnTo>
                <a:lnTo>
                  <a:pt x="173" y="44"/>
                </a:lnTo>
                <a:lnTo>
                  <a:pt x="162" y="34"/>
                </a:lnTo>
                <a:lnTo>
                  <a:pt x="171" y="25"/>
                </a:lnTo>
                <a:lnTo>
                  <a:pt x="176" y="30"/>
                </a:lnTo>
                <a:lnTo>
                  <a:pt x="175" y="37"/>
                </a:lnTo>
                <a:lnTo>
                  <a:pt x="173" y="37"/>
                </a:lnTo>
                <a:lnTo>
                  <a:pt x="175" y="22"/>
                </a:lnTo>
                <a:moveTo>
                  <a:pt x="173" y="44"/>
                </a:moveTo>
                <a:lnTo>
                  <a:pt x="163" y="55"/>
                </a:lnTo>
                <a:lnTo>
                  <a:pt x="152" y="44"/>
                </a:lnTo>
                <a:lnTo>
                  <a:pt x="162" y="34"/>
                </a:lnTo>
                <a:lnTo>
                  <a:pt x="173" y="44"/>
                </a:lnTo>
                <a:moveTo>
                  <a:pt x="163" y="55"/>
                </a:moveTo>
                <a:lnTo>
                  <a:pt x="153" y="66"/>
                </a:lnTo>
                <a:lnTo>
                  <a:pt x="142" y="56"/>
                </a:lnTo>
                <a:lnTo>
                  <a:pt x="152" y="44"/>
                </a:lnTo>
                <a:lnTo>
                  <a:pt x="163" y="55"/>
                </a:lnTo>
                <a:moveTo>
                  <a:pt x="153" y="66"/>
                </a:moveTo>
                <a:lnTo>
                  <a:pt x="142" y="77"/>
                </a:lnTo>
                <a:lnTo>
                  <a:pt x="132" y="66"/>
                </a:lnTo>
                <a:lnTo>
                  <a:pt x="142" y="56"/>
                </a:lnTo>
                <a:lnTo>
                  <a:pt x="153" y="66"/>
                </a:lnTo>
                <a:moveTo>
                  <a:pt x="142" y="77"/>
                </a:moveTo>
                <a:lnTo>
                  <a:pt x="132" y="87"/>
                </a:lnTo>
                <a:lnTo>
                  <a:pt x="121" y="77"/>
                </a:lnTo>
                <a:lnTo>
                  <a:pt x="132" y="66"/>
                </a:lnTo>
                <a:lnTo>
                  <a:pt x="142" y="77"/>
                </a:lnTo>
                <a:moveTo>
                  <a:pt x="132" y="87"/>
                </a:moveTo>
                <a:lnTo>
                  <a:pt x="122" y="98"/>
                </a:lnTo>
                <a:lnTo>
                  <a:pt x="111" y="88"/>
                </a:lnTo>
                <a:lnTo>
                  <a:pt x="121" y="77"/>
                </a:lnTo>
                <a:lnTo>
                  <a:pt x="132" y="87"/>
                </a:lnTo>
                <a:moveTo>
                  <a:pt x="122" y="98"/>
                </a:moveTo>
                <a:lnTo>
                  <a:pt x="111" y="109"/>
                </a:lnTo>
                <a:lnTo>
                  <a:pt x="101" y="98"/>
                </a:lnTo>
                <a:lnTo>
                  <a:pt x="111" y="88"/>
                </a:lnTo>
                <a:lnTo>
                  <a:pt x="122" y="98"/>
                </a:lnTo>
                <a:moveTo>
                  <a:pt x="111" y="109"/>
                </a:moveTo>
                <a:lnTo>
                  <a:pt x="101" y="119"/>
                </a:lnTo>
                <a:lnTo>
                  <a:pt x="90" y="109"/>
                </a:lnTo>
                <a:lnTo>
                  <a:pt x="101" y="98"/>
                </a:lnTo>
                <a:lnTo>
                  <a:pt x="111" y="109"/>
                </a:lnTo>
                <a:moveTo>
                  <a:pt x="101" y="119"/>
                </a:moveTo>
                <a:lnTo>
                  <a:pt x="91" y="130"/>
                </a:lnTo>
                <a:lnTo>
                  <a:pt x="80" y="120"/>
                </a:lnTo>
                <a:lnTo>
                  <a:pt x="90" y="109"/>
                </a:lnTo>
                <a:lnTo>
                  <a:pt x="101" y="119"/>
                </a:lnTo>
                <a:moveTo>
                  <a:pt x="91" y="130"/>
                </a:moveTo>
                <a:lnTo>
                  <a:pt x="80" y="141"/>
                </a:lnTo>
                <a:lnTo>
                  <a:pt x="70" y="130"/>
                </a:lnTo>
                <a:lnTo>
                  <a:pt x="80" y="120"/>
                </a:lnTo>
                <a:lnTo>
                  <a:pt x="91" y="130"/>
                </a:lnTo>
                <a:moveTo>
                  <a:pt x="80" y="141"/>
                </a:moveTo>
                <a:lnTo>
                  <a:pt x="70" y="151"/>
                </a:lnTo>
                <a:lnTo>
                  <a:pt x="59" y="141"/>
                </a:lnTo>
                <a:lnTo>
                  <a:pt x="70" y="130"/>
                </a:lnTo>
                <a:lnTo>
                  <a:pt x="80" y="141"/>
                </a:lnTo>
                <a:moveTo>
                  <a:pt x="70" y="151"/>
                </a:moveTo>
                <a:lnTo>
                  <a:pt x="58" y="164"/>
                </a:lnTo>
                <a:lnTo>
                  <a:pt x="50" y="144"/>
                </a:lnTo>
                <a:lnTo>
                  <a:pt x="65" y="139"/>
                </a:lnTo>
                <a:lnTo>
                  <a:pt x="68" y="148"/>
                </a:lnTo>
                <a:lnTo>
                  <a:pt x="61" y="150"/>
                </a:lnTo>
                <a:lnTo>
                  <a:pt x="56" y="145"/>
                </a:lnTo>
                <a:lnTo>
                  <a:pt x="59" y="141"/>
                </a:lnTo>
                <a:lnTo>
                  <a:pt x="70" y="151"/>
                </a:lnTo>
                <a:moveTo>
                  <a:pt x="50" y="144"/>
                </a:moveTo>
                <a:lnTo>
                  <a:pt x="45" y="130"/>
                </a:lnTo>
                <a:lnTo>
                  <a:pt x="60" y="125"/>
                </a:lnTo>
                <a:lnTo>
                  <a:pt x="65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5" y="111"/>
                </a:lnTo>
                <a:lnTo>
                  <a:pt x="60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5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0" y="60"/>
                </a:lnTo>
                <a:lnTo>
                  <a:pt x="34" y="55"/>
                </a:lnTo>
                <a:lnTo>
                  <a:pt x="39" y="69"/>
                </a:lnTo>
                <a:lnTo>
                  <a:pt x="25" y="74"/>
                </a:lnTo>
                <a:moveTo>
                  <a:pt x="20" y="60"/>
                </a:moveTo>
                <a:lnTo>
                  <a:pt x="16" y="45"/>
                </a:lnTo>
                <a:lnTo>
                  <a:pt x="29" y="40"/>
                </a:lnTo>
                <a:lnTo>
                  <a:pt x="34" y="55"/>
                </a:lnTo>
                <a:lnTo>
                  <a:pt x="20" y="60"/>
                </a:lnTo>
                <a:moveTo>
                  <a:pt x="16" y="45"/>
                </a:moveTo>
                <a:lnTo>
                  <a:pt x="11" y="31"/>
                </a:lnTo>
                <a:lnTo>
                  <a:pt x="25" y="26"/>
                </a:lnTo>
                <a:lnTo>
                  <a:pt x="29" y="40"/>
                </a:lnTo>
                <a:lnTo>
                  <a:pt x="16" y="45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8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2705400" y="3247560"/>
            <a:ext cx="307080" cy="18720"/>
          </a:xfrm>
          <a:custGeom>
            <a:avLst/>
            <a:gdLst/>
            <a:ahLst/>
            <a:rect l="0" t="0" r="r" b="b"/>
            <a:pathLst>
              <a:path fill="none" w="853" h="52">
                <a:moveTo>
                  <a:pt x="0" y="0"/>
                </a:moveTo>
                <a:lnTo>
                  <a:pt x="78" y="8"/>
                </a:lnTo>
                <a:cubicBezTo>
                  <a:pt x="155" y="17"/>
                  <a:pt x="309" y="35"/>
                  <a:pt x="451" y="43"/>
                </a:cubicBezTo>
                <a:cubicBezTo>
                  <a:pt x="594" y="52"/>
                  <a:pt x="724" y="52"/>
                  <a:pt x="789" y="52"/>
                </a:cubicBezTo>
                <a:lnTo>
                  <a:pt x="853" y="52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2985480" y="32392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4" name=""/>
          <p:cNvSpPr/>
          <p:nvPr/>
        </p:nvSpPr>
        <p:spPr>
          <a:xfrm>
            <a:off x="2982960" y="32349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8"/>
                </a:moveTo>
                <a:lnTo>
                  <a:pt x="50" y="25"/>
                </a:lnTo>
                <a:lnTo>
                  <a:pt x="44" y="38"/>
                </a:lnTo>
                <a:lnTo>
                  <a:pt x="30" y="32"/>
                </a:lnTo>
                <a:lnTo>
                  <a:pt x="37" y="18"/>
                </a:lnTo>
                <a:moveTo>
                  <a:pt x="50" y="25"/>
                </a:moveTo>
                <a:lnTo>
                  <a:pt x="65" y="32"/>
                </a:lnTo>
                <a:lnTo>
                  <a:pt x="58" y="46"/>
                </a:lnTo>
                <a:lnTo>
                  <a:pt x="44" y="38"/>
                </a:lnTo>
                <a:lnTo>
                  <a:pt x="50" y="25"/>
                </a:lnTo>
                <a:moveTo>
                  <a:pt x="65" y="32"/>
                </a:moveTo>
                <a:lnTo>
                  <a:pt x="78" y="38"/>
                </a:lnTo>
                <a:lnTo>
                  <a:pt x="71" y="53"/>
                </a:lnTo>
                <a:lnTo>
                  <a:pt x="58" y="46"/>
                </a:lnTo>
                <a:lnTo>
                  <a:pt x="65" y="32"/>
                </a:lnTo>
                <a:moveTo>
                  <a:pt x="78" y="38"/>
                </a:moveTo>
                <a:lnTo>
                  <a:pt x="91" y="46"/>
                </a:lnTo>
                <a:lnTo>
                  <a:pt x="84" y="59"/>
                </a:lnTo>
                <a:lnTo>
                  <a:pt x="71" y="53"/>
                </a:lnTo>
                <a:lnTo>
                  <a:pt x="78" y="38"/>
                </a:lnTo>
                <a:moveTo>
                  <a:pt x="91" y="46"/>
                </a:moveTo>
                <a:lnTo>
                  <a:pt x="104" y="53"/>
                </a:lnTo>
                <a:lnTo>
                  <a:pt x="98" y="66"/>
                </a:lnTo>
                <a:lnTo>
                  <a:pt x="84" y="59"/>
                </a:lnTo>
                <a:lnTo>
                  <a:pt x="91" y="46"/>
                </a:lnTo>
                <a:moveTo>
                  <a:pt x="104" y="53"/>
                </a:moveTo>
                <a:lnTo>
                  <a:pt x="118" y="59"/>
                </a:lnTo>
                <a:lnTo>
                  <a:pt x="111" y="72"/>
                </a:lnTo>
                <a:lnTo>
                  <a:pt x="98" y="66"/>
                </a:lnTo>
                <a:lnTo>
                  <a:pt x="104" y="53"/>
                </a:lnTo>
                <a:moveTo>
                  <a:pt x="118" y="59"/>
                </a:moveTo>
                <a:lnTo>
                  <a:pt x="131" y="66"/>
                </a:lnTo>
                <a:lnTo>
                  <a:pt x="124" y="79"/>
                </a:lnTo>
                <a:lnTo>
                  <a:pt x="111" y="72"/>
                </a:lnTo>
                <a:lnTo>
                  <a:pt x="118" y="59"/>
                </a:lnTo>
                <a:moveTo>
                  <a:pt x="131" y="66"/>
                </a:moveTo>
                <a:lnTo>
                  <a:pt x="144" y="72"/>
                </a:lnTo>
                <a:lnTo>
                  <a:pt x="137" y="86"/>
                </a:lnTo>
                <a:lnTo>
                  <a:pt x="124" y="79"/>
                </a:lnTo>
                <a:lnTo>
                  <a:pt x="131" y="66"/>
                </a:lnTo>
                <a:moveTo>
                  <a:pt x="144" y="72"/>
                </a:moveTo>
                <a:lnTo>
                  <a:pt x="157" y="79"/>
                </a:lnTo>
                <a:lnTo>
                  <a:pt x="151" y="92"/>
                </a:lnTo>
                <a:lnTo>
                  <a:pt x="137" y="86"/>
                </a:lnTo>
                <a:lnTo>
                  <a:pt x="144" y="72"/>
                </a:lnTo>
                <a:moveTo>
                  <a:pt x="157" y="79"/>
                </a:moveTo>
                <a:lnTo>
                  <a:pt x="173" y="87"/>
                </a:lnTo>
                <a:lnTo>
                  <a:pt x="149" y="99"/>
                </a:lnTo>
                <a:lnTo>
                  <a:pt x="142" y="86"/>
                </a:lnTo>
                <a:lnTo>
                  <a:pt x="153" y="80"/>
                </a:lnTo>
                <a:lnTo>
                  <a:pt x="156" y="87"/>
                </a:lnTo>
                <a:lnTo>
                  <a:pt x="153" y="93"/>
                </a:lnTo>
                <a:lnTo>
                  <a:pt x="151" y="92"/>
                </a:lnTo>
                <a:lnTo>
                  <a:pt x="157" y="79"/>
                </a:lnTo>
                <a:moveTo>
                  <a:pt x="149" y="99"/>
                </a:moveTo>
                <a:lnTo>
                  <a:pt x="136" y="106"/>
                </a:lnTo>
                <a:lnTo>
                  <a:pt x="129" y="92"/>
                </a:lnTo>
                <a:lnTo>
                  <a:pt x="142" y="86"/>
                </a:lnTo>
                <a:lnTo>
                  <a:pt x="149" y="99"/>
                </a:lnTo>
                <a:moveTo>
                  <a:pt x="136" y="106"/>
                </a:moveTo>
                <a:lnTo>
                  <a:pt x="122" y="112"/>
                </a:lnTo>
                <a:lnTo>
                  <a:pt x="116" y="99"/>
                </a:lnTo>
                <a:lnTo>
                  <a:pt x="129" y="92"/>
                </a:lnTo>
                <a:lnTo>
                  <a:pt x="136" y="106"/>
                </a:lnTo>
                <a:moveTo>
                  <a:pt x="122" y="112"/>
                </a:moveTo>
                <a:lnTo>
                  <a:pt x="109" y="119"/>
                </a:lnTo>
                <a:lnTo>
                  <a:pt x="102" y="106"/>
                </a:lnTo>
                <a:lnTo>
                  <a:pt x="116" y="99"/>
                </a:lnTo>
                <a:lnTo>
                  <a:pt x="122" y="112"/>
                </a:lnTo>
                <a:moveTo>
                  <a:pt x="109" y="119"/>
                </a:moveTo>
                <a:lnTo>
                  <a:pt x="96" y="125"/>
                </a:lnTo>
                <a:lnTo>
                  <a:pt x="89" y="112"/>
                </a:lnTo>
                <a:lnTo>
                  <a:pt x="102" y="106"/>
                </a:lnTo>
                <a:lnTo>
                  <a:pt x="109" y="119"/>
                </a:lnTo>
                <a:moveTo>
                  <a:pt x="96" y="125"/>
                </a:moveTo>
                <a:lnTo>
                  <a:pt x="83" y="132"/>
                </a:lnTo>
                <a:lnTo>
                  <a:pt x="76" y="119"/>
                </a:lnTo>
                <a:lnTo>
                  <a:pt x="89" y="112"/>
                </a:lnTo>
                <a:lnTo>
                  <a:pt x="96" y="125"/>
                </a:lnTo>
                <a:moveTo>
                  <a:pt x="83" y="132"/>
                </a:moveTo>
                <a:lnTo>
                  <a:pt x="69" y="139"/>
                </a:lnTo>
                <a:lnTo>
                  <a:pt x="63" y="125"/>
                </a:lnTo>
                <a:lnTo>
                  <a:pt x="76" y="119"/>
                </a:lnTo>
                <a:lnTo>
                  <a:pt x="83" y="132"/>
                </a:lnTo>
                <a:moveTo>
                  <a:pt x="69" y="139"/>
                </a:moveTo>
                <a:lnTo>
                  <a:pt x="55" y="145"/>
                </a:lnTo>
                <a:lnTo>
                  <a:pt x="48" y="132"/>
                </a:lnTo>
                <a:lnTo>
                  <a:pt x="63" y="125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5" y="139"/>
                </a:lnTo>
                <a:lnTo>
                  <a:pt x="42" y="152"/>
                </a:lnTo>
                <a:moveTo>
                  <a:pt x="29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1"/>
                </a:lnTo>
                <a:lnTo>
                  <a:pt x="15" y="151"/>
                </a:lnTo>
                <a:lnTo>
                  <a:pt x="15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1"/>
                </a:moveTo>
                <a:lnTo>
                  <a:pt x="0" y="137"/>
                </a:lnTo>
                <a:lnTo>
                  <a:pt x="15" y="137"/>
                </a:lnTo>
                <a:lnTo>
                  <a:pt x="15" y="151"/>
                </a:lnTo>
                <a:lnTo>
                  <a:pt x="0" y="151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7"/>
                </a:lnTo>
                <a:lnTo>
                  <a:pt x="15" y="107"/>
                </a:lnTo>
                <a:lnTo>
                  <a:pt x="15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5" y="92"/>
                </a:lnTo>
                <a:lnTo>
                  <a:pt x="15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7"/>
                </a:lnTo>
                <a:lnTo>
                  <a:pt x="15" y="77"/>
                </a:lnTo>
                <a:lnTo>
                  <a:pt x="15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3"/>
                </a:lnTo>
                <a:lnTo>
                  <a:pt x="15" y="63"/>
                </a:lnTo>
                <a:lnTo>
                  <a:pt x="15" y="77"/>
                </a:lnTo>
                <a:lnTo>
                  <a:pt x="0" y="77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2"/>
                </a:lnTo>
                <a:lnTo>
                  <a:pt x="15" y="32"/>
                </a:lnTo>
                <a:lnTo>
                  <a:pt x="15" y="48"/>
                </a:lnTo>
                <a:lnTo>
                  <a:pt x="0" y="48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8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4295880" y="1252440"/>
            <a:ext cx="307080" cy="14400"/>
          </a:xfrm>
          <a:custGeom>
            <a:avLst/>
            <a:gdLst/>
            <a:ahLst/>
            <a:rect l="0" t="0" r="r" b="b"/>
            <a:pathLst>
              <a:path fill="none" w="853" h="40">
                <a:moveTo>
                  <a:pt x="0" y="40"/>
                </a:moveTo>
                <a:lnTo>
                  <a:pt x="77" y="32"/>
                </a:lnTo>
                <a:cubicBezTo>
                  <a:pt x="154" y="26"/>
                  <a:pt x="308" y="13"/>
                  <a:pt x="451" y="6"/>
                </a:cubicBezTo>
                <a:cubicBezTo>
                  <a:pt x="593" y="0"/>
                  <a:pt x="723" y="0"/>
                  <a:pt x="788" y="0"/>
                </a:cubicBezTo>
                <a:lnTo>
                  <a:pt x="853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6" name=""/>
          <p:cNvSpPr/>
          <p:nvPr/>
        </p:nvSpPr>
        <p:spPr>
          <a:xfrm>
            <a:off x="4575960" y="12258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7" name=""/>
          <p:cNvSpPr/>
          <p:nvPr/>
        </p:nvSpPr>
        <p:spPr>
          <a:xfrm>
            <a:off x="4573080" y="12214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1" y="32"/>
                </a:lnTo>
                <a:lnTo>
                  <a:pt x="18" y="25"/>
                </a:lnTo>
                <a:lnTo>
                  <a:pt x="24" y="12"/>
                </a:lnTo>
                <a:moveTo>
                  <a:pt x="37" y="18"/>
                </a:moveTo>
                <a:lnTo>
                  <a:pt x="51" y="25"/>
                </a:lnTo>
                <a:lnTo>
                  <a:pt x="44" y="38"/>
                </a:lnTo>
                <a:lnTo>
                  <a:pt x="31" y="32"/>
                </a:lnTo>
                <a:lnTo>
                  <a:pt x="37" y="18"/>
                </a:lnTo>
                <a:moveTo>
                  <a:pt x="51" y="25"/>
                </a:moveTo>
                <a:lnTo>
                  <a:pt x="64" y="32"/>
                </a:lnTo>
                <a:lnTo>
                  <a:pt x="57" y="45"/>
                </a:lnTo>
                <a:lnTo>
                  <a:pt x="44" y="38"/>
                </a:lnTo>
                <a:lnTo>
                  <a:pt x="51" y="25"/>
                </a:lnTo>
                <a:moveTo>
                  <a:pt x="64" y="32"/>
                </a:moveTo>
                <a:lnTo>
                  <a:pt x="77" y="38"/>
                </a:lnTo>
                <a:lnTo>
                  <a:pt x="71" y="51"/>
                </a:lnTo>
                <a:lnTo>
                  <a:pt x="57" y="45"/>
                </a:lnTo>
                <a:lnTo>
                  <a:pt x="64" y="32"/>
                </a:lnTo>
                <a:moveTo>
                  <a:pt x="77" y="38"/>
                </a:moveTo>
                <a:lnTo>
                  <a:pt x="90" y="45"/>
                </a:lnTo>
                <a:lnTo>
                  <a:pt x="84" y="58"/>
                </a:lnTo>
                <a:lnTo>
                  <a:pt x="71" y="51"/>
                </a:lnTo>
                <a:lnTo>
                  <a:pt x="77" y="38"/>
                </a:lnTo>
                <a:moveTo>
                  <a:pt x="90" y="45"/>
                </a:moveTo>
                <a:lnTo>
                  <a:pt x="104" y="51"/>
                </a:lnTo>
                <a:lnTo>
                  <a:pt x="97" y="65"/>
                </a:lnTo>
                <a:lnTo>
                  <a:pt x="84" y="58"/>
                </a:lnTo>
                <a:lnTo>
                  <a:pt x="90" y="45"/>
                </a:lnTo>
                <a:moveTo>
                  <a:pt x="104" y="51"/>
                </a:moveTo>
                <a:lnTo>
                  <a:pt x="118" y="58"/>
                </a:lnTo>
                <a:lnTo>
                  <a:pt x="110" y="71"/>
                </a:lnTo>
                <a:lnTo>
                  <a:pt x="97" y="65"/>
                </a:lnTo>
                <a:lnTo>
                  <a:pt x="104" y="51"/>
                </a:lnTo>
                <a:moveTo>
                  <a:pt x="118" y="58"/>
                </a:moveTo>
                <a:lnTo>
                  <a:pt x="131" y="65"/>
                </a:lnTo>
                <a:lnTo>
                  <a:pt x="125" y="78"/>
                </a:lnTo>
                <a:lnTo>
                  <a:pt x="110" y="71"/>
                </a:lnTo>
                <a:lnTo>
                  <a:pt x="118" y="58"/>
                </a:lnTo>
                <a:moveTo>
                  <a:pt x="131" y="65"/>
                </a:moveTo>
                <a:lnTo>
                  <a:pt x="144" y="71"/>
                </a:lnTo>
                <a:lnTo>
                  <a:pt x="138" y="85"/>
                </a:lnTo>
                <a:lnTo>
                  <a:pt x="125" y="78"/>
                </a:lnTo>
                <a:lnTo>
                  <a:pt x="131" y="65"/>
                </a:lnTo>
                <a:moveTo>
                  <a:pt x="144" y="71"/>
                </a:moveTo>
                <a:lnTo>
                  <a:pt x="158" y="78"/>
                </a:lnTo>
                <a:lnTo>
                  <a:pt x="151" y="91"/>
                </a:lnTo>
                <a:lnTo>
                  <a:pt x="138" y="85"/>
                </a:lnTo>
                <a:lnTo>
                  <a:pt x="144" y="71"/>
                </a:lnTo>
                <a:moveTo>
                  <a:pt x="158" y="78"/>
                </a:moveTo>
                <a:lnTo>
                  <a:pt x="173" y="86"/>
                </a:lnTo>
                <a:lnTo>
                  <a:pt x="149" y="98"/>
                </a:lnTo>
                <a:lnTo>
                  <a:pt x="143" y="85"/>
                </a:lnTo>
                <a:lnTo>
                  <a:pt x="153" y="79"/>
                </a:lnTo>
                <a:lnTo>
                  <a:pt x="157" y="86"/>
                </a:lnTo>
                <a:lnTo>
                  <a:pt x="153" y="92"/>
                </a:lnTo>
                <a:lnTo>
                  <a:pt x="151" y="91"/>
                </a:lnTo>
                <a:lnTo>
                  <a:pt x="158" y="78"/>
                </a:lnTo>
                <a:moveTo>
                  <a:pt x="149" y="98"/>
                </a:moveTo>
                <a:lnTo>
                  <a:pt x="136" y="104"/>
                </a:lnTo>
                <a:lnTo>
                  <a:pt x="129" y="91"/>
                </a:lnTo>
                <a:lnTo>
                  <a:pt x="143" y="85"/>
                </a:lnTo>
                <a:lnTo>
                  <a:pt x="149" y="98"/>
                </a:lnTo>
                <a:moveTo>
                  <a:pt x="136" y="104"/>
                </a:moveTo>
                <a:lnTo>
                  <a:pt x="123" y="111"/>
                </a:lnTo>
                <a:lnTo>
                  <a:pt x="116" y="98"/>
                </a:lnTo>
                <a:lnTo>
                  <a:pt x="129" y="91"/>
                </a:lnTo>
                <a:lnTo>
                  <a:pt x="136" y="104"/>
                </a:lnTo>
                <a:moveTo>
                  <a:pt x="123" y="111"/>
                </a:moveTo>
                <a:lnTo>
                  <a:pt x="108" y="118"/>
                </a:lnTo>
                <a:lnTo>
                  <a:pt x="102" y="104"/>
                </a:lnTo>
                <a:lnTo>
                  <a:pt x="116" y="98"/>
                </a:lnTo>
                <a:lnTo>
                  <a:pt x="123" y="111"/>
                </a:lnTo>
                <a:moveTo>
                  <a:pt x="108" y="118"/>
                </a:moveTo>
                <a:lnTo>
                  <a:pt x="95" y="124"/>
                </a:lnTo>
                <a:lnTo>
                  <a:pt x="89" y="111"/>
                </a:lnTo>
                <a:lnTo>
                  <a:pt x="102" y="104"/>
                </a:lnTo>
                <a:lnTo>
                  <a:pt x="108" y="118"/>
                </a:lnTo>
                <a:moveTo>
                  <a:pt x="95" y="124"/>
                </a:moveTo>
                <a:lnTo>
                  <a:pt x="82" y="131"/>
                </a:lnTo>
                <a:lnTo>
                  <a:pt x="75" y="118"/>
                </a:lnTo>
                <a:lnTo>
                  <a:pt x="89" y="111"/>
                </a:lnTo>
                <a:lnTo>
                  <a:pt x="95" y="124"/>
                </a:lnTo>
                <a:moveTo>
                  <a:pt x="82" y="131"/>
                </a:moveTo>
                <a:lnTo>
                  <a:pt x="69" y="139"/>
                </a:lnTo>
                <a:lnTo>
                  <a:pt x="62" y="124"/>
                </a:lnTo>
                <a:lnTo>
                  <a:pt x="75" y="118"/>
                </a:lnTo>
                <a:lnTo>
                  <a:pt x="82" y="131"/>
                </a:lnTo>
                <a:moveTo>
                  <a:pt x="69" y="139"/>
                </a:moveTo>
                <a:lnTo>
                  <a:pt x="55" y="145"/>
                </a:lnTo>
                <a:lnTo>
                  <a:pt x="49" y="131"/>
                </a:lnTo>
                <a:lnTo>
                  <a:pt x="62" y="124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6" y="139"/>
                </a:lnTo>
                <a:lnTo>
                  <a:pt x="49" y="131"/>
                </a:lnTo>
                <a:lnTo>
                  <a:pt x="55" y="145"/>
                </a:lnTo>
                <a:moveTo>
                  <a:pt x="42" y="152"/>
                </a:moveTo>
                <a:lnTo>
                  <a:pt x="29" y="158"/>
                </a:lnTo>
                <a:lnTo>
                  <a:pt x="22" y="145"/>
                </a:lnTo>
                <a:lnTo>
                  <a:pt x="36" y="139"/>
                </a:lnTo>
                <a:lnTo>
                  <a:pt x="42" y="152"/>
                </a:lnTo>
                <a:moveTo>
                  <a:pt x="29" y="158"/>
                </a:moveTo>
                <a:lnTo>
                  <a:pt x="16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8"/>
                </a:lnTo>
                <a:moveTo>
                  <a:pt x="16" y="165"/>
                </a:moveTo>
                <a:lnTo>
                  <a:pt x="0" y="173"/>
                </a:lnTo>
                <a:lnTo>
                  <a:pt x="0" y="151"/>
                </a:lnTo>
                <a:lnTo>
                  <a:pt x="15" y="151"/>
                </a:lnTo>
                <a:lnTo>
                  <a:pt x="15" y="161"/>
                </a:lnTo>
                <a:lnTo>
                  <a:pt x="8" y="161"/>
                </a:lnTo>
                <a:lnTo>
                  <a:pt x="4" y="154"/>
                </a:lnTo>
                <a:lnTo>
                  <a:pt x="9" y="152"/>
                </a:lnTo>
                <a:lnTo>
                  <a:pt x="16" y="165"/>
                </a:lnTo>
                <a:moveTo>
                  <a:pt x="0" y="151"/>
                </a:moveTo>
                <a:lnTo>
                  <a:pt x="0" y="137"/>
                </a:lnTo>
                <a:lnTo>
                  <a:pt x="15" y="137"/>
                </a:lnTo>
                <a:lnTo>
                  <a:pt x="15" y="151"/>
                </a:lnTo>
                <a:lnTo>
                  <a:pt x="0" y="151"/>
                </a:lnTo>
                <a:moveTo>
                  <a:pt x="0" y="137"/>
                </a:moveTo>
                <a:lnTo>
                  <a:pt x="0" y="121"/>
                </a:lnTo>
                <a:lnTo>
                  <a:pt x="15" y="121"/>
                </a:lnTo>
                <a:lnTo>
                  <a:pt x="15" y="137"/>
                </a:lnTo>
                <a:lnTo>
                  <a:pt x="0" y="137"/>
                </a:lnTo>
                <a:moveTo>
                  <a:pt x="0" y="121"/>
                </a:moveTo>
                <a:lnTo>
                  <a:pt x="0" y="106"/>
                </a:lnTo>
                <a:lnTo>
                  <a:pt x="15" y="106"/>
                </a:lnTo>
                <a:lnTo>
                  <a:pt x="15" y="121"/>
                </a:lnTo>
                <a:lnTo>
                  <a:pt x="0" y="121"/>
                </a:lnTo>
                <a:moveTo>
                  <a:pt x="0" y="106"/>
                </a:moveTo>
                <a:lnTo>
                  <a:pt x="0" y="91"/>
                </a:lnTo>
                <a:lnTo>
                  <a:pt x="15" y="91"/>
                </a:lnTo>
                <a:lnTo>
                  <a:pt x="15" y="106"/>
                </a:lnTo>
                <a:lnTo>
                  <a:pt x="0" y="106"/>
                </a:lnTo>
                <a:moveTo>
                  <a:pt x="0" y="91"/>
                </a:moveTo>
                <a:lnTo>
                  <a:pt x="0" y="76"/>
                </a:lnTo>
                <a:lnTo>
                  <a:pt x="15" y="76"/>
                </a:lnTo>
                <a:lnTo>
                  <a:pt x="15" y="91"/>
                </a:lnTo>
                <a:lnTo>
                  <a:pt x="0" y="91"/>
                </a:lnTo>
                <a:moveTo>
                  <a:pt x="0" y="76"/>
                </a:moveTo>
                <a:lnTo>
                  <a:pt x="0" y="61"/>
                </a:lnTo>
                <a:lnTo>
                  <a:pt x="15" y="61"/>
                </a:lnTo>
                <a:lnTo>
                  <a:pt x="15" y="76"/>
                </a:lnTo>
                <a:lnTo>
                  <a:pt x="0" y="76"/>
                </a:lnTo>
                <a:moveTo>
                  <a:pt x="0" y="61"/>
                </a:moveTo>
                <a:lnTo>
                  <a:pt x="0" y="47"/>
                </a:lnTo>
                <a:lnTo>
                  <a:pt x="15" y="47"/>
                </a:lnTo>
                <a:lnTo>
                  <a:pt x="15" y="61"/>
                </a:lnTo>
                <a:lnTo>
                  <a:pt x="0" y="61"/>
                </a:lnTo>
                <a:moveTo>
                  <a:pt x="0" y="47"/>
                </a:moveTo>
                <a:lnTo>
                  <a:pt x="0" y="32"/>
                </a:lnTo>
                <a:lnTo>
                  <a:pt x="15" y="32"/>
                </a:lnTo>
                <a:lnTo>
                  <a:pt x="15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8" y="25"/>
                </a:lnTo>
                <a:lnTo>
                  <a:pt x="4" y="18"/>
                </a:lnTo>
                <a:lnTo>
                  <a:pt x="8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4080240" y="1499040"/>
            <a:ext cx="646920" cy="258480"/>
          </a:xfrm>
          <a:custGeom>
            <a:avLst/>
            <a:gdLst/>
            <a:ahLst/>
            <a:rect l="0" t="0" r="r" b="b"/>
            <a:pathLst>
              <a:path fill="none" w="1797" h="718">
                <a:moveTo>
                  <a:pt x="0" y="0"/>
                </a:moveTo>
                <a:lnTo>
                  <a:pt x="177" y="77"/>
                </a:lnTo>
                <a:cubicBezTo>
                  <a:pt x="355" y="154"/>
                  <a:pt x="709" y="309"/>
                  <a:pt x="1008" y="428"/>
                </a:cubicBezTo>
                <a:cubicBezTo>
                  <a:pt x="1307" y="549"/>
                  <a:pt x="1552" y="633"/>
                  <a:pt x="1674" y="675"/>
                </a:cubicBezTo>
                <a:lnTo>
                  <a:pt x="1797" y="71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4692600" y="172296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50" y="0"/>
                </a:moveTo>
                <a:lnTo>
                  <a:pt x="166" y="120"/>
                </a:lnTo>
                <a:lnTo>
                  <a:pt x="0" y="141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0" name=""/>
          <p:cNvSpPr/>
          <p:nvPr/>
        </p:nvSpPr>
        <p:spPr>
          <a:xfrm>
            <a:off x="4688640" y="171828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5" y="20"/>
                </a:moveTo>
                <a:lnTo>
                  <a:pt x="86" y="30"/>
                </a:lnTo>
                <a:lnTo>
                  <a:pt x="75" y="41"/>
                </a:lnTo>
                <a:lnTo>
                  <a:pt x="65" y="30"/>
                </a:lnTo>
                <a:lnTo>
                  <a:pt x="75" y="20"/>
                </a:lnTo>
                <a:moveTo>
                  <a:pt x="86" y="30"/>
                </a:moveTo>
                <a:lnTo>
                  <a:pt x="96" y="41"/>
                </a:lnTo>
                <a:lnTo>
                  <a:pt x="86" y="51"/>
                </a:lnTo>
                <a:lnTo>
                  <a:pt x="75" y="41"/>
                </a:lnTo>
                <a:lnTo>
                  <a:pt x="86" y="30"/>
                </a:lnTo>
                <a:moveTo>
                  <a:pt x="96" y="41"/>
                </a:moveTo>
                <a:lnTo>
                  <a:pt x="106" y="52"/>
                </a:lnTo>
                <a:lnTo>
                  <a:pt x="96" y="62"/>
                </a:lnTo>
                <a:lnTo>
                  <a:pt x="86" y="51"/>
                </a:lnTo>
                <a:lnTo>
                  <a:pt x="96" y="41"/>
                </a:lnTo>
                <a:moveTo>
                  <a:pt x="106" y="52"/>
                </a:moveTo>
                <a:lnTo>
                  <a:pt x="117" y="62"/>
                </a:lnTo>
                <a:lnTo>
                  <a:pt x="106" y="73"/>
                </a:lnTo>
                <a:lnTo>
                  <a:pt x="96" y="62"/>
                </a:lnTo>
                <a:lnTo>
                  <a:pt x="106" y="52"/>
                </a:lnTo>
                <a:moveTo>
                  <a:pt x="117" y="62"/>
                </a:moveTo>
                <a:lnTo>
                  <a:pt x="127" y="73"/>
                </a:lnTo>
                <a:lnTo>
                  <a:pt x="117" y="83"/>
                </a:lnTo>
                <a:lnTo>
                  <a:pt x="106" y="73"/>
                </a:lnTo>
                <a:lnTo>
                  <a:pt x="117" y="62"/>
                </a:lnTo>
                <a:moveTo>
                  <a:pt x="127" y="73"/>
                </a:moveTo>
                <a:lnTo>
                  <a:pt x="138" y="83"/>
                </a:lnTo>
                <a:lnTo>
                  <a:pt x="127" y="94"/>
                </a:lnTo>
                <a:lnTo>
                  <a:pt x="117" y="83"/>
                </a:lnTo>
                <a:lnTo>
                  <a:pt x="127" y="73"/>
                </a:lnTo>
                <a:moveTo>
                  <a:pt x="138" y="83"/>
                </a:moveTo>
                <a:lnTo>
                  <a:pt x="148" y="94"/>
                </a:lnTo>
                <a:lnTo>
                  <a:pt x="137" y="104"/>
                </a:lnTo>
                <a:lnTo>
                  <a:pt x="127" y="94"/>
                </a:lnTo>
                <a:lnTo>
                  <a:pt x="138" y="83"/>
                </a:lnTo>
                <a:moveTo>
                  <a:pt x="148" y="94"/>
                </a:moveTo>
                <a:lnTo>
                  <a:pt x="158" y="105"/>
                </a:lnTo>
                <a:lnTo>
                  <a:pt x="148" y="115"/>
                </a:lnTo>
                <a:lnTo>
                  <a:pt x="137" y="104"/>
                </a:lnTo>
                <a:lnTo>
                  <a:pt x="148" y="94"/>
                </a:lnTo>
                <a:moveTo>
                  <a:pt x="158" y="105"/>
                </a:moveTo>
                <a:lnTo>
                  <a:pt x="169" y="115"/>
                </a:lnTo>
                <a:lnTo>
                  <a:pt x="158" y="125"/>
                </a:lnTo>
                <a:lnTo>
                  <a:pt x="148" y="115"/>
                </a:lnTo>
                <a:lnTo>
                  <a:pt x="158" y="105"/>
                </a:lnTo>
                <a:moveTo>
                  <a:pt x="169" y="115"/>
                </a:moveTo>
                <a:lnTo>
                  <a:pt x="179" y="126"/>
                </a:lnTo>
                <a:lnTo>
                  <a:pt x="168" y="136"/>
                </a:lnTo>
                <a:lnTo>
                  <a:pt x="158" y="125"/>
                </a:lnTo>
                <a:lnTo>
                  <a:pt x="169" y="115"/>
                </a:lnTo>
                <a:moveTo>
                  <a:pt x="179" y="126"/>
                </a:moveTo>
                <a:lnTo>
                  <a:pt x="192" y="138"/>
                </a:lnTo>
                <a:lnTo>
                  <a:pt x="164" y="142"/>
                </a:lnTo>
                <a:lnTo>
                  <a:pt x="163" y="127"/>
                </a:lnTo>
                <a:lnTo>
                  <a:pt x="175" y="125"/>
                </a:lnTo>
                <a:lnTo>
                  <a:pt x="176" y="133"/>
                </a:lnTo>
                <a:lnTo>
                  <a:pt x="170" y="138"/>
                </a:lnTo>
                <a:lnTo>
                  <a:pt x="168" y="136"/>
                </a:lnTo>
                <a:lnTo>
                  <a:pt x="179" y="126"/>
                </a:lnTo>
                <a:moveTo>
                  <a:pt x="164" y="142"/>
                </a:moveTo>
                <a:lnTo>
                  <a:pt x="150" y="144"/>
                </a:lnTo>
                <a:lnTo>
                  <a:pt x="148" y="129"/>
                </a:lnTo>
                <a:lnTo>
                  <a:pt x="163" y="127"/>
                </a:lnTo>
                <a:lnTo>
                  <a:pt x="164" y="142"/>
                </a:lnTo>
                <a:moveTo>
                  <a:pt x="150" y="144"/>
                </a:moveTo>
                <a:lnTo>
                  <a:pt x="135" y="146"/>
                </a:lnTo>
                <a:lnTo>
                  <a:pt x="133" y="131"/>
                </a:lnTo>
                <a:lnTo>
                  <a:pt x="148" y="129"/>
                </a:lnTo>
                <a:lnTo>
                  <a:pt x="150" y="144"/>
                </a:lnTo>
                <a:moveTo>
                  <a:pt x="135" y="146"/>
                </a:moveTo>
                <a:lnTo>
                  <a:pt x="120" y="148"/>
                </a:lnTo>
                <a:lnTo>
                  <a:pt x="118" y="133"/>
                </a:lnTo>
                <a:lnTo>
                  <a:pt x="133" y="131"/>
                </a:lnTo>
                <a:lnTo>
                  <a:pt x="135" y="146"/>
                </a:lnTo>
                <a:moveTo>
                  <a:pt x="120" y="148"/>
                </a:moveTo>
                <a:lnTo>
                  <a:pt x="106" y="149"/>
                </a:lnTo>
                <a:lnTo>
                  <a:pt x="104" y="135"/>
                </a:lnTo>
                <a:lnTo>
                  <a:pt x="118" y="133"/>
                </a:lnTo>
                <a:lnTo>
                  <a:pt x="120" y="148"/>
                </a:lnTo>
                <a:moveTo>
                  <a:pt x="106" y="149"/>
                </a:moveTo>
                <a:lnTo>
                  <a:pt x="91" y="151"/>
                </a:lnTo>
                <a:lnTo>
                  <a:pt x="89" y="137"/>
                </a:lnTo>
                <a:lnTo>
                  <a:pt x="104" y="135"/>
                </a:lnTo>
                <a:lnTo>
                  <a:pt x="106" y="149"/>
                </a:lnTo>
                <a:moveTo>
                  <a:pt x="91" y="151"/>
                </a:moveTo>
                <a:lnTo>
                  <a:pt x="76" y="153"/>
                </a:lnTo>
                <a:lnTo>
                  <a:pt x="74" y="139"/>
                </a:lnTo>
                <a:lnTo>
                  <a:pt x="89" y="137"/>
                </a:lnTo>
                <a:lnTo>
                  <a:pt x="91" y="151"/>
                </a:lnTo>
                <a:moveTo>
                  <a:pt x="76" y="153"/>
                </a:moveTo>
                <a:lnTo>
                  <a:pt x="62" y="155"/>
                </a:lnTo>
                <a:lnTo>
                  <a:pt x="60" y="141"/>
                </a:lnTo>
                <a:lnTo>
                  <a:pt x="74" y="139"/>
                </a:lnTo>
                <a:lnTo>
                  <a:pt x="76" y="153"/>
                </a:lnTo>
                <a:moveTo>
                  <a:pt x="62" y="155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5"/>
                </a:lnTo>
                <a:moveTo>
                  <a:pt x="47" y="157"/>
                </a:moveTo>
                <a:lnTo>
                  <a:pt x="32" y="159"/>
                </a:lnTo>
                <a:lnTo>
                  <a:pt x="30" y="144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8" y="161"/>
                </a:lnTo>
                <a:lnTo>
                  <a:pt x="16" y="146"/>
                </a:lnTo>
                <a:lnTo>
                  <a:pt x="30" y="144"/>
                </a:lnTo>
                <a:lnTo>
                  <a:pt x="32" y="159"/>
                </a:lnTo>
                <a:moveTo>
                  <a:pt x="18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4"/>
                </a:lnTo>
                <a:lnTo>
                  <a:pt x="10" y="147"/>
                </a:lnTo>
                <a:lnTo>
                  <a:pt x="16" y="146"/>
                </a:lnTo>
                <a:lnTo>
                  <a:pt x="18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6" y="59"/>
                </a:lnTo>
                <a:lnTo>
                  <a:pt x="50" y="64"/>
                </a:lnTo>
                <a:lnTo>
                  <a:pt x="46" y="78"/>
                </a:lnTo>
                <a:lnTo>
                  <a:pt x="32" y="73"/>
                </a:lnTo>
                <a:moveTo>
                  <a:pt x="36" y="59"/>
                </a:moveTo>
                <a:lnTo>
                  <a:pt x="41" y="45"/>
                </a:lnTo>
                <a:lnTo>
                  <a:pt x="55" y="50"/>
                </a:lnTo>
                <a:lnTo>
                  <a:pt x="50" y="64"/>
                </a:lnTo>
                <a:lnTo>
                  <a:pt x="36" y="59"/>
                </a:lnTo>
                <a:moveTo>
                  <a:pt x="41" y="45"/>
                </a:moveTo>
                <a:lnTo>
                  <a:pt x="46" y="31"/>
                </a:lnTo>
                <a:lnTo>
                  <a:pt x="60" y="36"/>
                </a:lnTo>
                <a:lnTo>
                  <a:pt x="55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7"/>
                </a:lnTo>
                <a:lnTo>
                  <a:pt x="65" y="22"/>
                </a:lnTo>
                <a:lnTo>
                  <a:pt x="60" y="36"/>
                </a:lnTo>
                <a:lnTo>
                  <a:pt x="46" y="31"/>
                </a:lnTo>
                <a:moveTo>
                  <a:pt x="51" y="17"/>
                </a:moveTo>
                <a:lnTo>
                  <a:pt x="57" y="0"/>
                </a:lnTo>
                <a:lnTo>
                  <a:pt x="75" y="20"/>
                </a:lnTo>
                <a:lnTo>
                  <a:pt x="65" y="30"/>
                </a:lnTo>
                <a:lnTo>
                  <a:pt x="54" y="20"/>
                </a:lnTo>
                <a:lnTo>
                  <a:pt x="60" y="14"/>
                </a:lnTo>
                <a:lnTo>
                  <a:pt x="67" y="17"/>
                </a:lnTo>
                <a:lnTo>
                  <a:pt x="65" y="22"/>
                </a:lnTo>
                <a:lnTo>
                  <a:pt x="51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1" name=""/>
          <p:cNvSpPr/>
          <p:nvPr/>
        </p:nvSpPr>
        <p:spPr>
          <a:xfrm>
            <a:off x="4295880" y="2134440"/>
            <a:ext cx="431280" cy="105840"/>
          </a:xfrm>
          <a:custGeom>
            <a:avLst/>
            <a:gdLst/>
            <a:ahLst/>
            <a:rect l="0" t="0" r="r" b="b"/>
            <a:pathLst>
              <a:path fill="none" w="1198" h="294">
                <a:moveTo>
                  <a:pt x="0" y="294"/>
                </a:moveTo>
                <a:lnTo>
                  <a:pt x="77" y="287"/>
                </a:lnTo>
                <a:cubicBezTo>
                  <a:pt x="154" y="281"/>
                  <a:pt x="308" y="268"/>
                  <a:pt x="508" y="219"/>
                </a:cubicBezTo>
                <a:cubicBezTo>
                  <a:pt x="708" y="170"/>
                  <a:pt x="953" y="86"/>
                  <a:pt x="1075" y="42"/>
                </a:cubicBezTo>
                <a:lnTo>
                  <a:pt x="1198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2" name=""/>
          <p:cNvSpPr/>
          <p:nvPr/>
        </p:nvSpPr>
        <p:spPr>
          <a:xfrm>
            <a:off x="4692600" y="211788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0" y="0"/>
                </a:moveTo>
                <a:lnTo>
                  <a:pt x="166" y="22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4688640" y="211464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2" y="6"/>
                </a:lnTo>
                <a:lnTo>
                  <a:pt x="40" y="20"/>
                </a:lnTo>
                <a:lnTo>
                  <a:pt x="25" y="19"/>
                </a:lnTo>
                <a:lnTo>
                  <a:pt x="27" y="4"/>
                </a:lnTo>
                <a:moveTo>
                  <a:pt x="42" y="6"/>
                </a:moveTo>
                <a:lnTo>
                  <a:pt x="56" y="8"/>
                </a:lnTo>
                <a:lnTo>
                  <a:pt x="54" y="22"/>
                </a:lnTo>
                <a:lnTo>
                  <a:pt x="40" y="20"/>
                </a:lnTo>
                <a:lnTo>
                  <a:pt x="42" y="6"/>
                </a:lnTo>
                <a:moveTo>
                  <a:pt x="56" y="8"/>
                </a:moveTo>
                <a:lnTo>
                  <a:pt x="71" y="10"/>
                </a:lnTo>
                <a:lnTo>
                  <a:pt x="69" y="24"/>
                </a:lnTo>
                <a:lnTo>
                  <a:pt x="54" y="22"/>
                </a:lnTo>
                <a:lnTo>
                  <a:pt x="56" y="8"/>
                </a:lnTo>
                <a:moveTo>
                  <a:pt x="71" y="10"/>
                </a:moveTo>
                <a:lnTo>
                  <a:pt x="86" y="12"/>
                </a:lnTo>
                <a:lnTo>
                  <a:pt x="84" y="26"/>
                </a:lnTo>
                <a:lnTo>
                  <a:pt x="69" y="24"/>
                </a:lnTo>
                <a:lnTo>
                  <a:pt x="71" y="10"/>
                </a:lnTo>
                <a:moveTo>
                  <a:pt x="86" y="12"/>
                </a:moveTo>
                <a:lnTo>
                  <a:pt x="100" y="14"/>
                </a:lnTo>
                <a:lnTo>
                  <a:pt x="98" y="28"/>
                </a:lnTo>
                <a:lnTo>
                  <a:pt x="84" y="26"/>
                </a:lnTo>
                <a:lnTo>
                  <a:pt x="86" y="12"/>
                </a:lnTo>
                <a:moveTo>
                  <a:pt x="100" y="14"/>
                </a:moveTo>
                <a:lnTo>
                  <a:pt x="115" y="15"/>
                </a:lnTo>
                <a:lnTo>
                  <a:pt x="113" y="30"/>
                </a:lnTo>
                <a:lnTo>
                  <a:pt x="98" y="28"/>
                </a:lnTo>
                <a:lnTo>
                  <a:pt x="100" y="14"/>
                </a:lnTo>
                <a:moveTo>
                  <a:pt x="115" y="15"/>
                </a:moveTo>
                <a:lnTo>
                  <a:pt x="130" y="17"/>
                </a:lnTo>
                <a:lnTo>
                  <a:pt x="128" y="32"/>
                </a:lnTo>
                <a:lnTo>
                  <a:pt x="113" y="30"/>
                </a:lnTo>
                <a:lnTo>
                  <a:pt x="115" y="15"/>
                </a:lnTo>
                <a:moveTo>
                  <a:pt x="130" y="17"/>
                </a:moveTo>
                <a:lnTo>
                  <a:pt x="144" y="19"/>
                </a:lnTo>
                <a:lnTo>
                  <a:pt x="143" y="34"/>
                </a:lnTo>
                <a:lnTo>
                  <a:pt x="128" y="32"/>
                </a:lnTo>
                <a:lnTo>
                  <a:pt x="130" y="17"/>
                </a:lnTo>
                <a:moveTo>
                  <a:pt x="144" y="19"/>
                </a:moveTo>
                <a:lnTo>
                  <a:pt x="159" y="21"/>
                </a:lnTo>
                <a:lnTo>
                  <a:pt x="157" y="36"/>
                </a:lnTo>
                <a:lnTo>
                  <a:pt x="143" y="34"/>
                </a:lnTo>
                <a:lnTo>
                  <a:pt x="144" y="19"/>
                </a:lnTo>
                <a:moveTo>
                  <a:pt x="159" y="21"/>
                </a:moveTo>
                <a:lnTo>
                  <a:pt x="174" y="23"/>
                </a:lnTo>
                <a:lnTo>
                  <a:pt x="172" y="38"/>
                </a:lnTo>
                <a:lnTo>
                  <a:pt x="157" y="36"/>
                </a:lnTo>
                <a:lnTo>
                  <a:pt x="159" y="21"/>
                </a:lnTo>
                <a:moveTo>
                  <a:pt x="174" y="23"/>
                </a:moveTo>
                <a:lnTo>
                  <a:pt x="192" y="25"/>
                </a:lnTo>
                <a:lnTo>
                  <a:pt x="172" y="46"/>
                </a:lnTo>
                <a:lnTo>
                  <a:pt x="162" y="34"/>
                </a:lnTo>
                <a:lnTo>
                  <a:pt x="170" y="26"/>
                </a:lnTo>
                <a:lnTo>
                  <a:pt x="176" y="31"/>
                </a:lnTo>
                <a:lnTo>
                  <a:pt x="175" y="38"/>
                </a:lnTo>
                <a:lnTo>
                  <a:pt x="172" y="38"/>
                </a:lnTo>
                <a:lnTo>
                  <a:pt x="174" y="23"/>
                </a:lnTo>
                <a:moveTo>
                  <a:pt x="172" y="46"/>
                </a:moveTo>
                <a:lnTo>
                  <a:pt x="162" y="56"/>
                </a:lnTo>
                <a:lnTo>
                  <a:pt x="151" y="46"/>
                </a:lnTo>
                <a:lnTo>
                  <a:pt x="162" y="34"/>
                </a:lnTo>
                <a:lnTo>
                  <a:pt x="172" y="46"/>
                </a:lnTo>
                <a:moveTo>
                  <a:pt x="162" y="56"/>
                </a:moveTo>
                <a:lnTo>
                  <a:pt x="152" y="67"/>
                </a:lnTo>
                <a:lnTo>
                  <a:pt x="141" y="57"/>
                </a:lnTo>
                <a:lnTo>
                  <a:pt x="151" y="46"/>
                </a:lnTo>
                <a:lnTo>
                  <a:pt x="162" y="56"/>
                </a:lnTo>
                <a:moveTo>
                  <a:pt x="152" y="67"/>
                </a:moveTo>
                <a:lnTo>
                  <a:pt x="141" y="78"/>
                </a:lnTo>
                <a:lnTo>
                  <a:pt x="131" y="67"/>
                </a:lnTo>
                <a:lnTo>
                  <a:pt x="141" y="57"/>
                </a:lnTo>
                <a:lnTo>
                  <a:pt x="152" y="67"/>
                </a:lnTo>
                <a:moveTo>
                  <a:pt x="141" y="78"/>
                </a:moveTo>
                <a:lnTo>
                  <a:pt x="131" y="88"/>
                </a:lnTo>
                <a:lnTo>
                  <a:pt x="120" y="78"/>
                </a:lnTo>
                <a:lnTo>
                  <a:pt x="131" y="67"/>
                </a:lnTo>
                <a:lnTo>
                  <a:pt x="141" y="78"/>
                </a:lnTo>
                <a:moveTo>
                  <a:pt x="131" y="88"/>
                </a:moveTo>
                <a:lnTo>
                  <a:pt x="121" y="99"/>
                </a:lnTo>
                <a:lnTo>
                  <a:pt x="110" y="88"/>
                </a:lnTo>
                <a:lnTo>
                  <a:pt x="120" y="78"/>
                </a:lnTo>
                <a:lnTo>
                  <a:pt x="131" y="88"/>
                </a:lnTo>
                <a:moveTo>
                  <a:pt x="121" y="99"/>
                </a:moveTo>
                <a:lnTo>
                  <a:pt x="110" y="109"/>
                </a:lnTo>
                <a:lnTo>
                  <a:pt x="100" y="99"/>
                </a:lnTo>
                <a:lnTo>
                  <a:pt x="110" y="88"/>
                </a:lnTo>
                <a:lnTo>
                  <a:pt x="121" y="99"/>
                </a:lnTo>
                <a:moveTo>
                  <a:pt x="110" y="109"/>
                </a:moveTo>
                <a:lnTo>
                  <a:pt x="100" y="120"/>
                </a:lnTo>
                <a:lnTo>
                  <a:pt x="89" y="110"/>
                </a:lnTo>
                <a:lnTo>
                  <a:pt x="100" y="99"/>
                </a:lnTo>
                <a:lnTo>
                  <a:pt x="110" y="109"/>
                </a:lnTo>
                <a:moveTo>
                  <a:pt x="100" y="120"/>
                </a:moveTo>
                <a:lnTo>
                  <a:pt x="89" y="130"/>
                </a:lnTo>
                <a:lnTo>
                  <a:pt x="79" y="120"/>
                </a:lnTo>
                <a:lnTo>
                  <a:pt x="89" y="110"/>
                </a:lnTo>
                <a:lnTo>
                  <a:pt x="100" y="120"/>
                </a:lnTo>
                <a:moveTo>
                  <a:pt x="89" y="130"/>
                </a:moveTo>
                <a:lnTo>
                  <a:pt x="79" y="141"/>
                </a:lnTo>
                <a:lnTo>
                  <a:pt x="69" y="131"/>
                </a:lnTo>
                <a:lnTo>
                  <a:pt x="79" y="120"/>
                </a:lnTo>
                <a:lnTo>
                  <a:pt x="89" y="130"/>
                </a:lnTo>
                <a:moveTo>
                  <a:pt x="79" y="141"/>
                </a:moveTo>
                <a:lnTo>
                  <a:pt x="69" y="152"/>
                </a:lnTo>
                <a:lnTo>
                  <a:pt x="58" y="141"/>
                </a:lnTo>
                <a:lnTo>
                  <a:pt x="69" y="131"/>
                </a:lnTo>
                <a:lnTo>
                  <a:pt x="79" y="141"/>
                </a:lnTo>
                <a:moveTo>
                  <a:pt x="69" y="152"/>
                </a:moveTo>
                <a:lnTo>
                  <a:pt x="57" y="164"/>
                </a:lnTo>
                <a:lnTo>
                  <a:pt x="50" y="144"/>
                </a:lnTo>
                <a:lnTo>
                  <a:pt x="64" y="139"/>
                </a:lnTo>
                <a:lnTo>
                  <a:pt x="67" y="148"/>
                </a:lnTo>
                <a:lnTo>
                  <a:pt x="60" y="150"/>
                </a:lnTo>
                <a:lnTo>
                  <a:pt x="54" y="145"/>
                </a:lnTo>
                <a:lnTo>
                  <a:pt x="58" y="141"/>
                </a:lnTo>
                <a:lnTo>
                  <a:pt x="69" y="152"/>
                </a:lnTo>
                <a:moveTo>
                  <a:pt x="50" y="144"/>
                </a:moveTo>
                <a:lnTo>
                  <a:pt x="45" y="130"/>
                </a:lnTo>
                <a:lnTo>
                  <a:pt x="59" y="125"/>
                </a:lnTo>
                <a:lnTo>
                  <a:pt x="64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4" y="111"/>
                </a:lnTo>
                <a:lnTo>
                  <a:pt x="59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4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1" y="60"/>
                </a:lnTo>
                <a:lnTo>
                  <a:pt x="35" y="55"/>
                </a:lnTo>
                <a:lnTo>
                  <a:pt x="39" y="69"/>
                </a:lnTo>
                <a:lnTo>
                  <a:pt x="25" y="74"/>
                </a:lnTo>
                <a:moveTo>
                  <a:pt x="21" y="60"/>
                </a:moveTo>
                <a:lnTo>
                  <a:pt x="16" y="46"/>
                </a:lnTo>
                <a:lnTo>
                  <a:pt x="30" y="41"/>
                </a:lnTo>
                <a:lnTo>
                  <a:pt x="35" y="55"/>
                </a:lnTo>
                <a:lnTo>
                  <a:pt x="21" y="60"/>
                </a:lnTo>
                <a:moveTo>
                  <a:pt x="16" y="46"/>
                </a:moveTo>
                <a:lnTo>
                  <a:pt x="11" y="31"/>
                </a:lnTo>
                <a:lnTo>
                  <a:pt x="25" y="26"/>
                </a:lnTo>
                <a:lnTo>
                  <a:pt x="30" y="41"/>
                </a:lnTo>
                <a:lnTo>
                  <a:pt x="16" y="46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9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4295880" y="2345040"/>
            <a:ext cx="431280" cy="105840"/>
          </a:xfrm>
          <a:custGeom>
            <a:avLst/>
            <a:gdLst/>
            <a:ahLst/>
            <a:rect l="0" t="0" r="r" b="b"/>
            <a:pathLst>
              <a:path fill="none" w="1198" h="294">
                <a:moveTo>
                  <a:pt x="0" y="0"/>
                </a:moveTo>
                <a:lnTo>
                  <a:pt x="77" y="7"/>
                </a:lnTo>
                <a:cubicBezTo>
                  <a:pt x="154" y="13"/>
                  <a:pt x="308" y="26"/>
                  <a:pt x="508" y="76"/>
                </a:cubicBezTo>
                <a:cubicBezTo>
                  <a:pt x="708" y="125"/>
                  <a:pt x="953" y="209"/>
                  <a:pt x="1075" y="251"/>
                </a:cubicBezTo>
                <a:lnTo>
                  <a:pt x="1198" y="294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5" name=""/>
          <p:cNvSpPr/>
          <p:nvPr/>
        </p:nvSpPr>
        <p:spPr>
          <a:xfrm>
            <a:off x="4692600" y="2416320"/>
            <a:ext cx="59760" cy="51120"/>
          </a:xfrm>
          <a:custGeom>
            <a:avLst/>
            <a:gdLst/>
            <a:ahLst/>
            <a:rect l="0" t="0" r="r" b="b"/>
            <a:pathLst>
              <a:path w="166" h="142">
                <a:moveTo>
                  <a:pt x="50" y="0"/>
                </a:moveTo>
                <a:lnTo>
                  <a:pt x="166" y="120"/>
                </a:lnTo>
                <a:lnTo>
                  <a:pt x="0" y="142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4688640" y="241164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5" y="19"/>
                </a:moveTo>
                <a:lnTo>
                  <a:pt x="86" y="30"/>
                </a:lnTo>
                <a:lnTo>
                  <a:pt x="75" y="41"/>
                </a:lnTo>
                <a:lnTo>
                  <a:pt x="65" y="30"/>
                </a:lnTo>
                <a:lnTo>
                  <a:pt x="75" y="19"/>
                </a:lnTo>
                <a:moveTo>
                  <a:pt x="86" y="30"/>
                </a:moveTo>
                <a:lnTo>
                  <a:pt x="96" y="41"/>
                </a:lnTo>
                <a:lnTo>
                  <a:pt x="86" y="51"/>
                </a:lnTo>
                <a:lnTo>
                  <a:pt x="75" y="41"/>
                </a:lnTo>
                <a:lnTo>
                  <a:pt x="86" y="30"/>
                </a:lnTo>
                <a:moveTo>
                  <a:pt x="96" y="41"/>
                </a:moveTo>
                <a:lnTo>
                  <a:pt x="106" y="52"/>
                </a:lnTo>
                <a:lnTo>
                  <a:pt x="96" y="62"/>
                </a:lnTo>
                <a:lnTo>
                  <a:pt x="86" y="51"/>
                </a:lnTo>
                <a:lnTo>
                  <a:pt x="96" y="41"/>
                </a:lnTo>
                <a:moveTo>
                  <a:pt x="106" y="52"/>
                </a:moveTo>
                <a:lnTo>
                  <a:pt x="117" y="62"/>
                </a:lnTo>
                <a:lnTo>
                  <a:pt x="106" y="73"/>
                </a:lnTo>
                <a:lnTo>
                  <a:pt x="96" y="62"/>
                </a:lnTo>
                <a:lnTo>
                  <a:pt x="106" y="52"/>
                </a:lnTo>
                <a:moveTo>
                  <a:pt x="117" y="62"/>
                </a:moveTo>
                <a:lnTo>
                  <a:pt x="127" y="73"/>
                </a:lnTo>
                <a:lnTo>
                  <a:pt x="117" y="83"/>
                </a:lnTo>
                <a:lnTo>
                  <a:pt x="106" y="73"/>
                </a:lnTo>
                <a:lnTo>
                  <a:pt x="117" y="62"/>
                </a:lnTo>
                <a:moveTo>
                  <a:pt x="127" y="73"/>
                </a:moveTo>
                <a:lnTo>
                  <a:pt x="138" y="83"/>
                </a:lnTo>
                <a:lnTo>
                  <a:pt x="127" y="94"/>
                </a:lnTo>
                <a:lnTo>
                  <a:pt x="117" y="83"/>
                </a:lnTo>
                <a:lnTo>
                  <a:pt x="127" y="73"/>
                </a:lnTo>
                <a:moveTo>
                  <a:pt x="138" y="83"/>
                </a:moveTo>
                <a:lnTo>
                  <a:pt x="148" y="94"/>
                </a:lnTo>
                <a:lnTo>
                  <a:pt x="137" y="104"/>
                </a:lnTo>
                <a:lnTo>
                  <a:pt x="127" y="94"/>
                </a:lnTo>
                <a:lnTo>
                  <a:pt x="138" y="83"/>
                </a:lnTo>
                <a:moveTo>
                  <a:pt x="148" y="94"/>
                </a:moveTo>
                <a:lnTo>
                  <a:pt x="158" y="105"/>
                </a:lnTo>
                <a:lnTo>
                  <a:pt x="148" y="115"/>
                </a:lnTo>
                <a:lnTo>
                  <a:pt x="137" y="104"/>
                </a:lnTo>
                <a:lnTo>
                  <a:pt x="148" y="94"/>
                </a:lnTo>
                <a:moveTo>
                  <a:pt x="158" y="105"/>
                </a:moveTo>
                <a:lnTo>
                  <a:pt x="169" y="115"/>
                </a:lnTo>
                <a:lnTo>
                  <a:pt x="158" y="126"/>
                </a:lnTo>
                <a:lnTo>
                  <a:pt x="148" y="115"/>
                </a:lnTo>
                <a:lnTo>
                  <a:pt x="158" y="105"/>
                </a:lnTo>
                <a:moveTo>
                  <a:pt x="169" y="115"/>
                </a:moveTo>
                <a:lnTo>
                  <a:pt x="179" y="126"/>
                </a:lnTo>
                <a:lnTo>
                  <a:pt x="168" y="136"/>
                </a:lnTo>
                <a:lnTo>
                  <a:pt x="158" y="126"/>
                </a:lnTo>
                <a:lnTo>
                  <a:pt x="169" y="115"/>
                </a:lnTo>
                <a:moveTo>
                  <a:pt x="179" y="126"/>
                </a:moveTo>
                <a:lnTo>
                  <a:pt x="192" y="138"/>
                </a:lnTo>
                <a:lnTo>
                  <a:pt x="164" y="142"/>
                </a:lnTo>
                <a:lnTo>
                  <a:pt x="163" y="127"/>
                </a:lnTo>
                <a:lnTo>
                  <a:pt x="175" y="126"/>
                </a:lnTo>
                <a:lnTo>
                  <a:pt x="176" y="133"/>
                </a:lnTo>
                <a:lnTo>
                  <a:pt x="170" y="138"/>
                </a:lnTo>
                <a:lnTo>
                  <a:pt x="168" y="136"/>
                </a:lnTo>
                <a:lnTo>
                  <a:pt x="179" y="126"/>
                </a:lnTo>
                <a:moveTo>
                  <a:pt x="164" y="142"/>
                </a:moveTo>
                <a:lnTo>
                  <a:pt x="150" y="144"/>
                </a:lnTo>
                <a:lnTo>
                  <a:pt x="148" y="129"/>
                </a:lnTo>
                <a:lnTo>
                  <a:pt x="163" y="127"/>
                </a:lnTo>
                <a:lnTo>
                  <a:pt x="164" y="142"/>
                </a:lnTo>
                <a:moveTo>
                  <a:pt x="150" y="144"/>
                </a:moveTo>
                <a:lnTo>
                  <a:pt x="135" y="146"/>
                </a:lnTo>
                <a:lnTo>
                  <a:pt x="133" y="131"/>
                </a:lnTo>
                <a:lnTo>
                  <a:pt x="148" y="129"/>
                </a:lnTo>
                <a:lnTo>
                  <a:pt x="150" y="144"/>
                </a:lnTo>
                <a:moveTo>
                  <a:pt x="135" y="146"/>
                </a:moveTo>
                <a:lnTo>
                  <a:pt x="120" y="148"/>
                </a:lnTo>
                <a:lnTo>
                  <a:pt x="118" y="133"/>
                </a:lnTo>
                <a:lnTo>
                  <a:pt x="133" y="131"/>
                </a:lnTo>
                <a:lnTo>
                  <a:pt x="135" y="146"/>
                </a:lnTo>
                <a:moveTo>
                  <a:pt x="120" y="148"/>
                </a:moveTo>
                <a:lnTo>
                  <a:pt x="106" y="150"/>
                </a:lnTo>
                <a:lnTo>
                  <a:pt x="104" y="135"/>
                </a:lnTo>
                <a:lnTo>
                  <a:pt x="118" y="133"/>
                </a:lnTo>
                <a:lnTo>
                  <a:pt x="120" y="148"/>
                </a:lnTo>
                <a:moveTo>
                  <a:pt x="106" y="150"/>
                </a:moveTo>
                <a:lnTo>
                  <a:pt x="91" y="151"/>
                </a:lnTo>
                <a:lnTo>
                  <a:pt x="89" y="137"/>
                </a:lnTo>
                <a:lnTo>
                  <a:pt x="104" y="135"/>
                </a:lnTo>
                <a:lnTo>
                  <a:pt x="106" y="150"/>
                </a:lnTo>
                <a:moveTo>
                  <a:pt x="91" y="151"/>
                </a:moveTo>
                <a:lnTo>
                  <a:pt x="76" y="153"/>
                </a:lnTo>
                <a:lnTo>
                  <a:pt x="74" y="139"/>
                </a:lnTo>
                <a:lnTo>
                  <a:pt x="89" y="137"/>
                </a:lnTo>
                <a:lnTo>
                  <a:pt x="91" y="151"/>
                </a:lnTo>
                <a:moveTo>
                  <a:pt x="76" y="153"/>
                </a:moveTo>
                <a:lnTo>
                  <a:pt x="62" y="155"/>
                </a:lnTo>
                <a:lnTo>
                  <a:pt x="60" y="141"/>
                </a:lnTo>
                <a:lnTo>
                  <a:pt x="74" y="139"/>
                </a:lnTo>
                <a:lnTo>
                  <a:pt x="76" y="153"/>
                </a:lnTo>
                <a:moveTo>
                  <a:pt x="62" y="155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5"/>
                </a:lnTo>
                <a:moveTo>
                  <a:pt x="47" y="157"/>
                </a:moveTo>
                <a:lnTo>
                  <a:pt x="32" y="159"/>
                </a:lnTo>
                <a:lnTo>
                  <a:pt x="30" y="145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8" y="161"/>
                </a:lnTo>
                <a:lnTo>
                  <a:pt x="16" y="146"/>
                </a:lnTo>
                <a:lnTo>
                  <a:pt x="30" y="145"/>
                </a:lnTo>
                <a:lnTo>
                  <a:pt x="32" y="159"/>
                </a:lnTo>
                <a:moveTo>
                  <a:pt x="18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5"/>
                </a:lnTo>
                <a:lnTo>
                  <a:pt x="10" y="147"/>
                </a:lnTo>
                <a:lnTo>
                  <a:pt x="16" y="146"/>
                </a:lnTo>
                <a:lnTo>
                  <a:pt x="18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6" y="59"/>
                </a:lnTo>
                <a:lnTo>
                  <a:pt x="50" y="64"/>
                </a:lnTo>
                <a:lnTo>
                  <a:pt x="46" y="78"/>
                </a:lnTo>
                <a:lnTo>
                  <a:pt x="32" y="73"/>
                </a:lnTo>
                <a:moveTo>
                  <a:pt x="36" y="59"/>
                </a:moveTo>
                <a:lnTo>
                  <a:pt x="41" y="45"/>
                </a:lnTo>
                <a:lnTo>
                  <a:pt x="55" y="50"/>
                </a:lnTo>
                <a:lnTo>
                  <a:pt x="50" y="64"/>
                </a:lnTo>
                <a:lnTo>
                  <a:pt x="36" y="59"/>
                </a:lnTo>
                <a:moveTo>
                  <a:pt x="41" y="45"/>
                </a:moveTo>
                <a:lnTo>
                  <a:pt x="46" y="31"/>
                </a:lnTo>
                <a:lnTo>
                  <a:pt x="60" y="36"/>
                </a:lnTo>
                <a:lnTo>
                  <a:pt x="55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6"/>
                </a:lnTo>
                <a:lnTo>
                  <a:pt x="65" y="21"/>
                </a:lnTo>
                <a:lnTo>
                  <a:pt x="60" y="36"/>
                </a:lnTo>
                <a:lnTo>
                  <a:pt x="46" y="31"/>
                </a:lnTo>
                <a:moveTo>
                  <a:pt x="51" y="16"/>
                </a:moveTo>
                <a:lnTo>
                  <a:pt x="57" y="0"/>
                </a:lnTo>
                <a:lnTo>
                  <a:pt x="75" y="19"/>
                </a:lnTo>
                <a:lnTo>
                  <a:pt x="65" y="30"/>
                </a:lnTo>
                <a:lnTo>
                  <a:pt x="54" y="19"/>
                </a:lnTo>
                <a:lnTo>
                  <a:pt x="60" y="13"/>
                </a:lnTo>
                <a:lnTo>
                  <a:pt x="67" y="16"/>
                </a:lnTo>
                <a:lnTo>
                  <a:pt x="65" y="21"/>
                </a:lnTo>
                <a:lnTo>
                  <a:pt x="51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4080240" y="2827800"/>
            <a:ext cx="646920" cy="258480"/>
          </a:xfrm>
          <a:custGeom>
            <a:avLst/>
            <a:gdLst/>
            <a:ahLst/>
            <a:rect l="0" t="0" r="r" b="b"/>
            <a:pathLst>
              <a:path fill="none" w="1797" h="718">
                <a:moveTo>
                  <a:pt x="0" y="718"/>
                </a:moveTo>
                <a:lnTo>
                  <a:pt x="177" y="641"/>
                </a:lnTo>
                <a:cubicBezTo>
                  <a:pt x="355" y="563"/>
                  <a:pt x="709" y="409"/>
                  <a:pt x="1008" y="289"/>
                </a:cubicBezTo>
                <a:cubicBezTo>
                  <a:pt x="1307" y="169"/>
                  <a:pt x="1552" y="85"/>
                  <a:pt x="1674" y="42"/>
                </a:cubicBezTo>
                <a:lnTo>
                  <a:pt x="1797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4692600" y="281124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0" y="0"/>
                </a:moveTo>
                <a:lnTo>
                  <a:pt x="166" y="22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9" name=""/>
          <p:cNvSpPr/>
          <p:nvPr/>
        </p:nvSpPr>
        <p:spPr>
          <a:xfrm>
            <a:off x="4688640" y="280800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2" y="6"/>
                </a:lnTo>
                <a:lnTo>
                  <a:pt x="40" y="21"/>
                </a:lnTo>
                <a:lnTo>
                  <a:pt x="25" y="19"/>
                </a:lnTo>
                <a:lnTo>
                  <a:pt x="27" y="4"/>
                </a:lnTo>
                <a:moveTo>
                  <a:pt x="42" y="6"/>
                </a:moveTo>
                <a:lnTo>
                  <a:pt x="56" y="8"/>
                </a:lnTo>
                <a:lnTo>
                  <a:pt x="54" y="23"/>
                </a:lnTo>
                <a:lnTo>
                  <a:pt x="40" y="21"/>
                </a:lnTo>
                <a:lnTo>
                  <a:pt x="42" y="6"/>
                </a:lnTo>
                <a:moveTo>
                  <a:pt x="56" y="8"/>
                </a:moveTo>
                <a:lnTo>
                  <a:pt x="71" y="10"/>
                </a:lnTo>
                <a:lnTo>
                  <a:pt x="69" y="24"/>
                </a:lnTo>
                <a:lnTo>
                  <a:pt x="54" y="23"/>
                </a:lnTo>
                <a:lnTo>
                  <a:pt x="56" y="8"/>
                </a:lnTo>
                <a:moveTo>
                  <a:pt x="71" y="10"/>
                </a:moveTo>
                <a:lnTo>
                  <a:pt x="86" y="12"/>
                </a:lnTo>
                <a:lnTo>
                  <a:pt x="84" y="26"/>
                </a:lnTo>
                <a:lnTo>
                  <a:pt x="69" y="24"/>
                </a:lnTo>
                <a:lnTo>
                  <a:pt x="71" y="10"/>
                </a:lnTo>
                <a:moveTo>
                  <a:pt x="86" y="12"/>
                </a:moveTo>
                <a:lnTo>
                  <a:pt x="100" y="14"/>
                </a:lnTo>
                <a:lnTo>
                  <a:pt x="98" y="28"/>
                </a:lnTo>
                <a:lnTo>
                  <a:pt x="84" y="26"/>
                </a:lnTo>
                <a:lnTo>
                  <a:pt x="86" y="12"/>
                </a:lnTo>
                <a:moveTo>
                  <a:pt x="100" y="14"/>
                </a:moveTo>
                <a:lnTo>
                  <a:pt x="115" y="16"/>
                </a:lnTo>
                <a:lnTo>
                  <a:pt x="113" y="30"/>
                </a:lnTo>
                <a:lnTo>
                  <a:pt x="98" y="28"/>
                </a:lnTo>
                <a:lnTo>
                  <a:pt x="100" y="14"/>
                </a:lnTo>
                <a:moveTo>
                  <a:pt x="115" y="16"/>
                </a:moveTo>
                <a:lnTo>
                  <a:pt x="130" y="18"/>
                </a:lnTo>
                <a:lnTo>
                  <a:pt x="128" y="32"/>
                </a:lnTo>
                <a:lnTo>
                  <a:pt x="113" y="30"/>
                </a:lnTo>
                <a:lnTo>
                  <a:pt x="115" y="16"/>
                </a:lnTo>
                <a:moveTo>
                  <a:pt x="130" y="18"/>
                </a:moveTo>
                <a:lnTo>
                  <a:pt x="144" y="19"/>
                </a:lnTo>
                <a:lnTo>
                  <a:pt x="143" y="34"/>
                </a:lnTo>
                <a:lnTo>
                  <a:pt x="128" y="32"/>
                </a:lnTo>
                <a:lnTo>
                  <a:pt x="130" y="18"/>
                </a:lnTo>
                <a:moveTo>
                  <a:pt x="144" y="19"/>
                </a:moveTo>
                <a:lnTo>
                  <a:pt x="159" y="21"/>
                </a:lnTo>
                <a:lnTo>
                  <a:pt x="157" y="36"/>
                </a:lnTo>
                <a:lnTo>
                  <a:pt x="143" y="34"/>
                </a:lnTo>
                <a:lnTo>
                  <a:pt x="144" y="19"/>
                </a:lnTo>
                <a:moveTo>
                  <a:pt x="159" y="21"/>
                </a:moveTo>
                <a:lnTo>
                  <a:pt x="174" y="23"/>
                </a:lnTo>
                <a:lnTo>
                  <a:pt x="172" y="38"/>
                </a:lnTo>
                <a:lnTo>
                  <a:pt x="157" y="36"/>
                </a:lnTo>
                <a:lnTo>
                  <a:pt x="159" y="21"/>
                </a:lnTo>
                <a:moveTo>
                  <a:pt x="174" y="23"/>
                </a:moveTo>
                <a:lnTo>
                  <a:pt x="192" y="26"/>
                </a:lnTo>
                <a:lnTo>
                  <a:pt x="172" y="45"/>
                </a:lnTo>
                <a:lnTo>
                  <a:pt x="162" y="34"/>
                </a:lnTo>
                <a:lnTo>
                  <a:pt x="170" y="26"/>
                </a:lnTo>
                <a:lnTo>
                  <a:pt x="176" y="31"/>
                </a:lnTo>
                <a:lnTo>
                  <a:pt x="175" y="38"/>
                </a:lnTo>
                <a:lnTo>
                  <a:pt x="172" y="38"/>
                </a:lnTo>
                <a:lnTo>
                  <a:pt x="174" y="23"/>
                </a:lnTo>
                <a:moveTo>
                  <a:pt x="172" y="45"/>
                </a:moveTo>
                <a:lnTo>
                  <a:pt x="162" y="55"/>
                </a:lnTo>
                <a:lnTo>
                  <a:pt x="151" y="45"/>
                </a:lnTo>
                <a:lnTo>
                  <a:pt x="162" y="34"/>
                </a:lnTo>
                <a:lnTo>
                  <a:pt x="172" y="45"/>
                </a:lnTo>
                <a:moveTo>
                  <a:pt x="162" y="55"/>
                </a:moveTo>
                <a:lnTo>
                  <a:pt x="152" y="67"/>
                </a:lnTo>
                <a:lnTo>
                  <a:pt x="141" y="56"/>
                </a:lnTo>
                <a:lnTo>
                  <a:pt x="151" y="45"/>
                </a:lnTo>
                <a:lnTo>
                  <a:pt x="162" y="55"/>
                </a:lnTo>
                <a:moveTo>
                  <a:pt x="152" y="67"/>
                </a:moveTo>
                <a:lnTo>
                  <a:pt x="141" y="78"/>
                </a:lnTo>
                <a:lnTo>
                  <a:pt x="131" y="67"/>
                </a:lnTo>
                <a:lnTo>
                  <a:pt x="141" y="56"/>
                </a:lnTo>
                <a:lnTo>
                  <a:pt x="152" y="67"/>
                </a:lnTo>
                <a:moveTo>
                  <a:pt x="141" y="78"/>
                </a:moveTo>
                <a:lnTo>
                  <a:pt x="131" y="88"/>
                </a:lnTo>
                <a:lnTo>
                  <a:pt x="120" y="78"/>
                </a:lnTo>
                <a:lnTo>
                  <a:pt x="131" y="67"/>
                </a:lnTo>
                <a:lnTo>
                  <a:pt x="141" y="78"/>
                </a:lnTo>
                <a:moveTo>
                  <a:pt x="131" y="88"/>
                </a:moveTo>
                <a:lnTo>
                  <a:pt x="121" y="99"/>
                </a:lnTo>
                <a:lnTo>
                  <a:pt x="110" y="88"/>
                </a:lnTo>
                <a:lnTo>
                  <a:pt x="120" y="78"/>
                </a:lnTo>
                <a:lnTo>
                  <a:pt x="131" y="88"/>
                </a:lnTo>
                <a:moveTo>
                  <a:pt x="121" y="99"/>
                </a:moveTo>
                <a:lnTo>
                  <a:pt x="110" y="109"/>
                </a:lnTo>
                <a:lnTo>
                  <a:pt x="100" y="99"/>
                </a:lnTo>
                <a:lnTo>
                  <a:pt x="110" y="88"/>
                </a:lnTo>
                <a:lnTo>
                  <a:pt x="121" y="99"/>
                </a:lnTo>
                <a:moveTo>
                  <a:pt x="110" y="109"/>
                </a:moveTo>
                <a:lnTo>
                  <a:pt x="100" y="120"/>
                </a:lnTo>
                <a:lnTo>
                  <a:pt x="89" y="110"/>
                </a:lnTo>
                <a:lnTo>
                  <a:pt x="100" y="99"/>
                </a:lnTo>
                <a:lnTo>
                  <a:pt x="110" y="109"/>
                </a:lnTo>
                <a:moveTo>
                  <a:pt x="100" y="120"/>
                </a:moveTo>
                <a:lnTo>
                  <a:pt x="89" y="131"/>
                </a:lnTo>
                <a:lnTo>
                  <a:pt x="79" y="120"/>
                </a:lnTo>
                <a:lnTo>
                  <a:pt x="89" y="110"/>
                </a:lnTo>
                <a:lnTo>
                  <a:pt x="100" y="120"/>
                </a:lnTo>
                <a:moveTo>
                  <a:pt x="89" y="131"/>
                </a:moveTo>
                <a:lnTo>
                  <a:pt x="79" y="141"/>
                </a:lnTo>
                <a:lnTo>
                  <a:pt x="69" y="131"/>
                </a:lnTo>
                <a:lnTo>
                  <a:pt x="79" y="120"/>
                </a:lnTo>
                <a:lnTo>
                  <a:pt x="89" y="131"/>
                </a:lnTo>
                <a:moveTo>
                  <a:pt x="79" y="141"/>
                </a:moveTo>
                <a:lnTo>
                  <a:pt x="69" y="152"/>
                </a:lnTo>
                <a:lnTo>
                  <a:pt x="58" y="141"/>
                </a:lnTo>
                <a:lnTo>
                  <a:pt x="69" y="131"/>
                </a:lnTo>
                <a:lnTo>
                  <a:pt x="79" y="141"/>
                </a:lnTo>
                <a:moveTo>
                  <a:pt x="69" y="152"/>
                </a:moveTo>
                <a:lnTo>
                  <a:pt x="57" y="164"/>
                </a:lnTo>
                <a:lnTo>
                  <a:pt x="50" y="144"/>
                </a:lnTo>
                <a:lnTo>
                  <a:pt x="64" y="139"/>
                </a:lnTo>
                <a:lnTo>
                  <a:pt x="67" y="148"/>
                </a:lnTo>
                <a:lnTo>
                  <a:pt x="60" y="150"/>
                </a:lnTo>
                <a:lnTo>
                  <a:pt x="54" y="145"/>
                </a:lnTo>
                <a:lnTo>
                  <a:pt x="58" y="141"/>
                </a:lnTo>
                <a:lnTo>
                  <a:pt x="69" y="152"/>
                </a:lnTo>
                <a:moveTo>
                  <a:pt x="50" y="144"/>
                </a:moveTo>
                <a:lnTo>
                  <a:pt x="45" y="130"/>
                </a:lnTo>
                <a:lnTo>
                  <a:pt x="59" y="125"/>
                </a:lnTo>
                <a:lnTo>
                  <a:pt x="64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4" y="111"/>
                </a:lnTo>
                <a:lnTo>
                  <a:pt x="59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4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1" y="60"/>
                </a:lnTo>
                <a:lnTo>
                  <a:pt x="35" y="54"/>
                </a:lnTo>
                <a:lnTo>
                  <a:pt x="39" y="69"/>
                </a:lnTo>
                <a:lnTo>
                  <a:pt x="25" y="74"/>
                </a:lnTo>
                <a:moveTo>
                  <a:pt x="21" y="60"/>
                </a:moveTo>
                <a:lnTo>
                  <a:pt x="16" y="45"/>
                </a:lnTo>
                <a:lnTo>
                  <a:pt x="30" y="40"/>
                </a:lnTo>
                <a:lnTo>
                  <a:pt x="35" y="54"/>
                </a:lnTo>
                <a:lnTo>
                  <a:pt x="21" y="60"/>
                </a:lnTo>
                <a:moveTo>
                  <a:pt x="16" y="45"/>
                </a:moveTo>
                <a:lnTo>
                  <a:pt x="11" y="31"/>
                </a:lnTo>
                <a:lnTo>
                  <a:pt x="25" y="26"/>
                </a:lnTo>
                <a:lnTo>
                  <a:pt x="30" y="40"/>
                </a:lnTo>
                <a:lnTo>
                  <a:pt x="16" y="45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9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4295880" y="3318480"/>
            <a:ext cx="307080" cy="14400"/>
          </a:xfrm>
          <a:custGeom>
            <a:avLst/>
            <a:gdLst/>
            <a:ahLst/>
            <a:rect l="0" t="0" r="r" b="b"/>
            <a:pathLst>
              <a:path fill="none" w="853" h="40">
                <a:moveTo>
                  <a:pt x="0" y="0"/>
                </a:moveTo>
                <a:lnTo>
                  <a:pt x="77" y="7"/>
                </a:lnTo>
                <a:cubicBezTo>
                  <a:pt x="154" y="13"/>
                  <a:pt x="308" y="26"/>
                  <a:pt x="451" y="33"/>
                </a:cubicBezTo>
                <a:cubicBezTo>
                  <a:pt x="593" y="40"/>
                  <a:pt x="723" y="40"/>
                  <a:pt x="788" y="40"/>
                </a:cubicBezTo>
                <a:lnTo>
                  <a:pt x="853" y="4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1" name=""/>
          <p:cNvSpPr/>
          <p:nvPr/>
        </p:nvSpPr>
        <p:spPr>
          <a:xfrm>
            <a:off x="4575960" y="33058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4573080" y="33015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1" y="33"/>
                </a:lnTo>
                <a:lnTo>
                  <a:pt x="18" y="25"/>
                </a:lnTo>
                <a:lnTo>
                  <a:pt x="24" y="12"/>
                </a:lnTo>
                <a:moveTo>
                  <a:pt x="37" y="19"/>
                </a:moveTo>
                <a:lnTo>
                  <a:pt x="51" y="25"/>
                </a:lnTo>
                <a:lnTo>
                  <a:pt x="44" y="39"/>
                </a:lnTo>
                <a:lnTo>
                  <a:pt x="31" y="33"/>
                </a:lnTo>
                <a:lnTo>
                  <a:pt x="37" y="19"/>
                </a:lnTo>
                <a:moveTo>
                  <a:pt x="51" y="25"/>
                </a:moveTo>
                <a:lnTo>
                  <a:pt x="64" y="33"/>
                </a:lnTo>
                <a:lnTo>
                  <a:pt x="57" y="46"/>
                </a:lnTo>
                <a:lnTo>
                  <a:pt x="44" y="39"/>
                </a:lnTo>
                <a:lnTo>
                  <a:pt x="51" y="25"/>
                </a:lnTo>
                <a:moveTo>
                  <a:pt x="64" y="33"/>
                </a:moveTo>
                <a:lnTo>
                  <a:pt x="77" y="39"/>
                </a:lnTo>
                <a:lnTo>
                  <a:pt x="71" y="53"/>
                </a:lnTo>
                <a:lnTo>
                  <a:pt x="57" y="46"/>
                </a:lnTo>
                <a:lnTo>
                  <a:pt x="64" y="33"/>
                </a:lnTo>
                <a:moveTo>
                  <a:pt x="77" y="39"/>
                </a:moveTo>
                <a:lnTo>
                  <a:pt x="90" y="46"/>
                </a:lnTo>
                <a:lnTo>
                  <a:pt x="84" y="59"/>
                </a:lnTo>
                <a:lnTo>
                  <a:pt x="71" y="53"/>
                </a:lnTo>
                <a:lnTo>
                  <a:pt x="77" y="39"/>
                </a:lnTo>
                <a:moveTo>
                  <a:pt x="90" y="46"/>
                </a:moveTo>
                <a:lnTo>
                  <a:pt x="104" y="53"/>
                </a:lnTo>
                <a:lnTo>
                  <a:pt x="97" y="66"/>
                </a:lnTo>
                <a:lnTo>
                  <a:pt x="84" y="59"/>
                </a:lnTo>
                <a:lnTo>
                  <a:pt x="90" y="46"/>
                </a:lnTo>
                <a:moveTo>
                  <a:pt x="104" y="53"/>
                </a:moveTo>
                <a:lnTo>
                  <a:pt x="118" y="59"/>
                </a:lnTo>
                <a:lnTo>
                  <a:pt x="110" y="73"/>
                </a:lnTo>
                <a:lnTo>
                  <a:pt x="97" y="66"/>
                </a:lnTo>
                <a:lnTo>
                  <a:pt x="104" y="53"/>
                </a:lnTo>
                <a:moveTo>
                  <a:pt x="118" y="59"/>
                </a:moveTo>
                <a:lnTo>
                  <a:pt x="131" y="66"/>
                </a:lnTo>
                <a:lnTo>
                  <a:pt x="125" y="79"/>
                </a:lnTo>
                <a:lnTo>
                  <a:pt x="110" y="73"/>
                </a:lnTo>
                <a:lnTo>
                  <a:pt x="118" y="59"/>
                </a:lnTo>
                <a:moveTo>
                  <a:pt x="131" y="66"/>
                </a:moveTo>
                <a:lnTo>
                  <a:pt x="144" y="73"/>
                </a:lnTo>
                <a:lnTo>
                  <a:pt x="138" y="86"/>
                </a:lnTo>
                <a:lnTo>
                  <a:pt x="125" y="79"/>
                </a:lnTo>
                <a:lnTo>
                  <a:pt x="131" y="66"/>
                </a:lnTo>
                <a:moveTo>
                  <a:pt x="144" y="73"/>
                </a:moveTo>
                <a:lnTo>
                  <a:pt x="158" y="79"/>
                </a:lnTo>
                <a:lnTo>
                  <a:pt x="151" y="92"/>
                </a:lnTo>
                <a:lnTo>
                  <a:pt x="138" y="86"/>
                </a:lnTo>
                <a:lnTo>
                  <a:pt x="144" y="73"/>
                </a:lnTo>
                <a:moveTo>
                  <a:pt x="158" y="79"/>
                </a:moveTo>
                <a:lnTo>
                  <a:pt x="173" y="87"/>
                </a:lnTo>
                <a:lnTo>
                  <a:pt x="149" y="99"/>
                </a:lnTo>
                <a:lnTo>
                  <a:pt x="143" y="86"/>
                </a:lnTo>
                <a:lnTo>
                  <a:pt x="153" y="80"/>
                </a:lnTo>
                <a:lnTo>
                  <a:pt x="157" y="87"/>
                </a:lnTo>
                <a:lnTo>
                  <a:pt x="153" y="94"/>
                </a:lnTo>
                <a:lnTo>
                  <a:pt x="151" y="92"/>
                </a:lnTo>
                <a:lnTo>
                  <a:pt x="158" y="79"/>
                </a:lnTo>
                <a:moveTo>
                  <a:pt x="149" y="99"/>
                </a:moveTo>
                <a:lnTo>
                  <a:pt x="136" y="106"/>
                </a:lnTo>
                <a:lnTo>
                  <a:pt x="129" y="92"/>
                </a:lnTo>
                <a:lnTo>
                  <a:pt x="143" y="86"/>
                </a:lnTo>
                <a:lnTo>
                  <a:pt x="149" y="99"/>
                </a:lnTo>
                <a:moveTo>
                  <a:pt x="136" y="106"/>
                </a:moveTo>
                <a:lnTo>
                  <a:pt x="123" y="112"/>
                </a:lnTo>
                <a:lnTo>
                  <a:pt x="116" y="99"/>
                </a:lnTo>
                <a:lnTo>
                  <a:pt x="129" y="92"/>
                </a:lnTo>
                <a:lnTo>
                  <a:pt x="136" y="106"/>
                </a:lnTo>
                <a:moveTo>
                  <a:pt x="123" y="112"/>
                </a:moveTo>
                <a:lnTo>
                  <a:pt x="108" y="119"/>
                </a:lnTo>
                <a:lnTo>
                  <a:pt x="102" y="106"/>
                </a:lnTo>
                <a:lnTo>
                  <a:pt x="116" y="99"/>
                </a:lnTo>
                <a:lnTo>
                  <a:pt x="123" y="112"/>
                </a:lnTo>
                <a:moveTo>
                  <a:pt x="108" y="119"/>
                </a:moveTo>
                <a:lnTo>
                  <a:pt x="95" y="126"/>
                </a:lnTo>
                <a:lnTo>
                  <a:pt x="89" y="112"/>
                </a:lnTo>
                <a:lnTo>
                  <a:pt x="102" y="106"/>
                </a:lnTo>
                <a:lnTo>
                  <a:pt x="108" y="119"/>
                </a:lnTo>
                <a:moveTo>
                  <a:pt x="95" y="126"/>
                </a:moveTo>
                <a:lnTo>
                  <a:pt x="82" y="132"/>
                </a:lnTo>
                <a:lnTo>
                  <a:pt x="75" y="119"/>
                </a:lnTo>
                <a:lnTo>
                  <a:pt x="89" y="112"/>
                </a:lnTo>
                <a:lnTo>
                  <a:pt x="95" y="126"/>
                </a:lnTo>
                <a:moveTo>
                  <a:pt x="82" y="132"/>
                </a:moveTo>
                <a:lnTo>
                  <a:pt x="69" y="139"/>
                </a:lnTo>
                <a:lnTo>
                  <a:pt x="62" y="126"/>
                </a:lnTo>
                <a:lnTo>
                  <a:pt x="75" y="119"/>
                </a:lnTo>
                <a:lnTo>
                  <a:pt x="82" y="132"/>
                </a:lnTo>
                <a:moveTo>
                  <a:pt x="69" y="139"/>
                </a:moveTo>
                <a:lnTo>
                  <a:pt x="55" y="145"/>
                </a:lnTo>
                <a:lnTo>
                  <a:pt x="49" y="132"/>
                </a:lnTo>
                <a:lnTo>
                  <a:pt x="62" y="126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6" y="139"/>
                </a:lnTo>
                <a:lnTo>
                  <a:pt x="49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6" y="139"/>
                </a:lnTo>
                <a:lnTo>
                  <a:pt x="42" y="152"/>
                </a:lnTo>
                <a:moveTo>
                  <a:pt x="29" y="159"/>
                </a:moveTo>
                <a:lnTo>
                  <a:pt x="16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6" y="165"/>
                </a:moveTo>
                <a:lnTo>
                  <a:pt x="0" y="173"/>
                </a:lnTo>
                <a:lnTo>
                  <a:pt x="0" y="152"/>
                </a:lnTo>
                <a:lnTo>
                  <a:pt x="15" y="152"/>
                </a:lnTo>
                <a:lnTo>
                  <a:pt x="15" y="161"/>
                </a:lnTo>
                <a:lnTo>
                  <a:pt x="8" y="161"/>
                </a:lnTo>
                <a:lnTo>
                  <a:pt x="4" y="154"/>
                </a:lnTo>
                <a:lnTo>
                  <a:pt x="9" y="152"/>
                </a:lnTo>
                <a:lnTo>
                  <a:pt x="16" y="165"/>
                </a:lnTo>
                <a:moveTo>
                  <a:pt x="0" y="152"/>
                </a:moveTo>
                <a:lnTo>
                  <a:pt x="0" y="137"/>
                </a:lnTo>
                <a:lnTo>
                  <a:pt x="15" y="137"/>
                </a:lnTo>
                <a:lnTo>
                  <a:pt x="15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7"/>
                </a:lnTo>
                <a:lnTo>
                  <a:pt x="15" y="107"/>
                </a:lnTo>
                <a:lnTo>
                  <a:pt x="15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5" y="92"/>
                </a:lnTo>
                <a:lnTo>
                  <a:pt x="15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8"/>
                </a:lnTo>
                <a:lnTo>
                  <a:pt x="15" y="78"/>
                </a:lnTo>
                <a:lnTo>
                  <a:pt x="15" y="92"/>
                </a:lnTo>
                <a:lnTo>
                  <a:pt x="0" y="92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7"/>
                </a:lnTo>
                <a:lnTo>
                  <a:pt x="15" y="17"/>
                </a:lnTo>
                <a:lnTo>
                  <a:pt x="15" y="33"/>
                </a:lnTo>
                <a:lnTo>
                  <a:pt x="0" y="33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8" y="25"/>
                </a:lnTo>
                <a:lnTo>
                  <a:pt x="4" y="19"/>
                </a:lnTo>
                <a:lnTo>
                  <a:pt x="8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3" name=""/>
          <p:cNvSpPr/>
          <p:nvPr/>
        </p:nvSpPr>
        <p:spPr>
          <a:xfrm>
            <a:off x="5916240" y="125244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0"/>
                </a:moveTo>
                <a:lnTo>
                  <a:pt x="77" y="0"/>
                </a:lnTo>
                <a:cubicBezTo>
                  <a:pt x="154" y="0"/>
                  <a:pt x="310" y="0"/>
                  <a:pt x="516" y="71"/>
                </a:cubicBezTo>
                <a:cubicBezTo>
                  <a:pt x="723" y="142"/>
                  <a:pt x="981" y="286"/>
                  <a:pt x="1110" y="357"/>
                </a:cubicBezTo>
                <a:lnTo>
                  <a:pt x="1240" y="42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4" name=""/>
          <p:cNvSpPr/>
          <p:nvPr/>
        </p:nvSpPr>
        <p:spPr>
          <a:xfrm>
            <a:off x="6325920" y="1369800"/>
            <a:ext cx="60480" cy="49680"/>
          </a:xfrm>
          <a:custGeom>
            <a:avLst/>
            <a:gdLst/>
            <a:ahLst/>
            <a:rect l="0" t="0" r="r" b="b"/>
            <a:pathLst>
              <a:path w="168" h="138">
                <a:moveTo>
                  <a:pt x="73" y="0"/>
                </a:moveTo>
                <a:lnTo>
                  <a:pt x="168" y="138"/>
                </a:lnTo>
                <a:lnTo>
                  <a:pt x="0" y="131"/>
                </a:lnTo>
                <a:lnTo>
                  <a:pt x="7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5" name=""/>
          <p:cNvSpPr/>
          <p:nvPr/>
        </p:nvSpPr>
        <p:spPr>
          <a:xfrm>
            <a:off x="6321600" y="1364760"/>
            <a:ext cx="69480" cy="57600"/>
          </a:xfrm>
          <a:custGeom>
            <a:avLst/>
            <a:gdLst/>
            <a:ahLst/>
            <a:rect l="0" t="0" r="r" b="b"/>
            <a:pathLst>
              <a:path w="193" h="160">
                <a:moveTo>
                  <a:pt x="99" y="22"/>
                </a:moveTo>
                <a:lnTo>
                  <a:pt x="108" y="35"/>
                </a:lnTo>
                <a:lnTo>
                  <a:pt x="95" y="43"/>
                </a:lnTo>
                <a:lnTo>
                  <a:pt x="87" y="31"/>
                </a:lnTo>
                <a:lnTo>
                  <a:pt x="99" y="22"/>
                </a:lnTo>
                <a:moveTo>
                  <a:pt x="108" y="35"/>
                </a:moveTo>
                <a:lnTo>
                  <a:pt x="116" y="47"/>
                </a:lnTo>
                <a:lnTo>
                  <a:pt x="104" y="55"/>
                </a:lnTo>
                <a:lnTo>
                  <a:pt x="95" y="43"/>
                </a:lnTo>
                <a:lnTo>
                  <a:pt x="108" y="35"/>
                </a:lnTo>
                <a:moveTo>
                  <a:pt x="116" y="47"/>
                </a:moveTo>
                <a:lnTo>
                  <a:pt x="124" y="59"/>
                </a:lnTo>
                <a:lnTo>
                  <a:pt x="112" y="67"/>
                </a:lnTo>
                <a:lnTo>
                  <a:pt x="104" y="55"/>
                </a:lnTo>
                <a:lnTo>
                  <a:pt x="116" y="47"/>
                </a:lnTo>
                <a:moveTo>
                  <a:pt x="124" y="59"/>
                </a:moveTo>
                <a:lnTo>
                  <a:pt x="133" y="71"/>
                </a:lnTo>
                <a:lnTo>
                  <a:pt x="121" y="81"/>
                </a:lnTo>
                <a:lnTo>
                  <a:pt x="112" y="67"/>
                </a:lnTo>
                <a:lnTo>
                  <a:pt x="124" y="59"/>
                </a:lnTo>
                <a:moveTo>
                  <a:pt x="133" y="71"/>
                </a:moveTo>
                <a:lnTo>
                  <a:pt x="141" y="84"/>
                </a:lnTo>
                <a:lnTo>
                  <a:pt x="129" y="93"/>
                </a:lnTo>
                <a:lnTo>
                  <a:pt x="121" y="81"/>
                </a:lnTo>
                <a:lnTo>
                  <a:pt x="133" y="71"/>
                </a:lnTo>
                <a:moveTo>
                  <a:pt x="141" y="84"/>
                </a:moveTo>
                <a:lnTo>
                  <a:pt x="150" y="97"/>
                </a:lnTo>
                <a:lnTo>
                  <a:pt x="137" y="105"/>
                </a:lnTo>
                <a:lnTo>
                  <a:pt x="129" y="93"/>
                </a:lnTo>
                <a:lnTo>
                  <a:pt x="141" y="84"/>
                </a:lnTo>
                <a:moveTo>
                  <a:pt x="150" y="97"/>
                </a:moveTo>
                <a:lnTo>
                  <a:pt x="158" y="109"/>
                </a:lnTo>
                <a:lnTo>
                  <a:pt x="146" y="117"/>
                </a:lnTo>
                <a:lnTo>
                  <a:pt x="137" y="105"/>
                </a:lnTo>
                <a:lnTo>
                  <a:pt x="150" y="97"/>
                </a:lnTo>
                <a:moveTo>
                  <a:pt x="158" y="109"/>
                </a:moveTo>
                <a:lnTo>
                  <a:pt x="166" y="121"/>
                </a:lnTo>
                <a:lnTo>
                  <a:pt x="154" y="129"/>
                </a:lnTo>
                <a:lnTo>
                  <a:pt x="146" y="117"/>
                </a:lnTo>
                <a:lnTo>
                  <a:pt x="158" y="109"/>
                </a:lnTo>
                <a:moveTo>
                  <a:pt x="166" y="121"/>
                </a:moveTo>
                <a:lnTo>
                  <a:pt x="175" y="133"/>
                </a:lnTo>
                <a:lnTo>
                  <a:pt x="163" y="142"/>
                </a:lnTo>
                <a:lnTo>
                  <a:pt x="154" y="129"/>
                </a:lnTo>
                <a:lnTo>
                  <a:pt x="166" y="121"/>
                </a:lnTo>
                <a:moveTo>
                  <a:pt x="175" y="133"/>
                </a:moveTo>
                <a:lnTo>
                  <a:pt x="183" y="145"/>
                </a:lnTo>
                <a:lnTo>
                  <a:pt x="171" y="154"/>
                </a:lnTo>
                <a:lnTo>
                  <a:pt x="163" y="142"/>
                </a:lnTo>
                <a:lnTo>
                  <a:pt x="175" y="133"/>
                </a:lnTo>
                <a:moveTo>
                  <a:pt x="183" y="145"/>
                </a:moveTo>
                <a:lnTo>
                  <a:pt x="193" y="160"/>
                </a:lnTo>
                <a:lnTo>
                  <a:pt x="166" y="159"/>
                </a:lnTo>
                <a:lnTo>
                  <a:pt x="167" y="144"/>
                </a:lnTo>
                <a:lnTo>
                  <a:pt x="179" y="144"/>
                </a:lnTo>
                <a:lnTo>
                  <a:pt x="179" y="152"/>
                </a:lnTo>
                <a:lnTo>
                  <a:pt x="173" y="156"/>
                </a:lnTo>
                <a:lnTo>
                  <a:pt x="171" y="154"/>
                </a:lnTo>
                <a:lnTo>
                  <a:pt x="183" y="145"/>
                </a:lnTo>
                <a:moveTo>
                  <a:pt x="166" y="159"/>
                </a:moveTo>
                <a:lnTo>
                  <a:pt x="151" y="158"/>
                </a:lnTo>
                <a:lnTo>
                  <a:pt x="152" y="143"/>
                </a:lnTo>
                <a:lnTo>
                  <a:pt x="167" y="144"/>
                </a:lnTo>
                <a:lnTo>
                  <a:pt x="166" y="159"/>
                </a:lnTo>
                <a:moveTo>
                  <a:pt x="151" y="158"/>
                </a:moveTo>
                <a:lnTo>
                  <a:pt x="137" y="157"/>
                </a:lnTo>
                <a:lnTo>
                  <a:pt x="137" y="143"/>
                </a:lnTo>
                <a:lnTo>
                  <a:pt x="152" y="143"/>
                </a:lnTo>
                <a:lnTo>
                  <a:pt x="151" y="158"/>
                </a:lnTo>
                <a:moveTo>
                  <a:pt x="137" y="157"/>
                </a:moveTo>
                <a:lnTo>
                  <a:pt x="122" y="157"/>
                </a:lnTo>
                <a:lnTo>
                  <a:pt x="122" y="142"/>
                </a:lnTo>
                <a:lnTo>
                  <a:pt x="137" y="143"/>
                </a:lnTo>
                <a:lnTo>
                  <a:pt x="137" y="157"/>
                </a:lnTo>
                <a:moveTo>
                  <a:pt x="122" y="157"/>
                </a:moveTo>
                <a:lnTo>
                  <a:pt x="107" y="156"/>
                </a:lnTo>
                <a:lnTo>
                  <a:pt x="108" y="142"/>
                </a:lnTo>
                <a:lnTo>
                  <a:pt x="122" y="142"/>
                </a:lnTo>
                <a:lnTo>
                  <a:pt x="122" y="157"/>
                </a:lnTo>
                <a:moveTo>
                  <a:pt x="107" y="156"/>
                </a:moveTo>
                <a:lnTo>
                  <a:pt x="92" y="156"/>
                </a:lnTo>
                <a:lnTo>
                  <a:pt x="93" y="141"/>
                </a:lnTo>
                <a:lnTo>
                  <a:pt x="108" y="142"/>
                </a:lnTo>
                <a:lnTo>
                  <a:pt x="107" y="156"/>
                </a:lnTo>
                <a:moveTo>
                  <a:pt x="92" y="156"/>
                </a:moveTo>
                <a:lnTo>
                  <a:pt x="77" y="155"/>
                </a:lnTo>
                <a:lnTo>
                  <a:pt x="78" y="140"/>
                </a:lnTo>
                <a:lnTo>
                  <a:pt x="93" y="141"/>
                </a:lnTo>
                <a:lnTo>
                  <a:pt x="92" y="156"/>
                </a:lnTo>
                <a:moveTo>
                  <a:pt x="77" y="155"/>
                </a:moveTo>
                <a:lnTo>
                  <a:pt x="63" y="155"/>
                </a:lnTo>
                <a:lnTo>
                  <a:pt x="63" y="140"/>
                </a:lnTo>
                <a:lnTo>
                  <a:pt x="78" y="140"/>
                </a:lnTo>
                <a:lnTo>
                  <a:pt x="77" y="155"/>
                </a:lnTo>
                <a:moveTo>
                  <a:pt x="63" y="155"/>
                </a:moveTo>
                <a:lnTo>
                  <a:pt x="48" y="154"/>
                </a:lnTo>
                <a:lnTo>
                  <a:pt x="48" y="139"/>
                </a:lnTo>
                <a:lnTo>
                  <a:pt x="63" y="140"/>
                </a:lnTo>
                <a:lnTo>
                  <a:pt x="63" y="155"/>
                </a:lnTo>
                <a:moveTo>
                  <a:pt x="48" y="154"/>
                </a:moveTo>
                <a:lnTo>
                  <a:pt x="33" y="153"/>
                </a:lnTo>
                <a:lnTo>
                  <a:pt x="34" y="139"/>
                </a:lnTo>
                <a:lnTo>
                  <a:pt x="48" y="139"/>
                </a:lnTo>
                <a:lnTo>
                  <a:pt x="48" y="154"/>
                </a:lnTo>
                <a:moveTo>
                  <a:pt x="33" y="153"/>
                </a:moveTo>
                <a:lnTo>
                  <a:pt x="18" y="153"/>
                </a:lnTo>
                <a:lnTo>
                  <a:pt x="19" y="138"/>
                </a:lnTo>
                <a:lnTo>
                  <a:pt x="34" y="139"/>
                </a:lnTo>
                <a:lnTo>
                  <a:pt x="33" y="153"/>
                </a:lnTo>
                <a:moveTo>
                  <a:pt x="18" y="153"/>
                </a:moveTo>
                <a:lnTo>
                  <a:pt x="0" y="152"/>
                </a:lnTo>
                <a:lnTo>
                  <a:pt x="11" y="133"/>
                </a:lnTo>
                <a:lnTo>
                  <a:pt x="24" y="140"/>
                </a:lnTo>
                <a:lnTo>
                  <a:pt x="20" y="149"/>
                </a:lnTo>
                <a:lnTo>
                  <a:pt x="13" y="145"/>
                </a:lnTo>
                <a:lnTo>
                  <a:pt x="13" y="138"/>
                </a:lnTo>
                <a:lnTo>
                  <a:pt x="19" y="138"/>
                </a:lnTo>
                <a:lnTo>
                  <a:pt x="18" y="153"/>
                </a:lnTo>
                <a:moveTo>
                  <a:pt x="11" y="133"/>
                </a:moveTo>
                <a:lnTo>
                  <a:pt x="18" y="120"/>
                </a:lnTo>
                <a:lnTo>
                  <a:pt x="31" y="127"/>
                </a:lnTo>
                <a:lnTo>
                  <a:pt x="24" y="140"/>
                </a:lnTo>
                <a:lnTo>
                  <a:pt x="11" y="133"/>
                </a:lnTo>
                <a:moveTo>
                  <a:pt x="18" y="120"/>
                </a:moveTo>
                <a:lnTo>
                  <a:pt x="26" y="107"/>
                </a:lnTo>
                <a:lnTo>
                  <a:pt x="39" y="114"/>
                </a:lnTo>
                <a:lnTo>
                  <a:pt x="31" y="127"/>
                </a:lnTo>
                <a:lnTo>
                  <a:pt x="18" y="120"/>
                </a:lnTo>
                <a:moveTo>
                  <a:pt x="26" y="107"/>
                </a:moveTo>
                <a:lnTo>
                  <a:pt x="33" y="94"/>
                </a:lnTo>
                <a:lnTo>
                  <a:pt x="46" y="102"/>
                </a:lnTo>
                <a:lnTo>
                  <a:pt x="39" y="114"/>
                </a:lnTo>
                <a:lnTo>
                  <a:pt x="26" y="107"/>
                </a:lnTo>
                <a:moveTo>
                  <a:pt x="33" y="94"/>
                </a:moveTo>
                <a:lnTo>
                  <a:pt x="40" y="81"/>
                </a:lnTo>
                <a:lnTo>
                  <a:pt x="53" y="89"/>
                </a:lnTo>
                <a:lnTo>
                  <a:pt x="46" y="102"/>
                </a:lnTo>
                <a:lnTo>
                  <a:pt x="33" y="94"/>
                </a:lnTo>
                <a:moveTo>
                  <a:pt x="40" y="81"/>
                </a:moveTo>
                <a:lnTo>
                  <a:pt x="47" y="67"/>
                </a:lnTo>
                <a:lnTo>
                  <a:pt x="60" y="75"/>
                </a:lnTo>
                <a:lnTo>
                  <a:pt x="53" y="89"/>
                </a:lnTo>
                <a:lnTo>
                  <a:pt x="40" y="81"/>
                </a:lnTo>
                <a:moveTo>
                  <a:pt x="47" y="67"/>
                </a:moveTo>
                <a:lnTo>
                  <a:pt x="54" y="54"/>
                </a:lnTo>
                <a:lnTo>
                  <a:pt x="67" y="62"/>
                </a:lnTo>
                <a:lnTo>
                  <a:pt x="60" y="75"/>
                </a:lnTo>
                <a:lnTo>
                  <a:pt x="47" y="67"/>
                </a:lnTo>
                <a:moveTo>
                  <a:pt x="54" y="54"/>
                </a:moveTo>
                <a:lnTo>
                  <a:pt x="61" y="41"/>
                </a:lnTo>
                <a:lnTo>
                  <a:pt x="74" y="49"/>
                </a:lnTo>
                <a:lnTo>
                  <a:pt x="67" y="62"/>
                </a:lnTo>
                <a:lnTo>
                  <a:pt x="54" y="54"/>
                </a:lnTo>
                <a:moveTo>
                  <a:pt x="61" y="41"/>
                </a:moveTo>
                <a:lnTo>
                  <a:pt x="68" y="28"/>
                </a:lnTo>
                <a:lnTo>
                  <a:pt x="81" y="36"/>
                </a:lnTo>
                <a:lnTo>
                  <a:pt x="74" y="49"/>
                </a:lnTo>
                <a:lnTo>
                  <a:pt x="61" y="41"/>
                </a:lnTo>
                <a:moveTo>
                  <a:pt x="68" y="28"/>
                </a:moveTo>
                <a:lnTo>
                  <a:pt x="76" y="15"/>
                </a:lnTo>
                <a:lnTo>
                  <a:pt x="89" y="23"/>
                </a:lnTo>
                <a:lnTo>
                  <a:pt x="81" y="36"/>
                </a:lnTo>
                <a:lnTo>
                  <a:pt x="68" y="28"/>
                </a:lnTo>
                <a:moveTo>
                  <a:pt x="76" y="15"/>
                </a:moveTo>
                <a:lnTo>
                  <a:pt x="84" y="0"/>
                </a:lnTo>
                <a:lnTo>
                  <a:pt x="99" y="22"/>
                </a:lnTo>
                <a:lnTo>
                  <a:pt x="87" y="31"/>
                </a:lnTo>
                <a:lnTo>
                  <a:pt x="79" y="19"/>
                </a:lnTo>
                <a:lnTo>
                  <a:pt x="85" y="14"/>
                </a:lnTo>
                <a:lnTo>
                  <a:pt x="91" y="18"/>
                </a:lnTo>
                <a:lnTo>
                  <a:pt x="89" y="23"/>
                </a:lnTo>
                <a:lnTo>
                  <a:pt x="76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6" name=""/>
          <p:cNvSpPr/>
          <p:nvPr/>
        </p:nvSpPr>
        <p:spPr>
          <a:xfrm>
            <a:off x="5916240" y="179208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428"/>
                </a:moveTo>
                <a:lnTo>
                  <a:pt x="77" y="428"/>
                </a:lnTo>
                <a:cubicBezTo>
                  <a:pt x="154" y="428"/>
                  <a:pt x="310" y="428"/>
                  <a:pt x="516" y="356"/>
                </a:cubicBezTo>
                <a:cubicBezTo>
                  <a:pt x="723" y="284"/>
                  <a:pt x="981" y="142"/>
                  <a:pt x="1110" y="71"/>
                </a:cubicBezTo>
                <a:lnTo>
                  <a:pt x="1240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7" name=""/>
          <p:cNvSpPr/>
          <p:nvPr/>
        </p:nvSpPr>
        <p:spPr>
          <a:xfrm>
            <a:off x="6325920" y="177912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0" y="6"/>
                </a:moveTo>
                <a:lnTo>
                  <a:pt x="168" y="0"/>
                </a:lnTo>
                <a:lnTo>
                  <a:pt x="73" y="137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8" name=""/>
          <p:cNvSpPr/>
          <p:nvPr/>
        </p:nvSpPr>
        <p:spPr>
          <a:xfrm>
            <a:off x="6321600" y="177624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28" y="6"/>
                </a:moveTo>
                <a:lnTo>
                  <a:pt x="42" y="6"/>
                </a:lnTo>
                <a:lnTo>
                  <a:pt x="43" y="21"/>
                </a:lnTo>
                <a:lnTo>
                  <a:pt x="28" y="21"/>
                </a:lnTo>
                <a:lnTo>
                  <a:pt x="28" y="6"/>
                </a:lnTo>
                <a:moveTo>
                  <a:pt x="42" y="6"/>
                </a:moveTo>
                <a:lnTo>
                  <a:pt x="57" y="5"/>
                </a:lnTo>
                <a:lnTo>
                  <a:pt x="58" y="20"/>
                </a:lnTo>
                <a:lnTo>
                  <a:pt x="43" y="21"/>
                </a:lnTo>
                <a:lnTo>
                  <a:pt x="42" y="6"/>
                </a:lnTo>
                <a:moveTo>
                  <a:pt x="57" y="5"/>
                </a:moveTo>
                <a:lnTo>
                  <a:pt x="72" y="5"/>
                </a:lnTo>
                <a:lnTo>
                  <a:pt x="73" y="19"/>
                </a:lnTo>
                <a:lnTo>
                  <a:pt x="58" y="20"/>
                </a:lnTo>
                <a:lnTo>
                  <a:pt x="57" y="5"/>
                </a:lnTo>
                <a:moveTo>
                  <a:pt x="72" y="5"/>
                </a:moveTo>
                <a:lnTo>
                  <a:pt x="87" y="4"/>
                </a:lnTo>
                <a:lnTo>
                  <a:pt x="87" y="19"/>
                </a:lnTo>
                <a:lnTo>
                  <a:pt x="73" y="19"/>
                </a:lnTo>
                <a:lnTo>
                  <a:pt x="72" y="5"/>
                </a:lnTo>
                <a:moveTo>
                  <a:pt x="87" y="4"/>
                </a:moveTo>
                <a:lnTo>
                  <a:pt x="102" y="4"/>
                </a:lnTo>
                <a:lnTo>
                  <a:pt x="102" y="18"/>
                </a:lnTo>
                <a:lnTo>
                  <a:pt x="87" y="19"/>
                </a:lnTo>
                <a:lnTo>
                  <a:pt x="87" y="4"/>
                </a:lnTo>
                <a:moveTo>
                  <a:pt x="102" y="4"/>
                </a:moveTo>
                <a:lnTo>
                  <a:pt x="116" y="3"/>
                </a:lnTo>
                <a:lnTo>
                  <a:pt x="117" y="18"/>
                </a:lnTo>
                <a:lnTo>
                  <a:pt x="102" y="18"/>
                </a:lnTo>
                <a:lnTo>
                  <a:pt x="102" y="4"/>
                </a:lnTo>
                <a:moveTo>
                  <a:pt x="116" y="3"/>
                </a:moveTo>
                <a:lnTo>
                  <a:pt x="131" y="2"/>
                </a:lnTo>
                <a:lnTo>
                  <a:pt x="132" y="17"/>
                </a:lnTo>
                <a:lnTo>
                  <a:pt x="117" y="18"/>
                </a:lnTo>
                <a:lnTo>
                  <a:pt x="116" y="3"/>
                </a:lnTo>
                <a:moveTo>
                  <a:pt x="131" y="2"/>
                </a:moveTo>
                <a:lnTo>
                  <a:pt x="146" y="2"/>
                </a:lnTo>
                <a:lnTo>
                  <a:pt x="147" y="17"/>
                </a:lnTo>
                <a:lnTo>
                  <a:pt x="132" y="17"/>
                </a:lnTo>
                <a:lnTo>
                  <a:pt x="131" y="2"/>
                </a:lnTo>
                <a:moveTo>
                  <a:pt x="146" y="2"/>
                </a:moveTo>
                <a:lnTo>
                  <a:pt x="161" y="1"/>
                </a:lnTo>
                <a:lnTo>
                  <a:pt x="161" y="16"/>
                </a:lnTo>
                <a:lnTo>
                  <a:pt x="147" y="17"/>
                </a:lnTo>
                <a:lnTo>
                  <a:pt x="146" y="2"/>
                </a:lnTo>
                <a:moveTo>
                  <a:pt x="161" y="1"/>
                </a:moveTo>
                <a:lnTo>
                  <a:pt x="176" y="1"/>
                </a:lnTo>
                <a:lnTo>
                  <a:pt x="176" y="15"/>
                </a:lnTo>
                <a:lnTo>
                  <a:pt x="161" y="16"/>
                </a:lnTo>
                <a:lnTo>
                  <a:pt x="161" y="1"/>
                </a:lnTo>
                <a:moveTo>
                  <a:pt x="176" y="1"/>
                </a:moveTo>
                <a:lnTo>
                  <a:pt x="193" y="0"/>
                </a:lnTo>
                <a:lnTo>
                  <a:pt x="178" y="22"/>
                </a:lnTo>
                <a:lnTo>
                  <a:pt x="166" y="14"/>
                </a:lnTo>
                <a:lnTo>
                  <a:pt x="173" y="4"/>
                </a:lnTo>
                <a:lnTo>
                  <a:pt x="179" y="8"/>
                </a:lnTo>
                <a:lnTo>
                  <a:pt x="179" y="15"/>
                </a:lnTo>
                <a:lnTo>
                  <a:pt x="176" y="15"/>
                </a:lnTo>
                <a:lnTo>
                  <a:pt x="176" y="1"/>
                </a:lnTo>
                <a:moveTo>
                  <a:pt x="178" y="22"/>
                </a:moveTo>
                <a:lnTo>
                  <a:pt x="169" y="34"/>
                </a:lnTo>
                <a:lnTo>
                  <a:pt x="157" y="26"/>
                </a:lnTo>
                <a:lnTo>
                  <a:pt x="166" y="14"/>
                </a:lnTo>
                <a:lnTo>
                  <a:pt x="178" y="22"/>
                </a:lnTo>
                <a:moveTo>
                  <a:pt x="169" y="34"/>
                </a:moveTo>
                <a:lnTo>
                  <a:pt x="161" y="47"/>
                </a:lnTo>
                <a:lnTo>
                  <a:pt x="149" y="38"/>
                </a:lnTo>
                <a:lnTo>
                  <a:pt x="157" y="26"/>
                </a:lnTo>
                <a:lnTo>
                  <a:pt x="169" y="34"/>
                </a:lnTo>
                <a:moveTo>
                  <a:pt x="161" y="47"/>
                </a:moveTo>
                <a:lnTo>
                  <a:pt x="153" y="60"/>
                </a:lnTo>
                <a:lnTo>
                  <a:pt x="140" y="51"/>
                </a:lnTo>
                <a:lnTo>
                  <a:pt x="149" y="38"/>
                </a:lnTo>
                <a:lnTo>
                  <a:pt x="161" y="47"/>
                </a:lnTo>
                <a:moveTo>
                  <a:pt x="153" y="60"/>
                </a:moveTo>
                <a:lnTo>
                  <a:pt x="144" y="72"/>
                </a:lnTo>
                <a:lnTo>
                  <a:pt x="132" y="63"/>
                </a:lnTo>
                <a:lnTo>
                  <a:pt x="140" y="51"/>
                </a:lnTo>
                <a:lnTo>
                  <a:pt x="153" y="60"/>
                </a:lnTo>
                <a:moveTo>
                  <a:pt x="144" y="72"/>
                </a:moveTo>
                <a:lnTo>
                  <a:pt x="136" y="84"/>
                </a:lnTo>
                <a:lnTo>
                  <a:pt x="124" y="76"/>
                </a:lnTo>
                <a:lnTo>
                  <a:pt x="132" y="63"/>
                </a:lnTo>
                <a:lnTo>
                  <a:pt x="144" y="72"/>
                </a:lnTo>
                <a:moveTo>
                  <a:pt x="136" y="84"/>
                </a:moveTo>
                <a:lnTo>
                  <a:pt x="127" y="96"/>
                </a:lnTo>
                <a:lnTo>
                  <a:pt x="115" y="88"/>
                </a:lnTo>
                <a:lnTo>
                  <a:pt x="124" y="76"/>
                </a:lnTo>
                <a:lnTo>
                  <a:pt x="136" y="84"/>
                </a:lnTo>
                <a:moveTo>
                  <a:pt x="127" y="96"/>
                </a:moveTo>
                <a:lnTo>
                  <a:pt x="119" y="108"/>
                </a:lnTo>
                <a:lnTo>
                  <a:pt x="107" y="100"/>
                </a:lnTo>
                <a:lnTo>
                  <a:pt x="115" y="88"/>
                </a:lnTo>
                <a:lnTo>
                  <a:pt x="127" y="96"/>
                </a:lnTo>
                <a:moveTo>
                  <a:pt x="119" y="108"/>
                </a:moveTo>
                <a:lnTo>
                  <a:pt x="111" y="121"/>
                </a:lnTo>
                <a:lnTo>
                  <a:pt x="98" y="112"/>
                </a:lnTo>
                <a:lnTo>
                  <a:pt x="107" y="100"/>
                </a:lnTo>
                <a:lnTo>
                  <a:pt x="119" y="108"/>
                </a:lnTo>
                <a:moveTo>
                  <a:pt x="111" y="121"/>
                </a:moveTo>
                <a:lnTo>
                  <a:pt x="102" y="133"/>
                </a:lnTo>
                <a:lnTo>
                  <a:pt x="90" y="124"/>
                </a:lnTo>
                <a:lnTo>
                  <a:pt x="98" y="112"/>
                </a:lnTo>
                <a:lnTo>
                  <a:pt x="111" y="121"/>
                </a:lnTo>
                <a:moveTo>
                  <a:pt x="102" y="133"/>
                </a:moveTo>
                <a:lnTo>
                  <a:pt x="94" y="145"/>
                </a:lnTo>
                <a:lnTo>
                  <a:pt x="82" y="137"/>
                </a:lnTo>
                <a:lnTo>
                  <a:pt x="90" y="124"/>
                </a:lnTo>
                <a:lnTo>
                  <a:pt x="102" y="133"/>
                </a:lnTo>
                <a:moveTo>
                  <a:pt x="94" y="145"/>
                </a:moveTo>
                <a:lnTo>
                  <a:pt x="84" y="159"/>
                </a:lnTo>
                <a:lnTo>
                  <a:pt x="74" y="140"/>
                </a:lnTo>
                <a:lnTo>
                  <a:pt x="87" y="133"/>
                </a:lnTo>
                <a:lnTo>
                  <a:pt x="91" y="142"/>
                </a:lnTo>
                <a:lnTo>
                  <a:pt x="85" y="145"/>
                </a:lnTo>
                <a:lnTo>
                  <a:pt x="79" y="141"/>
                </a:lnTo>
                <a:lnTo>
                  <a:pt x="82" y="137"/>
                </a:lnTo>
                <a:lnTo>
                  <a:pt x="94" y="145"/>
                </a:lnTo>
                <a:moveTo>
                  <a:pt x="74" y="140"/>
                </a:moveTo>
                <a:lnTo>
                  <a:pt x="66" y="128"/>
                </a:lnTo>
                <a:lnTo>
                  <a:pt x="79" y="120"/>
                </a:lnTo>
                <a:lnTo>
                  <a:pt x="87" y="133"/>
                </a:lnTo>
                <a:lnTo>
                  <a:pt x="74" y="140"/>
                </a:lnTo>
                <a:moveTo>
                  <a:pt x="66" y="128"/>
                </a:moveTo>
                <a:lnTo>
                  <a:pt x="59" y="115"/>
                </a:lnTo>
                <a:lnTo>
                  <a:pt x="72" y="107"/>
                </a:lnTo>
                <a:lnTo>
                  <a:pt x="79" y="120"/>
                </a:lnTo>
                <a:lnTo>
                  <a:pt x="66" y="128"/>
                </a:lnTo>
                <a:moveTo>
                  <a:pt x="59" y="115"/>
                </a:moveTo>
                <a:lnTo>
                  <a:pt x="52" y="102"/>
                </a:lnTo>
                <a:lnTo>
                  <a:pt x="65" y="94"/>
                </a:lnTo>
                <a:lnTo>
                  <a:pt x="72" y="107"/>
                </a:lnTo>
                <a:lnTo>
                  <a:pt x="59" y="115"/>
                </a:lnTo>
                <a:moveTo>
                  <a:pt x="52" y="102"/>
                </a:moveTo>
                <a:lnTo>
                  <a:pt x="45" y="89"/>
                </a:lnTo>
                <a:lnTo>
                  <a:pt x="58" y="81"/>
                </a:lnTo>
                <a:lnTo>
                  <a:pt x="65" y="94"/>
                </a:lnTo>
                <a:lnTo>
                  <a:pt x="52" y="102"/>
                </a:lnTo>
                <a:moveTo>
                  <a:pt x="45" y="89"/>
                </a:moveTo>
                <a:lnTo>
                  <a:pt x="38" y="76"/>
                </a:lnTo>
                <a:lnTo>
                  <a:pt x="51" y="68"/>
                </a:lnTo>
                <a:lnTo>
                  <a:pt x="58" y="81"/>
                </a:lnTo>
                <a:lnTo>
                  <a:pt x="45" y="89"/>
                </a:lnTo>
                <a:moveTo>
                  <a:pt x="38" y="76"/>
                </a:moveTo>
                <a:lnTo>
                  <a:pt x="31" y="63"/>
                </a:lnTo>
                <a:lnTo>
                  <a:pt x="44" y="55"/>
                </a:lnTo>
                <a:lnTo>
                  <a:pt x="51" y="68"/>
                </a:lnTo>
                <a:lnTo>
                  <a:pt x="38" y="76"/>
                </a:lnTo>
                <a:moveTo>
                  <a:pt x="31" y="63"/>
                </a:moveTo>
                <a:lnTo>
                  <a:pt x="24" y="50"/>
                </a:lnTo>
                <a:lnTo>
                  <a:pt x="37" y="42"/>
                </a:lnTo>
                <a:lnTo>
                  <a:pt x="44" y="55"/>
                </a:lnTo>
                <a:lnTo>
                  <a:pt x="31" y="63"/>
                </a:lnTo>
                <a:moveTo>
                  <a:pt x="24" y="50"/>
                </a:moveTo>
                <a:lnTo>
                  <a:pt x="16" y="36"/>
                </a:lnTo>
                <a:lnTo>
                  <a:pt x="29" y="29"/>
                </a:lnTo>
                <a:lnTo>
                  <a:pt x="37" y="42"/>
                </a:lnTo>
                <a:lnTo>
                  <a:pt x="24" y="50"/>
                </a:lnTo>
                <a:moveTo>
                  <a:pt x="16" y="36"/>
                </a:moveTo>
                <a:lnTo>
                  <a:pt x="9" y="23"/>
                </a:lnTo>
                <a:lnTo>
                  <a:pt x="22" y="16"/>
                </a:lnTo>
                <a:lnTo>
                  <a:pt x="29" y="29"/>
                </a:lnTo>
                <a:lnTo>
                  <a:pt x="16" y="36"/>
                </a:lnTo>
                <a:moveTo>
                  <a:pt x="9" y="23"/>
                </a:moveTo>
                <a:lnTo>
                  <a:pt x="0" y="8"/>
                </a:lnTo>
                <a:lnTo>
                  <a:pt x="28" y="6"/>
                </a:lnTo>
                <a:lnTo>
                  <a:pt x="28" y="21"/>
                </a:lnTo>
                <a:lnTo>
                  <a:pt x="13" y="22"/>
                </a:lnTo>
                <a:lnTo>
                  <a:pt x="13" y="14"/>
                </a:lnTo>
                <a:lnTo>
                  <a:pt x="20" y="11"/>
                </a:lnTo>
                <a:lnTo>
                  <a:pt x="22" y="16"/>
                </a:lnTo>
                <a:lnTo>
                  <a:pt x="9" y="2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9" name=""/>
          <p:cNvSpPr/>
          <p:nvPr/>
        </p:nvSpPr>
        <p:spPr>
          <a:xfrm>
            <a:off x="5916240" y="263916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0"/>
                </a:moveTo>
                <a:lnTo>
                  <a:pt x="77" y="0"/>
                </a:lnTo>
                <a:cubicBezTo>
                  <a:pt x="154" y="0"/>
                  <a:pt x="310" y="0"/>
                  <a:pt x="516" y="71"/>
                </a:cubicBezTo>
                <a:cubicBezTo>
                  <a:pt x="723" y="143"/>
                  <a:pt x="981" y="286"/>
                  <a:pt x="1110" y="357"/>
                </a:cubicBezTo>
                <a:lnTo>
                  <a:pt x="1240" y="42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0" name=""/>
          <p:cNvSpPr/>
          <p:nvPr/>
        </p:nvSpPr>
        <p:spPr>
          <a:xfrm>
            <a:off x="6325920" y="275688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73" y="0"/>
                </a:moveTo>
                <a:lnTo>
                  <a:pt x="168" y="137"/>
                </a:lnTo>
                <a:lnTo>
                  <a:pt x="0" y="130"/>
                </a:lnTo>
                <a:lnTo>
                  <a:pt x="7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1" name=""/>
          <p:cNvSpPr/>
          <p:nvPr/>
        </p:nvSpPr>
        <p:spPr>
          <a:xfrm>
            <a:off x="6321600" y="275184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99" y="23"/>
                </a:moveTo>
                <a:lnTo>
                  <a:pt x="108" y="35"/>
                </a:lnTo>
                <a:lnTo>
                  <a:pt x="95" y="43"/>
                </a:lnTo>
                <a:lnTo>
                  <a:pt x="87" y="31"/>
                </a:lnTo>
                <a:lnTo>
                  <a:pt x="99" y="23"/>
                </a:lnTo>
                <a:moveTo>
                  <a:pt x="108" y="35"/>
                </a:moveTo>
                <a:lnTo>
                  <a:pt x="116" y="47"/>
                </a:lnTo>
                <a:lnTo>
                  <a:pt x="104" y="55"/>
                </a:lnTo>
                <a:lnTo>
                  <a:pt x="95" y="43"/>
                </a:lnTo>
                <a:lnTo>
                  <a:pt x="108" y="35"/>
                </a:lnTo>
                <a:moveTo>
                  <a:pt x="116" y="47"/>
                </a:moveTo>
                <a:lnTo>
                  <a:pt x="124" y="59"/>
                </a:lnTo>
                <a:lnTo>
                  <a:pt x="112" y="68"/>
                </a:lnTo>
                <a:lnTo>
                  <a:pt x="104" y="55"/>
                </a:lnTo>
                <a:lnTo>
                  <a:pt x="116" y="47"/>
                </a:lnTo>
                <a:moveTo>
                  <a:pt x="124" y="59"/>
                </a:moveTo>
                <a:lnTo>
                  <a:pt x="133" y="71"/>
                </a:lnTo>
                <a:lnTo>
                  <a:pt x="121" y="80"/>
                </a:lnTo>
                <a:lnTo>
                  <a:pt x="112" y="68"/>
                </a:lnTo>
                <a:lnTo>
                  <a:pt x="124" y="59"/>
                </a:lnTo>
                <a:moveTo>
                  <a:pt x="133" y="71"/>
                </a:moveTo>
                <a:lnTo>
                  <a:pt x="141" y="84"/>
                </a:lnTo>
                <a:lnTo>
                  <a:pt x="129" y="92"/>
                </a:lnTo>
                <a:lnTo>
                  <a:pt x="121" y="80"/>
                </a:lnTo>
                <a:lnTo>
                  <a:pt x="133" y="71"/>
                </a:lnTo>
                <a:moveTo>
                  <a:pt x="141" y="84"/>
                </a:moveTo>
                <a:lnTo>
                  <a:pt x="150" y="96"/>
                </a:lnTo>
                <a:lnTo>
                  <a:pt x="137" y="104"/>
                </a:lnTo>
                <a:lnTo>
                  <a:pt x="129" y="92"/>
                </a:lnTo>
                <a:lnTo>
                  <a:pt x="141" y="84"/>
                </a:lnTo>
                <a:moveTo>
                  <a:pt x="150" y="96"/>
                </a:moveTo>
                <a:lnTo>
                  <a:pt x="158" y="108"/>
                </a:lnTo>
                <a:lnTo>
                  <a:pt x="146" y="116"/>
                </a:lnTo>
                <a:lnTo>
                  <a:pt x="137" y="104"/>
                </a:lnTo>
                <a:lnTo>
                  <a:pt x="150" y="96"/>
                </a:lnTo>
                <a:moveTo>
                  <a:pt x="158" y="108"/>
                </a:moveTo>
                <a:lnTo>
                  <a:pt x="166" y="120"/>
                </a:lnTo>
                <a:lnTo>
                  <a:pt x="154" y="129"/>
                </a:lnTo>
                <a:lnTo>
                  <a:pt x="146" y="116"/>
                </a:lnTo>
                <a:lnTo>
                  <a:pt x="158" y="108"/>
                </a:lnTo>
                <a:moveTo>
                  <a:pt x="166" y="120"/>
                </a:moveTo>
                <a:lnTo>
                  <a:pt x="175" y="132"/>
                </a:lnTo>
                <a:lnTo>
                  <a:pt x="163" y="141"/>
                </a:lnTo>
                <a:lnTo>
                  <a:pt x="154" y="129"/>
                </a:lnTo>
                <a:lnTo>
                  <a:pt x="166" y="120"/>
                </a:lnTo>
                <a:moveTo>
                  <a:pt x="175" y="132"/>
                </a:moveTo>
                <a:lnTo>
                  <a:pt x="183" y="145"/>
                </a:lnTo>
                <a:lnTo>
                  <a:pt x="171" y="153"/>
                </a:lnTo>
                <a:lnTo>
                  <a:pt x="163" y="141"/>
                </a:lnTo>
                <a:lnTo>
                  <a:pt x="175" y="132"/>
                </a:lnTo>
                <a:moveTo>
                  <a:pt x="183" y="145"/>
                </a:moveTo>
                <a:lnTo>
                  <a:pt x="193" y="159"/>
                </a:lnTo>
                <a:lnTo>
                  <a:pt x="166" y="158"/>
                </a:lnTo>
                <a:lnTo>
                  <a:pt x="167" y="143"/>
                </a:lnTo>
                <a:lnTo>
                  <a:pt x="179" y="144"/>
                </a:lnTo>
                <a:lnTo>
                  <a:pt x="179" y="151"/>
                </a:lnTo>
                <a:lnTo>
                  <a:pt x="173" y="155"/>
                </a:lnTo>
                <a:lnTo>
                  <a:pt x="171" y="153"/>
                </a:lnTo>
                <a:lnTo>
                  <a:pt x="183" y="145"/>
                </a:lnTo>
                <a:moveTo>
                  <a:pt x="166" y="158"/>
                </a:moveTo>
                <a:lnTo>
                  <a:pt x="151" y="157"/>
                </a:lnTo>
                <a:lnTo>
                  <a:pt x="152" y="142"/>
                </a:lnTo>
                <a:lnTo>
                  <a:pt x="167" y="143"/>
                </a:lnTo>
                <a:lnTo>
                  <a:pt x="166" y="158"/>
                </a:lnTo>
                <a:moveTo>
                  <a:pt x="151" y="157"/>
                </a:moveTo>
                <a:lnTo>
                  <a:pt x="137" y="157"/>
                </a:lnTo>
                <a:lnTo>
                  <a:pt x="137" y="142"/>
                </a:lnTo>
                <a:lnTo>
                  <a:pt x="152" y="142"/>
                </a:lnTo>
                <a:lnTo>
                  <a:pt x="151" y="157"/>
                </a:lnTo>
                <a:moveTo>
                  <a:pt x="137" y="157"/>
                </a:moveTo>
                <a:lnTo>
                  <a:pt x="122" y="156"/>
                </a:lnTo>
                <a:lnTo>
                  <a:pt x="122" y="141"/>
                </a:lnTo>
                <a:lnTo>
                  <a:pt x="137" y="142"/>
                </a:lnTo>
                <a:lnTo>
                  <a:pt x="137" y="157"/>
                </a:lnTo>
                <a:moveTo>
                  <a:pt x="122" y="156"/>
                </a:moveTo>
                <a:lnTo>
                  <a:pt x="107" y="156"/>
                </a:lnTo>
                <a:lnTo>
                  <a:pt x="108" y="141"/>
                </a:lnTo>
                <a:lnTo>
                  <a:pt x="122" y="141"/>
                </a:lnTo>
                <a:lnTo>
                  <a:pt x="122" y="156"/>
                </a:lnTo>
                <a:moveTo>
                  <a:pt x="107" y="156"/>
                </a:moveTo>
                <a:lnTo>
                  <a:pt x="92" y="155"/>
                </a:lnTo>
                <a:lnTo>
                  <a:pt x="93" y="140"/>
                </a:lnTo>
                <a:lnTo>
                  <a:pt x="108" y="141"/>
                </a:lnTo>
                <a:lnTo>
                  <a:pt x="107" y="156"/>
                </a:lnTo>
                <a:moveTo>
                  <a:pt x="92" y="155"/>
                </a:moveTo>
                <a:lnTo>
                  <a:pt x="77" y="154"/>
                </a:lnTo>
                <a:lnTo>
                  <a:pt x="78" y="140"/>
                </a:lnTo>
                <a:lnTo>
                  <a:pt x="93" y="140"/>
                </a:lnTo>
                <a:lnTo>
                  <a:pt x="92" y="155"/>
                </a:lnTo>
                <a:moveTo>
                  <a:pt x="77" y="154"/>
                </a:moveTo>
                <a:lnTo>
                  <a:pt x="63" y="154"/>
                </a:lnTo>
                <a:lnTo>
                  <a:pt x="63" y="139"/>
                </a:lnTo>
                <a:lnTo>
                  <a:pt x="78" y="140"/>
                </a:lnTo>
                <a:lnTo>
                  <a:pt x="77" y="154"/>
                </a:lnTo>
                <a:moveTo>
                  <a:pt x="63" y="154"/>
                </a:moveTo>
                <a:lnTo>
                  <a:pt x="48" y="153"/>
                </a:lnTo>
                <a:lnTo>
                  <a:pt x="48" y="138"/>
                </a:lnTo>
                <a:lnTo>
                  <a:pt x="63" y="139"/>
                </a:lnTo>
                <a:lnTo>
                  <a:pt x="63" y="154"/>
                </a:lnTo>
                <a:moveTo>
                  <a:pt x="48" y="153"/>
                </a:moveTo>
                <a:lnTo>
                  <a:pt x="33" y="153"/>
                </a:lnTo>
                <a:lnTo>
                  <a:pt x="34" y="138"/>
                </a:lnTo>
                <a:lnTo>
                  <a:pt x="48" y="138"/>
                </a:lnTo>
                <a:lnTo>
                  <a:pt x="48" y="153"/>
                </a:lnTo>
                <a:moveTo>
                  <a:pt x="33" y="153"/>
                </a:moveTo>
                <a:lnTo>
                  <a:pt x="18" y="152"/>
                </a:lnTo>
                <a:lnTo>
                  <a:pt x="19" y="137"/>
                </a:lnTo>
                <a:lnTo>
                  <a:pt x="34" y="138"/>
                </a:lnTo>
                <a:lnTo>
                  <a:pt x="33" y="153"/>
                </a:lnTo>
                <a:moveTo>
                  <a:pt x="18" y="152"/>
                </a:moveTo>
                <a:lnTo>
                  <a:pt x="0" y="151"/>
                </a:lnTo>
                <a:lnTo>
                  <a:pt x="11" y="132"/>
                </a:lnTo>
                <a:lnTo>
                  <a:pt x="24" y="140"/>
                </a:lnTo>
                <a:lnTo>
                  <a:pt x="20" y="148"/>
                </a:lnTo>
                <a:lnTo>
                  <a:pt x="13" y="144"/>
                </a:lnTo>
                <a:lnTo>
                  <a:pt x="13" y="137"/>
                </a:lnTo>
                <a:lnTo>
                  <a:pt x="19" y="137"/>
                </a:lnTo>
                <a:lnTo>
                  <a:pt x="18" y="152"/>
                </a:lnTo>
                <a:moveTo>
                  <a:pt x="11" y="132"/>
                </a:moveTo>
                <a:lnTo>
                  <a:pt x="18" y="120"/>
                </a:lnTo>
                <a:lnTo>
                  <a:pt x="31" y="127"/>
                </a:lnTo>
                <a:lnTo>
                  <a:pt x="24" y="140"/>
                </a:lnTo>
                <a:lnTo>
                  <a:pt x="11" y="132"/>
                </a:lnTo>
                <a:moveTo>
                  <a:pt x="18" y="120"/>
                </a:moveTo>
                <a:lnTo>
                  <a:pt x="26" y="107"/>
                </a:lnTo>
                <a:lnTo>
                  <a:pt x="39" y="114"/>
                </a:lnTo>
                <a:lnTo>
                  <a:pt x="31" y="127"/>
                </a:lnTo>
                <a:lnTo>
                  <a:pt x="18" y="120"/>
                </a:lnTo>
                <a:moveTo>
                  <a:pt x="26" y="107"/>
                </a:moveTo>
                <a:lnTo>
                  <a:pt x="33" y="94"/>
                </a:lnTo>
                <a:lnTo>
                  <a:pt x="46" y="101"/>
                </a:lnTo>
                <a:lnTo>
                  <a:pt x="39" y="114"/>
                </a:lnTo>
                <a:lnTo>
                  <a:pt x="26" y="107"/>
                </a:lnTo>
                <a:moveTo>
                  <a:pt x="33" y="94"/>
                </a:moveTo>
                <a:lnTo>
                  <a:pt x="40" y="81"/>
                </a:lnTo>
                <a:lnTo>
                  <a:pt x="53" y="88"/>
                </a:lnTo>
                <a:lnTo>
                  <a:pt x="46" y="101"/>
                </a:lnTo>
                <a:lnTo>
                  <a:pt x="33" y="94"/>
                </a:lnTo>
                <a:moveTo>
                  <a:pt x="40" y="81"/>
                </a:moveTo>
                <a:lnTo>
                  <a:pt x="47" y="68"/>
                </a:lnTo>
                <a:lnTo>
                  <a:pt x="60" y="75"/>
                </a:lnTo>
                <a:lnTo>
                  <a:pt x="53" y="88"/>
                </a:lnTo>
                <a:lnTo>
                  <a:pt x="40" y="81"/>
                </a:lnTo>
                <a:moveTo>
                  <a:pt x="47" y="68"/>
                </a:moveTo>
                <a:lnTo>
                  <a:pt x="54" y="55"/>
                </a:lnTo>
                <a:lnTo>
                  <a:pt x="67" y="62"/>
                </a:lnTo>
                <a:lnTo>
                  <a:pt x="60" y="75"/>
                </a:lnTo>
                <a:lnTo>
                  <a:pt x="47" y="68"/>
                </a:lnTo>
                <a:moveTo>
                  <a:pt x="54" y="55"/>
                </a:moveTo>
                <a:lnTo>
                  <a:pt x="61" y="42"/>
                </a:lnTo>
                <a:lnTo>
                  <a:pt x="74" y="49"/>
                </a:lnTo>
                <a:lnTo>
                  <a:pt x="67" y="62"/>
                </a:lnTo>
                <a:lnTo>
                  <a:pt x="54" y="55"/>
                </a:lnTo>
                <a:moveTo>
                  <a:pt x="61" y="42"/>
                </a:moveTo>
                <a:lnTo>
                  <a:pt x="68" y="29"/>
                </a:lnTo>
                <a:lnTo>
                  <a:pt x="81" y="36"/>
                </a:lnTo>
                <a:lnTo>
                  <a:pt x="74" y="49"/>
                </a:lnTo>
                <a:lnTo>
                  <a:pt x="61" y="42"/>
                </a:lnTo>
                <a:moveTo>
                  <a:pt x="68" y="29"/>
                </a:moveTo>
                <a:lnTo>
                  <a:pt x="76" y="15"/>
                </a:lnTo>
                <a:lnTo>
                  <a:pt x="89" y="23"/>
                </a:lnTo>
                <a:lnTo>
                  <a:pt x="81" y="36"/>
                </a:lnTo>
                <a:lnTo>
                  <a:pt x="68" y="29"/>
                </a:lnTo>
                <a:moveTo>
                  <a:pt x="76" y="15"/>
                </a:moveTo>
                <a:lnTo>
                  <a:pt x="84" y="0"/>
                </a:lnTo>
                <a:lnTo>
                  <a:pt x="99" y="23"/>
                </a:lnTo>
                <a:lnTo>
                  <a:pt x="87" y="31"/>
                </a:lnTo>
                <a:lnTo>
                  <a:pt x="79" y="18"/>
                </a:lnTo>
                <a:lnTo>
                  <a:pt x="85" y="14"/>
                </a:lnTo>
                <a:lnTo>
                  <a:pt x="91" y="17"/>
                </a:lnTo>
                <a:lnTo>
                  <a:pt x="89" y="23"/>
                </a:lnTo>
                <a:lnTo>
                  <a:pt x="76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2" name=""/>
          <p:cNvSpPr/>
          <p:nvPr/>
        </p:nvSpPr>
        <p:spPr>
          <a:xfrm>
            <a:off x="5916240" y="317880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428"/>
                </a:moveTo>
                <a:lnTo>
                  <a:pt x="77" y="428"/>
                </a:lnTo>
                <a:cubicBezTo>
                  <a:pt x="154" y="428"/>
                  <a:pt x="310" y="428"/>
                  <a:pt x="516" y="357"/>
                </a:cubicBezTo>
                <a:cubicBezTo>
                  <a:pt x="723" y="285"/>
                  <a:pt x="981" y="142"/>
                  <a:pt x="1110" y="71"/>
                </a:cubicBezTo>
                <a:lnTo>
                  <a:pt x="1240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3" name=""/>
          <p:cNvSpPr/>
          <p:nvPr/>
        </p:nvSpPr>
        <p:spPr>
          <a:xfrm>
            <a:off x="6325920" y="316584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0" y="7"/>
                </a:moveTo>
                <a:lnTo>
                  <a:pt x="168" y="0"/>
                </a:lnTo>
                <a:lnTo>
                  <a:pt x="73" y="137"/>
                </a:lnTo>
                <a:lnTo>
                  <a:pt x="0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4" name=""/>
          <p:cNvSpPr/>
          <p:nvPr/>
        </p:nvSpPr>
        <p:spPr>
          <a:xfrm>
            <a:off x="6321600" y="316296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28" y="7"/>
                </a:moveTo>
                <a:lnTo>
                  <a:pt x="42" y="6"/>
                </a:lnTo>
                <a:lnTo>
                  <a:pt x="43" y="21"/>
                </a:lnTo>
                <a:lnTo>
                  <a:pt x="28" y="21"/>
                </a:lnTo>
                <a:lnTo>
                  <a:pt x="28" y="7"/>
                </a:lnTo>
                <a:moveTo>
                  <a:pt x="42" y="6"/>
                </a:moveTo>
                <a:lnTo>
                  <a:pt x="57" y="5"/>
                </a:lnTo>
                <a:lnTo>
                  <a:pt x="58" y="20"/>
                </a:lnTo>
                <a:lnTo>
                  <a:pt x="43" y="21"/>
                </a:lnTo>
                <a:lnTo>
                  <a:pt x="42" y="6"/>
                </a:lnTo>
                <a:moveTo>
                  <a:pt x="57" y="5"/>
                </a:moveTo>
                <a:lnTo>
                  <a:pt x="72" y="5"/>
                </a:lnTo>
                <a:lnTo>
                  <a:pt x="73" y="20"/>
                </a:lnTo>
                <a:lnTo>
                  <a:pt x="58" y="20"/>
                </a:lnTo>
                <a:lnTo>
                  <a:pt x="57" y="5"/>
                </a:lnTo>
                <a:moveTo>
                  <a:pt x="72" y="5"/>
                </a:moveTo>
                <a:lnTo>
                  <a:pt x="87" y="4"/>
                </a:lnTo>
                <a:lnTo>
                  <a:pt x="87" y="19"/>
                </a:lnTo>
                <a:lnTo>
                  <a:pt x="73" y="20"/>
                </a:lnTo>
                <a:lnTo>
                  <a:pt x="72" y="5"/>
                </a:lnTo>
                <a:moveTo>
                  <a:pt x="87" y="4"/>
                </a:moveTo>
                <a:lnTo>
                  <a:pt x="102" y="4"/>
                </a:lnTo>
                <a:lnTo>
                  <a:pt x="102" y="18"/>
                </a:lnTo>
                <a:lnTo>
                  <a:pt x="87" y="19"/>
                </a:lnTo>
                <a:lnTo>
                  <a:pt x="87" y="4"/>
                </a:lnTo>
                <a:moveTo>
                  <a:pt x="102" y="4"/>
                </a:moveTo>
                <a:lnTo>
                  <a:pt x="116" y="3"/>
                </a:lnTo>
                <a:lnTo>
                  <a:pt x="117" y="18"/>
                </a:lnTo>
                <a:lnTo>
                  <a:pt x="102" y="18"/>
                </a:lnTo>
                <a:lnTo>
                  <a:pt x="102" y="4"/>
                </a:lnTo>
                <a:moveTo>
                  <a:pt x="116" y="3"/>
                </a:moveTo>
                <a:lnTo>
                  <a:pt x="131" y="3"/>
                </a:lnTo>
                <a:lnTo>
                  <a:pt x="132" y="17"/>
                </a:lnTo>
                <a:lnTo>
                  <a:pt x="117" y="18"/>
                </a:lnTo>
                <a:lnTo>
                  <a:pt x="116" y="3"/>
                </a:lnTo>
                <a:moveTo>
                  <a:pt x="131" y="3"/>
                </a:moveTo>
                <a:lnTo>
                  <a:pt x="146" y="2"/>
                </a:lnTo>
                <a:lnTo>
                  <a:pt x="147" y="17"/>
                </a:lnTo>
                <a:lnTo>
                  <a:pt x="132" y="17"/>
                </a:lnTo>
                <a:lnTo>
                  <a:pt x="131" y="3"/>
                </a:lnTo>
                <a:moveTo>
                  <a:pt x="146" y="2"/>
                </a:moveTo>
                <a:lnTo>
                  <a:pt x="161" y="1"/>
                </a:lnTo>
                <a:lnTo>
                  <a:pt x="161" y="16"/>
                </a:lnTo>
                <a:lnTo>
                  <a:pt x="147" y="17"/>
                </a:lnTo>
                <a:lnTo>
                  <a:pt x="146" y="2"/>
                </a:lnTo>
                <a:moveTo>
                  <a:pt x="161" y="1"/>
                </a:moveTo>
                <a:lnTo>
                  <a:pt x="176" y="1"/>
                </a:lnTo>
                <a:lnTo>
                  <a:pt x="176" y="16"/>
                </a:lnTo>
                <a:lnTo>
                  <a:pt x="161" y="16"/>
                </a:lnTo>
                <a:lnTo>
                  <a:pt x="161" y="1"/>
                </a:lnTo>
                <a:moveTo>
                  <a:pt x="176" y="1"/>
                </a:moveTo>
                <a:lnTo>
                  <a:pt x="193" y="0"/>
                </a:lnTo>
                <a:lnTo>
                  <a:pt x="178" y="22"/>
                </a:lnTo>
                <a:lnTo>
                  <a:pt x="166" y="14"/>
                </a:lnTo>
                <a:lnTo>
                  <a:pt x="173" y="4"/>
                </a:lnTo>
                <a:lnTo>
                  <a:pt x="179" y="8"/>
                </a:lnTo>
                <a:lnTo>
                  <a:pt x="179" y="15"/>
                </a:lnTo>
                <a:lnTo>
                  <a:pt x="176" y="16"/>
                </a:lnTo>
                <a:lnTo>
                  <a:pt x="176" y="1"/>
                </a:lnTo>
                <a:moveTo>
                  <a:pt x="178" y="22"/>
                </a:moveTo>
                <a:lnTo>
                  <a:pt x="169" y="34"/>
                </a:lnTo>
                <a:lnTo>
                  <a:pt x="157" y="26"/>
                </a:lnTo>
                <a:lnTo>
                  <a:pt x="166" y="14"/>
                </a:lnTo>
                <a:lnTo>
                  <a:pt x="178" y="22"/>
                </a:lnTo>
                <a:moveTo>
                  <a:pt x="169" y="34"/>
                </a:moveTo>
                <a:lnTo>
                  <a:pt x="161" y="47"/>
                </a:lnTo>
                <a:lnTo>
                  <a:pt x="149" y="38"/>
                </a:lnTo>
                <a:lnTo>
                  <a:pt x="157" y="26"/>
                </a:lnTo>
                <a:lnTo>
                  <a:pt x="169" y="34"/>
                </a:lnTo>
                <a:moveTo>
                  <a:pt x="161" y="47"/>
                </a:moveTo>
                <a:lnTo>
                  <a:pt x="153" y="59"/>
                </a:lnTo>
                <a:lnTo>
                  <a:pt x="140" y="50"/>
                </a:lnTo>
                <a:lnTo>
                  <a:pt x="149" y="38"/>
                </a:lnTo>
                <a:lnTo>
                  <a:pt x="161" y="47"/>
                </a:lnTo>
                <a:moveTo>
                  <a:pt x="153" y="59"/>
                </a:moveTo>
                <a:lnTo>
                  <a:pt x="144" y="71"/>
                </a:lnTo>
                <a:lnTo>
                  <a:pt x="132" y="63"/>
                </a:lnTo>
                <a:lnTo>
                  <a:pt x="140" y="50"/>
                </a:lnTo>
                <a:lnTo>
                  <a:pt x="153" y="59"/>
                </a:lnTo>
                <a:moveTo>
                  <a:pt x="144" y="71"/>
                </a:moveTo>
                <a:lnTo>
                  <a:pt x="136" y="83"/>
                </a:lnTo>
                <a:lnTo>
                  <a:pt x="124" y="75"/>
                </a:lnTo>
                <a:lnTo>
                  <a:pt x="132" y="63"/>
                </a:lnTo>
                <a:lnTo>
                  <a:pt x="144" y="71"/>
                </a:lnTo>
                <a:moveTo>
                  <a:pt x="136" y="83"/>
                </a:moveTo>
                <a:lnTo>
                  <a:pt x="127" y="95"/>
                </a:lnTo>
                <a:lnTo>
                  <a:pt x="115" y="87"/>
                </a:lnTo>
                <a:lnTo>
                  <a:pt x="124" y="75"/>
                </a:lnTo>
                <a:lnTo>
                  <a:pt x="136" y="83"/>
                </a:lnTo>
                <a:moveTo>
                  <a:pt x="127" y="95"/>
                </a:moveTo>
                <a:lnTo>
                  <a:pt x="119" y="108"/>
                </a:lnTo>
                <a:lnTo>
                  <a:pt x="107" y="99"/>
                </a:lnTo>
                <a:lnTo>
                  <a:pt x="115" y="87"/>
                </a:lnTo>
                <a:lnTo>
                  <a:pt x="127" y="95"/>
                </a:lnTo>
                <a:moveTo>
                  <a:pt x="119" y="108"/>
                </a:moveTo>
                <a:lnTo>
                  <a:pt x="111" y="120"/>
                </a:lnTo>
                <a:lnTo>
                  <a:pt x="98" y="111"/>
                </a:lnTo>
                <a:lnTo>
                  <a:pt x="107" y="99"/>
                </a:lnTo>
                <a:lnTo>
                  <a:pt x="119" y="108"/>
                </a:lnTo>
                <a:moveTo>
                  <a:pt x="111" y="120"/>
                </a:moveTo>
                <a:lnTo>
                  <a:pt x="102" y="132"/>
                </a:lnTo>
                <a:lnTo>
                  <a:pt x="90" y="124"/>
                </a:lnTo>
                <a:lnTo>
                  <a:pt x="98" y="111"/>
                </a:lnTo>
                <a:lnTo>
                  <a:pt x="111" y="120"/>
                </a:lnTo>
                <a:moveTo>
                  <a:pt x="102" y="132"/>
                </a:moveTo>
                <a:lnTo>
                  <a:pt x="94" y="145"/>
                </a:lnTo>
                <a:lnTo>
                  <a:pt x="82" y="136"/>
                </a:lnTo>
                <a:lnTo>
                  <a:pt x="90" y="124"/>
                </a:lnTo>
                <a:lnTo>
                  <a:pt x="102" y="132"/>
                </a:lnTo>
                <a:moveTo>
                  <a:pt x="94" y="145"/>
                </a:moveTo>
                <a:lnTo>
                  <a:pt x="84" y="159"/>
                </a:lnTo>
                <a:lnTo>
                  <a:pt x="74" y="140"/>
                </a:lnTo>
                <a:lnTo>
                  <a:pt x="87" y="133"/>
                </a:lnTo>
                <a:lnTo>
                  <a:pt x="91" y="142"/>
                </a:lnTo>
                <a:lnTo>
                  <a:pt x="85" y="145"/>
                </a:lnTo>
                <a:lnTo>
                  <a:pt x="79" y="140"/>
                </a:lnTo>
                <a:lnTo>
                  <a:pt x="82" y="136"/>
                </a:lnTo>
                <a:lnTo>
                  <a:pt x="94" y="145"/>
                </a:lnTo>
                <a:moveTo>
                  <a:pt x="74" y="140"/>
                </a:moveTo>
                <a:lnTo>
                  <a:pt x="66" y="127"/>
                </a:lnTo>
                <a:lnTo>
                  <a:pt x="79" y="120"/>
                </a:lnTo>
                <a:lnTo>
                  <a:pt x="87" y="133"/>
                </a:lnTo>
                <a:lnTo>
                  <a:pt x="74" y="140"/>
                </a:lnTo>
                <a:moveTo>
                  <a:pt x="66" y="127"/>
                </a:moveTo>
                <a:lnTo>
                  <a:pt x="59" y="114"/>
                </a:lnTo>
                <a:lnTo>
                  <a:pt x="72" y="107"/>
                </a:lnTo>
                <a:lnTo>
                  <a:pt x="79" y="120"/>
                </a:lnTo>
                <a:lnTo>
                  <a:pt x="66" y="127"/>
                </a:lnTo>
                <a:moveTo>
                  <a:pt x="59" y="114"/>
                </a:moveTo>
                <a:lnTo>
                  <a:pt x="52" y="101"/>
                </a:lnTo>
                <a:lnTo>
                  <a:pt x="65" y="94"/>
                </a:lnTo>
                <a:lnTo>
                  <a:pt x="72" y="107"/>
                </a:lnTo>
                <a:lnTo>
                  <a:pt x="59" y="114"/>
                </a:lnTo>
                <a:moveTo>
                  <a:pt x="52" y="101"/>
                </a:moveTo>
                <a:lnTo>
                  <a:pt x="45" y="88"/>
                </a:lnTo>
                <a:lnTo>
                  <a:pt x="58" y="81"/>
                </a:lnTo>
                <a:lnTo>
                  <a:pt x="65" y="94"/>
                </a:lnTo>
                <a:lnTo>
                  <a:pt x="52" y="101"/>
                </a:lnTo>
                <a:moveTo>
                  <a:pt x="45" y="88"/>
                </a:moveTo>
                <a:lnTo>
                  <a:pt x="38" y="75"/>
                </a:lnTo>
                <a:lnTo>
                  <a:pt x="51" y="68"/>
                </a:lnTo>
                <a:lnTo>
                  <a:pt x="58" y="81"/>
                </a:lnTo>
                <a:lnTo>
                  <a:pt x="45" y="88"/>
                </a:lnTo>
                <a:moveTo>
                  <a:pt x="38" y="75"/>
                </a:moveTo>
                <a:lnTo>
                  <a:pt x="31" y="62"/>
                </a:lnTo>
                <a:lnTo>
                  <a:pt x="44" y="55"/>
                </a:lnTo>
                <a:lnTo>
                  <a:pt x="51" y="68"/>
                </a:lnTo>
                <a:lnTo>
                  <a:pt x="38" y="75"/>
                </a:lnTo>
                <a:moveTo>
                  <a:pt x="31" y="62"/>
                </a:moveTo>
                <a:lnTo>
                  <a:pt x="24" y="49"/>
                </a:lnTo>
                <a:lnTo>
                  <a:pt x="37" y="42"/>
                </a:lnTo>
                <a:lnTo>
                  <a:pt x="44" y="55"/>
                </a:lnTo>
                <a:lnTo>
                  <a:pt x="31" y="62"/>
                </a:lnTo>
                <a:moveTo>
                  <a:pt x="24" y="49"/>
                </a:moveTo>
                <a:lnTo>
                  <a:pt x="16" y="36"/>
                </a:lnTo>
                <a:lnTo>
                  <a:pt x="29" y="29"/>
                </a:lnTo>
                <a:lnTo>
                  <a:pt x="37" y="42"/>
                </a:lnTo>
                <a:lnTo>
                  <a:pt x="24" y="49"/>
                </a:lnTo>
                <a:moveTo>
                  <a:pt x="16" y="36"/>
                </a:moveTo>
                <a:lnTo>
                  <a:pt x="9" y="23"/>
                </a:lnTo>
                <a:lnTo>
                  <a:pt x="22" y="16"/>
                </a:lnTo>
                <a:lnTo>
                  <a:pt x="29" y="29"/>
                </a:lnTo>
                <a:lnTo>
                  <a:pt x="16" y="36"/>
                </a:lnTo>
                <a:moveTo>
                  <a:pt x="9" y="23"/>
                </a:moveTo>
                <a:lnTo>
                  <a:pt x="0" y="8"/>
                </a:lnTo>
                <a:lnTo>
                  <a:pt x="28" y="7"/>
                </a:lnTo>
                <a:lnTo>
                  <a:pt x="28" y="21"/>
                </a:lnTo>
                <a:lnTo>
                  <a:pt x="13" y="22"/>
                </a:lnTo>
                <a:lnTo>
                  <a:pt x="13" y="15"/>
                </a:lnTo>
                <a:lnTo>
                  <a:pt x="20" y="11"/>
                </a:lnTo>
                <a:lnTo>
                  <a:pt x="22" y="16"/>
                </a:lnTo>
                <a:lnTo>
                  <a:pt x="9" y="2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5" name=""/>
          <p:cNvSpPr/>
          <p:nvPr/>
        </p:nvSpPr>
        <p:spPr>
          <a:xfrm>
            <a:off x="510480" y="2032560"/>
            <a:ext cx="987120" cy="520200"/>
          </a:xfrm>
          <a:custGeom>
            <a:avLst/>
            <a:gdLst/>
            <a:ahLst/>
            <a:rect l="0" t="0" r="r" b="b"/>
            <a:pathLst>
              <a:path w="2742" h="1445">
                <a:moveTo>
                  <a:pt x="0" y="0"/>
                </a:moveTo>
                <a:lnTo>
                  <a:pt x="2742" y="0"/>
                </a:lnTo>
                <a:lnTo>
                  <a:pt x="2742" y="1445"/>
                </a:lnTo>
                <a:lnTo>
                  <a:pt x="0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e07a4b"/>
          </a:solidFill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439920" y="482040"/>
            <a:ext cx="7907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Een veld erbij in een datamodel, en dan?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10640" y="2147040"/>
            <a:ext cx="586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Datamodel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8" name=""/>
          <p:cNvSpPr/>
          <p:nvPr/>
        </p:nvSpPr>
        <p:spPr>
          <a:xfrm>
            <a:off x="1830600" y="120564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1830600" y="120564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795240" y="2306880"/>
            <a:ext cx="416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+1 veld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1830600" y="301932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2" name=""/>
          <p:cNvSpPr/>
          <p:nvPr/>
        </p:nvSpPr>
        <p:spPr>
          <a:xfrm>
            <a:off x="1830600" y="301932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2030760" y="1320120"/>
            <a:ext cx="47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4" name=""/>
          <p:cNvSpPr/>
          <p:nvPr/>
        </p:nvSpPr>
        <p:spPr>
          <a:xfrm>
            <a:off x="3038760" y="113904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/>
          <p:nvPr/>
        </p:nvSpPr>
        <p:spPr>
          <a:xfrm>
            <a:off x="3038760" y="113904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2030760" y="3133800"/>
            <a:ext cx="47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3038760" y="211248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/>
          <p:nvPr/>
        </p:nvSpPr>
        <p:spPr>
          <a:xfrm>
            <a:off x="3038760" y="211248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3239280" y="125352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3038760" y="308592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/>
          <p:nvPr/>
        </p:nvSpPr>
        <p:spPr>
          <a:xfrm>
            <a:off x="3038760" y="308592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3239280" y="222696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3" name=""/>
          <p:cNvSpPr/>
          <p:nvPr/>
        </p:nvSpPr>
        <p:spPr>
          <a:xfrm>
            <a:off x="4629240" y="107244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/>
          <p:nvPr/>
        </p:nvSpPr>
        <p:spPr>
          <a:xfrm>
            <a:off x="4629240" y="107244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3239280" y="320040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4629240" y="176580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/>
          <p:nvPr/>
        </p:nvSpPr>
        <p:spPr>
          <a:xfrm>
            <a:off x="4629240" y="176580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4829400" y="118692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4629240" y="245916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/>
          <p:nvPr/>
        </p:nvSpPr>
        <p:spPr>
          <a:xfrm>
            <a:off x="4629240" y="245916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829400" y="188028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4629240" y="315252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/>
          <p:nvPr/>
        </p:nvSpPr>
        <p:spPr>
          <a:xfrm>
            <a:off x="4629240" y="315252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4829400" y="257364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/>
          <p:nvPr/>
        </p:nvSpPr>
        <p:spPr>
          <a:xfrm>
            <a:off x="6249600" y="141912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/>
          <p:nvPr/>
        </p:nvSpPr>
        <p:spPr>
          <a:xfrm>
            <a:off x="6249600" y="141912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829400" y="326700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/>
          <p:nvPr/>
        </p:nvSpPr>
        <p:spPr>
          <a:xfrm>
            <a:off x="6249600" y="280584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/>
          <p:nvPr/>
        </p:nvSpPr>
        <p:spPr>
          <a:xfrm>
            <a:off x="6249600" y="280584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6449760" y="1533600"/>
            <a:ext cx="528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/>
          <p:nvPr/>
        </p:nvSpPr>
        <p:spPr>
          <a:xfrm>
            <a:off x="447480" y="3971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6449760" y="2920320"/>
            <a:ext cx="528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/>
          <p:nvPr/>
        </p:nvSpPr>
        <p:spPr>
          <a:xfrm>
            <a:off x="447480" y="42670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39360" y="3917880"/>
            <a:ext cx="3711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optioneel veld breekt geen bestaande koppeling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/>
          <p:nvPr/>
        </p:nvSpPr>
        <p:spPr>
          <a:xfrm>
            <a:off x="447480" y="4562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639360" y="4213440"/>
            <a:ext cx="5945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Zonder versie ziet een implementatiepartij niet wie het veld wel en niet ondersteunt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39360" y="4508640"/>
            <a:ext cx="4770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Dus: een versie op elke laag, of een knip die de kettingreactie stopt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0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0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06" name=""/>
          <p:cNvSpPr/>
          <p:nvPr/>
        </p:nvSpPr>
        <p:spPr>
          <a:xfrm>
            <a:off x="1676520" y="1133280"/>
            <a:ext cx="4055760" cy="2076840"/>
          </a:xfrm>
          <a:custGeom>
            <a:avLst/>
            <a:gdLst/>
            <a:ahLst/>
            <a:rect l="0" t="0" r="r" b="b"/>
            <a:pathLst>
              <a:path w="11266" h="5769">
                <a:moveTo>
                  <a:pt x="0" y="0"/>
                </a:moveTo>
                <a:lnTo>
                  <a:pt x="11266" y="0"/>
                </a:lnTo>
                <a:lnTo>
                  <a:pt x="11266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7" name=""/>
          <p:cNvSpPr/>
          <p:nvPr/>
        </p:nvSpPr>
        <p:spPr>
          <a:xfrm>
            <a:off x="1676520" y="1133280"/>
            <a:ext cx="4055760" cy="2076840"/>
          </a:xfrm>
          <a:custGeom>
            <a:avLst/>
            <a:gdLst/>
            <a:ahLst/>
            <a:rect l="0" t="0" r="r" b="b"/>
            <a:pathLst>
              <a:path w="11266" h="5769">
                <a:moveTo>
                  <a:pt x="0" y="0"/>
                </a:moveTo>
                <a:lnTo>
                  <a:pt x="11266" y="0"/>
                </a:lnTo>
                <a:lnTo>
                  <a:pt x="11266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aaaa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439920" y="558000"/>
            <a:ext cx="6011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Datamodellen als eigen pakket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/>
          <p:nvPr/>
        </p:nvSpPr>
        <p:spPr>
          <a:xfrm>
            <a:off x="495000" y="1557000"/>
            <a:ext cx="943560" cy="1181520"/>
          </a:xfrm>
          <a:custGeom>
            <a:avLst/>
            <a:gdLst/>
            <a:ahLst/>
            <a:rect l="0" t="0" r="r" b="b"/>
            <a:pathLst>
              <a:path w="2621" h="3282">
                <a:moveTo>
                  <a:pt x="0" y="0"/>
                </a:moveTo>
                <a:lnTo>
                  <a:pt x="2621" y="0"/>
                </a:lnTo>
                <a:lnTo>
                  <a:pt x="2621" y="3282"/>
                </a:lnTo>
                <a:lnTo>
                  <a:pt x="0" y="3282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/>
          <p:nvPr/>
        </p:nvSpPr>
        <p:spPr>
          <a:xfrm>
            <a:off x="495000" y="1557000"/>
            <a:ext cx="943560" cy="1181520"/>
          </a:xfrm>
          <a:custGeom>
            <a:avLst/>
            <a:gdLst/>
            <a:ahLst/>
            <a:rect l="0" t="0" r="r" b="b"/>
            <a:pathLst>
              <a:path w="2621" h="3282">
                <a:moveTo>
                  <a:pt x="0" y="0"/>
                </a:moveTo>
                <a:lnTo>
                  <a:pt x="2621" y="0"/>
                </a:lnTo>
                <a:lnTo>
                  <a:pt x="2621" y="3282"/>
                </a:lnTo>
                <a:lnTo>
                  <a:pt x="0" y="3282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aaaa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3132360" y="1143720"/>
            <a:ext cx="115884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333333"/>
                </a:solidFill>
                <a:latin typeface="DejaVuSans"/>
                <a:ea typeface="DejaVuSans"/>
              </a:rPr>
              <a:t>Pakket: koppelvlakspeciﬁcatie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/>
          <p:nvPr/>
        </p:nvSpPr>
        <p:spPr>
          <a:xfrm>
            <a:off x="1237680" y="1828800"/>
            <a:ext cx="558000" cy="146160"/>
          </a:xfrm>
          <a:custGeom>
            <a:avLst/>
            <a:gdLst/>
            <a:ahLst/>
            <a:rect l="0" t="0" r="r" b="b"/>
            <a:pathLst>
              <a:path fill="none" w="1550" h="406">
                <a:moveTo>
                  <a:pt x="1550" y="0"/>
                </a:moveTo>
                <a:lnTo>
                  <a:pt x="1495" y="0"/>
                </a:lnTo>
                <a:cubicBezTo>
                  <a:pt x="1440" y="0"/>
                  <a:pt x="1330" y="0"/>
                  <a:pt x="1220" y="0"/>
                </a:cubicBezTo>
                <a:cubicBezTo>
                  <a:pt x="1109" y="0"/>
                  <a:pt x="999" y="0"/>
                  <a:pt x="889" y="0"/>
                </a:cubicBezTo>
                <a:cubicBezTo>
                  <a:pt x="779" y="0"/>
                  <a:pt x="668" y="0"/>
                  <a:pt x="520" y="67"/>
                </a:cubicBezTo>
                <a:cubicBezTo>
                  <a:pt x="371" y="135"/>
                  <a:pt x="185" y="270"/>
                  <a:pt x="92" y="337"/>
                </a:cubicBezTo>
                <a:lnTo>
                  <a:pt x="0" y="406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3" name=""/>
          <p:cNvSpPr/>
          <p:nvPr/>
        </p:nvSpPr>
        <p:spPr>
          <a:xfrm>
            <a:off x="1222200" y="1947960"/>
            <a:ext cx="42120" cy="38160"/>
          </a:xfrm>
          <a:custGeom>
            <a:avLst/>
            <a:gdLst/>
            <a:ahLst/>
            <a:rect l="0" t="0" r="r" b="b"/>
            <a:pathLst>
              <a:path w="117" h="106">
                <a:moveTo>
                  <a:pt x="117" y="86"/>
                </a:moveTo>
                <a:lnTo>
                  <a:pt x="0" y="106"/>
                </a:lnTo>
                <a:lnTo>
                  <a:pt x="55" y="0"/>
                </a:lnTo>
                <a:lnTo>
                  <a:pt x="117" y="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4" name=""/>
          <p:cNvSpPr/>
          <p:nvPr/>
        </p:nvSpPr>
        <p:spPr>
          <a:xfrm>
            <a:off x="1218600" y="1944360"/>
            <a:ext cx="49320" cy="44280"/>
          </a:xfrm>
          <a:custGeom>
            <a:avLst/>
            <a:gdLst/>
            <a:ahLst/>
            <a:rect l="0" t="0" r="r" b="b"/>
            <a:pathLst>
              <a:path w="137" h="123">
                <a:moveTo>
                  <a:pt x="118" y="104"/>
                </a:moveTo>
                <a:lnTo>
                  <a:pt x="107" y="105"/>
                </a:lnTo>
                <a:lnTo>
                  <a:pt x="106" y="95"/>
                </a:lnTo>
                <a:lnTo>
                  <a:pt x="116" y="93"/>
                </a:lnTo>
                <a:lnTo>
                  <a:pt x="118" y="104"/>
                </a:lnTo>
                <a:moveTo>
                  <a:pt x="107" y="105"/>
                </a:moveTo>
                <a:lnTo>
                  <a:pt x="97" y="107"/>
                </a:lnTo>
                <a:lnTo>
                  <a:pt x="95" y="97"/>
                </a:lnTo>
                <a:lnTo>
                  <a:pt x="106" y="95"/>
                </a:lnTo>
                <a:lnTo>
                  <a:pt x="107" y="105"/>
                </a:lnTo>
                <a:moveTo>
                  <a:pt x="97" y="107"/>
                </a:moveTo>
                <a:lnTo>
                  <a:pt x="87" y="109"/>
                </a:lnTo>
                <a:lnTo>
                  <a:pt x="85" y="98"/>
                </a:lnTo>
                <a:lnTo>
                  <a:pt x="95" y="97"/>
                </a:lnTo>
                <a:lnTo>
                  <a:pt x="97" y="107"/>
                </a:lnTo>
                <a:moveTo>
                  <a:pt x="87" y="109"/>
                </a:moveTo>
                <a:lnTo>
                  <a:pt x="76" y="111"/>
                </a:lnTo>
                <a:lnTo>
                  <a:pt x="74" y="100"/>
                </a:lnTo>
                <a:lnTo>
                  <a:pt x="85" y="98"/>
                </a:lnTo>
                <a:lnTo>
                  <a:pt x="87" y="109"/>
                </a:lnTo>
                <a:moveTo>
                  <a:pt x="76" y="111"/>
                </a:moveTo>
                <a:lnTo>
                  <a:pt x="66" y="112"/>
                </a:lnTo>
                <a:lnTo>
                  <a:pt x="64" y="102"/>
                </a:lnTo>
                <a:lnTo>
                  <a:pt x="74" y="100"/>
                </a:lnTo>
                <a:lnTo>
                  <a:pt x="76" y="111"/>
                </a:lnTo>
                <a:moveTo>
                  <a:pt x="66" y="112"/>
                </a:moveTo>
                <a:lnTo>
                  <a:pt x="54" y="114"/>
                </a:lnTo>
                <a:lnTo>
                  <a:pt x="52" y="104"/>
                </a:lnTo>
                <a:lnTo>
                  <a:pt x="64" y="102"/>
                </a:lnTo>
                <a:lnTo>
                  <a:pt x="66" y="112"/>
                </a:lnTo>
                <a:moveTo>
                  <a:pt x="54" y="114"/>
                </a:moveTo>
                <a:lnTo>
                  <a:pt x="44" y="116"/>
                </a:lnTo>
                <a:lnTo>
                  <a:pt x="42" y="105"/>
                </a:lnTo>
                <a:lnTo>
                  <a:pt x="52" y="104"/>
                </a:lnTo>
                <a:lnTo>
                  <a:pt x="54" y="114"/>
                </a:lnTo>
                <a:moveTo>
                  <a:pt x="44" y="116"/>
                </a:moveTo>
                <a:lnTo>
                  <a:pt x="33" y="118"/>
                </a:lnTo>
                <a:lnTo>
                  <a:pt x="32" y="107"/>
                </a:lnTo>
                <a:lnTo>
                  <a:pt x="42" y="105"/>
                </a:lnTo>
                <a:lnTo>
                  <a:pt x="44" y="116"/>
                </a:lnTo>
                <a:moveTo>
                  <a:pt x="33" y="118"/>
                </a:moveTo>
                <a:lnTo>
                  <a:pt x="23" y="119"/>
                </a:lnTo>
                <a:lnTo>
                  <a:pt x="21" y="109"/>
                </a:lnTo>
                <a:lnTo>
                  <a:pt x="32" y="107"/>
                </a:lnTo>
                <a:lnTo>
                  <a:pt x="33" y="118"/>
                </a:lnTo>
                <a:moveTo>
                  <a:pt x="23" y="119"/>
                </a:moveTo>
                <a:lnTo>
                  <a:pt x="12" y="121"/>
                </a:lnTo>
                <a:lnTo>
                  <a:pt x="11" y="111"/>
                </a:lnTo>
                <a:lnTo>
                  <a:pt x="21" y="109"/>
                </a:lnTo>
                <a:lnTo>
                  <a:pt x="23" y="119"/>
                </a:lnTo>
                <a:moveTo>
                  <a:pt x="12" y="121"/>
                </a:moveTo>
                <a:lnTo>
                  <a:pt x="0" y="123"/>
                </a:lnTo>
                <a:lnTo>
                  <a:pt x="9" y="106"/>
                </a:lnTo>
                <a:lnTo>
                  <a:pt x="18" y="111"/>
                </a:lnTo>
                <a:lnTo>
                  <a:pt x="14" y="119"/>
                </a:lnTo>
                <a:lnTo>
                  <a:pt x="10" y="116"/>
                </a:lnTo>
                <a:lnTo>
                  <a:pt x="9" y="111"/>
                </a:lnTo>
                <a:lnTo>
                  <a:pt x="11" y="111"/>
                </a:lnTo>
                <a:lnTo>
                  <a:pt x="12" y="121"/>
                </a:lnTo>
                <a:moveTo>
                  <a:pt x="9" y="106"/>
                </a:moveTo>
                <a:lnTo>
                  <a:pt x="14" y="97"/>
                </a:lnTo>
                <a:lnTo>
                  <a:pt x="23" y="101"/>
                </a:lnTo>
                <a:lnTo>
                  <a:pt x="18" y="111"/>
                </a:lnTo>
                <a:lnTo>
                  <a:pt x="9" y="106"/>
                </a:lnTo>
                <a:moveTo>
                  <a:pt x="14" y="97"/>
                </a:moveTo>
                <a:lnTo>
                  <a:pt x="19" y="87"/>
                </a:lnTo>
                <a:lnTo>
                  <a:pt x="28" y="92"/>
                </a:lnTo>
                <a:lnTo>
                  <a:pt x="23" y="101"/>
                </a:lnTo>
                <a:lnTo>
                  <a:pt x="14" y="97"/>
                </a:lnTo>
                <a:moveTo>
                  <a:pt x="19" y="87"/>
                </a:moveTo>
                <a:lnTo>
                  <a:pt x="24" y="78"/>
                </a:lnTo>
                <a:lnTo>
                  <a:pt x="33" y="83"/>
                </a:lnTo>
                <a:lnTo>
                  <a:pt x="28" y="92"/>
                </a:lnTo>
                <a:lnTo>
                  <a:pt x="19" y="87"/>
                </a:lnTo>
                <a:moveTo>
                  <a:pt x="24" y="78"/>
                </a:moveTo>
                <a:lnTo>
                  <a:pt x="29" y="68"/>
                </a:lnTo>
                <a:lnTo>
                  <a:pt x="38" y="73"/>
                </a:lnTo>
                <a:lnTo>
                  <a:pt x="33" y="83"/>
                </a:lnTo>
                <a:lnTo>
                  <a:pt x="24" y="78"/>
                </a:lnTo>
                <a:moveTo>
                  <a:pt x="29" y="68"/>
                </a:moveTo>
                <a:lnTo>
                  <a:pt x="33" y="59"/>
                </a:lnTo>
                <a:lnTo>
                  <a:pt x="43" y="64"/>
                </a:lnTo>
                <a:lnTo>
                  <a:pt x="38" y="73"/>
                </a:lnTo>
                <a:lnTo>
                  <a:pt x="29" y="68"/>
                </a:lnTo>
                <a:moveTo>
                  <a:pt x="33" y="59"/>
                </a:moveTo>
                <a:lnTo>
                  <a:pt x="38" y="50"/>
                </a:lnTo>
                <a:lnTo>
                  <a:pt x="48" y="54"/>
                </a:lnTo>
                <a:lnTo>
                  <a:pt x="43" y="64"/>
                </a:lnTo>
                <a:lnTo>
                  <a:pt x="33" y="59"/>
                </a:lnTo>
                <a:moveTo>
                  <a:pt x="38" y="50"/>
                </a:moveTo>
                <a:lnTo>
                  <a:pt x="43" y="40"/>
                </a:lnTo>
                <a:lnTo>
                  <a:pt x="53" y="45"/>
                </a:lnTo>
                <a:lnTo>
                  <a:pt x="48" y="54"/>
                </a:lnTo>
                <a:lnTo>
                  <a:pt x="38" y="50"/>
                </a:lnTo>
                <a:moveTo>
                  <a:pt x="43" y="40"/>
                </a:moveTo>
                <a:lnTo>
                  <a:pt x="48" y="31"/>
                </a:lnTo>
                <a:lnTo>
                  <a:pt x="57" y="36"/>
                </a:lnTo>
                <a:lnTo>
                  <a:pt x="53" y="45"/>
                </a:lnTo>
                <a:lnTo>
                  <a:pt x="43" y="40"/>
                </a:lnTo>
                <a:moveTo>
                  <a:pt x="48" y="31"/>
                </a:moveTo>
                <a:lnTo>
                  <a:pt x="53" y="20"/>
                </a:lnTo>
                <a:lnTo>
                  <a:pt x="63" y="25"/>
                </a:lnTo>
                <a:lnTo>
                  <a:pt x="57" y="36"/>
                </a:lnTo>
                <a:lnTo>
                  <a:pt x="48" y="31"/>
                </a:lnTo>
                <a:moveTo>
                  <a:pt x="53" y="20"/>
                </a:moveTo>
                <a:lnTo>
                  <a:pt x="59" y="11"/>
                </a:lnTo>
                <a:lnTo>
                  <a:pt x="68" y="16"/>
                </a:lnTo>
                <a:lnTo>
                  <a:pt x="63" y="25"/>
                </a:lnTo>
                <a:lnTo>
                  <a:pt x="53" y="20"/>
                </a:lnTo>
                <a:moveTo>
                  <a:pt x="59" y="11"/>
                </a:moveTo>
                <a:lnTo>
                  <a:pt x="64" y="0"/>
                </a:lnTo>
                <a:lnTo>
                  <a:pt x="73" y="12"/>
                </a:lnTo>
                <a:lnTo>
                  <a:pt x="65" y="19"/>
                </a:lnTo>
                <a:lnTo>
                  <a:pt x="61" y="13"/>
                </a:lnTo>
                <a:lnTo>
                  <a:pt x="65" y="10"/>
                </a:lnTo>
                <a:lnTo>
                  <a:pt x="70" y="12"/>
                </a:lnTo>
                <a:lnTo>
                  <a:pt x="68" y="16"/>
                </a:lnTo>
                <a:lnTo>
                  <a:pt x="59" y="11"/>
                </a:lnTo>
                <a:moveTo>
                  <a:pt x="73" y="12"/>
                </a:moveTo>
                <a:lnTo>
                  <a:pt x="80" y="21"/>
                </a:lnTo>
                <a:lnTo>
                  <a:pt x="71" y="27"/>
                </a:lnTo>
                <a:lnTo>
                  <a:pt x="65" y="19"/>
                </a:lnTo>
                <a:lnTo>
                  <a:pt x="73" y="12"/>
                </a:lnTo>
                <a:moveTo>
                  <a:pt x="80" y="21"/>
                </a:moveTo>
                <a:lnTo>
                  <a:pt x="86" y="31"/>
                </a:lnTo>
                <a:lnTo>
                  <a:pt x="77" y="37"/>
                </a:lnTo>
                <a:lnTo>
                  <a:pt x="71" y="27"/>
                </a:lnTo>
                <a:lnTo>
                  <a:pt x="80" y="21"/>
                </a:lnTo>
                <a:moveTo>
                  <a:pt x="86" y="31"/>
                </a:moveTo>
                <a:lnTo>
                  <a:pt x="92" y="39"/>
                </a:lnTo>
                <a:lnTo>
                  <a:pt x="84" y="45"/>
                </a:lnTo>
                <a:lnTo>
                  <a:pt x="77" y="37"/>
                </a:lnTo>
                <a:lnTo>
                  <a:pt x="86" y="31"/>
                </a:lnTo>
                <a:moveTo>
                  <a:pt x="92" y="39"/>
                </a:moveTo>
                <a:lnTo>
                  <a:pt x="98" y="48"/>
                </a:lnTo>
                <a:lnTo>
                  <a:pt x="90" y="54"/>
                </a:lnTo>
                <a:lnTo>
                  <a:pt x="84" y="45"/>
                </a:lnTo>
                <a:lnTo>
                  <a:pt x="92" y="39"/>
                </a:lnTo>
                <a:moveTo>
                  <a:pt x="98" y="48"/>
                </a:moveTo>
                <a:lnTo>
                  <a:pt x="105" y="56"/>
                </a:lnTo>
                <a:lnTo>
                  <a:pt x="96" y="62"/>
                </a:lnTo>
                <a:lnTo>
                  <a:pt x="90" y="54"/>
                </a:lnTo>
                <a:lnTo>
                  <a:pt x="98" y="48"/>
                </a:lnTo>
                <a:moveTo>
                  <a:pt x="105" y="56"/>
                </a:moveTo>
                <a:lnTo>
                  <a:pt x="111" y="65"/>
                </a:lnTo>
                <a:lnTo>
                  <a:pt x="102" y="71"/>
                </a:lnTo>
                <a:lnTo>
                  <a:pt x="96" y="62"/>
                </a:lnTo>
                <a:lnTo>
                  <a:pt x="105" y="56"/>
                </a:lnTo>
                <a:moveTo>
                  <a:pt x="111" y="65"/>
                </a:moveTo>
                <a:lnTo>
                  <a:pt x="117" y="73"/>
                </a:lnTo>
                <a:lnTo>
                  <a:pt x="108" y="80"/>
                </a:lnTo>
                <a:lnTo>
                  <a:pt x="102" y="71"/>
                </a:lnTo>
                <a:lnTo>
                  <a:pt x="111" y="65"/>
                </a:lnTo>
                <a:moveTo>
                  <a:pt x="117" y="73"/>
                </a:moveTo>
                <a:lnTo>
                  <a:pt x="123" y="82"/>
                </a:lnTo>
                <a:lnTo>
                  <a:pt x="115" y="88"/>
                </a:lnTo>
                <a:lnTo>
                  <a:pt x="108" y="80"/>
                </a:lnTo>
                <a:lnTo>
                  <a:pt x="117" y="73"/>
                </a:lnTo>
                <a:moveTo>
                  <a:pt x="123" y="82"/>
                </a:moveTo>
                <a:lnTo>
                  <a:pt x="129" y="90"/>
                </a:lnTo>
                <a:lnTo>
                  <a:pt x="121" y="97"/>
                </a:lnTo>
                <a:lnTo>
                  <a:pt x="115" y="88"/>
                </a:lnTo>
                <a:lnTo>
                  <a:pt x="123" y="82"/>
                </a:lnTo>
                <a:moveTo>
                  <a:pt x="129" y="90"/>
                </a:moveTo>
                <a:lnTo>
                  <a:pt x="137" y="100"/>
                </a:lnTo>
                <a:lnTo>
                  <a:pt x="118" y="104"/>
                </a:lnTo>
                <a:lnTo>
                  <a:pt x="116" y="93"/>
                </a:lnTo>
                <a:lnTo>
                  <a:pt x="127" y="91"/>
                </a:lnTo>
                <a:lnTo>
                  <a:pt x="127" y="97"/>
                </a:lnTo>
                <a:lnTo>
                  <a:pt x="123" y="100"/>
                </a:lnTo>
                <a:lnTo>
                  <a:pt x="121" y="97"/>
                </a:lnTo>
                <a:lnTo>
                  <a:pt x="129" y="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5" name=""/>
          <p:cNvSpPr/>
          <p:nvPr/>
        </p:nvSpPr>
        <p:spPr>
          <a:xfrm>
            <a:off x="1237680" y="2368440"/>
            <a:ext cx="558000" cy="146160"/>
          </a:xfrm>
          <a:custGeom>
            <a:avLst/>
            <a:gdLst/>
            <a:ahLst/>
            <a:rect l="0" t="0" r="r" b="b"/>
            <a:pathLst>
              <a:path fill="none" w="1550" h="406">
                <a:moveTo>
                  <a:pt x="1550" y="406"/>
                </a:moveTo>
                <a:lnTo>
                  <a:pt x="1495" y="406"/>
                </a:lnTo>
                <a:cubicBezTo>
                  <a:pt x="1440" y="406"/>
                  <a:pt x="1330" y="406"/>
                  <a:pt x="1220" y="406"/>
                </a:cubicBezTo>
                <a:cubicBezTo>
                  <a:pt x="1109" y="406"/>
                  <a:pt x="999" y="406"/>
                  <a:pt x="889" y="406"/>
                </a:cubicBezTo>
                <a:cubicBezTo>
                  <a:pt x="779" y="406"/>
                  <a:pt x="668" y="406"/>
                  <a:pt x="520" y="339"/>
                </a:cubicBezTo>
                <a:cubicBezTo>
                  <a:pt x="371" y="271"/>
                  <a:pt x="185" y="136"/>
                  <a:pt x="92" y="68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/>
          <p:nvPr/>
        </p:nvSpPr>
        <p:spPr>
          <a:xfrm>
            <a:off x="1222200" y="2357280"/>
            <a:ext cx="42120" cy="38160"/>
          </a:xfrm>
          <a:custGeom>
            <a:avLst/>
            <a:gdLst/>
            <a:ahLst/>
            <a:rect l="0" t="0" r="r" b="b"/>
            <a:pathLst>
              <a:path w="117" h="106">
                <a:moveTo>
                  <a:pt x="55" y="106"/>
                </a:moveTo>
                <a:lnTo>
                  <a:pt x="0" y="0"/>
                </a:lnTo>
                <a:lnTo>
                  <a:pt x="117" y="20"/>
                </a:lnTo>
                <a:lnTo>
                  <a:pt x="55" y="10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7" name=""/>
          <p:cNvSpPr/>
          <p:nvPr/>
        </p:nvSpPr>
        <p:spPr>
          <a:xfrm>
            <a:off x="1218600" y="2354760"/>
            <a:ext cx="49320" cy="44280"/>
          </a:xfrm>
          <a:custGeom>
            <a:avLst/>
            <a:gdLst/>
            <a:ahLst/>
            <a:rect l="0" t="0" r="r" b="b"/>
            <a:pathLst>
              <a:path w="137" h="123">
                <a:moveTo>
                  <a:pt x="55" y="105"/>
                </a:moveTo>
                <a:lnTo>
                  <a:pt x="50" y="96"/>
                </a:lnTo>
                <a:lnTo>
                  <a:pt x="60" y="91"/>
                </a:lnTo>
                <a:lnTo>
                  <a:pt x="65" y="100"/>
                </a:lnTo>
                <a:lnTo>
                  <a:pt x="55" y="105"/>
                </a:lnTo>
                <a:moveTo>
                  <a:pt x="50" y="96"/>
                </a:moveTo>
                <a:lnTo>
                  <a:pt x="45" y="86"/>
                </a:lnTo>
                <a:lnTo>
                  <a:pt x="54" y="81"/>
                </a:lnTo>
                <a:lnTo>
                  <a:pt x="60" y="91"/>
                </a:lnTo>
                <a:lnTo>
                  <a:pt x="50" y="96"/>
                </a:lnTo>
                <a:moveTo>
                  <a:pt x="45" y="86"/>
                </a:moveTo>
                <a:lnTo>
                  <a:pt x="40" y="77"/>
                </a:lnTo>
                <a:lnTo>
                  <a:pt x="49" y="72"/>
                </a:lnTo>
                <a:lnTo>
                  <a:pt x="54" y="81"/>
                </a:lnTo>
                <a:lnTo>
                  <a:pt x="45" y="86"/>
                </a:lnTo>
                <a:moveTo>
                  <a:pt x="40" y="77"/>
                </a:moveTo>
                <a:lnTo>
                  <a:pt x="35" y="67"/>
                </a:lnTo>
                <a:lnTo>
                  <a:pt x="45" y="63"/>
                </a:lnTo>
                <a:lnTo>
                  <a:pt x="49" y="72"/>
                </a:lnTo>
                <a:lnTo>
                  <a:pt x="40" y="77"/>
                </a:lnTo>
                <a:moveTo>
                  <a:pt x="35" y="67"/>
                </a:moveTo>
                <a:lnTo>
                  <a:pt x="30" y="58"/>
                </a:lnTo>
                <a:lnTo>
                  <a:pt x="40" y="53"/>
                </a:lnTo>
                <a:lnTo>
                  <a:pt x="45" y="63"/>
                </a:lnTo>
                <a:lnTo>
                  <a:pt x="35" y="67"/>
                </a:lnTo>
                <a:moveTo>
                  <a:pt x="30" y="58"/>
                </a:moveTo>
                <a:lnTo>
                  <a:pt x="25" y="49"/>
                </a:lnTo>
                <a:lnTo>
                  <a:pt x="35" y="44"/>
                </a:lnTo>
                <a:lnTo>
                  <a:pt x="40" y="53"/>
                </a:lnTo>
                <a:lnTo>
                  <a:pt x="30" y="58"/>
                </a:lnTo>
                <a:moveTo>
                  <a:pt x="25" y="49"/>
                </a:moveTo>
                <a:lnTo>
                  <a:pt x="21" y="39"/>
                </a:lnTo>
                <a:lnTo>
                  <a:pt x="30" y="34"/>
                </a:lnTo>
                <a:lnTo>
                  <a:pt x="35" y="44"/>
                </a:lnTo>
                <a:lnTo>
                  <a:pt x="25" y="49"/>
                </a:lnTo>
                <a:moveTo>
                  <a:pt x="21" y="39"/>
                </a:moveTo>
                <a:lnTo>
                  <a:pt x="16" y="30"/>
                </a:lnTo>
                <a:lnTo>
                  <a:pt x="25" y="25"/>
                </a:lnTo>
                <a:lnTo>
                  <a:pt x="30" y="34"/>
                </a:lnTo>
                <a:lnTo>
                  <a:pt x="21" y="39"/>
                </a:lnTo>
                <a:moveTo>
                  <a:pt x="16" y="30"/>
                </a:moveTo>
                <a:lnTo>
                  <a:pt x="11" y="20"/>
                </a:lnTo>
                <a:lnTo>
                  <a:pt x="20" y="16"/>
                </a:lnTo>
                <a:lnTo>
                  <a:pt x="25" y="25"/>
                </a:lnTo>
                <a:lnTo>
                  <a:pt x="16" y="30"/>
                </a:lnTo>
                <a:moveTo>
                  <a:pt x="11" y="20"/>
                </a:moveTo>
                <a:lnTo>
                  <a:pt x="6" y="11"/>
                </a:lnTo>
                <a:lnTo>
                  <a:pt x="15" y="6"/>
                </a:lnTo>
                <a:lnTo>
                  <a:pt x="20" y="16"/>
                </a:lnTo>
                <a:lnTo>
                  <a:pt x="11" y="20"/>
                </a:lnTo>
                <a:moveTo>
                  <a:pt x="6" y="11"/>
                </a:moveTo>
                <a:lnTo>
                  <a:pt x="0" y="0"/>
                </a:lnTo>
                <a:lnTo>
                  <a:pt x="19" y="3"/>
                </a:lnTo>
                <a:lnTo>
                  <a:pt x="17" y="14"/>
                </a:lnTo>
                <a:lnTo>
                  <a:pt x="9" y="12"/>
                </a:lnTo>
                <a:lnTo>
                  <a:pt x="10" y="7"/>
                </a:lnTo>
                <a:lnTo>
                  <a:pt x="14" y="4"/>
                </a:lnTo>
                <a:lnTo>
                  <a:pt x="15" y="6"/>
                </a:lnTo>
                <a:lnTo>
                  <a:pt x="6" y="11"/>
                </a:lnTo>
                <a:moveTo>
                  <a:pt x="19" y="3"/>
                </a:moveTo>
                <a:lnTo>
                  <a:pt x="30" y="5"/>
                </a:lnTo>
                <a:lnTo>
                  <a:pt x="28" y="15"/>
                </a:lnTo>
                <a:lnTo>
                  <a:pt x="17" y="14"/>
                </a:lnTo>
                <a:lnTo>
                  <a:pt x="19" y="3"/>
                </a:lnTo>
                <a:moveTo>
                  <a:pt x="30" y="5"/>
                </a:moveTo>
                <a:lnTo>
                  <a:pt x="40" y="7"/>
                </a:lnTo>
                <a:lnTo>
                  <a:pt x="38" y="17"/>
                </a:lnTo>
                <a:lnTo>
                  <a:pt x="28" y="15"/>
                </a:lnTo>
                <a:lnTo>
                  <a:pt x="30" y="5"/>
                </a:lnTo>
                <a:moveTo>
                  <a:pt x="40" y="7"/>
                </a:moveTo>
                <a:lnTo>
                  <a:pt x="50" y="8"/>
                </a:lnTo>
                <a:lnTo>
                  <a:pt x="49" y="19"/>
                </a:lnTo>
                <a:lnTo>
                  <a:pt x="38" y="17"/>
                </a:lnTo>
                <a:lnTo>
                  <a:pt x="40" y="7"/>
                </a:lnTo>
                <a:moveTo>
                  <a:pt x="50" y="8"/>
                </a:moveTo>
                <a:lnTo>
                  <a:pt x="62" y="10"/>
                </a:lnTo>
                <a:lnTo>
                  <a:pt x="60" y="21"/>
                </a:lnTo>
                <a:lnTo>
                  <a:pt x="49" y="19"/>
                </a:lnTo>
                <a:lnTo>
                  <a:pt x="50" y="8"/>
                </a:lnTo>
                <a:moveTo>
                  <a:pt x="62" y="10"/>
                </a:moveTo>
                <a:lnTo>
                  <a:pt x="72" y="12"/>
                </a:lnTo>
                <a:lnTo>
                  <a:pt x="71" y="22"/>
                </a:lnTo>
                <a:lnTo>
                  <a:pt x="60" y="21"/>
                </a:lnTo>
                <a:lnTo>
                  <a:pt x="62" y="10"/>
                </a:lnTo>
                <a:moveTo>
                  <a:pt x="72" y="12"/>
                </a:moveTo>
                <a:lnTo>
                  <a:pt x="83" y="14"/>
                </a:lnTo>
                <a:lnTo>
                  <a:pt x="81" y="24"/>
                </a:lnTo>
                <a:lnTo>
                  <a:pt x="71" y="22"/>
                </a:lnTo>
                <a:lnTo>
                  <a:pt x="72" y="12"/>
                </a:lnTo>
                <a:moveTo>
                  <a:pt x="83" y="14"/>
                </a:moveTo>
                <a:lnTo>
                  <a:pt x="93" y="15"/>
                </a:lnTo>
                <a:lnTo>
                  <a:pt x="91" y="26"/>
                </a:lnTo>
                <a:lnTo>
                  <a:pt x="81" y="24"/>
                </a:lnTo>
                <a:lnTo>
                  <a:pt x="83" y="14"/>
                </a:lnTo>
                <a:moveTo>
                  <a:pt x="93" y="15"/>
                </a:moveTo>
                <a:lnTo>
                  <a:pt x="104" y="17"/>
                </a:lnTo>
                <a:lnTo>
                  <a:pt x="102" y="27"/>
                </a:lnTo>
                <a:lnTo>
                  <a:pt x="91" y="26"/>
                </a:lnTo>
                <a:lnTo>
                  <a:pt x="93" y="15"/>
                </a:lnTo>
                <a:moveTo>
                  <a:pt x="104" y="17"/>
                </a:moveTo>
                <a:lnTo>
                  <a:pt x="114" y="19"/>
                </a:lnTo>
                <a:lnTo>
                  <a:pt x="112" y="29"/>
                </a:lnTo>
                <a:lnTo>
                  <a:pt x="102" y="27"/>
                </a:lnTo>
                <a:lnTo>
                  <a:pt x="104" y="17"/>
                </a:lnTo>
                <a:moveTo>
                  <a:pt x="114" y="19"/>
                </a:moveTo>
                <a:lnTo>
                  <a:pt x="125" y="21"/>
                </a:lnTo>
                <a:lnTo>
                  <a:pt x="123" y="31"/>
                </a:lnTo>
                <a:lnTo>
                  <a:pt x="112" y="29"/>
                </a:lnTo>
                <a:lnTo>
                  <a:pt x="114" y="19"/>
                </a:lnTo>
                <a:moveTo>
                  <a:pt x="125" y="21"/>
                </a:moveTo>
                <a:lnTo>
                  <a:pt x="137" y="23"/>
                </a:lnTo>
                <a:lnTo>
                  <a:pt x="128" y="35"/>
                </a:lnTo>
                <a:lnTo>
                  <a:pt x="119" y="29"/>
                </a:lnTo>
                <a:lnTo>
                  <a:pt x="123" y="23"/>
                </a:lnTo>
                <a:lnTo>
                  <a:pt x="127" y="26"/>
                </a:lnTo>
                <a:lnTo>
                  <a:pt x="127" y="32"/>
                </a:lnTo>
                <a:lnTo>
                  <a:pt x="123" y="31"/>
                </a:lnTo>
                <a:lnTo>
                  <a:pt x="125" y="21"/>
                </a:lnTo>
                <a:moveTo>
                  <a:pt x="128" y="35"/>
                </a:moveTo>
                <a:lnTo>
                  <a:pt x="122" y="44"/>
                </a:lnTo>
                <a:lnTo>
                  <a:pt x="113" y="37"/>
                </a:lnTo>
                <a:lnTo>
                  <a:pt x="119" y="29"/>
                </a:lnTo>
                <a:lnTo>
                  <a:pt x="128" y="35"/>
                </a:lnTo>
                <a:moveTo>
                  <a:pt x="122" y="44"/>
                </a:moveTo>
                <a:lnTo>
                  <a:pt x="115" y="52"/>
                </a:lnTo>
                <a:lnTo>
                  <a:pt x="107" y="46"/>
                </a:lnTo>
                <a:lnTo>
                  <a:pt x="113" y="37"/>
                </a:lnTo>
                <a:lnTo>
                  <a:pt x="122" y="44"/>
                </a:lnTo>
                <a:moveTo>
                  <a:pt x="115" y="52"/>
                </a:moveTo>
                <a:lnTo>
                  <a:pt x="109" y="61"/>
                </a:lnTo>
                <a:lnTo>
                  <a:pt x="101" y="54"/>
                </a:lnTo>
                <a:lnTo>
                  <a:pt x="107" y="46"/>
                </a:lnTo>
                <a:lnTo>
                  <a:pt x="115" y="52"/>
                </a:lnTo>
                <a:moveTo>
                  <a:pt x="109" y="61"/>
                </a:moveTo>
                <a:lnTo>
                  <a:pt x="103" y="69"/>
                </a:lnTo>
                <a:lnTo>
                  <a:pt x="94" y="63"/>
                </a:lnTo>
                <a:lnTo>
                  <a:pt x="101" y="54"/>
                </a:lnTo>
                <a:lnTo>
                  <a:pt x="109" y="61"/>
                </a:lnTo>
                <a:moveTo>
                  <a:pt x="103" y="69"/>
                </a:moveTo>
                <a:lnTo>
                  <a:pt x="97" y="78"/>
                </a:lnTo>
                <a:lnTo>
                  <a:pt x="88" y="72"/>
                </a:lnTo>
                <a:lnTo>
                  <a:pt x="94" y="63"/>
                </a:lnTo>
                <a:lnTo>
                  <a:pt x="103" y="69"/>
                </a:lnTo>
                <a:moveTo>
                  <a:pt x="97" y="78"/>
                </a:moveTo>
                <a:lnTo>
                  <a:pt x="90" y="86"/>
                </a:lnTo>
                <a:lnTo>
                  <a:pt x="82" y="80"/>
                </a:lnTo>
                <a:lnTo>
                  <a:pt x="88" y="72"/>
                </a:lnTo>
                <a:lnTo>
                  <a:pt x="97" y="78"/>
                </a:lnTo>
                <a:moveTo>
                  <a:pt x="90" y="86"/>
                </a:moveTo>
                <a:lnTo>
                  <a:pt x="84" y="95"/>
                </a:lnTo>
                <a:lnTo>
                  <a:pt x="76" y="89"/>
                </a:lnTo>
                <a:lnTo>
                  <a:pt x="82" y="80"/>
                </a:lnTo>
                <a:lnTo>
                  <a:pt x="90" y="86"/>
                </a:lnTo>
                <a:moveTo>
                  <a:pt x="84" y="95"/>
                </a:moveTo>
                <a:lnTo>
                  <a:pt x="78" y="103"/>
                </a:lnTo>
                <a:lnTo>
                  <a:pt x="69" y="97"/>
                </a:lnTo>
                <a:lnTo>
                  <a:pt x="76" y="89"/>
                </a:lnTo>
                <a:lnTo>
                  <a:pt x="84" y="95"/>
                </a:lnTo>
                <a:moveTo>
                  <a:pt x="78" y="103"/>
                </a:moveTo>
                <a:lnTo>
                  <a:pt x="72" y="113"/>
                </a:lnTo>
                <a:lnTo>
                  <a:pt x="63" y="106"/>
                </a:lnTo>
                <a:lnTo>
                  <a:pt x="69" y="97"/>
                </a:lnTo>
                <a:lnTo>
                  <a:pt x="78" y="103"/>
                </a:lnTo>
                <a:moveTo>
                  <a:pt x="72" y="113"/>
                </a:moveTo>
                <a:lnTo>
                  <a:pt x="64" y="123"/>
                </a:lnTo>
                <a:lnTo>
                  <a:pt x="55" y="105"/>
                </a:lnTo>
                <a:lnTo>
                  <a:pt x="65" y="100"/>
                </a:lnTo>
                <a:lnTo>
                  <a:pt x="70" y="111"/>
                </a:lnTo>
                <a:lnTo>
                  <a:pt x="65" y="113"/>
                </a:lnTo>
                <a:lnTo>
                  <a:pt x="61" y="110"/>
                </a:lnTo>
                <a:lnTo>
                  <a:pt x="63" y="106"/>
                </a:lnTo>
                <a:lnTo>
                  <a:pt x="72" y="1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8" name=""/>
          <p:cNvSpPr/>
          <p:nvPr/>
        </p:nvSpPr>
        <p:spPr>
          <a:xfrm>
            <a:off x="2280240" y="1476360"/>
            <a:ext cx="378720" cy="212040"/>
          </a:xfrm>
          <a:custGeom>
            <a:avLst/>
            <a:gdLst/>
            <a:ahLst/>
            <a:rect l="0" t="0" r="r" b="b"/>
            <a:pathLst>
              <a:path fill="none" w="1052" h="589">
                <a:moveTo>
                  <a:pt x="1052" y="0"/>
                </a:moveTo>
                <a:lnTo>
                  <a:pt x="996" y="0"/>
                </a:lnTo>
                <a:cubicBezTo>
                  <a:pt x="941" y="0"/>
                  <a:pt x="831" y="0"/>
                  <a:pt x="656" y="98"/>
                </a:cubicBezTo>
                <a:cubicBezTo>
                  <a:pt x="480" y="196"/>
                  <a:pt x="240" y="393"/>
                  <a:pt x="120" y="491"/>
                </a:cubicBezTo>
                <a:lnTo>
                  <a:pt x="0" y="58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/>
          <p:nvPr/>
        </p:nvSpPr>
        <p:spPr>
          <a:xfrm>
            <a:off x="2265480" y="1661040"/>
            <a:ext cx="41760" cy="39240"/>
          </a:xfrm>
          <a:custGeom>
            <a:avLst/>
            <a:gdLst/>
            <a:ahLst/>
            <a:rect l="0" t="0" r="r" b="b"/>
            <a:pathLst>
              <a:path w="116" h="109">
                <a:moveTo>
                  <a:pt x="116" y="83"/>
                </a:moveTo>
                <a:lnTo>
                  <a:pt x="0" y="109"/>
                </a:lnTo>
                <a:lnTo>
                  <a:pt x="48" y="0"/>
                </a:lnTo>
                <a:lnTo>
                  <a:pt x="116" y="8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2261880" y="1657440"/>
            <a:ext cx="48960" cy="45720"/>
          </a:xfrm>
          <a:custGeom>
            <a:avLst/>
            <a:gdLst/>
            <a:ahLst/>
            <a:rect l="0" t="0" r="r" b="b"/>
            <a:pathLst>
              <a:path w="136" h="127">
                <a:moveTo>
                  <a:pt x="117" y="101"/>
                </a:moveTo>
                <a:lnTo>
                  <a:pt x="107" y="103"/>
                </a:lnTo>
                <a:lnTo>
                  <a:pt x="104" y="93"/>
                </a:lnTo>
                <a:lnTo>
                  <a:pt x="115" y="91"/>
                </a:lnTo>
                <a:lnTo>
                  <a:pt x="117" y="101"/>
                </a:lnTo>
                <a:moveTo>
                  <a:pt x="107" y="103"/>
                </a:moveTo>
                <a:lnTo>
                  <a:pt x="96" y="106"/>
                </a:lnTo>
                <a:lnTo>
                  <a:pt x="94" y="95"/>
                </a:lnTo>
                <a:lnTo>
                  <a:pt x="104" y="93"/>
                </a:lnTo>
                <a:lnTo>
                  <a:pt x="107" y="103"/>
                </a:lnTo>
                <a:moveTo>
                  <a:pt x="96" y="106"/>
                </a:moveTo>
                <a:lnTo>
                  <a:pt x="86" y="108"/>
                </a:lnTo>
                <a:lnTo>
                  <a:pt x="84" y="97"/>
                </a:lnTo>
                <a:lnTo>
                  <a:pt x="94" y="95"/>
                </a:lnTo>
                <a:lnTo>
                  <a:pt x="96" y="106"/>
                </a:lnTo>
                <a:moveTo>
                  <a:pt x="86" y="108"/>
                </a:moveTo>
                <a:lnTo>
                  <a:pt x="75" y="110"/>
                </a:lnTo>
                <a:lnTo>
                  <a:pt x="72" y="100"/>
                </a:lnTo>
                <a:lnTo>
                  <a:pt x="84" y="97"/>
                </a:lnTo>
                <a:lnTo>
                  <a:pt x="86" y="108"/>
                </a:lnTo>
                <a:moveTo>
                  <a:pt x="75" y="110"/>
                </a:moveTo>
                <a:lnTo>
                  <a:pt x="64" y="112"/>
                </a:lnTo>
                <a:lnTo>
                  <a:pt x="62" y="102"/>
                </a:lnTo>
                <a:lnTo>
                  <a:pt x="72" y="100"/>
                </a:lnTo>
                <a:lnTo>
                  <a:pt x="75" y="110"/>
                </a:lnTo>
                <a:moveTo>
                  <a:pt x="64" y="112"/>
                </a:moveTo>
                <a:lnTo>
                  <a:pt x="54" y="115"/>
                </a:lnTo>
                <a:lnTo>
                  <a:pt x="52" y="104"/>
                </a:lnTo>
                <a:lnTo>
                  <a:pt x="62" y="102"/>
                </a:lnTo>
                <a:lnTo>
                  <a:pt x="64" y="112"/>
                </a:lnTo>
                <a:moveTo>
                  <a:pt x="54" y="115"/>
                </a:moveTo>
                <a:lnTo>
                  <a:pt x="44" y="117"/>
                </a:lnTo>
                <a:lnTo>
                  <a:pt x="41" y="107"/>
                </a:lnTo>
                <a:lnTo>
                  <a:pt x="52" y="104"/>
                </a:lnTo>
                <a:lnTo>
                  <a:pt x="54" y="115"/>
                </a:lnTo>
                <a:moveTo>
                  <a:pt x="44" y="117"/>
                </a:moveTo>
                <a:lnTo>
                  <a:pt x="33" y="119"/>
                </a:lnTo>
                <a:lnTo>
                  <a:pt x="31" y="109"/>
                </a:lnTo>
                <a:lnTo>
                  <a:pt x="41" y="107"/>
                </a:lnTo>
                <a:lnTo>
                  <a:pt x="44" y="117"/>
                </a:lnTo>
                <a:moveTo>
                  <a:pt x="33" y="119"/>
                </a:moveTo>
                <a:lnTo>
                  <a:pt x="23" y="122"/>
                </a:lnTo>
                <a:lnTo>
                  <a:pt x="21" y="111"/>
                </a:lnTo>
                <a:lnTo>
                  <a:pt x="31" y="109"/>
                </a:lnTo>
                <a:lnTo>
                  <a:pt x="33" y="119"/>
                </a:lnTo>
                <a:moveTo>
                  <a:pt x="23" y="122"/>
                </a:moveTo>
                <a:lnTo>
                  <a:pt x="13" y="124"/>
                </a:lnTo>
                <a:lnTo>
                  <a:pt x="10" y="114"/>
                </a:lnTo>
                <a:lnTo>
                  <a:pt x="21" y="111"/>
                </a:lnTo>
                <a:lnTo>
                  <a:pt x="23" y="122"/>
                </a:lnTo>
                <a:moveTo>
                  <a:pt x="13" y="124"/>
                </a:moveTo>
                <a:lnTo>
                  <a:pt x="0" y="127"/>
                </a:lnTo>
                <a:lnTo>
                  <a:pt x="8" y="109"/>
                </a:lnTo>
                <a:lnTo>
                  <a:pt x="18" y="114"/>
                </a:lnTo>
                <a:lnTo>
                  <a:pt x="14" y="122"/>
                </a:lnTo>
                <a:lnTo>
                  <a:pt x="10" y="119"/>
                </a:lnTo>
                <a:lnTo>
                  <a:pt x="8" y="114"/>
                </a:lnTo>
                <a:lnTo>
                  <a:pt x="10" y="114"/>
                </a:lnTo>
                <a:lnTo>
                  <a:pt x="13" y="124"/>
                </a:lnTo>
                <a:moveTo>
                  <a:pt x="8" y="109"/>
                </a:moveTo>
                <a:lnTo>
                  <a:pt x="13" y="100"/>
                </a:lnTo>
                <a:lnTo>
                  <a:pt x="22" y="104"/>
                </a:lnTo>
                <a:lnTo>
                  <a:pt x="18" y="114"/>
                </a:lnTo>
                <a:lnTo>
                  <a:pt x="8" y="109"/>
                </a:lnTo>
                <a:moveTo>
                  <a:pt x="13" y="100"/>
                </a:moveTo>
                <a:lnTo>
                  <a:pt x="17" y="90"/>
                </a:lnTo>
                <a:lnTo>
                  <a:pt x="27" y="94"/>
                </a:lnTo>
                <a:lnTo>
                  <a:pt x="22" y="104"/>
                </a:lnTo>
                <a:lnTo>
                  <a:pt x="13" y="100"/>
                </a:lnTo>
                <a:moveTo>
                  <a:pt x="17" y="90"/>
                </a:moveTo>
                <a:lnTo>
                  <a:pt x="21" y="79"/>
                </a:lnTo>
                <a:lnTo>
                  <a:pt x="31" y="85"/>
                </a:lnTo>
                <a:lnTo>
                  <a:pt x="27" y="94"/>
                </a:lnTo>
                <a:lnTo>
                  <a:pt x="17" y="90"/>
                </a:lnTo>
                <a:moveTo>
                  <a:pt x="21" y="79"/>
                </a:moveTo>
                <a:lnTo>
                  <a:pt x="26" y="70"/>
                </a:lnTo>
                <a:lnTo>
                  <a:pt x="35" y="74"/>
                </a:lnTo>
                <a:lnTo>
                  <a:pt x="31" y="85"/>
                </a:lnTo>
                <a:lnTo>
                  <a:pt x="21" y="79"/>
                </a:lnTo>
                <a:moveTo>
                  <a:pt x="26" y="70"/>
                </a:moveTo>
                <a:lnTo>
                  <a:pt x="30" y="60"/>
                </a:lnTo>
                <a:lnTo>
                  <a:pt x="40" y="64"/>
                </a:lnTo>
                <a:lnTo>
                  <a:pt x="35" y="74"/>
                </a:lnTo>
                <a:lnTo>
                  <a:pt x="26" y="70"/>
                </a:lnTo>
                <a:moveTo>
                  <a:pt x="30" y="60"/>
                </a:moveTo>
                <a:lnTo>
                  <a:pt x="34" y="50"/>
                </a:lnTo>
                <a:lnTo>
                  <a:pt x="44" y="55"/>
                </a:lnTo>
                <a:lnTo>
                  <a:pt x="40" y="64"/>
                </a:lnTo>
                <a:lnTo>
                  <a:pt x="30" y="60"/>
                </a:lnTo>
                <a:moveTo>
                  <a:pt x="34" y="50"/>
                </a:moveTo>
                <a:lnTo>
                  <a:pt x="39" y="41"/>
                </a:lnTo>
                <a:lnTo>
                  <a:pt x="48" y="45"/>
                </a:lnTo>
                <a:lnTo>
                  <a:pt x="44" y="55"/>
                </a:lnTo>
                <a:lnTo>
                  <a:pt x="34" y="50"/>
                </a:lnTo>
                <a:moveTo>
                  <a:pt x="39" y="41"/>
                </a:moveTo>
                <a:lnTo>
                  <a:pt x="43" y="31"/>
                </a:lnTo>
                <a:lnTo>
                  <a:pt x="53" y="35"/>
                </a:lnTo>
                <a:lnTo>
                  <a:pt x="48" y="45"/>
                </a:lnTo>
                <a:lnTo>
                  <a:pt x="39" y="41"/>
                </a:lnTo>
                <a:moveTo>
                  <a:pt x="43" y="31"/>
                </a:moveTo>
                <a:lnTo>
                  <a:pt x="47" y="21"/>
                </a:lnTo>
                <a:lnTo>
                  <a:pt x="57" y="26"/>
                </a:lnTo>
                <a:lnTo>
                  <a:pt x="53" y="35"/>
                </a:lnTo>
                <a:lnTo>
                  <a:pt x="43" y="31"/>
                </a:lnTo>
                <a:moveTo>
                  <a:pt x="47" y="21"/>
                </a:moveTo>
                <a:lnTo>
                  <a:pt x="52" y="12"/>
                </a:lnTo>
                <a:lnTo>
                  <a:pt x="61" y="16"/>
                </a:lnTo>
                <a:lnTo>
                  <a:pt x="57" y="26"/>
                </a:lnTo>
                <a:lnTo>
                  <a:pt x="47" y="21"/>
                </a:lnTo>
                <a:moveTo>
                  <a:pt x="52" y="12"/>
                </a:moveTo>
                <a:lnTo>
                  <a:pt x="57" y="0"/>
                </a:lnTo>
                <a:lnTo>
                  <a:pt x="66" y="12"/>
                </a:lnTo>
                <a:lnTo>
                  <a:pt x="58" y="19"/>
                </a:lnTo>
                <a:lnTo>
                  <a:pt x="54" y="14"/>
                </a:lnTo>
                <a:lnTo>
                  <a:pt x="58" y="10"/>
                </a:lnTo>
                <a:lnTo>
                  <a:pt x="63" y="13"/>
                </a:lnTo>
                <a:lnTo>
                  <a:pt x="61" y="16"/>
                </a:lnTo>
                <a:lnTo>
                  <a:pt x="52" y="12"/>
                </a:lnTo>
                <a:moveTo>
                  <a:pt x="66" y="12"/>
                </a:moveTo>
                <a:lnTo>
                  <a:pt x="73" y="20"/>
                </a:lnTo>
                <a:lnTo>
                  <a:pt x="65" y="27"/>
                </a:lnTo>
                <a:lnTo>
                  <a:pt x="58" y="19"/>
                </a:lnTo>
                <a:lnTo>
                  <a:pt x="66" y="12"/>
                </a:lnTo>
                <a:moveTo>
                  <a:pt x="73" y="20"/>
                </a:moveTo>
                <a:lnTo>
                  <a:pt x="80" y="29"/>
                </a:lnTo>
                <a:lnTo>
                  <a:pt x="72" y="35"/>
                </a:lnTo>
                <a:lnTo>
                  <a:pt x="65" y="27"/>
                </a:lnTo>
                <a:lnTo>
                  <a:pt x="73" y="20"/>
                </a:lnTo>
                <a:moveTo>
                  <a:pt x="80" y="29"/>
                </a:moveTo>
                <a:lnTo>
                  <a:pt x="88" y="37"/>
                </a:lnTo>
                <a:lnTo>
                  <a:pt x="78" y="44"/>
                </a:lnTo>
                <a:lnTo>
                  <a:pt x="72" y="35"/>
                </a:lnTo>
                <a:lnTo>
                  <a:pt x="80" y="29"/>
                </a:lnTo>
                <a:moveTo>
                  <a:pt x="88" y="37"/>
                </a:moveTo>
                <a:lnTo>
                  <a:pt x="94" y="45"/>
                </a:lnTo>
                <a:lnTo>
                  <a:pt x="86" y="52"/>
                </a:lnTo>
                <a:lnTo>
                  <a:pt x="78" y="44"/>
                </a:lnTo>
                <a:lnTo>
                  <a:pt x="88" y="37"/>
                </a:lnTo>
                <a:moveTo>
                  <a:pt x="94" y="45"/>
                </a:moveTo>
                <a:lnTo>
                  <a:pt x="101" y="53"/>
                </a:lnTo>
                <a:lnTo>
                  <a:pt x="93" y="60"/>
                </a:lnTo>
                <a:lnTo>
                  <a:pt x="86" y="52"/>
                </a:lnTo>
                <a:lnTo>
                  <a:pt x="94" y="45"/>
                </a:lnTo>
                <a:moveTo>
                  <a:pt x="101" y="53"/>
                </a:moveTo>
                <a:lnTo>
                  <a:pt x="108" y="61"/>
                </a:lnTo>
                <a:lnTo>
                  <a:pt x="99" y="68"/>
                </a:lnTo>
                <a:lnTo>
                  <a:pt x="93" y="60"/>
                </a:lnTo>
                <a:lnTo>
                  <a:pt x="101" y="53"/>
                </a:lnTo>
                <a:moveTo>
                  <a:pt x="108" y="61"/>
                </a:moveTo>
                <a:lnTo>
                  <a:pt x="114" y="70"/>
                </a:lnTo>
                <a:lnTo>
                  <a:pt x="106" y="76"/>
                </a:lnTo>
                <a:lnTo>
                  <a:pt x="99" y="68"/>
                </a:lnTo>
                <a:lnTo>
                  <a:pt x="108" y="61"/>
                </a:lnTo>
                <a:moveTo>
                  <a:pt x="114" y="70"/>
                </a:moveTo>
                <a:lnTo>
                  <a:pt x="121" y="78"/>
                </a:lnTo>
                <a:lnTo>
                  <a:pt x="113" y="86"/>
                </a:lnTo>
                <a:lnTo>
                  <a:pt x="106" y="76"/>
                </a:lnTo>
                <a:lnTo>
                  <a:pt x="114" y="70"/>
                </a:lnTo>
                <a:moveTo>
                  <a:pt x="121" y="78"/>
                </a:moveTo>
                <a:lnTo>
                  <a:pt x="128" y="87"/>
                </a:lnTo>
                <a:lnTo>
                  <a:pt x="119" y="94"/>
                </a:lnTo>
                <a:lnTo>
                  <a:pt x="113" y="86"/>
                </a:lnTo>
                <a:lnTo>
                  <a:pt x="121" y="78"/>
                </a:lnTo>
                <a:moveTo>
                  <a:pt x="128" y="87"/>
                </a:moveTo>
                <a:lnTo>
                  <a:pt x="136" y="97"/>
                </a:lnTo>
                <a:lnTo>
                  <a:pt x="117" y="101"/>
                </a:lnTo>
                <a:lnTo>
                  <a:pt x="115" y="91"/>
                </a:lnTo>
                <a:lnTo>
                  <a:pt x="125" y="88"/>
                </a:lnTo>
                <a:lnTo>
                  <a:pt x="126" y="93"/>
                </a:lnTo>
                <a:lnTo>
                  <a:pt x="122" y="97"/>
                </a:lnTo>
                <a:lnTo>
                  <a:pt x="119" y="94"/>
                </a:lnTo>
                <a:lnTo>
                  <a:pt x="128" y="8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2311560" y="1968120"/>
            <a:ext cx="347400" cy="165960"/>
          </a:xfrm>
          <a:custGeom>
            <a:avLst/>
            <a:gdLst/>
            <a:ahLst/>
            <a:rect l="0" t="0" r="r" b="b"/>
            <a:pathLst>
              <a:path fill="none" w="965" h="461">
                <a:moveTo>
                  <a:pt x="965" y="461"/>
                </a:moveTo>
                <a:lnTo>
                  <a:pt x="909" y="457"/>
                </a:lnTo>
                <a:cubicBezTo>
                  <a:pt x="854" y="452"/>
                  <a:pt x="743" y="443"/>
                  <a:pt x="582" y="366"/>
                </a:cubicBezTo>
                <a:cubicBezTo>
                  <a:pt x="422" y="289"/>
                  <a:pt x="211" y="144"/>
                  <a:pt x="105" y="72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2" name=""/>
          <p:cNvSpPr/>
          <p:nvPr/>
        </p:nvSpPr>
        <p:spPr>
          <a:xfrm>
            <a:off x="2295720" y="1957320"/>
            <a:ext cx="42480" cy="37440"/>
          </a:xfrm>
          <a:custGeom>
            <a:avLst/>
            <a:gdLst/>
            <a:ahLst/>
            <a:rect l="0" t="0" r="r" b="b"/>
            <a:pathLst>
              <a:path w="118" h="104">
                <a:moveTo>
                  <a:pt x="58" y="104"/>
                </a:moveTo>
                <a:lnTo>
                  <a:pt x="0" y="0"/>
                </a:lnTo>
                <a:lnTo>
                  <a:pt x="118" y="16"/>
                </a:lnTo>
                <a:lnTo>
                  <a:pt x="58" y="1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3" name=""/>
          <p:cNvSpPr/>
          <p:nvPr/>
        </p:nvSpPr>
        <p:spPr>
          <a:xfrm>
            <a:off x="2292120" y="1954800"/>
            <a:ext cx="49680" cy="43560"/>
          </a:xfrm>
          <a:custGeom>
            <a:avLst/>
            <a:gdLst/>
            <a:ahLst/>
            <a:rect l="0" t="0" r="r" b="b"/>
            <a:pathLst>
              <a:path w="138" h="121">
                <a:moveTo>
                  <a:pt x="58" y="104"/>
                </a:moveTo>
                <a:lnTo>
                  <a:pt x="53" y="95"/>
                </a:lnTo>
                <a:lnTo>
                  <a:pt x="62" y="90"/>
                </a:lnTo>
                <a:lnTo>
                  <a:pt x="67" y="99"/>
                </a:lnTo>
                <a:lnTo>
                  <a:pt x="58" y="104"/>
                </a:lnTo>
                <a:moveTo>
                  <a:pt x="53" y="95"/>
                </a:moveTo>
                <a:lnTo>
                  <a:pt x="48" y="86"/>
                </a:lnTo>
                <a:lnTo>
                  <a:pt x="57" y="81"/>
                </a:lnTo>
                <a:lnTo>
                  <a:pt x="62" y="90"/>
                </a:lnTo>
                <a:lnTo>
                  <a:pt x="53" y="95"/>
                </a:lnTo>
                <a:moveTo>
                  <a:pt x="48" y="86"/>
                </a:moveTo>
                <a:lnTo>
                  <a:pt x="42" y="77"/>
                </a:lnTo>
                <a:lnTo>
                  <a:pt x="52" y="72"/>
                </a:lnTo>
                <a:lnTo>
                  <a:pt x="57" y="81"/>
                </a:lnTo>
                <a:lnTo>
                  <a:pt x="48" y="86"/>
                </a:lnTo>
                <a:moveTo>
                  <a:pt x="42" y="77"/>
                </a:moveTo>
                <a:lnTo>
                  <a:pt x="37" y="67"/>
                </a:lnTo>
                <a:lnTo>
                  <a:pt x="47" y="62"/>
                </a:lnTo>
                <a:lnTo>
                  <a:pt x="52" y="72"/>
                </a:lnTo>
                <a:lnTo>
                  <a:pt x="42" y="77"/>
                </a:lnTo>
                <a:moveTo>
                  <a:pt x="37" y="67"/>
                </a:moveTo>
                <a:lnTo>
                  <a:pt x="32" y="58"/>
                </a:lnTo>
                <a:lnTo>
                  <a:pt x="41" y="53"/>
                </a:lnTo>
                <a:lnTo>
                  <a:pt x="47" y="62"/>
                </a:lnTo>
                <a:lnTo>
                  <a:pt x="37" y="67"/>
                </a:lnTo>
                <a:moveTo>
                  <a:pt x="32" y="58"/>
                </a:moveTo>
                <a:lnTo>
                  <a:pt x="27" y="49"/>
                </a:lnTo>
                <a:lnTo>
                  <a:pt x="36" y="44"/>
                </a:lnTo>
                <a:lnTo>
                  <a:pt x="41" y="53"/>
                </a:lnTo>
                <a:lnTo>
                  <a:pt x="32" y="58"/>
                </a:lnTo>
                <a:moveTo>
                  <a:pt x="27" y="49"/>
                </a:moveTo>
                <a:lnTo>
                  <a:pt x="22" y="40"/>
                </a:lnTo>
                <a:lnTo>
                  <a:pt x="31" y="35"/>
                </a:lnTo>
                <a:lnTo>
                  <a:pt x="36" y="44"/>
                </a:lnTo>
                <a:lnTo>
                  <a:pt x="27" y="49"/>
                </a:lnTo>
                <a:moveTo>
                  <a:pt x="22" y="40"/>
                </a:moveTo>
                <a:lnTo>
                  <a:pt x="17" y="29"/>
                </a:lnTo>
                <a:lnTo>
                  <a:pt x="26" y="24"/>
                </a:lnTo>
                <a:lnTo>
                  <a:pt x="31" y="35"/>
                </a:lnTo>
                <a:lnTo>
                  <a:pt x="22" y="40"/>
                </a:lnTo>
                <a:moveTo>
                  <a:pt x="17" y="29"/>
                </a:moveTo>
                <a:lnTo>
                  <a:pt x="12" y="20"/>
                </a:lnTo>
                <a:lnTo>
                  <a:pt x="21" y="15"/>
                </a:lnTo>
                <a:lnTo>
                  <a:pt x="26" y="24"/>
                </a:lnTo>
                <a:lnTo>
                  <a:pt x="17" y="29"/>
                </a:lnTo>
                <a:moveTo>
                  <a:pt x="12" y="20"/>
                </a:moveTo>
                <a:lnTo>
                  <a:pt x="7" y="11"/>
                </a:lnTo>
                <a:lnTo>
                  <a:pt x="16" y="6"/>
                </a:lnTo>
                <a:lnTo>
                  <a:pt x="21" y="15"/>
                </a:lnTo>
                <a:lnTo>
                  <a:pt x="12" y="20"/>
                </a:lnTo>
                <a:moveTo>
                  <a:pt x="7" y="11"/>
                </a:moveTo>
                <a:lnTo>
                  <a:pt x="0" y="0"/>
                </a:lnTo>
                <a:lnTo>
                  <a:pt x="20" y="3"/>
                </a:lnTo>
                <a:lnTo>
                  <a:pt x="18" y="13"/>
                </a:lnTo>
                <a:lnTo>
                  <a:pt x="9" y="12"/>
                </a:lnTo>
                <a:lnTo>
                  <a:pt x="10" y="7"/>
                </a:lnTo>
                <a:lnTo>
                  <a:pt x="15" y="4"/>
                </a:lnTo>
                <a:lnTo>
                  <a:pt x="16" y="6"/>
                </a:lnTo>
                <a:lnTo>
                  <a:pt x="7" y="11"/>
                </a:lnTo>
                <a:moveTo>
                  <a:pt x="20" y="3"/>
                </a:moveTo>
                <a:lnTo>
                  <a:pt x="30" y="4"/>
                </a:lnTo>
                <a:lnTo>
                  <a:pt x="29" y="15"/>
                </a:lnTo>
                <a:lnTo>
                  <a:pt x="18" y="13"/>
                </a:lnTo>
                <a:lnTo>
                  <a:pt x="20" y="3"/>
                </a:lnTo>
                <a:moveTo>
                  <a:pt x="30" y="4"/>
                </a:moveTo>
                <a:lnTo>
                  <a:pt x="40" y="6"/>
                </a:lnTo>
                <a:lnTo>
                  <a:pt x="39" y="16"/>
                </a:lnTo>
                <a:lnTo>
                  <a:pt x="29" y="15"/>
                </a:lnTo>
                <a:lnTo>
                  <a:pt x="30" y="4"/>
                </a:lnTo>
                <a:moveTo>
                  <a:pt x="40" y="6"/>
                </a:moveTo>
                <a:lnTo>
                  <a:pt x="51" y="7"/>
                </a:lnTo>
                <a:lnTo>
                  <a:pt x="50" y="17"/>
                </a:lnTo>
                <a:lnTo>
                  <a:pt x="39" y="16"/>
                </a:lnTo>
                <a:lnTo>
                  <a:pt x="40" y="6"/>
                </a:lnTo>
                <a:moveTo>
                  <a:pt x="51" y="7"/>
                </a:moveTo>
                <a:lnTo>
                  <a:pt x="61" y="8"/>
                </a:lnTo>
                <a:lnTo>
                  <a:pt x="60" y="19"/>
                </a:lnTo>
                <a:lnTo>
                  <a:pt x="50" y="17"/>
                </a:lnTo>
                <a:lnTo>
                  <a:pt x="51" y="7"/>
                </a:lnTo>
                <a:moveTo>
                  <a:pt x="61" y="8"/>
                </a:moveTo>
                <a:lnTo>
                  <a:pt x="72" y="10"/>
                </a:lnTo>
                <a:lnTo>
                  <a:pt x="71" y="20"/>
                </a:lnTo>
                <a:lnTo>
                  <a:pt x="60" y="19"/>
                </a:lnTo>
                <a:lnTo>
                  <a:pt x="61" y="8"/>
                </a:lnTo>
                <a:moveTo>
                  <a:pt x="72" y="10"/>
                </a:moveTo>
                <a:lnTo>
                  <a:pt x="82" y="11"/>
                </a:lnTo>
                <a:lnTo>
                  <a:pt x="81" y="22"/>
                </a:lnTo>
                <a:lnTo>
                  <a:pt x="71" y="20"/>
                </a:lnTo>
                <a:lnTo>
                  <a:pt x="72" y="10"/>
                </a:lnTo>
                <a:moveTo>
                  <a:pt x="82" y="11"/>
                </a:moveTo>
                <a:lnTo>
                  <a:pt x="94" y="13"/>
                </a:lnTo>
                <a:lnTo>
                  <a:pt x="91" y="23"/>
                </a:lnTo>
                <a:lnTo>
                  <a:pt x="81" y="22"/>
                </a:lnTo>
                <a:lnTo>
                  <a:pt x="82" y="11"/>
                </a:lnTo>
                <a:moveTo>
                  <a:pt x="94" y="13"/>
                </a:moveTo>
                <a:lnTo>
                  <a:pt x="104" y="14"/>
                </a:lnTo>
                <a:lnTo>
                  <a:pt x="103" y="25"/>
                </a:lnTo>
                <a:lnTo>
                  <a:pt x="91" y="23"/>
                </a:lnTo>
                <a:lnTo>
                  <a:pt x="94" y="13"/>
                </a:lnTo>
                <a:moveTo>
                  <a:pt x="104" y="14"/>
                </a:moveTo>
                <a:lnTo>
                  <a:pt x="115" y="16"/>
                </a:lnTo>
                <a:lnTo>
                  <a:pt x="113" y="26"/>
                </a:lnTo>
                <a:lnTo>
                  <a:pt x="103" y="25"/>
                </a:lnTo>
                <a:lnTo>
                  <a:pt x="104" y="14"/>
                </a:lnTo>
                <a:moveTo>
                  <a:pt x="115" y="16"/>
                </a:moveTo>
                <a:lnTo>
                  <a:pt x="125" y="17"/>
                </a:lnTo>
                <a:lnTo>
                  <a:pt x="124" y="28"/>
                </a:lnTo>
                <a:lnTo>
                  <a:pt x="113" y="26"/>
                </a:lnTo>
                <a:lnTo>
                  <a:pt x="115" y="16"/>
                </a:lnTo>
                <a:moveTo>
                  <a:pt x="125" y="17"/>
                </a:moveTo>
                <a:lnTo>
                  <a:pt x="138" y="19"/>
                </a:lnTo>
                <a:lnTo>
                  <a:pt x="129" y="32"/>
                </a:lnTo>
                <a:lnTo>
                  <a:pt x="120" y="25"/>
                </a:lnTo>
                <a:lnTo>
                  <a:pt x="124" y="20"/>
                </a:lnTo>
                <a:lnTo>
                  <a:pt x="128" y="23"/>
                </a:lnTo>
                <a:lnTo>
                  <a:pt x="128" y="28"/>
                </a:lnTo>
                <a:lnTo>
                  <a:pt x="124" y="28"/>
                </a:lnTo>
                <a:lnTo>
                  <a:pt x="125" y="17"/>
                </a:lnTo>
                <a:moveTo>
                  <a:pt x="129" y="32"/>
                </a:moveTo>
                <a:lnTo>
                  <a:pt x="123" y="41"/>
                </a:lnTo>
                <a:lnTo>
                  <a:pt x="114" y="35"/>
                </a:lnTo>
                <a:lnTo>
                  <a:pt x="120" y="25"/>
                </a:lnTo>
                <a:lnTo>
                  <a:pt x="129" y="32"/>
                </a:lnTo>
                <a:moveTo>
                  <a:pt x="123" y="41"/>
                </a:moveTo>
                <a:lnTo>
                  <a:pt x="117" y="50"/>
                </a:lnTo>
                <a:lnTo>
                  <a:pt x="108" y="44"/>
                </a:lnTo>
                <a:lnTo>
                  <a:pt x="114" y="35"/>
                </a:lnTo>
                <a:lnTo>
                  <a:pt x="123" y="41"/>
                </a:lnTo>
                <a:moveTo>
                  <a:pt x="117" y="50"/>
                </a:moveTo>
                <a:lnTo>
                  <a:pt x="111" y="59"/>
                </a:lnTo>
                <a:lnTo>
                  <a:pt x="102" y="53"/>
                </a:lnTo>
                <a:lnTo>
                  <a:pt x="108" y="44"/>
                </a:lnTo>
                <a:lnTo>
                  <a:pt x="117" y="50"/>
                </a:lnTo>
                <a:moveTo>
                  <a:pt x="111" y="59"/>
                </a:moveTo>
                <a:lnTo>
                  <a:pt x="105" y="67"/>
                </a:lnTo>
                <a:lnTo>
                  <a:pt x="96" y="61"/>
                </a:lnTo>
                <a:lnTo>
                  <a:pt x="102" y="53"/>
                </a:lnTo>
                <a:lnTo>
                  <a:pt x="111" y="59"/>
                </a:lnTo>
                <a:moveTo>
                  <a:pt x="105" y="67"/>
                </a:moveTo>
                <a:lnTo>
                  <a:pt x="99" y="76"/>
                </a:lnTo>
                <a:lnTo>
                  <a:pt x="89" y="70"/>
                </a:lnTo>
                <a:lnTo>
                  <a:pt x="96" y="61"/>
                </a:lnTo>
                <a:lnTo>
                  <a:pt x="105" y="67"/>
                </a:lnTo>
                <a:moveTo>
                  <a:pt x="99" y="76"/>
                </a:moveTo>
                <a:lnTo>
                  <a:pt x="92" y="85"/>
                </a:lnTo>
                <a:lnTo>
                  <a:pt x="83" y="79"/>
                </a:lnTo>
                <a:lnTo>
                  <a:pt x="89" y="70"/>
                </a:lnTo>
                <a:lnTo>
                  <a:pt x="99" y="76"/>
                </a:lnTo>
                <a:moveTo>
                  <a:pt x="92" y="85"/>
                </a:moveTo>
                <a:lnTo>
                  <a:pt x="86" y="94"/>
                </a:lnTo>
                <a:lnTo>
                  <a:pt x="77" y="88"/>
                </a:lnTo>
                <a:lnTo>
                  <a:pt x="83" y="79"/>
                </a:lnTo>
                <a:lnTo>
                  <a:pt x="92" y="85"/>
                </a:lnTo>
                <a:moveTo>
                  <a:pt x="86" y="94"/>
                </a:moveTo>
                <a:lnTo>
                  <a:pt x="80" y="102"/>
                </a:lnTo>
                <a:lnTo>
                  <a:pt x="71" y="96"/>
                </a:lnTo>
                <a:lnTo>
                  <a:pt x="77" y="88"/>
                </a:lnTo>
                <a:lnTo>
                  <a:pt x="86" y="94"/>
                </a:lnTo>
                <a:moveTo>
                  <a:pt x="80" y="102"/>
                </a:moveTo>
                <a:lnTo>
                  <a:pt x="74" y="111"/>
                </a:lnTo>
                <a:lnTo>
                  <a:pt x="65" y="105"/>
                </a:lnTo>
                <a:lnTo>
                  <a:pt x="71" y="96"/>
                </a:lnTo>
                <a:lnTo>
                  <a:pt x="80" y="102"/>
                </a:lnTo>
                <a:moveTo>
                  <a:pt x="74" y="111"/>
                </a:moveTo>
                <a:lnTo>
                  <a:pt x="67" y="121"/>
                </a:lnTo>
                <a:lnTo>
                  <a:pt x="58" y="104"/>
                </a:lnTo>
                <a:lnTo>
                  <a:pt x="67" y="99"/>
                </a:lnTo>
                <a:lnTo>
                  <a:pt x="72" y="109"/>
                </a:lnTo>
                <a:lnTo>
                  <a:pt x="68" y="111"/>
                </a:lnTo>
                <a:lnTo>
                  <a:pt x="63" y="108"/>
                </a:lnTo>
                <a:lnTo>
                  <a:pt x="65" y="105"/>
                </a:lnTo>
                <a:lnTo>
                  <a:pt x="7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4" name=""/>
          <p:cNvSpPr/>
          <p:nvPr/>
        </p:nvSpPr>
        <p:spPr>
          <a:xfrm>
            <a:off x="2311560" y="2209320"/>
            <a:ext cx="347400" cy="165960"/>
          </a:xfrm>
          <a:custGeom>
            <a:avLst/>
            <a:gdLst/>
            <a:ahLst/>
            <a:rect l="0" t="0" r="r" b="b"/>
            <a:pathLst>
              <a:path fill="none" w="965" h="461">
                <a:moveTo>
                  <a:pt x="965" y="0"/>
                </a:moveTo>
                <a:lnTo>
                  <a:pt x="909" y="4"/>
                </a:lnTo>
                <a:cubicBezTo>
                  <a:pt x="854" y="9"/>
                  <a:pt x="743" y="18"/>
                  <a:pt x="582" y="96"/>
                </a:cubicBezTo>
                <a:cubicBezTo>
                  <a:pt x="422" y="173"/>
                  <a:pt x="211" y="317"/>
                  <a:pt x="105" y="389"/>
                </a:cubicBezTo>
                <a:lnTo>
                  <a:pt x="0" y="461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5" name=""/>
          <p:cNvSpPr/>
          <p:nvPr/>
        </p:nvSpPr>
        <p:spPr>
          <a:xfrm>
            <a:off x="2295720" y="2348640"/>
            <a:ext cx="42480" cy="37440"/>
          </a:xfrm>
          <a:custGeom>
            <a:avLst/>
            <a:gdLst/>
            <a:ahLst/>
            <a:rect l="0" t="0" r="r" b="b"/>
            <a:pathLst>
              <a:path w="118" h="104">
                <a:moveTo>
                  <a:pt x="118" y="88"/>
                </a:moveTo>
                <a:lnTo>
                  <a:pt x="0" y="104"/>
                </a:lnTo>
                <a:lnTo>
                  <a:pt x="58" y="0"/>
                </a:lnTo>
                <a:lnTo>
                  <a:pt x="118" y="8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2292120" y="2345040"/>
            <a:ext cx="49680" cy="43560"/>
          </a:xfrm>
          <a:custGeom>
            <a:avLst/>
            <a:gdLst/>
            <a:ahLst/>
            <a:rect l="0" t="0" r="r" b="b"/>
            <a:pathLst>
              <a:path w="138" h="121">
                <a:moveTo>
                  <a:pt x="119" y="105"/>
                </a:moveTo>
                <a:lnTo>
                  <a:pt x="108" y="106"/>
                </a:lnTo>
                <a:lnTo>
                  <a:pt x="107" y="96"/>
                </a:lnTo>
                <a:lnTo>
                  <a:pt x="117" y="94"/>
                </a:lnTo>
                <a:lnTo>
                  <a:pt x="119" y="105"/>
                </a:lnTo>
                <a:moveTo>
                  <a:pt x="108" y="106"/>
                </a:moveTo>
                <a:lnTo>
                  <a:pt x="98" y="108"/>
                </a:lnTo>
                <a:lnTo>
                  <a:pt x="96" y="97"/>
                </a:lnTo>
                <a:lnTo>
                  <a:pt x="107" y="96"/>
                </a:lnTo>
                <a:lnTo>
                  <a:pt x="108" y="106"/>
                </a:lnTo>
                <a:moveTo>
                  <a:pt x="98" y="108"/>
                </a:moveTo>
                <a:lnTo>
                  <a:pt x="86" y="109"/>
                </a:lnTo>
                <a:lnTo>
                  <a:pt x="85" y="99"/>
                </a:lnTo>
                <a:lnTo>
                  <a:pt x="96" y="97"/>
                </a:lnTo>
                <a:lnTo>
                  <a:pt x="98" y="108"/>
                </a:lnTo>
                <a:moveTo>
                  <a:pt x="86" y="109"/>
                </a:moveTo>
                <a:lnTo>
                  <a:pt x="76" y="111"/>
                </a:lnTo>
                <a:lnTo>
                  <a:pt x="74" y="100"/>
                </a:lnTo>
                <a:lnTo>
                  <a:pt x="85" y="99"/>
                </a:lnTo>
                <a:lnTo>
                  <a:pt x="86" y="109"/>
                </a:lnTo>
                <a:moveTo>
                  <a:pt x="76" y="111"/>
                </a:moveTo>
                <a:lnTo>
                  <a:pt x="65" y="112"/>
                </a:lnTo>
                <a:lnTo>
                  <a:pt x="64" y="102"/>
                </a:lnTo>
                <a:lnTo>
                  <a:pt x="74" y="100"/>
                </a:lnTo>
                <a:lnTo>
                  <a:pt x="76" y="111"/>
                </a:lnTo>
                <a:moveTo>
                  <a:pt x="65" y="112"/>
                </a:moveTo>
                <a:lnTo>
                  <a:pt x="55" y="114"/>
                </a:lnTo>
                <a:lnTo>
                  <a:pt x="53" y="103"/>
                </a:lnTo>
                <a:lnTo>
                  <a:pt x="64" y="102"/>
                </a:lnTo>
                <a:lnTo>
                  <a:pt x="65" y="112"/>
                </a:lnTo>
                <a:moveTo>
                  <a:pt x="55" y="114"/>
                </a:moveTo>
                <a:lnTo>
                  <a:pt x="44" y="115"/>
                </a:lnTo>
                <a:lnTo>
                  <a:pt x="43" y="104"/>
                </a:lnTo>
                <a:lnTo>
                  <a:pt x="53" y="103"/>
                </a:lnTo>
                <a:lnTo>
                  <a:pt x="55" y="114"/>
                </a:lnTo>
                <a:moveTo>
                  <a:pt x="44" y="115"/>
                </a:moveTo>
                <a:lnTo>
                  <a:pt x="34" y="116"/>
                </a:lnTo>
                <a:lnTo>
                  <a:pt x="32" y="106"/>
                </a:lnTo>
                <a:lnTo>
                  <a:pt x="43" y="104"/>
                </a:lnTo>
                <a:lnTo>
                  <a:pt x="44" y="115"/>
                </a:lnTo>
                <a:moveTo>
                  <a:pt x="34" y="116"/>
                </a:moveTo>
                <a:lnTo>
                  <a:pt x="23" y="118"/>
                </a:lnTo>
                <a:lnTo>
                  <a:pt x="22" y="107"/>
                </a:lnTo>
                <a:lnTo>
                  <a:pt x="32" y="106"/>
                </a:lnTo>
                <a:lnTo>
                  <a:pt x="34" y="116"/>
                </a:lnTo>
                <a:moveTo>
                  <a:pt x="23" y="118"/>
                </a:moveTo>
                <a:lnTo>
                  <a:pt x="13" y="119"/>
                </a:lnTo>
                <a:lnTo>
                  <a:pt x="11" y="109"/>
                </a:lnTo>
                <a:lnTo>
                  <a:pt x="22" y="107"/>
                </a:lnTo>
                <a:lnTo>
                  <a:pt x="23" y="118"/>
                </a:lnTo>
                <a:moveTo>
                  <a:pt x="13" y="119"/>
                </a:moveTo>
                <a:lnTo>
                  <a:pt x="0" y="121"/>
                </a:lnTo>
                <a:lnTo>
                  <a:pt x="10" y="104"/>
                </a:lnTo>
                <a:lnTo>
                  <a:pt x="19" y="109"/>
                </a:lnTo>
                <a:lnTo>
                  <a:pt x="15" y="117"/>
                </a:lnTo>
                <a:lnTo>
                  <a:pt x="10" y="114"/>
                </a:lnTo>
                <a:lnTo>
                  <a:pt x="9" y="109"/>
                </a:lnTo>
                <a:lnTo>
                  <a:pt x="11" y="109"/>
                </a:lnTo>
                <a:lnTo>
                  <a:pt x="13" y="119"/>
                </a:lnTo>
                <a:moveTo>
                  <a:pt x="10" y="104"/>
                </a:moveTo>
                <a:lnTo>
                  <a:pt x="15" y="95"/>
                </a:lnTo>
                <a:lnTo>
                  <a:pt x="24" y="100"/>
                </a:lnTo>
                <a:lnTo>
                  <a:pt x="19" y="109"/>
                </a:lnTo>
                <a:lnTo>
                  <a:pt x="10" y="104"/>
                </a:lnTo>
                <a:moveTo>
                  <a:pt x="15" y="95"/>
                </a:moveTo>
                <a:lnTo>
                  <a:pt x="20" y="86"/>
                </a:lnTo>
                <a:lnTo>
                  <a:pt x="29" y="91"/>
                </a:lnTo>
                <a:lnTo>
                  <a:pt x="24" y="100"/>
                </a:lnTo>
                <a:lnTo>
                  <a:pt x="15" y="95"/>
                </a:lnTo>
                <a:moveTo>
                  <a:pt x="20" y="86"/>
                </a:moveTo>
                <a:lnTo>
                  <a:pt x="25" y="76"/>
                </a:lnTo>
                <a:lnTo>
                  <a:pt x="34" y="82"/>
                </a:lnTo>
                <a:lnTo>
                  <a:pt x="29" y="91"/>
                </a:lnTo>
                <a:lnTo>
                  <a:pt x="20" y="86"/>
                </a:lnTo>
                <a:moveTo>
                  <a:pt x="25" y="76"/>
                </a:moveTo>
                <a:lnTo>
                  <a:pt x="30" y="67"/>
                </a:lnTo>
                <a:lnTo>
                  <a:pt x="40" y="72"/>
                </a:lnTo>
                <a:lnTo>
                  <a:pt x="34" y="82"/>
                </a:lnTo>
                <a:lnTo>
                  <a:pt x="25" y="76"/>
                </a:lnTo>
                <a:moveTo>
                  <a:pt x="30" y="67"/>
                </a:moveTo>
                <a:lnTo>
                  <a:pt x="35" y="58"/>
                </a:lnTo>
                <a:lnTo>
                  <a:pt x="45" y="63"/>
                </a:lnTo>
                <a:lnTo>
                  <a:pt x="40" y="72"/>
                </a:lnTo>
                <a:lnTo>
                  <a:pt x="30" y="67"/>
                </a:lnTo>
                <a:moveTo>
                  <a:pt x="35" y="58"/>
                </a:moveTo>
                <a:lnTo>
                  <a:pt x="41" y="49"/>
                </a:lnTo>
                <a:lnTo>
                  <a:pt x="50" y="54"/>
                </a:lnTo>
                <a:lnTo>
                  <a:pt x="45" y="63"/>
                </a:lnTo>
                <a:lnTo>
                  <a:pt x="35" y="58"/>
                </a:lnTo>
                <a:moveTo>
                  <a:pt x="41" y="49"/>
                </a:moveTo>
                <a:lnTo>
                  <a:pt x="46" y="39"/>
                </a:lnTo>
                <a:lnTo>
                  <a:pt x="55" y="45"/>
                </a:lnTo>
                <a:lnTo>
                  <a:pt x="50" y="54"/>
                </a:lnTo>
                <a:lnTo>
                  <a:pt x="41" y="49"/>
                </a:lnTo>
                <a:moveTo>
                  <a:pt x="46" y="39"/>
                </a:moveTo>
                <a:lnTo>
                  <a:pt x="51" y="30"/>
                </a:lnTo>
                <a:lnTo>
                  <a:pt x="60" y="35"/>
                </a:lnTo>
                <a:lnTo>
                  <a:pt x="55" y="45"/>
                </a:lnTo>
                <a:lnTo>
                  <a:pt x="46" y="39"/>
                </a:lnTo>
                <a:moveTo>
                  <a:pt x="51" y="30"/>
                </a:moveTo>
                <a:lnTo>
                  <a:pt x="56" y="20"/>
                </a:lnTo>
                <a:lnTo>
                  <a:pt x="65" y="25"/>
                </a:lnTo>
                <a:lnTo>
                  <a:pt x="60" y="35"/>
                </a:lnTo>
                <a:lnTo>
                  <a:pt x="51" y="30"/>
                </a:lnTo>
                <a:moveTo>
                  <a:pt x="56" y="20"/>
                </a:moveTo>
                <a:lnTo>
                  <a:pt x="61" y="11"/>
                </a:lnTo>
                <a:lnTo>
                  <a:pt x="70" y="16"/>
                </a:lnTo>
                <a:lnTo>
                  <a:pt x="65" y="25"/>
                </a:lnTo>
                <a:lnTo>
                  <a:pt x="56" y="20"/>
                </a:lnTo>
                <a:moveTo>
                  <a:pt x="61" y="11"/>
                </a:moveTo>
                <a:lnTo>
                  <a:pt x="67" y="0"/>
                </a:lnTo>
                <a:lnTo>
                  <a:pt x="76" y="12"/>
                </a:lnTo>
                <a:lnTo>
                  <a:pt x="67" y="18"/>
                </a:lnTo>
                <a:lnTo>
                  <a:pt x="63" y="13"/>
                </a:lnTo>
                <a:lnTo>
                  <a:pt x="68" y="10"/>
                </a:lnTo>
                <a:lnTo>
                  <a:pt x="72" y="12"/>
                </a:lnTo>
                <a:lnTo>
                  <a:pt x="70" y="16"/>
                </a:lnTo>
                <a:lnTo>
                  <a:pt x="61" y="11"/>
                </a:lnTo>
                <a:moveTo>
                  <a:pt x="76" y="12"/>
                </a:moveTo>
                <a:lnTo>
                  <a:pt x="82" y="21"/>
                </a:lnTo>
                <a:lnTo>
                  <a:pt x="73" y="28"/>
                </a:lnTo>
                <a:lnTo>
                  <a:pt x="67" y="18"/>
                </a:lnTo>
                <a:lnTo>
                  <a:pt x="76" y="12"/>
                </a:lnTo>
                <a:moveTo>
                  <a:pt x="82" y="21"/>
                </a:moveTo>
                <a:lnTo>
                  <a:pt x="88" y="31"/>
                </a:lnTo>
                <a:lnTo>
                  <a:pt x="79" y="37"/>
                </a:lnTo>
                <a:lnTo>
                  <a:pt x="73" y="28"/>
                </a:lnTo>
                <a:lnTo>
                  <a:pt x="82" y="21"/>
                </a:lnTo>
                <a:moveTo>
                  <a:pt x="88" y="31"/>
                </a:moveTo>
                <a:lnTo>
                  <a:pt x="95" y="40"/>
                </a:lnTo>
                <a:lnTo>
                  <a:pt x="85" y="46"/>
                </a:lnTo>
                <a:lnTo>
                  <a:pt x="79" y="37"/>
                </a:lnTo>
                <a:lnTo>
                  <a:pt x="88" y="31"/>
                </a:lnTo>
                <a:moveTo>
                  <a:pt x="95" y="40"/>
                </a:moveTo>
                <a:lnTo>
                  <a:pt x="101" y="48"/>
                </a:lnTo>
                <a:lnTo>
                  <a:pt x="91" y="54"/>
                </a:lnTo>
                <a:lnTo>
                  <a:pt x="85" y="46"/>
                </a:lnTo>
                <a:lnTo>
                  <a:pt x="95" y="40"/>
                </a:lnTo>
                <a:moveTo>
                  <a:pt x="101" y="48"/>
                </a:moveTo>
                <a:lnTo>
                  <a:pt x="107" y="57"/>
                </a:lnTo>
                <a:lnTo>
                  <a:pt x="98" y="63"/>
                </a:lnTo>
                <a:lnTo>
                  <a:pt x="91" y="54"/>
                </a:lnTo>
                <a:lnTo>
                  <a:pt x="101" y="48"/>
                </a:lnTo>
                <a:moveTo>
                  <a:pt x="107" y="57"/>
                </a:moveTo>
                <a:lnTo>
                  <a:pt x="113" y="66"/>
                </a:lnTo>
                <a:lnTo>
                  <a:pt x="104" y="72"/>
                </a:lnTo>
                <a:lnTo>
                  <a:pt x="98" y="63"/>
                </a:lnTo>
                <a:lnTo>
                  <a:pt x="107" y="57"/>
                </a:lnTo>
                <a:moveTo>
                  <a:pt x="113" y="66"/>
                </a:moveTo>
                <a:lnTo>
                  <a:pt x="119" y="75"/>
                </a:lnTo>
                <a:lnTo>
                  <a:pt x="110" y="81"/>
                </a:lnTo>
                <a:lnTo>
                  <a:pt x="104" y="72"/>
                </a:lnTo>
                <a:lnTo>
                  <a:pt x="113" y="66"/>
                </a:lnTo>
                <a:moveTo>
                  <a:pt x="119" y="75"/>
                </a:moveTo>
                <a:lnTo>
                  <a:pt x="125" y="83"/>
                </a:lnTo>
                <a:lnTo>
                  <a:pt x="116" y="89"/>
                </a:lnTo>
                <a:lnTo>
                  <a:pt x="110" y="81"/>
                </a:lnTo>
                <a:lnTo>
                  <a:pt x="119" y="75"/>
                </a:lnTo>
                <a:moveTo>
                  <a:pt x="125" y="83"/>
                </a:moveTo>
                <a:lnTo>
                  <a:pt x="131" y="92"/>
                </a:lnTo>
                <a:lnTo>
                  <a:pt x="122" y="98"/>
                </a:lnTo>
                <a:lnTo>
                  <a:pt x="116" y="89"/>
                </a:lnTo>
                <a:lnTo>
                  <a:pt x="125" y="83"/>
                </a:lnTo>
                <a:moveTo>
                  <a:pt x="131" y="92"/>
                </a:moveTo>
                <a:lnTo>
                  <a:pt x="138" y="102"/>
                </a:lnTo>
                <a:lnTo>
                  <a:pt x="119" y="105"/>
                </a:lnTo>
                <a:lnTo>
                  <a:pt x="117" y="94"/>
                </a:lnTo>
                <a:lnTo>
                  <a:pt x="128" y="93"/>
                </a:lnTo>
                <a:lnTo>
                  <a:pt x="128" y="98"/>
                </a:lnTo>
                <a:lnTo>
                  <a:pt x="124" y="101"/>
                </a:lnTo>
                <a:lnTo>
                  <a:pt x="122" y="98"/>
                </a:lnTo>
                <a:lnTo>
                  <a:pt x="131" y="9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7" name=""/>
          <p:cNvSpPr/>
          <p:nvPr/>
        </p:nvSpPr>
        <p:spPr>
          <a:xfrm>
            <a:off x="2280240" y="2655000"/>
            <a:ext cx="378720" cy="212040"/>
          </a:xfrm>
          <a:custGeom>
            <a:avLst/>
            <a:gdLst/>
            <a:ahLst/>
            <a:rect l="0" t="0" r="r" b="b"/>
            <a:pathLst>
              <a:path fill="none" w="1052" h="589">
                <a:moveTo>
                  <a:pt x="1052" y="589"/>
                </a:moveTo>
                <a:lnTo>
                  <a:pt x="996" y="589"/>
                </a:lnTo>
                <a:cubicBezTo>
                  <a:pt x="941" y="589"/>
                  <a:pt x="831" y="589"/>
                  <a:pt x="656" y="490"/>
                </a:cubicBezTo>
                <a:cubicBezTo>
                  <a:pt x="480" y="392"/>
                  <a:pt x="240" y="196"/>
                  <a:pt x="120" y="98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2265480" y="2643120"/>
            <a:ext cx="41760" cy="39240"/>
          </a:xfrm>
          <a:custGeom>
            <a:avLst/>
            <a:gdLst/>
            <a:ahLst/>
            <a:rect l="0" t="0" r="r" b="b"/>
            <a:pathLst>
              <a:path w="116" h="109">
                <a:moveTo>
                  <a:pt x="48" y="109"/>
                </a:moveTo>
                <a:lnTo>
                  <a:pt x="0" y="0"/>
                </a:lnTo>
                <a:lnTo>
                  <a:pt x="116" y="26"/>
                </a:lnTo>
                <a:lnTo>
                  <a:pt x="48" y="10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9" name=""/>
          <p:cNvSpPr/>
          <p:nvPr/>
        </p:nvSpPr>
        <p:spPr>
          <a:xfrm>
            <a:off x="2261880" y="2640240"/>
            <a:ext cx="48960" cy="45720"/>
          </a:xfrm>
          <a:custGeom>
            <a:avLst/>
            <a:gdLst/>
            <a:ahLst/>
            <a:rect l="0" t="0" r="r" b="b"/>
            <a:pathLst>
              <a:path w="136" h="127">
                <a:moveTo>
                  <a:pt x="49" y="109"/>
                </a:moveTo>
                <a:lnTo>
                  <a:pt x="45" y="98"/>
                </a:lnTo>
                <a:lnTo>
                  <a:pt x="54" y="94"/>
                </a:lnTo>
                <a:lnTo>
                  <a:pt x="59" y="105"/>
                </a:lnTo>
                <a:lnTo>
                  <a:pt x="49" y="109"/>
                </a:lnTo>
                <a:moveTo>
                  <a:pt x="45" y="98"/>
                </a:moveTo>
                <a:lnTo>
                  <a:pt x="40" y="89"/>
                </a:lnTo>
                <a:lnTo>
                  <a:pt x="50" y="84"/>
                </a:lnTo>
                <a:lnTo>
                  <a:pt x="54" y="94"/>
                </a:lnTo>
                <a:lnTo>
                  <a:pt x="45" y="98"/>
                </a:lnTo>
                <a:moveTo>
                  <a:pt x="40" y="89"/>
                </a:moveTo>
                <a:lnTo>
                  <a:pt x="36" y="79"/>
                </a:lnTo>
                <a:lnTo>
                  <a:pt x="46" y="75"/>
                </a:lnTo>
                <a:lnTo>
                  <a:pt x="50" y="84"/>
                </a:lnTo>
                <a:lnTo>
                  <a:pt x="40" y="89"/>
                </a:lnTo>
                <a:moveTo>
                  <a:pt x="36" y="79"/>
                </a:moveTo>
                <a:lnTo>
                  <a:pt x="32" y="69"/>
                </a:lnTo>
                <a:lnTo>
                  <a:pt x="41" y="65"/>
                </a:lnTo>
                <a:lnTo>
                  <a:pt x="46" y="75"/>
                </a:lnTo>
                <a:lnTo>
                  <a:pt x="36" y="79"/>
                </a:lnTo>
                <a:moveTo>
                  <a:pt x="32" y="69"/>
                </a:moveTo>
                <a:lnTo>
                  <a:pt x="27" y="60"/>
                </a:lnTo>
                <a:lnTo>
                  <a:pt x="37" y="56"/>
                </a:lnTo>
                <a:lnTo>
                  <a:pt x="41" y="65"/>
                </a:lnTo>
                <a:lnTo>
                  <a:pt x="32" y="69"/>
                </a:lnTo>
                <a:moveTo>
                  <a:pt x="27" y="60"/>
                </a:moveTo>
                <a:lnTo>
                  <a:pt x="23" y="50"/>
                </a:lnTo>
                <a:lnTo>
                  <a:pt x="33" y="46"/>
                </a:lnTo>
                <a:lnTo>
                  <a:pt x="37" y="56"/>
                </a:lnTo>
                <a:lnTo>
                  <a:pt x="27" y="60"/>
                </a:lnTo>
                <a:moveTo>
                  <a:pt x="23" y="50"/>
                </a:moveTo>
                <a:lnTo>
                  <a:pt x="19" y="41"/>
                </a:lnTo>
                <a:lnTo>
                  <a:pt x="28" y="36"/>
                </a:lnTo>
                <a:lnTo>
                  <a:pt x="33" y="46"/>
                </a:lnTo>
                <a:lnTo>
                  <a:pt x="23" y="50"/>
                </a:lnTo>
                <a:moveTo>
                  <a:pt x="19" y="41"/>
                </a:moveTo>
                <a:lnTo>
                  <a:pt x="14" y="31"/>
                </a:lnTo>
                <a:lnTo>
                  <a:pt x="24" y="27"/>
                </a:lnTo>
                <a:lnTo>
                  <a:pt x="28" y="36"/>
                </a:lnTo>
                <a:lnTo>
                  <a:pt x="19" y="41"/>
                </a:lnTo>
                <a:moveTo>
                  <a:pt x="14" y="31"/>
                </a:moveTo>
                <a:lnTo>
                  <a:pt x="10" y="21"/>
                </a:lnTo>
                <a:lnTo>
                  <a:pt x="20" y="17"/>
                </a:lnTo>
                <a:lnTo>
                  <a:pt x="24" y="27"/>
                </a:lnTo>
                <a:lnTo>
                  <a:pt x="14" y="31"/>
                </a:lnTo>
                <a:moveTo>
                  <a:pt x="10" y="21"/>
                </a:moveTo>
                <a:lnTo>
                  <a:pt x="6" y="12"/>
                </a:lnTo>
                <a:lnTo>
                  <a:pt x="15" y="7"/>
                </a:lnTo>
                <a:lnTo>
                  <a:pt x="20" y="17"/>
                </a:lnTo>
                <a:lnTo>
                  <a:pt x="10" y="21"/>
                </a:lnTo>
                <a:moveTo>
                  <a:pt x="6" y="12"/>
                </a:moveTo>
                <a:lnTo>
                  <a:pt x="0" y="0"/>
                </a:lnTo>
                <a:lnTo>
                  <a:pt x="19" y="4"/>
                </a:lnTo>
                <a:lnTo>
                  <a:pt x="17" y="15"/>
                </a:lnTo>
                <a:lnTo>
                  <a:pt x="8" y="13"/>
                </a:lnTo>
                <a:lnTo>
                  <a:pt x="10" y="8"/>
                </a:lnTo>
                <a:lnTo>
                  <a:pt x="14" y="5"/>
                </a:lnTo>
                <a:lnTo>
                  <a:pt x="15" y="7"/>
                </a:lnTo>
                <a:lnTo>
                  <a:pt x="6" y="12"/>
                </a:lnTo>
                <a:moveTo>
                  <a:pt x="19" y="4"/>
                </a:moveTo>
                <a:lnTo>
                  <a:pt x="30" y="7"/>
                </a:lnTo>
                <a:lnTo>
                  <a:pt x="27" y="17"/>
                </a:lnTo>
                <a:lnTo>
                  <a:pt x="17" y="15"/>
                </a:lnTo>
                <a:lnTo>
                  <a:pt x="19" y="4"/>
                </a:lnTo>
                <a:moveTo>
                  <a:pt x="30" y="7"/>
                </a:moveTo>
                <a:lnTo>
                  <a:pt x="40" y="9"/>
                </a:lnTo>
                <a:lnTo>
                  <a:pt x="38" y="19"/>
                </a:lnTo>
                <a:lnTo>
                  <a:pt x="27" y="17"/>
                </a:lnTo>
                <a:lnTo>
                  <a:pt x="30" y="7"/>
                </a:lnTo>
                <a:moveTo>
                  <a:pt x="40" y="9"/>
                </a:moveTo>
                <a:lnTo>
                  <a:pt x="50" y="11"/>
                </a:lnTo>
                <a:lnTo>
                  <a:pt x="48" y="22"/>
                </a:lnTo>
                <a:lnTo>
                  <a:pt x="38" y="19"/>
                </a:lnTo>
                <a:lnTo>
                  <a:pt x="40" y="9"/>
                </a:lnTo>
                <a:moveTo>
                  <a:pt x="50" y="11"/>
                </a:moveTo>
                <a:lnTo>
                  <a:pt x="60" y="14"/>
                </a:lnTo>
                <a:lnTo>
                  <a:pt x="58" y="24"/>
                </a:lnTo>
                <a:lnTo>
                  <a:pt x="48" y="22"/>
                </a:lnTo>
                <a:lnTo>
                  <a:pt x="50" y="11"/>
                </a:lnTo>
                <a:moveTo>
                  <a:pt x="60" y="14"/>
                </a:moveTo>
                <a:lnTo>
                  <a:pt x="71" y="16"/>
                </a:lnTo>
                <a:lnTo>
                  <a:pt x="68" y="26"/>
                </a:lnTo>
                <a:lnTo>
                  <a:pt x="58" y="24"/>
                </a:lnTo>
                <a:lnTo>
                  <a:pt x="60" y="14"/>
                </a:lnTo>
                <a:moveTo>
                  <a:pt x="71" y="16"/>
                </a:moveTo>
                <a:lnTo>
                  <a:pt x="81" y="18"/>
                </a:lnTo>
                <a:lnTo>
                  <a:pt x="79" y="29"/>
                </a:lnTo>
                <a:lnTo>
                  <a:pt x="68" y="26"/>
                </a:lnTo>
                <a:lnTo>
                  <a:pt x="71" y="16"/>
                </a:lnTo>
                <a:moveTo>
                  <a:pt x="81" y="18"/>
                </a:moveTo>
                <a:lnTo>
                  <a:pt x="92" y="21"/>
                </a:lnTo>
                <a:lnTo>
                  <a:pt x="90" y="31"/>
                </a:lnTo>
                <a:lnTo>
                  <a:pt x="79" y="29"/>
                </a:lnTo>
                <a:lnTo>
                  <a:pt x="81" y="18"/>
                </a:lnTo>
                <a:moveTo>
                  <a:pt x="92" y="21"/>
                </a:moveTo>
                <a:lnTo>
                  <a:pt x="103" y="23"/>
                </a:lnTo>
                <a:lnTo>
                  <a:pt x="100" y="33"/>
                </a:lnTo>
                <a:lnTo>
                  <a:pt x="90" y="31"/>
                </a:lnTo>
                <a:lnTo>
                  <a:pt x="92" y="21"/>
                </a:lnTo>
                <a:moveTo>
                  <a:pt x="103" y="23"/>
                </a:moveTo>
                <a:lnTo>
                  <a:pt x="113" y="25"/>
                </a:lnTo>
                <a:lnTo>
                  <a:pt x="111" y="36"/>
                </a:lnTo>
                <a:lnTo>
                  <a:pt x="100" y="33"/>
                </a:lnTo>
                <a:lnTo>
                  <a:pt x="103" y="23"/>
                </a:lnTo>
                <a:moveTo>
                  <a:pt x="113" y="25"/>
                </a:moveTo>
                <a:lnTo>
                  <a:pt x="123" y="28"/>
                </a:lnTo>
                <a:lnTo>
                  <a:pt x="121" y="38"/>
                </a:lnTo>
                <a:lnTo>
                  <a:pt x="111" y="36"/>
                </a:lnTo>
                <a:lnTo>
                  <a:pt x="113" y="25"/>
                </a:lnTo>
                <a:moveTo>
                  <a:pt x="123" y="28"/>
                </a:moveTo>
                <a:lnTo>
                  <a:pt x="136" y="30"/>
                </a:lnTo>
                <a:lnTo>
                  <a:pt x="126" y="42"/>
                </a:lnTo>
                <a:lnTo>
                  <a:pt x="118" y="36"/>
                </a:lnTo>
                <a:lnTo>
                  <a:pt x="122" y="30"/>
                </a:lnTo>
                <a:lnTo>
                  <a:pt x="126" y="34"/>
                </a:lnTo>
                <a:lnTo>
                  <a:pt x="125" y="39"/>
                </a:lnTo>
                <a:lnTo>
                  <a:pt x="121" y="38"/>
                </a:lnTo>
                <a:lnTo>
                  <a:pt x="123" y="28"/>
                </a:lnTo>
                <a:moveTo>
                  <a:pt x="126" y="42"/>
                </a:moveTo>
                <a:lnTo>
                  <a:pt x="119" y="50"/>
                </a:lnTo>
                <a:lnTo>
                  <a:pt x="111" y="44"/>
                </a:lnTo>
                <a:lnTo>
                  <a:pt x="118" y="36"/>
                </a:lnTo>
                <a:lnTo>
                  <a:pt x="126" y="42"/>
                </a:lnTo>
                <a:moveTo>
                  <a:pt x="119" y="50"/>
                </a:moveTo>
                <a:lnTo>
                  <a:pt x="112" y="59"/>
                </a:lnTo>
                <a:lnTo>
                  <a:pt x="104" y="52"/>
                </a:lnTo>
                <a:lnTo>
                  <a:pt x="111" y="44"/>
                </a:lnTo>
                <a:lnTo>
                  <a:pt x="119" y="50"/>
                </a:lnTo>
                <a:moveTo>
                  <a:pt x="112" y="59"/>
                </a:moveTo>
                <a:lnTo>
                  <a:pt x="106" y="67"/>
                </a:lnTo>
                <a:lnTo>
                  <a:pt x="98" y="60"/>
                </a:lnTo>
                <a:lnTo>
                  <a:pt x="104" y="52"/>
                </a:lnTo>
                <a:lnTo>
                  <a:pt x="112" y="59"/>
                </a:lnTo>
                <a:moveTo>
                  <a:pt x="106" y="67"/>
                </a:moveTo>
                <a:lnTo>
                  <a:pt x="99" y="75"/>
                </a:lnTo>
                <a:lnTo>
                  <a:pt x="91" y="68"/>
                </a:lnTo>
                <a:lnTo>
                  <a:pt x="98" y="60"/>
                </a:lnTo>
                <a:lnTo>
                  <a:pt x="106" y="67"/>
                </a:lnTo>
                <a:moveTo>
                  <a:pt x="99" y="75"/>
                </a:moveTo>
                <a:lnTo>
                  <a:pt x="92" y="83"/>
                </a:lnTo>
                <a:lnTo>
                  <a:pt x="84" y="77"/>
                </a:lnTo>
                <a:lnTo>
                  <a:pt x="91" y="68"/>
                </a:lnTo>
                <a:lnTo>
                  <a:pt x="99" y="75"/>
                </a:lnTo>
                <a:moveTo>
                  <a:pt x="92" y="83"/>
                </a:moveTo>
                <a:lnTo>
                  <a:pt x="86" y="91"/>
                </a:lnTo>
                <a:lnTo>
                  <a:pt x="76" y="85"/>
                </a:lnTo>
                <a:lnTo>
                  <a:pt x="84" y="77"/>
                </a:lnTo>
                <a:lnTo>
                  <a:pt x="92" y="83"/>
                </a:lnTo>
                <a:moveTo>
                  <a:pt x="86" y="91"/>
                </a:moveTo>
                <a:lnTo>
                  <a:pt x="78" y="100"/>
                </a:lnTo>
                <a:lnTo>
                  <a:pt x="70" y="93"/>
                </a:lnTo>
                <a:lnTo>
                  <a:pt x="76" y="85"/>
                </a:lnTo>
                <a:lnTo>
                  <a:pt x="86" y="91"/>
                </a:lnTo>
                <a:moveTo>
                  <a:pt x="78" y="100"/>
                </a:moveTo>
                <a:lnTo>
                  <a:pt x="71" y="109"/>
                </a:lnTo>
                <a:lnTo>
                  <a:pt x="63" y="101"/>
                </a:lnTo>
                <a:lnTo>
                  <a:pt x="70" y="93"/>
                </a:lnTo>
                <a:lnTo>
                  <a:pt x="78" y="100"/>
                </a:lnTo>
                <a:moveTo>
                  <a:pt x="71" y="109"/>
                </a:moveTo>
                <a:lnTo>
                  <a:pt x="65" y="117"/>
                </a:lnTo>
                <a:lnTo>
                  <a:pt x="56" y="110"/>
                </a:lnTo>
                <a:lnTo>
                  <a:pt x="63" y="101"/>
                </a:lnTo>
                <a:lnTo>
                  <a:pt x="71" y="109"/>
                </a:lnTo>
                <a:moveTo>
                  <a:pt x="65" y="117"/>
                </a:moveTo>
                <a:lnTo>
                  <a:pt x="57" y="127"/>
                </a:lnTo>
                <a:lnTo>
                  <a:pt x="49" y="109"/>
                </a:lnTo>
                <a:lnTo>
                  <a:pt x="59" y="105"/>
                </a:lnTo>
                <a:lnTo>
                  <a:pt x="63" y="114"/>
                </a:lnTo>
                <a:lnTo>
                  <a:pt x="58" y="117"/>
                </a:lnTo>
                <a:lnTo>
                  <a:pt x="54" y="113"/>
                </a:lnTo>
                <a:lnTo>
                  <a:pt x="56" y="110"/>
                </a:lnTo>
                <a:lnTo>
                  <a:pt x="65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3575160" y="1428480"/>
            <a:ext cx="219600" cy="9000"/>
          </a:xfrm>
          <a:custGeom>
            <a:avLst/>
            <a:gdLst/>
            <a:ahLst/>
            <a:rect l="0" t="0" r="r" b="b"/>
            <a:pathLst>
              <a:path fill="none" w="610" h="25">
                <a:moveTo>
                  <a:pt x="610" y="0"/>
                </a:moveTo>
                <a:lnTo>
                  <a:pt x="555" y="0"/>
                </a:lnTo>
                <a:cubicBezTo>
                  <a:pt x="500" y="0"/>
                  <a:pt x="389" y="0"/>
                  <a:pt x="288" y="4"/>
                </a:cubicBezTo>
                <a:cubicBezTo>
                  <a:pt x="187" y="8"/>
                  <a:pt x="93" y="16"/>
                  <a:pt x="47" y="20"/>
                </a:cubicBezTo>
                <a:lnTo>
                  <a:pt x="0" y="25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3556080" y="1416240"/>
            <a:ext cx="39960" cy="38520"/>
          </a:xfrm>
          <a:custGeom>
            <a:avLst/>
            <a:gdLst/>
            <a:ahLst/>
            <a:rect l="0" t="0" r="r" b="b"/>
            <a:pathLst>
              <a:path w="111" h="107">
                <a:moveTo>
                  <a:pt x="111" y="107"/>
                </a:moveTo>
                <a:lnTo>
                  <a:pt x="0" y="63"/>
                </a:lnTo>
                <a:lnTo>
                  <a:pt x="103" y="0"/>
                </a:lnTo>
                <a:lnTo>
                  <a:pt x="111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2" name=""/>
          <p:cNvSpPr/>
          <p:nvPr/>
        </p:nvSpPr>
        <p:spPr>
          <a:xfrm>
            <a:off x="3552120" y="1413000"/>
            <a:ext cx="46080" cy="44640"/>
          </a:xfrm>
          <a:custGeom>
            <a:avLst/>
            <a:gdLst/>
            <a:ahLst/>
            <a:rect l="0" t="0" r="r" b="b"/>
            <a:pathLst>
              <a:path w="128" h="124">
                <a:moveTo>
                  <a:pt x="111" y="117"/>
                </a:moveTo>
                <a:lnTo>
                  <a:pt x="100" y="113"/>
                </a:lnTo>
                <a:lnTo>
                  <a:pt x="105" y="103"/>
                </a:lnTo>
                <a:lnTo>
                  <a:pt x="114" y="107"/>
                </a:lnTo>
                <a:lnTo>
                  <a:pt x="111" y="117"/>
                </a:lnTo>
                <a:moveTo>
                  <a:pt x="100" y="113"/>
                </a:moveTo>
                <a:lnTo>
                  <a:pt x="90" y="109"/>
                </a:lnTo>
                <a:lnTo>
                  <a:pt x="94" y="99"/>
                </a:lnTo>
                <a:lnTo>
                  <a:pt x="105" y="103"/>
                </a:lnTo>
                <a:lnTo>
                  <a:pt x="100" y="113"/>
                </a:lnTo>
                <a:moveTo>
                  <a:pt x="90" y="109"/>
                </a:moveTo>
                <a:lnTo>
                  <a:pt x="80" y="105"/>
                </a:lnTo>
                <a:lnTo>
                  <a:pt x="84" y="95"/>
                </a:lnTo>
                <a:lnTo>
                  <a:pt x="94" y="99"/>
                </a:lnTo>
                <a:lnTo>
                  <a:pt x="90" y="109"/>
                </a:lnTo>
                <a:moveTo>
                  <a:pt x="80" y="105"/>
                </a:moveTo>
                <a:lnTo>
                  <a:pt x="70" y="101"/>
                </a:lnTo>
                <a:lnTo>
                  <a:pt x="74" y="91"/>
                </a:lnTo>
                <a:lnTo>
                  <a:pt x="84" y="95"/>
                </a:lnTo>
                <a:lnTo>
                  <a:pt x="80" y="105"/>
                </a:lnTo>
                <a:moveTo>
                  <a:pt x="70" y="101"/>
                </a:moveTo>
                <a:lnTo>
                  <a:pt x="60" y="97"/>
                </a:lnTo>
                <a:lnTo>
                  <a:pt x="64" y="87"/>
                </a:lnTo>
                <a:lnTo>
                  <a:pt x="74" y="91"/>
                </a:lnTo>
                <a:lnTo>
                  <a:pt x="70" y="101"/>
                </a:lnTo>
                <a:moveTo>
                  <a:pt x="60" y="97"/>
                </a:moveTo>
                <a:lnTo>
                  <a:pt x="51" y="93"/>
                </a:lnTo>
                <a:lnTo>
                  <a:pt x="55" y="84"/>
                </a:lnTo>
                <a:lnTo>
                  <a:pt x="64" y="87"/>
                </a:lnTo>
                <a:lnTo>
                  <a:pt x="60" y="97"/>
                </a:lnTo>
                <a:moveTo>
                  <a:pt x="51" y="93"/>
                </a:moveTo>
                <a:lnTo>
                  <a:pt x="41" y="89"/>
                </a:lnTo>
                <a:lnTo>
                  <a:pt x="45" y="80"/>
                </a:lnTo>
                <a:lnTo>
                  <a:pt x="55" y="84"/>
                </a:lnTo>
                <a:lnTo>
                  <a:pt x="51" y="93"/>
                </a:lnTo>
                <a:moveTo>
                  <a:pt x="41" y="89"/>
                </a:moveTo>
                <a:lnTo>
                  <a:pt x="31" y="85"/>
                </a:lnTo>
                <a:lnTo>
                  <a:pt x="35" y="76"/>
                </a:lnTo>
                <a:lnTo>
                  <a:pt x="45" y="80"/>
                </a:lnTo>
                <a:lnTo>
                  <a:pt x="41" y="89"/>
                </a:lnTo>
                <a:moveTo>
                  <a:pt x="31" y="85"/>
                </a:moveTo>
                <a:lnTo>
                  <a:pt x="21" y="82"/>
                </a:lnTo>
                <a:lnTo>
                  <a:pt x="25" y="72"/>
                </a:lnTo>
                <a:lnTo>
                  <a:pt x="35" y="76"/>
                </a:lnTo>
                <a:lnTo>
                  <a:pt x="31" y="85"/>
                </a:lnTo>
                <a:moveTo>
                  <a:pt x="21" y="82"/>
                </a:moveTo>
                <a:lnTo>
                  <a:pt x="11" y="78"/>
                </a:lnTo>
                <a:lnTo>
                  <a:pt x="15" y="68"/>
                </a:lnTo>
                <a:lnTo>
                  <a:pt x="25" y="72"/>
                </a:lnTo>
                <a:lnTo>
                  <a:pt x="21" y="82"/>
                </a:lnTo>
                <a:moveTo>
                  <a:pt x="11" y="78"/>
                </a:moveTo>
                <a:lnTo>
                  <a:pt x="0" y="73"/>
                </a:lnTo>
                <a:lnTo>
                  <a:pt x="16" y="63"/>
                </a:lnTo>
                <a:lnTo>
                  <a:pt x="22" y="72"/>
                </a:lnTo>
                <a:lnTo>
                  <a:pt x="14" y="77"/>
                </a:lnTo>
                <a:lnTo>
                  <a:pt x="11" y="72"/>
                </a:lnTo>
                <a:lnTo>
                  <a:pt x="13" y="67"/>
                </a:lnTo>
                <a:lnTo>
                  <a:pt x="15" y="68"/>
                </a:lnTo>
                <a:lnTo>
                  <a:pt x="11" y="78"/>
                </a:lnTo>
                <a:moveTo>
                  <a:pt x="16" y="63"/>
                </a:moveTo>
                <a:lnTo>
                  <a:pt x="25" y="57"/>
                </a:lnTo>
                <a:lnTo>
                  <a:pt x="31" y="67"/>
                </a:lnTo>
                <a:lnTo>
                  <a:pt x="22" y="72"/>
                </a:lnTo>
                <a:lnTo>
                  <a:pt x="16" y="63"/>
                </a:lnTo>
                <a:moveTo>
                  <a:pt x="25" y="57"/>
                </a:moveTo>
                <a:lnTo>
                  <a:pt x="34" y="52"/>
                </a:lnTo>
                <a:lnTo>
                  <a:pt x="40" y="61"/>
                </a:lnTo>
                <a:lnTo>
                  <a:pt x="31" y="67"/>
                </a:lnTo>
                <a:lnTo>
                  <a:pt x="25" y="57"/>
                </a:lnTo>
                <a:moveTo>
                  <a:pt x="34" y="52"/>
                </a:moveTo>
                <a:lnTo>
                  <a:pt x="43" y="46"/>
                </a:lnTo>
                <a:lnTo>
                  <a:pt x="49" y="55"/>
                </a:lnTo>
                <a:lnTo>
                  <a:pt x="40" y="61"/>
                </a:lnTo>
                <a:lnTo>
                  <a:pt x="34" y="52"/>
                </a:lnTo>
                <a:moveTo>
                  <a:pt x="43" y="46"/>
                </a:moveTo>
                <a:lnTo>
                  <a:pt x="52" y="40"/>
                </a:lnTo>
                <a:lnTo>
                  <a:pt x="58" y="50"/>
                </a:lnTo>
                <a:lnTo>
                  <a:pt x="49" y="55"/>
                </a:lnTo>
                <a:lnTo>
                  <a:pt x="43" y="46"/>
                </a:lnTo>
                <a:moveTo>
                  <a:pt x="52" y="40"/>
                </a:moveTo>
                <a:lnTo>
                  <a:pt x="61" y="34"/>
                </a:lnTo>
                <a:lnTo>
                  <a:pt x="67" y="44"/>
                </a:lnTo>
                <a:lnTo>
                  <a:pt x="58" y="50"/>
                </a:lnTo>
                <a:lnTo>
                  <a:pt x="52" y="40"/>
                </a:lnTo>
                <a:moveTo>
                  <a:pt x="61" y="34"/>
                </a:moveTo>
                <a:lnTo>
                  <a:pt x="70" y="29"/>
                </a:lnTo>
                <a:lnTo>
                  <a:pt x="76" y="38"/>
                </a:lnTo>
                <a:lnTo>
                  <a:pt x="67" y="44"/>
                </a:lnTo>
                <a:lnTo>
                  <a:pt x="61" y="34"/>
                </a:lnTo>
                <a:moveTo>
                  <a:pt x="70" y="29"/>
                </a:moveTo>
                <a:lnTo>
                  <a:pt x="79" y="23"/>
                </a:lnTo>
                <a:lnTo>
                  <a:pt x="85" y="32"/>
                </a:lnTo>
                <a:lnTo>
                  <a:pt x="76" y="38"/>
                </a:lnTo>
                <a:lnTo>
                  <a:pt x="70" y="29"/>
                </a:lnTo>
                <a:moveTo>
                  <a:pt x="79" y="23"/>
                </a:moveTo>
                <a:lnTo>
                  <a:pt x="88" y="18"/>
                </a:lnTo>
                <a:lnTo>
                  <a:pt x="94" y="27"/>
                </a:lnTo>
                <a:lnTo>
                  <a:pt x="85" y="32"/>
                </a:lnTo>
                <a:lnTo>
                  <a:pt x="79" y="23"/>
                </a:lnTo>
                <a:moveTo>
                  <a:pt x="88" y="18"/>
                </a:moveTo>
                <a:lnTo>
                  <a:pt x="97" y="12"/>
                </a:lnTo>
                <a:lnTo>
                  <a:pt x="104" y="21"/>
                </a:lnTo>
                <a:lnTo>
                  <a:pt x="94" y="27"/>
                </a:lnTo>
                <a:lnTo>
                  <a:pt x="88" y="18"/>
                </a:lnTo>
                <a:moveTo>
                  <a:pt x="97" y="12"/>
                </a:moveTo>
                <a:lnTo>
                  <a:pt x="107" y="7"/>
                </a:lnTo>
                <a:lnTo>
                  <a:pt x="113" y="16"/>
                </a:lnTo>
                <a:lnTo>
                  <a:pt x="104" y="21"/>
                </a:lnTo>
                <a:lnTo>
                  <a:pt x="97" y="12"/>
                </a:lnTo>
                <a:moveTo>
                  <a:pt x="107" y="7"/>
                </a:moveTo>
                <a:lnTo>
                  <a:pt x="118" y="0"/>
                </a:lnTo>
                <a:lnTo>
                  <a:pt x="119" y="16"/>
                </a:lnTo>
                <a:lnTo>
                  <a:pt x="109" y="17"/>
                </a:lnTo>
                <a:lnTo>
                  <a:pt x="108" y="10"/>
                </a:lnTo>
                <a:lnTo>
                  <a:pt x="114" y="9"/>
                </a:lnTo>
                <a:lnTo>
                  <a:pt x="116" y="14"/>
                </a:lnTo>
                <a:lnTo>
                  <a:pt x="113" y="16"/>
                </a:lnTo>
                <a:lnTo>
                  <a:pt x="107" y="7"/>
                </a:lnTo>
                <a:moveTo>
                  <a:pt x="119" y="16"/>
                </a:moveTo>
                <a:lnTo>
                  <a:pt x="120" y="26"/>
                </a:lnTo>
                <a:lnTo>
                  <a:pt x="110" y="27"/>
                </a:lnTo>
                <a:lnTo>
                  <a:pt x="109" y="17"/>
                </a:lnTo>
                <a:lnTo>
                  <a:pt x="119" y="16"/>
                </a:lnTo>
                <a:moveTo>
                  <a:pt x="120" y="26"/>
                </a:moveTo>
                <a:lnTo>
                  <a:pt x="121" y="37"/>
                </a:lnTo>
                <a:lnTo>
                  <a:pt x="111" y="38"/>
                </a:lnTo>
                <a:lnTo>
                  <a:pt x="110" y="27"/>
                </a:lnTo>
                <a:lnTo>
                  <a:pt x="120" y="26"/>
                </a:lnTo>
                <a:moveTo>
                  <a:pt x="121" y="37"/>
                </a:moveTo>
                <a:lnTo>
                  <a:pt x="122" y="48"/>
                </a:lnTo>
                <a:lnTo>
                  <a:pt x="111" y="49"/>
                </a:lnTo>
                <a:lnTo>
                  <a:pt x="111" y="38"/>
                </a:lnTo>
                <a:lnTo>
                  <a:pt x="121" y="37"/>
                </a:lnTo>
                <a:moveTo>
                  <a:pt x="122" y="48"/>
                </a:moveTo>
                <a:lnTo>
                  <a:pt x="123" y="59"/>
                </a:lnTo>
                <a:lnTo>
                  <a:pt x="112" y="60"/>
                </a:lnTo>
                <a:lnTo>
                  <a:pt x="111" y="49"/>
                </a:lnTo>
                <a:lnTo>
                  <a:pt x="122" y="48"/>
                </a:lnTo>
                <a:moveTo>
                  <a:pt x="123" y="59"/>
                </a:moveTo>
                <a:lnTo>
                  <a:pt x="124" y="69"/>
                </a:lnTo>
                <a:lnTo>
                  <a:pt x="113" y="70"/>
                </a:lnTo>
                <a:lnTo>
                  <a:pt x="112" y="60"/>
                </a:lnTo>
                <a:lnTo>
                  <a:pt x="123" y="59"/>
                </a:lnTo>
                <a:moveTo>
                  <a:pt x="124" y="69"/>
                </a:moveTo>
                <a:lnTo>
                  <a:pt x="125" y="80"/>
                </a:lnTo>
                <a:lnTo>
                  <a:pt x="114" y="81"/>
                </a:lnTo>
                <a:lnTo>
                  <a:pt x="113" y="70"/>
                </a:lnTo>
                <a:lnTo>
                  <a:pt x="124" y="69"/>
                </a:lnTo>
                <a:moveTo>
                  <a:pt x="125" y="80"/>
                </a:moveTo>
                <a:lnTo>
                  <a:pt x="126" y="91"/>
                </a:lnTo>
                <a:lnTo>
                  <a:pt x="115" y="91"/>
                </a:lnTo>
                <a:lnTo>
                  <a:pt x="114" y="81"/>
                </a:lnTo>
                <a:lnTo>
                  <a:pt x="125" y="80"/>
                </a:lnTo>
                <a:moveTo>
                  <a:pt x="126" y="91"/>
                </a:moveTo>
                <a:lnTo>
                  <a:pt x="126" y="101"/>
                </a:lnTo>
                <a:lnTo>
                  <a:pt x="116" y="102"/>
                </a:lnTo>
                <a:lnTo>
                  <a:pt x="115" y="91"/>
                </a:lnTo>
                <a:lnTo>
                  <a:pt x="126" y="91"/>
                </a:lnTo>
                <a:moveTo>
                  <a:pt x="126" y="101"/>
                </a:moveTo>
                <a:lnTo>
                  <a:pt x="127" y="112"/>
                </a:lnTo>
                <a:lnTo>
                  <a:pt x="117" y="113"/>
                </a:lnTo>
                <a:lnTo>
                  <a:pt x="116" y="102"/>
                </a:lnTo>
                <a:lnTo>
                  <a:pt x="126" y="101"/>
                </a:lnTo>
                <a:moveTo>
                  <a:pt x="127" y="112"/>
                </a:moveTo>
                <a:lnTo>
                  <a:pt x="128" y="124"/>
                </a:lnTo>
                <a:lnTo>
                  <a:pt x="111" y="117"/>
                </a:lnTo>
                <a:lnTo>
                  <a:pt x="114" y="107"/>
                </a:lnTo>
                <a:lnTo>
                  <a:pt x="124" y="111"/>
                </a:lnTo>
                <a:lnTo>
                  <a:pt x="122" y="116"/>
                </a:lnTo>
                <a:lnTo>
                  <a:pt x="117" y="116"/>
                </a:lnTo>
                <a:lnTo>
                  <a:pt x="117" y="113"/>
                </a:lnTo>
                <a:lnTo>
                  <a:pt x="127" y="11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3419640" y="1612440"/>
            <a:ext cx="462600" cy="183240"/>
          </a:xfrm>
          <a:custGeom>
            <a:avLst/>
            <a:gdLst/>
            <a:ahLst/>
            <a:rect l="0" t="0" r="r" b="b"/>
            <a:pathLst>
              <a:path fill="none" w="1285" h="509">
                <a:moveTo>
                  <a:pt x="1285" y="509"/>
                </a:moveTo>
                <a:lnTo>
                  <a:pt x="1190" y="476"/>
                </a:lnTo>
                <a:cubicBezTo>
                  <a:pt x="1094" y="443"/>
                  <a:pt x="903" y="377"/>
                  <a:pt x="689" y="291"/>
                </a:cubicBezTo>
                <a:cubicBezTo>
                  <a:pt x="475" y="206"/>
                  <a:pt x="238" y="103"/>
                  <a:pt x="119" y="51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3402360" y="1602720"/>
            <a:ext cx="42840" cy="35280"/>
          </a:xfrm>
          <a:custGeom>
            <a:avLst/>
            <a:gdLst/>
            <a:ahLst/>
            <a:rect l="0" t="0" r="r" b="b"/>
            <a:pathLst>
              <a:path w="119" h="98">
                <a:moveTo>
                  <a:pt x="77" y="98"/>
                </a:moveTo>
                <a:lnTo>
                  <a:pt x="0" y="6"/>
                </a:lnTo>
                <a:lnTo>
                  <a:pt x="119" y="0"/>
                </a:lnTo>
                <a:lnTo>
                  <a:pt x="77" y="9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5" name=""/>
          <p:cNvSpPr/>
          <p:nvPr/>
        </p:nvSpPr>
        <p:spPr>
          <a:xfrm>
            <a:off x="3398400" y="1600560"/>
            <a:ext cx="49680" cy="41040"/>
          </a:xfrm>
          <a:custGeom>
            <a:avLst/>
            <a:gdLst/>
            <a:ahLst/>
            <a:rect l="0" t="0" r="r" b="b"/>
            <a:pathLst>
              <a:path w="138" h="114">
                <a:moveTo>
                  <a:pt x="76" y="99"/>
                </a:moveTo>
                <a:lnTo>
                  <a:pt x="69" y="91"/>
                </a:lnTo>
                <a:lnTo>
                  <a:pt x="77" y="83"/>
                </a:lnTo>
                <a:lnTo>
                  <a:pt x="85" y="92"/>
                </a:lnTo>
                <a:lnTo>
                  <a:pt x="76" y="99"/>
                </a:lnTo>
                <a:moveTo>
                  <a:pt x="69" y="91"/>
                </a:moveTo>
                <a:lnTo>
                  <a:pt x="62" y="82"/>
                </a:lnTo>
                <a:lnTo>
                  <a:pt x="70" y="75"/>
                </a:lnTo>
                <a:lnTo>
                  <a:pt x="77" y="83"/>
                </a:lnTo>
                <a:lnTo>
                  <a:pt x="69" y="91"/>
                </a:lnTo>
                <a:moveTo>
                  <a:pt x="62" y="82"/>
                </a:moveTo>
                <a:lnTo>
                  <a:pt x="55" y="73"/>
                </a:lnTo>
                <a:lnTo>
                  <a:pt x="63" y="67"/>
                </a:lnTo>
                <a:lnTo>
                  <a:pt x="70" y="75"/>
                </a:lnTo>
                <a:lnTo>
                  <a:pt x="62" y="82"/>
                </a:lnTo>
                <a:moveTo>
                  <a:pt x="55" y="73"/>
                </a:moveTo>
                <a:lnTo>
                  <a:pt x="49" y="65"/>
                </a:lnTo>
                <a:lnTo>
                  <a:pt x="57" y="59"/>
                </a:lnTo>
                <a:lnTo>
                  <a:pt x="63" y="67"/>
                </a:lnTo>
                <a:lnTo>
                  <a:pt x="55" y="73"/>
                </a:lnTo>
                <a:moveTo>
                  <a:pt x="49" y="65"/>
                </a:moveTo>
                <a:lnTo>
                  <a:pt x="42" y="57"/>
                </a:lnTo>
                <a:lnTo>
                  <a:pt x="50" y="50"/>
                </a:lnTo>
                <a:lnTo>
                  <a:pt x="57" y="59"/>
                </a:lnTo>
                <a:lnTo>
                  <a:pt x="49" y="65"/>
                </a:lnTo>
                <a:moveTo>
                  <a:pt x="42" y="57"/>
                </a:moveTo>
                <a:lnTo>
                  <a:pt x="35" y="49"/>
                </a:lnTo>
                <a:lnTo>
                  <a:pt x="43" y="42"/>
                </a:lnTo>
                <a:lnTo>
                  <a:pt x="50" y="50"/>
                </a:lnTo>
                <a:lnTo>
                  <a:pt x="42" y="57"/>
                </a:lnTo>
                <a:moveTo>
                  <a:pt x="35" y="49"/>
                </a:moveTo>
                <a:lnTo>
                  <a:pt x="28" y="41"/>
                </a:lnTo>
                <a:lnTo>
                  <a:pt x="36" y="34"/>
                </a:lnTo>
                <a:lnTo>
                  <a:pt x="43" y="42"/>
                </a:lnTo>
                <a:lnTo>
                  <a:pt x="35" y="49"/>
                </a:lnTo>
                <a:moveTo>
                  <a:pt x="28" y="41"/>
                </a:moveTo>
                <a:lnTo>
                  <a:pt x="21" y="33"/>
                </a:lnTo>
                <a:lnTo>
                  <a:pt x="30" y="26"/>
                </a:lnTo>
                <a:lnTo>
                  <a:pt x="36" y="34"/>
                </a:lnTo>
                <a:lnTo>
                  <a:pt x="28" y="41"/>
                </a:lnTo>
                <a:moveTo>
                  <a:pt x="21" y="33"/>
                </a:moveTo>
                <a:lnTo>
                  <a:pt x="15" y="25"/>
                </a:lnTo>
                <a:lnTo>
                  <a:pt x="23" y="18"/>
                </a:lnTo>
                <a:lnTo>
                  <a:pt x="30" y="26"/>
                </a:lnTo>
                <a:lnTo>
                  <a:pt x="21" y="33"/>
                </a:lnTo>
                <a:moveTo>
                  <a:pt x="15" y="25"/>
                </a:moveTo>
                <a:lnTo>
                  <a:pt x="8" y="17"/>
                </a:lnTo>
                <a:lnTo>
                  <a:pt x="16" y="10"/>
                </a:lnTo>
                <a:lnTo>
                  <a:pt x="23" y="18"/>
                </a:lnTo>
                <a:lnTo>
                  <a:pt x="15" y="25"/>
                </a:lnTo>
                <a:moveTo>
                  <a:pt x="8" y="17"/>
                </a:moveTo>
                <a:lnTo>
                  <a:pt x="0" y="7"/>
                </a:lnTo>
                <a:lnTo>
                  <a:pt x="19" y="6"/>
                </a:lnTo>
                <a:lnTo>
                  <a:pt x="20" y="17"/>
                </a:lnTo>
                <a:lnTo>
                  <a:pt x="11" y="17"/>
                </a:lnTo>
                <a:lnTo>
                  <a:pt x="11" y="12"/>
                </a:lnTo>
                <a:lnTo>
                  <a:pt x="15" y="8"/>
                </a:lnTo>
                <a:lnTo>
                  <a:pt x="16" y="10"/>
                </a:lnTo>
                <a:lnTo>
                  <a:pt x="8" y="17"/>
                </a:lnTo>
                <a:moveTo>
                  <a:pt x="19" y="6"/>
                </a:moveTo>
                <a:lnTo>
                  <a:pt x="30" y="5"/>
                </a:lnTo>
                <a:lnTo>
                  <a:pt x="30" y="16"/>
                </a:lnTo>
                <a:lnTo>
                  <a:pt x="20" y="17"/>
                </a:lnTo>
                <a:lnTo>
                  <a:pt x="19" y="6"/>
                </a:lnTo>
                <a:moveTo>
                  <a:pt x="30" y="5"/>
                </a:moveTo>
                <a:lnTo>
                  <a:pt x="40" y="5"/>
                </a:lnTo>
                <a:lnTo>
                  <a:pt x="41" y="15"/>
                </a:lnTo>
                <a:lnTo>
                  <a:pt x="30" y="16"/>
                </a:lnTo>
                <a:lnTo>
                  <a:pt x="30" y="5"/>
                </a:lnTo>
                <a:moveTo>
                  <a:pt x="40" y="5"/>
                </a:moveTo>
                <a:lnTo>
                  <a:pt x="51" y="4"/>
                </a:lnTo>
                <a:lnTo>
                  <a:pt x="51" y="15"/>
                </a:lnTo>
                <a:lnTo>
                  <a:pt x="41" y="15"/>
                </a:lnTo>
                <a:lnTo>
                  <a:pt x="40" y="5"/>
                </a:lnTo>
                <a:moveTo>
                  <a:pt x="51" y="4"/>
                </a:moveTo>
                <a:lnTo>
                  <a:pt x="61" y="4"/>
                </a:lnTo>
                <a:lnTo>
                  <a:pt x="62" y="14"/>
                </a:lnTo>
                <a:lnTo>
                  <a:pt x="51" y="15"/>
                </a:lnTo>
                <a:lnTo>
                  <a:pt x="51" y="4"/>
                </a:lnTo>
                <a:moveTo>
                  <a:pt x="61" y="4"/>
                </a:moveTo>
                <a:lnTo>
                  <a:pt x="72" y="3"/>
                </a:lnTo>
                <a:lnTo>
                  <a:pt x="72" y="14"/>
                </a:lnTo>
                <a:lnTo>
                  <a:pt x="62" y="14"/>
                </a:lnTo>
                <a:lnTo>
                  <a:pt x="61" y="4"/>
                </a:lnTo>
                <a:moveTo>
                  <a:pt x="72" y="3"/>
                </a:moveTo>
                <a:lnTo>
                  <a:pt x="83" y="3"/>
                </a:lnTo>
                <a:lnTo>
                  <a:pt x="84" y="13"/>
                </a:lnTo>
                <a:lnTo>
                  <a:pt x="72" y="14"/>
                </a:lnTo>
                <a:lnTo>
                  <a:pt x="72" y="3"/>
                </a:lnTo>
                <a:moveTo>
                  <a:pt x="83" y="3"/>
                </a:moveTo>
                <a:lnTo>
                  <a:pt x="94" y="2"/>
                </a:lnTo>
                <a:lnTo>
                  <a:pt x="95" y="13"/>
                </a:lnTo>
                <a:lnTo>
                  <a:pt x="84" y="13"/>
                </a:lnTo>
                <a:lnTo>
                  <a:pt x="83" y="3"/>
                </a:lnTo>
                <a:moveTo>
                  <a:pt x="94" y="2"/>
                </a:moveTo>
                <a:lnTo>
                  <a:pt x="105" y="2"/>
                </a:lnTo>
                <a:lnTo>
                  <a:pt x="105" y="12"/>
                </a:lnTo>
                <a:lnTo>
                  <a:pt x="95" y="13"/>
                </a:lnTo>
                <a:lnTo>
                  <a:pt x="94" y="2"/>
                </a:lnTo>
                <a:moveTo>
                  <a:pt x="105" y="2"/>
                </a:moveTo>
                <a:lnTo>
                  <a:pt x="115" y="1"/>
                </a:lnTo>
                <a:lnTo>
                  <a:pt x="116" y="12"/>
                </a:lnTo>
                <a:lnTo>
                  <a:pt x="105" y="12"/>
                </a:lnTo>
                <a:lnTo>
                  <a:pt x="105" y="2"/>
                </a:lnTo>
                <a:moveTo>
                  <a:pt x="115" y="1"/>
                </a:moveTo>
                <a:lnTo>
                  <a:pt x="126" y="0"/>
                </a:lnTo>
                <a:lnTo>
                  <a:pt x="126" y="11"/>
                </a:lnTo>
                <a:lnTo>
                  <a:pt x="116" y="12"/>
                </a:lnTo>
                <a:lnTo>
                  <a:pt x="115" y="1"/>
                </a:lnTo>
                <a:moveTo>
                  <a:pt x="126" y="0"/>
                </a:moveTo>
                <a:lnTo>
                  <a:pt x="138" y="0"/>
                </a:lnTo>
                <a:lnTo>
                  <a:pt x="132" y="14"/>
                </a:lnTo>
                <a:lnTo>
                  <a:pt x="122" y="10"/>
                </a:lnTo>
                <a:lnTo>
                  <a:pt x="125" y="3"/>
                </a:lnTo>
                <a:lnTo>
                  <a:pt x="130" y="6"/>
                </a:lnTo>
                <a:lnTo>
                  <a:pt x="130" y="11"/>
                </a:lnTo>
                <a:lnTo>
                  <a:pt x="126" y="11"/>
                </a:lnTo>
                <a:lnTo>
                  <a:pt x="126" y="0"/>
                </a:lnTo>
                <a:moveTo>
                  <a:pt x="132" y="14"/>
                </a:moveTo>
                <a:lnTo>
                  <a:pt x="128" y="24"/>
                </a:lnTo>
                <a:lnTo>
                  <a:pt x="118" y="19"/>
                </a:lnTo>
                <a:lnTo>
                  <a:pt x="122" y="10"/>
                </a:lnTo>
                <a:lnTo>
                  <a:pt x="132" y="14"/>
                </a:lnTo>
                <a:moveTo>
                  <a:pt x="128" y="24"/>
                </a:moveTo>
                <a:lnTo>
                  <a:pt x="124" y="33"/>
                </a:lnTo>
                <a:lnTo>
                  <a:pt x="114" y="29"/>
                </a:lnTo>
                <a:lnTo>
                  <a:pt x="118" y="19"/>
                </a:lnTo>
                <a:lnTo>
                  <a:pt x="128" y="24"/>
                </a:lnTo>
                <a:moveTo>
                  <a:pt x="124" y="33"/>
                </a:moveTo>
                <a:lnTo>
                  <a:pt x="119" y="43"/>
                </a:lnTo>
                <a:lnTo>
                  <a:pt x="110" y="39"/>
                </a:lnTo>
                <a:lnTo>
                  <a:pt x="114" y="29"/>
                </a:lnTo>
                <a:lnTo>
                  <a:pt x="124" y="33"/>
                </a:lnTo>
                <a:moveTo>
                  <a:pt x="119" y="43"/>
                </a:moveTo>
                <a:lnTo>
                  <a:pt x="115" y="53"/>
                </a:lnTo>
                <a:lnTo>
                  <a:pt x="105" y="48"/>
                </a:lnTo>
                <a:lnTo>
                  <a:pt x="110" y="39"/>
                </a:lnTo>
                <a:lnTo>
                  <a:pt x="119" y="43"/>
                </a:lnTo>
                <a:moveTo>
                  <a:pt x="115" y="53"/>
                </a:moveTo>
                <a:lnTo>
                  <a:pt x="111" y="62"/>
                </a:lnTo>
                <a:lnTo>
                  <a:pt x="101" y="58"/>
                </a:lnTo>
                <a:lnTo>
                  <a:pt x="105" y="48"/>
                </a:lnTo>
                <a:lnTo>
                  <a:pt x="115" y="53"/>
                </a:lnTo>
                <a:moveTo>
                  <a:pt x="111" y="62"/>
                </a:moveTo>
                <a:lnTo>
                  <a:pt x="107" y="72"/>
                </a:lnTo>
                <a:lnTo>
                  <a:pt x="97" y="68"/>
                </a:lnTo>
                <a:lnTo>
                  <a:pt x="101" y="58"/>
                </a:lnTo>
                <a:lnTo>
                  <a:pt x="111" y="62"/>
                </a:lnTo>
                <a:moveTo>
                  <a:pt x="107" y="72"/>
                </a:moveTo>
                <a:lnTo>
                  <a:pt x="102" y="82"/>
                </a:lnTo>
                <a:lnTo>
                  <a:pt x="93" y="78"/>
                </a:lnTo>
                <a:lnTo>
                  <a:pt x="97" y="68"/>
                </a:lnTo>
                <a:lnTo>
                  <a:pt x="107" y="72"/>
                </a:lnTo>
                <a:moveTo>
                  <a:pt x="102" y="82"/>
                </a:moveTo>
                <a:lnTo>
                  <a:pt x="98" y="92"/>
                </a:lnTo>
                <a:lnTo>
                  <a:pt x="88" y="87"/>
                </a:lnTo>
                <a:lnTo>
                  <a:pt x="93" y="78"/>
                </a:lnTo>
                <a:lnTo>
                  <a:pt x="102" y="82"/>
                </a:lnTo>
                <a:moveTo>
                  <a:pt x="98" y="92"/>
                </a:moveTo>
                <a:lnTo>
                  <a:pt x="94" y="102"/>
                </a:lnTo>
                <a:lnTo>
                  <a:pt x="84" y="98"/>
                </a:lnTo>
                <a:lnTo>
                  <a:pt x="88" y="87"/>
                </a:lnTo>
                <a:lnTo>
                  <a:pt x="98" y="92"/>
                </a:lnTo>
                <a:moveTo>
                  <a:pt x="94" y="102"/>
                </a:moveTo>
                <a:lnTo>
                  <a:pt x="89" y="114"/>
                </a:lnTo>
                <a:lnTo>
                  <a:pt x="76" y="99"/>
                </a:lnTo>
                <a:lnTo>
                  <a:pt x="85" y="92"/>
                </a:lnTo>
                <a:lnTo>
                  <a:pt x="92" y="100"/>
                </a:lnTo>
                <a:lnTo>
                  <a:pt x="88" y="104"/>
                </a:lnTo>
                <a:lnTo>
                  <a:pt x="83" y="101"/>
                </a:lnTo>
                <a:lnTo>
                  <a:pt x="84" y="98"/>
                </a:lnTo>
                <a:lnTo>
                  <a:pt x="94" y="1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3490560" y="1961640"/>
            <a:ext cx="304200" cy="75240"/>
          </a:xfrm>
          <a:custGeom>
            <a:avLst/>
            <a:gdLst/>
            <a:ahLst/>
            <a:rect l="0" t="0" r="r" b="b"/>
            <a:pathLst>
              <a:path fill="none" w="845" h="209">
                <a:moveTo>
                  <a:pt x="845" y="0"/>
                </a:moveTo>
                <a:lnTo>
                  <a:pt x="790" y="5"/>
                </a:lnTo>
                <a:cubicBezTo>
                  <a:pt x="735" y="9"/>
                  <a:pt x="624" y="18"/>
                  <a:pt x="484" y="53"/>
                </a:cubicBezTo>
                <a:cubicBezTo>
                  <a:pt x="343" y="89"/>
                  <a:pt x="172" y="149"/>
                  <a:pt x="86" y="179"/>
                </a:cubicBezTo>
                <a:lnTo>
                  <a:pt x="0" y="20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7" name=""/>
          <p:cNvSpPr/>
          <p:nvPr/>
        </p:nvSpPr>
        <p:spPr>
          <a:xfrm>
            <a:off x="3472560" y="2012400"/>
            <a:ext cx="42480" cy="36360"/>
          </a:xfrm>
          <a:custGeom>
            <a:avLst/>
            <a:gdLst/>
            <a:ahLst/>
            <a:rect l="0" t="0" r="r" b="b"/>
            <a:pathLst>
              <a:path w="118" h="101">
                <a:moveTo>
                  <a:pt x="118" y="101"/>
                </a:moveTo>
                <a:lnTo>
                  <a:pt x="0" y="86"/>
                </a:lnTo>
                <a:lnTo>
                  <a:pt x="83" y="0"/>
                </a:lnTo>
                <a:lnTo>
                  <a:pt x="118" y="1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8" name=""/>
          <p:cNvSpPr/>
          <p:nvPr/>
        </p:nvSpPr>
        <p:spPr>
          <a:xfrm>
            <a:off x="3468600" y="2008800"/>
            <a:ext cx="49320" cy="42120"/>
          </a:xfrm>
          <a:custGeom>
            <a:avLst/>
            <a:gdLst/>
            <a:ahLst/>
            <a:rect l="0" t="0" r="r" b="b"/>
            <a:pathLst>
              <a:path w="137" h="117">
                <a:moveTo>
                  <a:pt x="118" y="115"/>
                </a:moveTo>
                <a:lnTo>
                  <a:pt x="107" y="112"/>
                </a:lnTo>
                <a:lnTo>
                  <a:pt x="109" y="102"/>
                </a:lnTo>
                <a:lnTo>
                  <a:pt x="119" y="103"/>
                </a:lnTo>
                <a:lnTo>
                  <a:pt x="118" y="115"/>
                </a:lnTo>
                <a:moveTo>
                  <a:pt x="107" y="112"/>
                </a:moveTo>
                <a:lnTo>
                  <a:pt x="97" y="111"/>
                </a:lnTo>
                <a:lnTo>
                  <a:pt x="98" y="100"/>
                </a:lnTo>
                <a:lnTo>
                  <a:pt x="109" y="102"/>
                </a:lnTo>
                <a:lnTo>
                  <a:pt x="107" y="112"/>
                </a:lnTo>
                <a:moveTo>
                  <a:pt x="97" y="111"/>
                </a:moveTo>
                <a:lnTo>
                  <a:pt x="85" y="110"/>
                </a:lnTo>
                <a:lnTo>
                  <a:pt x="87" y="99"/>
                </a:lnTo>
                <a:lnTo>
                  <a:pt x="98" y="100"/>
                </a:lnTo>
                <a:lnTo>
                  <a:pt x="97" y="111"/>
                </a:lnTo>
                <a:moveTo>
                  <a:pt x="85" y="110"/>
                </a:moveTo>
                <a:lnTo>
                  <a:pt x="75" y="108"/>
                </a:lnTo>
                <a:lnTo>
                  <a:pt x="76" y="98"/>
                </a:lnTo>
                <a:lnTo>
                  <a:pt x="87" y="99"/>
                </a:lnTo>
                <a:lnTo>
                  <a:pt x="85" y="110"/>
                </a:lnTo>
                <a:moveTo>
                  <a:pt x="75" y="108"/>
                </a:moveTo>
                <a:lnTo>
                  <a:pt x="64" y="107"/>
                </a:lnTo>
                <a:lnTo>
                  <a:pt x="66" y="96"/>
                </a:lnTo>
                <a:lnTo>
                  <a:pt x="76" y="98"/>
                </a:lnTo>
                <a:lnTo>
                  <a:pt x="75" y="108"/>
                </a:lnTo>
                <a:moveTo>
                  <a:pt x="64" y="107"/>
                </a:moveTo>
                <a:lnTo>
                  <a:pt x="54" y="106"/>
                </a:lnTo>
                <a:lnTo>
                  <a:pt x="55" y="95"/>
                </a:lnTo>
                <a:lnTo>
                  <a:pt x="66" y="96"/>
                </a:lnTo>
                <a:lnTo>
                  <a:pt x="64" y="107"/>
                </a:lnTo>
                <a:moveTo>
                  <a:pt x="54" y="106"/>
                </a:moveTo>
                <a:lnTo>
                  <a:pt x="43" y="104"/>
                </a:lnTo>
                <a:lnTo>
                  <a:pt x="45" y="94"/>
                </a:lnTo>
                <a:lnTo>
                  <a:pt x="55" y="95"/>
                </a:lnTo>
                <a:lnTo>
                  <a:pt x="54" y="106"/>
                </a:lnTo>
                <a:moveTo>
                  <a:pt x="43" y="104"/>
                </a:moveTo>
                <a:lnTo>
                  <a:pt x="33" y="103"/>
                </a:lnTo>
                <a:lnTo>
                  <a:pt x="34" y="92"/>
                </a:lnTo>
                <a:lnTo>
                  <a:pt x="45" y="94"/>
                </a:lnTo>
                <a:lnTo>
                  <a:pt x="43" y="104"/>
                </a:lnTo>
                <a:moveTo>
                  <a:pt x="33" y="103"/>
                </a:moveTo>
                <a:lnTo>
                  <a:pt x="22" y="102"/>
                </a:lnTo>
                <a:lnTo>
                  <a:pt x="24" y="91"/>
                </a:lnTo>
                <a:lnTo>
                  <a:pt x="34" y="92"/>
                </a:lnTo>
                <a:lnTo>
                  <a:pt x="33" y="103"/>
                </a:lnTo>
                <a:moveTo>
                  <a:pt x="22" y="102"/>
                </a:moveTo>
                <a:lnTo>
                  <a:pt x="12" y="100"/>
                </a:lnTo>
                <a:lnTo>
                  <a:pt x="13" y="90"/>
                </a:lnTo>
                <a:lnTo>
                  <a:pt x="24" y="91"/>
                </a:lnTo>
                <a:lnTo>
                  <a:pt x="22" y="102"/>
                </a:lnTo>
                <a:moveTo>
                  <a:pt x="12" y="100"/>
                </a:moveTo>
                <a:lnTo>
                  <a:pt x="0" y="99"/>
                </a:lnTo>
                <a:lnTo>
                  <a:pt x="13" y="85"/>
                </a:lnTo>
                <a:lnTo>
                  <a:pt x="21" y="92"/>
                </a:lnTo>
                <a:lnTo>
                  <a:pt x="15" y="98"/>
                </a:lnTo>
                <a:lnTo>
                  <a:pt x="11" y="95"/>
                </a:lnTo>
                <a:lnTo>
                  <a:pt x="11" y="90"/>
                </a:lnTo>
                <a:lnTo>
                  <a:pt x="13" y="90"/>
                </a:lnTo>
                <a:lnTo>
                  <a:pt x="12" y="100"/>
                </a:lnTo>
                <a:moveTo>
                  <a:pt x="13" y="85"/>
                </a:moveTo>
                <a:lnTo>
                  <a:pt x="20" y="77"/>
                </a:lnTo>
                <a:lnTo>
                  <a:pt x="28" y="85"/>
                </a:lnTo>
                <a:lnTo>
                  <a:pt x="21" y="92"/>
                </a:lnTo>
                <a:lnTo>
                  <a:pt x="13" y="85"/>
                </a:lnTo>
                <a:moveTo>
                  <a:pt x="20" y="77"/>
                </a:moveTo>
                <a:lnTo>
                  <a:pt x="28" y="70"/>
                </a:lnTo>
                <a:lnTo>
                  <a:pt x="35" y="77"/>
                </a:lnTo>
                <a:lnTo>
                  <a:pt x="28" y="85"/>
                </a:lnTo>
                <a:lnTo>
                  <a:pt x="20" y="77"/>
                </a:lnTo>
                <a:moveTo>
                  <a:pt x="28" y="70"/>
                </a:moveTo>
                <a:lnTo>
                  <a:pt x="35" y="62"/>
                </a:lnTo>
                <a:lnTo>
                  <a:pt x="43" y="69"/>
                </a:lnTo>
                <a:lnTo>
                  <a:pt x="35" y="77"/>
                </a:lnTo>
                <a:lnTo>
                  <a:pt x="28" y="70"/>
                </a:lnTo>
                <a:moveTo>
                  <a:pt x="35" y="62"/>
                </a:moveTo>
                <a:lnTo>
                  <a:pt x="42" y="54"/>
                </a:lnTo>
                <a:lnTo>
                  <a:pt x="50" y="62"/>
                </a:lnTo>
                <a:lnTo>
                  <a:pt x="43" y="69"/>
                </a:lnTo>
                <a:lnTo>
                  <a:pt x="35" y="62"/>
                </a:lnTo>
                <a:moveTo>
                  <a:pt x="42" y="54"/>
                </a:moveTo>
                <a:lnTo>
                  <a:pt x="50" y="47"/>
                </a:lnTo>
                <a:lnTo>
                  <a:pt x="57" y="54"/>
                </a:lnTo>
                <a:lnTo>
                  <a:pt x="50" y="62"/>
                </a:lnTo>
                <a:lnTo>
                  <a:pt x="42" y="54"/>
                </a:lnTo>
                <a:moveTo>
                  <a:pt x="50" y="47"/>
                </a:moveTo>
                <a:lnTo>
                  <a:pt x="57" y="39"/>
                </a:lnTo>
                <a:lnTo>
                  <a:pt x="65" y="47"/>
                </a:lnTo>
                <a:lnTo>
                  <a:pt x="57" y="54"/>
                </a:lnTo>
                <a:lnTo>
                  <a:pt x="50" y="47"/>
                </a:lnTo>
                <a:moveTo>
                  <a:pt x="57" y="39"/>
                </a:moveTo>
                <a:lnTo>
                  <a:pt x="64" y="32"/>
                </a:lnTo>
                <a:lnTo>
                  <a:pt x="72" y="39"/>
                </a:lnTo>
                <a:lnTo>
                  <a:pt x="65" y="47"/>
                </a:lnTo>
                <a:lnTo>
                  <a:pt x="57" y="39"/>
                </a:lnTo>
                <a:moveTo>
                  <a:pt x="64" y="32"/>
                </a:moveTo>
                <a:lnTo>
                  <a:pt x="72" y="24"/>
                </a:lnTo>
                <a:lnTo>
                  <a:pt x="79" y="31"/>
                </a:lnTo>
                <a:lnTo>
                  <a:pt x="72" y="39"/>
                </a:lnTo>
                <a:lnTo>
                  <a:pt x="64" y="32"/>
                </a:lnTo>
                <a:moveTo>
                  <a:pt x="72" y="24"/>
                </a:moveTo>
                <a:lnTo>
                  <a:pt x="79" y="16"/>
                </a:lnTo>
                <a:lnTo>
                  <a:pt x="87" y="24"/>
                </a:lnTo>
                <a:lnTo>
                  <a:pt x="79" y="31"/>
                </a:lnTo>
                <a:lnTo>
                  <a:pt x="72" y="24"/>
                </a:lnTo>
                <a:moveTo>
                  <a:pt x="79" y="16"/>
                </a:moveTo>
                <a:lnTo>
                  <a:pt x="87" y="9"/>
                </a:lnTo>
                <a:lnTo>
                  <a:pt x="95" y="16"/>
                </a:lnTo>
                <a:lnTo>
                  <a:pt x="87" y="24"/>
                </a:lnTo>
                <a:lnTo>
                  <a:pt x="79" y="16"/>
                </a:lnTo>
                <a:moveTo>
                  <a:pt x="87" y="9"/>
                </a:moveTo>
                <a:lnTo>
                  <a:pt x="96" y="0"/>
                </a:lnTo>
                <a:lnTo>
                  <a:pt x="101" y="14"/>
                </a:lnTo>
                <a:lnTo>
                  <a:pt x="91" y="18"/>
                </a:lnTo>
                <a:lnTo>
                  <a:pt x="88" y="12"/>
                </a:lnTo>
                <a:lnTo>
                  <a:pt x="94" y="10"/>
                </a:lnTo>
                <a:lnTo>
                  <a:pt x="98" y="13"/>
                </a:lnTo>
                <a:lnTo>
                  <a:pt x="95" y="16"/>
                </a:lnTo>
                <a:lnTo>
                  <a:pt x="87" y="9"/>
                </a:lnTo>
                <a:moveTo>
                  <a:pt x="101" y="14"/>
                </a:moveTo>
                <a:lnTo>
                  <a:pt x="105" y="24"/>
                </a:lnTo>
                <a:lnTo>
                  <a:pt x="95" y="28"/>
                </a:lnTo>
                <a:lnTo>
                  <a:pt x="91" y="18"/>
                </a:lnTo>
                <a:lnTo>
                  <a:pt x="101" y="14"/>
                </a:lnTo>
                <a:moveTo>
                  <a:pt x="105" y="24"/>
                </a:moveTo>
                <a:lnTo>
                  <a:pt x="108" y="34"/>
                </a:lnTo>
                <a:lnTo>
                  <a:pt x="98" y="38"/>
                </a:lnTo>
                <a:lnTo>
                  <a:pt x="95" y="28"/>
                </a:lnTo>
                <a:lnTo>
                  <a:pt x="105" y="24"/>
                </a:lnTo>
                <a:moveTo>
                  <a:pt x="108" y="34"/>
                </a:moveTo>
                <a:lnTo>
                  <a:pt x="112" y="44"/>
                </a:lnTo>
                <a:lnTo>
                  <a:pt x="102" y="48"/>
                </a:lnTo>
                <a:lnTo>
                  <a:pt x="98" y="38"/>
                </a:lnTo>
                <a:lnTo>
                  <a:pt x="108" y="34"/>
                </a:lnTo>
                <a:moveTo>
                  <a:pt x="112" y="44"/>
                </a:moveTo>
                <a:lnTo>
                  <a:pt x="115" y="54"/>
                </a:lnTo>
                <a:lnTo>
                  <a:pt x="105" y="58"/>
                </a:lnTo>
                <a:lnTo>
                  <a:pt x="102" y="48"/>
                </a:lnTo>
                <a:lnTo>
                  <a:pt x="112" y="44"/>
                </a:lnTo>
                <a:moveTo>
                  <a:pt x="115" y="54"/>
                </a:moveTo>
                <a:lnTo>
                  <a:pt x="119" y="64"/>
                </a:lnTo>
                <a:lnTo>
                  <a:pt x="109" y="68"/>
                </a:lnTo>
                <a:lnTo>
                  <a:pt x="105" y="58"/>
                </a:lnTo>
                <a:lnTo>
                  <a:pt x="115" y="54"/>
                </a:lnTo>
                <a:moveTo>
                  <a:pt x="119" y="64"/>
                </a:moveTo>
                <a:lnTo>
                  <a:pt x="122" y="74"/>
                </a:lnTo>
                <a:lnTo>
                  <a:pt x="112" y="78"/>
                </a:lnTo>
                <a:lnTo>
                  <a:pt x="109" y="68"/>
                </a:lnTo>
                <a:lnTo>
                  <a:pt x="119" y="64"/>
                </a:lnTo>
                <a:moveTo>
                  <a:pt x="122" y="74"/>
                </a:moveTo>
                <a:lnTo>
                  <a:pt x="126" y="84"/>
                </a:lnTo>
                <a:lnTo>
                  <a:pt x="116" y="88"/>
                </a:lnTo>
                <a:lnTo>
                  <a:pt x="112" y="78"/>
                </a:lnTo>
                <a:lnTo>
                  <a:pt x="122" y="74"/>
                </a:lnTo>
                <a:moveTo>
                  <a:pt x="126" y="84"/>
                </a:moveTo>
                <a:lnTo>
                  <a:pt x="129" y="94"/>
                </a:lnTo>
                <a:lnTo>
                  <a:pt x="119" y="98"/>
                </a:lnTo>
                <a:lnTo>
                  <a:pt x="116" y="88"/>
                </a:lnTo>
                <a:lnTo>
                  <a:pt x="126" y="84"/>
                </a:lnTo>
                <a:moveTo>
                  <a:pt x="129" y="94"/>
                </a:moveTo>
                <a:lnTo>
                  <a:pt x="133" y="104"/>
                </a:lnTo>
                <a:lnTo>
                  <a:pt x="123" y="108"/>
                </a:lnTo>
                <a:lnTo>
                  <a:pt x="119" y="98"/>
                </a:lnTo>
                <a:lnTo>
                  <a:pt x="129" y="94"/>
                </a:lnTo>
                <a:moveTo>
                  <a:pt x="133" y="104"/>
                </a:moveTo>
                <a:lnTo>
                  <a:pt x="137" y="117"/>
                </a:lnTo>
                <a:lnTo>
                  <a:pt x="118" y="115"/>
                </a:lnTo>
                <a:lnTo>
                  <a:pt x="119" y="103"/>
                </a:lnTo>
                <a:lnTo>
                  <a:pt x="130" y="104"/>
                </a:lnTo>
                <a:lnTo>
                  <a:pt x="129" y="110"/>
                </a:lnTo>
                <a:lnTo>
                  <a:pt x="124" y="111"/>
                </a:lnTo>
                <a:lnTo>
                  <a:pt x="123" y="108"/>
                </a:lnTo>
                <a:lnTo>
                  <a:pt x="133" y="1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3490560" y="2306520"/>
            <a:ext cx="304200" cy="75240"/>
          </a:xfrm>
          <a:custGeom>
            <a:avLst/>
            <a:gdLst/>
            <a:ahLst/>
            <a:rect l="0" t="0" r="r" b="b"/>
            <a:pathLst>
              <a:path fill="none" w="845" h="209">
                <a:moveTo>
                  <a:pt x="845" y="209"/>
                </a:moveTo>
                <a:lnTo>
                  <a:pt x="790" y="204"/>
                </a:lnTo>
                <a:cubicBezTo>
                  <a:pt x="735" y="200"/>
                  <a:pt x="624" y="191"/>
                  <a:pt x="484" y="156"/>
                </a:cubicBezTo>
                <a:cubicBezTo>
                  <a:pt x="343" y="120"/>
                  <a:pt x="172" y="60"/>
                  <a:pt x="86" y="3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3472560" y="2294640"/>
            <a:ext cx="42480" cy="36360"/>
          </a:xfrm>
          <a:custGeom>
            <a:avLst/>
            <a:gdLst/>
            <a:ahLst/>
            <a:rect l="0" t="0" r="r" b="b"/>
            <a:pathLst>
              <a:path w="118" h="101">
                <a:moveTo>
                  <a:pt x="83" y="101"/>
                </a:moveTo>
                <a:lnTo>
                  <a:pt x="0" y="16"/>
                </a:lnTo>
                <a:lnTo>
                  <a:pt x="118" y="0"/>
                </a:lnTo>
                <a:lnTo>
                  <a:pt x="83" y="1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1" name=""/>
          <p:cNvSpPr/>
          <p:nvPr/>
        </p:nvSpPr>
        <p:spPr>
          <a:xfrm>
            <a:off x="3468600" y="2292480"/>
            <a:ext cx="49320" cy="42120"/>
          </a:xfrm>
          <a:custGeom>
            <a:avLst/>
            <a:gdLst/>
            <a:ahLst/>
            <a:rect l="0" t="0" r="r" b="b"/>
            <a:pathLst>
              <a:path w="137" h="117">
                <a:moveTo>
                  <a:pt x="82" y="103"/>
                </a:moveTo>
                <a:lnTo>
                  <a:pt x="74" y="96"/>
                </a:lnTo>
                <a:lnTo>
                  <a:pt x="82" y="88"/>
                </a:lnTo>
                <a:lnTo>
                  <a:pt x="90" y="96"/>
                </a:lnTo>
                <a:lnTo>
                  <a:pt x="82" y="103"/>
                </a:lnTo>
                <a:moveTo>
                  <a:pt x="74" y="96"/>
                </a:moveTo>
                <a:lnTo>
                  <a:pt x="67" y="88"/>
                </a:lnTo>
                <a:lnTo>
                  <a:pt x="75" y="81"/>
                </a:lnTo>
                <a:lnTo>
                  <a:pt x="82" y="88"/>
                </a:lnTo>
                <a:lnTo>
                  <a:pt x="74" y="96"/>
                </a:lnTo>
                <a:moveTo>
                  <a:pt x="67" y="88"/>
                </a:moveTo>
                <a:lnTo>
                  <a:pt x="60" y="80"/>
                </a:lnTo>
                <a:lnTo>
                  <a:pt x="67" y="73"/>
                </a:lnTo>
                <a:lnTo>
                  <a:pt x="75" y="81"/>
                </a:lnTo>
                <a:lnTo>
                  <a:pt x="67" y="88"/>
                </a:lnTo>
                <a:moveTo>
                  <a:pt x="60" y="80"/>
                </a:moveTo>
                <a:lnTo>
                  <a:pt x="52" y="73"/>
                </a:lnTo>
                <a:lnTo>
                  <a:pt x="60" y="66"/>
                </a:lnTo>
                <a:lnTo>
                  <a:pt x="67" y="73"/>
                </a:lnTo>
                <a:lnTo>
                  <a:pt x="60" y="80"/>
                </a:lnTo>
                <a:moveTo>
                  <a:pt x="52" y="73"/>
                </a:moveTo>
                <a:lnTo>
                  <a:pt x="45" y="65"/>
                </a:lnTo>
                <a:lnTo>
                  <a:pt x="53" y="58"/>
                </a:lnTo>
                <a:lnTo>
                  <a:pt x="60" y="66"/>
                </a:lnTo>
                <a:lnTo>
                  <a:pt x="52" y="73"/>
                </a:lnTo>
                <a:moveTo>
                  <a:pt x="45" y="65"/>
                </a:moveTo>
                <a:lnTo>
                  <a:pt x="38" y="58"/>
                </a:lnTo>
                <a:lnTo>
                  <a:pt x="45" y="50"/>
                </a:lnTo>
                <a:lnTo>
                  <a:pt x="53" y="58"/>
                </a:lnTo>
                <a:lnTo>
                  <a:pt x="45" y="65"/>
                </a:lnTo>
                <a:moveTo>
                  <a:pt x="38" y="58"/>
                </a:moveTo>
                <a:lnTo>
                  <a:pt x="30" y="50"/>
                </a:lnTo>
                <a:lnTo>
                  <a:pt x="38" y="43"/>
                </a:lnTo>
                <a:lnTo>
                  <a:pt x="45" y="50"/>
                </a:lnTo>
                <a:lnTo>
                  <a:pt x="38" y="58"/>
                </a:lnTo>
                <a:moveTo>
                  <a:pt x="30" y="50"/>
                </a:moveTo>
                <a:lnTo>
                  <a:pt x="23" y="42"/>
                </a:lnTo>
                <a:lnTo>
                  <a:pt x="31" y="35"/>
                </a:lnTo>
                <a:lnTo>
                  <a:pt x="38" y="43"/>
                </a:lnTo>
                <a:lnTo>
                  <a:pt x="30" y="50"/>
                </a:lnTo>
                <a:moveTo>
                  <a:pt x="23" y="42"/>
                </a:moveTo>
                <a:lnTo>
                  <a:pt x="16" y="35"/>
                </a:lnTo>
                <a:lnTo>
                  <a:pt x="23" y="27"/>
                </a:lnTo>
                <a:lnTo>
                  <a:pt x="31" y="35"/>
                </a:lnTo>
                <a:lnTo>
                  <a:pt x="23" y="42"/>
                </a:lnTo>
                <a:moveTo>
                  <a:pt x="16" y="35"/>
                </a:moveTo>
                <a:lnTo>
                  <a:pt x="8" y="27"/>
                </a:lnTo>
                <a:lnTo>
                  <a:pt x="16" y="20"/>
                </a:lnTo>
                <a:lnTo>
                  <a:pt x="23" y="27"/>
                </a:lnTo>
                <a:lnTo>
                  <a:pt x="16" y="35"/>
                </a:lnTo>
                <a:moveTo>
                  <a:pt x="8" y="27"/>
                </a:moveTo>
                <a:lnTo>
                  <a:pt x="0" y="18"/>
                </a:lnTo>
                <a:lnTo>
                  <a:pt x="19" y="16"/>
                </a:lnTo>
                <a:lnTo>
                  <a:pt x="20" y="26"/>
                </a:lnTo>
                <a:lnTo>
                  <a:pt x="11" y="27"/>
                </a:lnTo>
                <a:lnTo>
                  <a:pt x="11" y="22"/>
                </a:lnTo>
                <a:lnTo>
                  <a:pt x="15" y="19"/>
                </a:lnTo>
                <a:lnTo>
                  <a:pt x="16" y="20"/>
                </a:lnTo>
                <a:lnTo>
                  <a:pt x="8" y="27"/>
                </a:lnTo>
                <a:moveTo>
                  <a:pt x="19" y="16"/>
                </a:moveTo>
                <a:lnTo>
                  <a:pt x="29" y="14"/>
                </a:lnTo>
                <a:lnTo>
                  <a:pt x="31" y="25"/>
                </a:lnTo>
                <a:lnTo>
                  <a:pt x="20" y="26"/>
                </a:lnTo>
                <a:lnTo>
                  <a:pt x="19" y="16"/>
                </a:lnTo>
                <a:moveTo>
                  <a:pt x="29" y="14"/>
                </a:moveTo>
                <a:lnTo>
                  <a:pt x="40" y="12"/>
                </a:lnTo>
                <a:lnTo>
                  <a:pt x="41" y="24"/>
                </a:lnTo>
                <a:lnTo>
                  <a:pt x="31" y="25"/>
                </a:lnTo>
                <a:lnTo>
                  <a:pt x="29" y="14"/>
                </a:lnTo>
                <a:moveTo>
                  <a:pt x="40" y="12"/>
                </a:moveTo>
                <a:lnTo>
                  <a:pt x="50" y="11"/>
                </a:lnTo>
                <a:lnTo>
                  <a:pt x="52" y="22"/>
                </a:lnTo>
                <a:lnTo>
                  <a:pt x="41" y="24"/>
                </a:lnTo>
                <a:lnTo>
                  <a:pt x="40" y="12"/>
                </a:lnTo>
                <a:moveTo>
                  <a:pt x="50" y="11"/>
                </a:moveTo>
                <a:lnTo>
                  <a:pt x="61" y="10"/>
                </a:lnTo>
                <a:lnTo>
                  <a:pt x="62" y="21"/>
                </a:lnTo>
                <a:lnTo>
                  <a:pt x="52" y="22"/>
                </a:lnTo>
                <a:lnTo>
                  <a:pt x="50" y="11"/>
                </a:lnTo>
                <a:moveTo>
                  <a:pt x="61" y="10"/>
                </a:moveTo>
                <a:lnTo>
                  <a:pt x="71" y="8"/>
                </a:lnTo>
                <a:lnTo>
                  <a:pt x="73" y="20"/>
                </a:lnTo>
                <a:lnTo>
                  <a:pt x="62" y="21"/>
                </a:lnTo>
                <a:lnTo>
                  <a:pt x="61" y="10"/>
                </a:lnTo>
                <a:moveTo>
                  <a:pt x="71" y="8"/>
                </a:moveTo>
                <a:lnTo>
                  <a:pt x="82" y="7"/>
                </a:lnTo>
                <a:lnTo>
                  <a:pt x="83" y="18"/>
                </a:lnTo>
                <a:lnTo>
                  <a:pt x="73" y="20"/>
                </a:lnTo>
                <a:lnTo>
                  <a:pt x="71" y="8"/>
                </a:lnTo>
                <a:moveTo>
                  <a:pt x="82" y="7"/>
                </a:moveTo>
                <a:lnTo>
                  <a:pt x="93" y="6"/>
                </a:lnTo>
                <a:lnTo>
                  <a:pt x="95" y="17"/>
                </a:lnTo>
                <a:lnTo>
                  <a:pt x="83" y="18"/>
                </a:lnTo>
                <a:lnTo>
                  <a:pt x="82" y="7"/>
                </a:lnTo>
                <a:moveTo>
                  <a:pt x="93" y="6"/>
                </a:moveTo>
                <a:lnTo>
                  <a:pt x="104" y="4"/>
                </a:lnTo>
                <a:lnTo>
                  <a:pt x="105" y="16"/>
                </a:lnTo>
                <a:lnTo>
                  <a:pt x="95" y="17"/>
                </a:lnTo>
                <a:lnTo>
                  <a:pt x="93" y="6"/>
                </a:lnTo>
                <a:moveTo>
                  <a:pt x="104" y="4"/>
                </a:moveTo>
                <a:lnTo>
                  <a:pt x="114" y="3"/>
                </a:lnTo>
                <a:lnTo>
                  <a:pt x="116" y="13"/>
                </a:lnTo>
                <a:lnTo>
                  <a:pt x="105" y="16"/>
                </a:lnTo>
                <a:lnTo>
                  <a:pt x="104" y="4"/>
                </a:lnTo>
                <a:moveTo>
                  <a:pt x="114" y="3"/>
                </a:moveTo>
                <a:lnTo>
                  <a:pt x="125" y="2"/>
                </a:lnTo>
                <a:lnTo>
                  <a:pt x="126" y="12"/>
                </a:lnTo>
                <a:lnTo>
                  <a:pt x="116" y="13"/>
                </a:lnTo>
                <a:lnTo>
                  <a:pt x="114" y="3"/>
                </a:lnTo>
                <a:moveTo>
                  <a:pt x="125" y="2"/>
                </a:moveTo>
                <a:lnTo>
                  <a:pt x="137" y="0"/>
                </a:lnTo>
                <a:lnTo>
                  <a:pt x="132" y="16"/>
                </a:lnTo>
                <a:lnTo>
                  <a:pt x="122" y="11"/>
                </a:lnTo>
                <a:lnTo>
                  <a:pt x="124" y="5"/>
                </a:lnTo>
                <a:lnTo>
                  <a:pt x="129" y="6"/>
                </a:lnTo>
                <a:lnTo>
                  <a:pt x="130" y="12"/>
                </a:lnTo>
                <a:lnTo>
                  <a:pt x="126" y="12"/>
                </a:lnTo>
                <a:lnTo>
                  <a:pt x="125" y="2"/>
                </a:lnTo>
                <a:moveTo>
                  <a:pt x="132" y="16"/>
                </a:moveTo>
                <a:lnTo>
                  <a:pt x="128" y="26"/>
                </a:lnTo>
                <a:lnTo>
                  <a:pt x="118" y="22"/>
                </a:lnTo>
                <a:lnTo>
                  <a:pt x="122" y="11"/>
                </a:lnTo>
                <a:lnTo>
                  <a:pt x="132" y="16"/>
                </a:lnTo>
                <a:moveTo>
                  <a:pt x="128" y="26"/>
                </a:moveTo>
                <a:lnTo>
                  <a:pt x="125" y="36"/>
                </a:lnTo>
                <a:lnTo>
                  <a:pt x="115" y="32"/>
                </a:lnTo>
                <a:lnTo>
                  <a:pt x="118" y="22"/>
                </a:lnTo>
                <a:lnTo>
                  <a:pt x="128" y="26"/>
                </a:lnTo>
                <a:moveTo>
                  <a:pt x="125" y="36"/>
                </a:moveTo>
                <a:lnTo>
                  <a:pt x="121" y="46"/>
                </a:lnTo>
                <a:lnTo>
                  <a:pt x="111" y="42"/>
                </a:lnTo>
                <a:lnTo>
                  <a:pt x="115" y="32"/>
                </a:lnTo>
                <a:lnTo>
                  <a:pt x="125" y="36"/>
                </a:lnTo>
                <a:moveTo>
                  <a:pt x="121" y="46"/>
                </a:moveTo>
                <a:lnTo>
                  <a:pt x="118" y="55"/>
                </a:lnTo>
                <a:lnTo>
                  <a:pt x="108" y="52"/>
                </a:lnTo>
                <a:lnTo>
                  <a:pt x="111" y="42"/>
                </a:lnTo>
                <a:lnTo>
                  <a:pt x="121" y="46"/>
                </a:lnTo>
                <a:moveTo>
                  <a:pt x="118" y="55"/>
                </a:moveTo>
                <a:lnTo>
                  <a:pt x="114" y="65"/>
                </a:lnTo>
                <a:lnTo>
                  <a:pt x="104" y="62"/>
                </a:lnTo>
                <a:lnTo>
                  <a:pt x="108" y="52"/>
                </a:lnTo>
                <a:lnTo>
                  <a:pt x="118" y="55"/>
                </a:lnTo>
                <a:moveTo>
                  <a:pt x="114" y="65"/>
                </a:moveTo>
                <a:lnTo>
                  <a:pt x="111" y="75"/>
                </a:lnTo>
                <a:lnTo>
                  <a:pt x="101" y="72"/>
                </a:lnTo>
                <a:lnTo>
                  <a:pt x="104" y="62"/>
                </a:lnTo>
                <a:lnTo>
                  <a:pt x="114" y="65"/>
                </a:lnTo>
                <a:moveTo>
                  <a:pt x="111" y="75"/>
                </a:moveTo>
                <a:lnTo>
                  <a:pt x="107" y="85"/>
                </a:lnTo>
                <a:lnTo>
                  <a:pt x="97" y="82"/>
                </a:lnTo>
                <a:lnTo>
                  <a:pt x="101" y="72"/>
                </a:lnTo>
                <a:lnTo>
                  <a:pt x="111" y="75"/>
                </a:lnTo>
                <a:moveTo>
                  <a:pt x="107" y="85"/>
                </a:moveTo>
                <a:lnTo>
                  <a:pt x="104" y="95"/>
                </a:lnTo>
                <a:lnTo>
                  <a:pt x="94" y="92"/>
                </a:lnTo>
                <a:lnTo>
                  <a:pt x="97" y="82"/>
                </a:lnTo>
                <a:lnTo>
                  <a:pt x="107" y="85"/>
                </a:lnTo>
                <a:moveTo>
                  <a:pt x="104" y="95"/>
                </a:moveTo>
                <a:lnTo>
                  <a:pt x="100" y="105"/>
                </a:lnTo>
                <a:lnTo>
                  <a:pt x="90" y="102"/>
                </a:lnTo>
                <a:lnTo>
                  <a:pt x="94" y="92"/>
                </a:lnTo>
                <a:lnTo>
                  <a:pt x="104" y="95"/>
                </a:lnTo>
                <a:moveTo>
                  <a:pt x="100" y="105"/>
                </a:moveTo>
                <a:lnTo>
                  <a:pt x="96" y="117"/>
                </a:lnTo>
                <a:lnTo>
                  <a:pt x="82" y="103"/>
                </a:lnTo>
                <a:lnTo>
                  <a:pt x="90" y="96"/>
                </a:lnTo>
                <a:lnTo>
                  <a:pt x="98" y="104"/>
                </a:lnTo>
                <a:lnTo>
                  <a:pt x="94" y="107"/>
                </a:lnTo>
                <a:lnTo>
                  <a:pt x="88" y="105"/>
                </a:lnTo>
                <a:lnTo>
                  <a:pt x="90" y="102"/>
                </a:lnTo>
                <a:lnTo>
                  <a:pt x="100" y="10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2" name=""/>
          <p:cNvSpPr/>
          <p:nvPr/>
        </p:nvSpPr>
        <p:spPr>
          <a:xfrm>
            <a:off x="3419640" y="2547720"/>
            <a:ext cx="462600" cy="183240"/>
          </a:xfrm>
          <a:custGeom>
            <a:avLst/>
            <a:gdLst/>
            <a:ahLst/>
            <a:rect l="0" t="0" r="r" b="b"/>
            <a:pathLst>
              <a:path fill="none" w="1285" h="509">
                <a:moveTo>
                  <a:pt x="1285" y="0"/>
                </a:moveTo>
                <a:lnTo>
                  <a:pt x="1190" y="33"/>
                </a:lnTo>
                <a:cubicBezTo>
                  <a:pt x="1094" y="66"/>
                  <a:pt x="903" y="132"/>
                  <a:pt x="689" y="217"/>
                </a:cubicBezTo>
                <a:cubicBezTo>
                  <a:pt x="475" y="303"/>
                  <a:pt x="238" y="406"/>
                  <a:pt x="119" y="458"/>
                </a:cubicBezTo>
                <a:lnTo>
                  <a:pt x="0" y="50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3" name=""/>
          <p:cNvSpPr/>
          <p:nvPr/>
        </p:nvSpPr>
        <p:spPr>
          <a:xfrm>
            <a:off x="3402360" y="2705400"/>
            <a:ext cx="42840" cy="35280"/>
          </a:xfrm>
          <a:custGeom>
            <a:avLst/>
            <a:gdLst/>
            <a:ahLst/>
            <a:rect l="0" t="0" r="r" b="b"/>
            <a:pathLst>
              <a:path w="119" h="98">
                <a:moveTo>
                  <a:pt x="119" y="98"/>
                </a:moveTo>
                <a:lnTo>
                  <a:pt x="0" y="92"/>
                </a:lnTo>
                <a:lnTo>
                  <a:pt x="77" y="0"/>
                </a:lnTo>
                <a:lnTo>
                  <a:pt x="119" y="9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4" name=""/>
          <p:cNvSpPr/>
          <p:nvPr/>
        </p:nvSpPr>
        <p:spPr>
          <a:xfrm>
            <a:off x="3398400" y="2701800"/>
            <a:ext cx="49680" cy="41040"/>
          </a:xfrm>
          <a:custGeom>
            <a:avLst/>
            <a:gdLst/>
            <a:ahLst/>
            <a:rect l="0" t="0" r="r" b="b"/>
            <a:pathLst>
              <a:path w="138" h="114">
                <a:moveTo>
                  <a:pt x="119" y="113"/>
                </a:moveTo>
                <a:lnTo>
                  <a:pt x="108" y="113"/>
                </a:lnTo>
                <a:lnTo>
                  <a:pt x="109" y="102"/>
                </a:lnTo>
                <a:lnTo>
                  <a:pt x="120" y="103"/>
                </a:lnTo>
                <a:lnTo>
                  <a:pt x="119" y="113"/>
                </a:lnTo>
                <a:moveTo>
                  <a:pt x="108" y="113"/>
                </a:moveTo>
                <a:lnTo>
                  <a:pt x="98" y="112"/>
                </a:lnTo>
                <a:lnTo>
                  <a:pt x="98" y="102"/>
                </a:lnTo>
                <a:lnTo>
                  <a:pt x="109" y="102"/>
                </a:lnTo>
                <a:lnTo>
                  <a:pt x="108" y="113"/>
                </a:lnTo>
                <a:moveTo>
                  <a:pt x="98" y="112"/>
                </a:moveTo>
                <a:lnTo>
                  <a:pt x="87" y="112"/>
                </a:lnTo>
                <a:lnTo>
                  <a:pt x="88" y="101"/>
                </a:lnTo>
                <a:lnTo>
                  <a:pt x="98" y="102"/>
                </a:lnTo>
                <a:lnTo>
                  <a:pt x="98" y="112"/>
                </a:lnTo>
                <a:moveTo>
                  <a:pt x="87" y="112"/>
                </a:moveTo>
                <a:lnTo>
                  <a:pt x="76" y="111"/>
                </a:lnTo>
                <a:lnTo>
                  <a:pt x="76" y="100"/>
                </a:lnTo>
                <a:lnTo>
                  <a:pt x="88" y="101"/>
                </a:lnTo>
                <a:lnTo>
                  <a:pt x="87" y="112"/>
                </a:lnTo>
                <a:moveTo>
                  <a:pt x="76" y="111"/>
                </a:moveTo>
                <a:lnTo>
                  <a:pt x="65" y="110"/>
                </a:lnTo>
                <a:lnTo>
                  <a:pt x="66" y="100"/>
                </a:lnTo>
                <a:lnTo>
                  <a:pt x="76" y="100"/>
                </a:lnTo>
                <a:lnTo>
                  <a:pt x="76" y="111"/>
                </a:lnTo>
                <a:moveTo>
                  <a:pt x="65" y="110"/>
                </a:moveTo>
                <a:lnTo>
                  <a:pt x="55" y="110"/>
                </a:lnTo>
                <a:lnTo>
                  <a:pt x="55" y="99"/>
                </a:lnTo>
                <a:lnTo>
                  <a:pt x="66" y="100"/>
                </a:lnTo>
                <a:lnTo>
                  <a:pt x="65" y="110"/>
                </a:lnTo>
                <a:moveTo>
                  <a:pt x="55" y="110"/>
                </a:moveTo>
                <a:lnTo>
                  <a:pt x="44" y="109"/>
                </a:lnTo>
                <a:lnTo>
                  <a:pt x="45" y="99"/>
                </a:lnTo>
                <a:lnTo>
                  <a:pt x="55" y="99"/>
                </a:lnTo>
                <a:lnTo>
                  <a:pt x="55" y="110"/>
                </a:lnTo>
                <a:moveTo>
                  <a:pt x="44" y="109"/>
                </a:moveTo>
                <a:lnTo>
                  <a:pt x="33" y="109"/>
                </a:lnTo>
                <a:lnTo>
                  <a:pt x="34" y="98"/>
                </a:lnTo>
                <a:lnTo>
                  <a:pt x="45" y="99"/>
                </a:lnTo>
                <a:lnTo>
                  <a:pt x="44" y="109"/>
                </a:lnTo>
                <a:moveTo>
                  <a:pt x="33" y="109"/>
                </a:moveTo>
                <a:lnTo>
                  <a:pt x="23" y="108"/>
                </a:lnTo>
                <a:lnTo>
                  <a:pt x="23" y="98"/>
                </a:lnTo>
                <a:lnTo>
                  <a:pt x="34" y="98"/>
                </a:lnTo>
                <a:lnTo>
                  <a:pt x="33" y="109"/>
                </a:lnTo>
                <a:moveTo>
                  <a:pt x="23" y="108"/>
                </a:moveTo>
                <a:lnTo>
                  <a:pt x="12" y="108"/>
                </a:lnTo>
                <a:lnTo>
                  <a:pt x="13" y="97"/>
                </a:lnTo>
                <a:lnTo>
                  <a:pt x="23" y="98"/>
                </a:lnTo>
                <a:lnTo>
                  <a:pt x="23" y="108"/>
                </a:lnTo>
                <a:moveTo>
                  <a:pt x="12" y="108"/>
                </a:moveTo>
                <a:lnTo>
                  <a:pt x="0" y="107"/>
                </a:lnTo>
                <a:lnTo>
                  <a:pt x="12" y="92"/>
                </a:lnTo>
                <a:lnTo>
                  <a:pt x="20" y="99"/>
                </a:lnTo>
                <a:lnTo>
                  <a:pt x="15" y="106"/>
                </a:lnTo>
                <a:lnTo>
                  <a:pt x="11" y="102"/>
                </a:lnTo>
                <a:lnTo>
                  <a:pt x="11" y="97"/>
                </a:lnTo>
                <a:lnTo>
                  <a:pt x="13" y="97"/>
                </a:lnTo>
                <a:lnTo>
                  <a:pt x="12" y="108"/>
                </a:lnTo>
                <a:moveTo>
                  <a:pt x="12" y="92"/>
                </a:moveTo>
                <a:lnTo>
                  <a:pt x="19" y="84"/>
                </a:lnTo>
                <a:lnTo>
                  <a:pt x="27" y="91"/>
                </a:lnTo>
                <a:lnTo>
                  <a:pt x="20" y="99"/>
                </a:lnTo>
                <a:lnTo>
                  <a:pt x="12" y="92"/>
                </a:lnTo>
                <a:moveTo>
                  <a:pt x="19" y="84"/>
                </a:moveTo>
                <a:lnTo>
                  <a:pt x="26" y="76"/>
                </a:lnTo>
                <a:lnTo>
                  <a:pt x="34" y="83"/>
                </a:lnTo>
                <a:lnTo>
                  <a:pt x="27" y="91"/>
                </a:lnTo>
                <a:lnTo>
                  <a:pt x="19" y="84"/>
                </a:lnTo>
                <a:moveTo>
                  <a:pt x="26" y="76"/>
                </a:moveTo>
                <a:lnTo>
                  <a:pt x="33" y="68"/>
                </a:lnTo>
                <a:lnTo>
                  <a:pt x="41" y="75"/>
                </a:lnTo>
                <a:lnTo>
                  <a:pt x="34" y="83"/>
                </a:lnTo>
                <a:lnTo>
                  <a:pt x="26" y="76"/>
                </a:lnTo>
                <a:moveTo>
                  <a:pt x="33" y="68"/>
                </a:moveTo>
                <a:lnTo>
                  <a:pt x="39" y="60"/>
                </a:lnTo>
                <a:lnTo>
                  <a:pt x="47" y="66"/>
                </a:lnTo>
                <a:lnTo>
                  <a:pt x="41" y="75"/>
                </a:lnTo>
                <a:lnTo>
                  <a:pt x="33" y="68"/>
                </a:lnTo>
                <a:moveTo>
                  <a:pt x="39" y="60"/>
                </a:moveTo>
                <a:lnTo>
                  <a:pt x="46" y="51"/>
                </a:lnTo>
                <a:lnTo>
                  <a:pt x="54" y="58"/>
                </a:lnTo>
                <a:lnTo>
                  <a:pt x="47" y="66"/>
                </a:lnTo>
                <a:lnTo>
                  <a:pt x="39" y="60"/>
                </a:lnTo>
                <a:moveTo>
                  <a:pt x="46" y="51"/>
                </a:moveTo>
                <a:lnTo>
                  <a:pt x="53" y="42"/>
                </a:lnTo>
                <a:lnTo>
                  <a:pt x="61" y="49"/>
                </a:lnTo>
                <a:lnTo>
                  <a:pt x="54" y="58"/>
                </a:lnTo>
                <a:lnTo>
                  <a:pt x="46" y="51"/>
                </a:lnTo>
                <a:moveTo>
                  <a:pt x="53" y="42"/>
                </a:moveTo>
                <a:lnTo>
                  <a:pt x="60" y="34"/>
                </a:lnTo>
                <a:lnTo>
                  <a:pt x="68" y="41"/>
                </a:lnTo>
                <a:lnTo>
                  <a:pt x="61" y="49"/>
                </a:lnTo>
                <a:lnTo>
                  <a:pt x="53" y="42"/>
                </a:lnTo>
                <a:moveTo>
                  <a:pt x="60" y="34"/>
                </a:moveTo>
                <a:lnTo>
                  <a:pt x="66" y="26"/>
                </a:lnTo>
                <a:lnTo>
                  <a:pt x="75" y="33"/>
                </a:lnTo>
                <a:lnTo>
                  <a:pt x="68" y="41"/>
                </a:lnTo>
                <a:lnTo>
                  <a:pt x="60" y="34"/>
                </a:lnTo>
                <a:moveTo>
                  <a:pt x="66" y="26"/>
                </a:moveTo>
                <a:lnTo>
                  <a:pt x="73" y="18"/>
                </a:lnTo>
                <a:lnTo>
                  <a:pt x="81" y="25"/>
                </a:lnTo>
                <a:lnTo>
                  <a:pt x="75" y="33"/>
                </a:lnTo>
                <a:lnTo>
                  <a:pt x="66" y="26"/>
                </a:lnTo>
                <a:moveTo>
                  <a:pt x="73" y="18"/>
                </a:moveTo>
                <a:lnTo>
                  <a:pt x="80" y="10"/>
                </a:lnTo>
                <a:lnTo>
                  <a:pt x="89" y="17"/>
                </a:lnTo>
                <a:lnTo>
                  <a:pt x="81" y="25"/>
                </a:lnTo>
                <a:lnTo>
                  <a:pt x="73" y="18"/>
                </a:lnTo>
                <a:moveTo>
                  <a:pt x="80" y="10"/>
                </a:moveTo>
                <a:lnTo>
                  <a:pt x="89" y="0"/>
                </a:lnTo>
                <a:lnTo>
                  <a:pt x="95" y="15"/>
                </a:lnTo>
                <a:lnTo>
                  <a:pt x="85" y="19"/>
                </a:lnTo>
                <a:lnTo>
                  <a:pt x="83" y="13"/>
                </a:lnTo>
                <a:lnTo>
                  <a:pt x="88" y="10"/>
                </a:lnTo>
                <a:lnTo>
                  <a:pt x="92" y="14"/>
                </a:lnTo>
                <a:lnTo>
                  <a:pt x="89" y="17"/>
                </a:lnTo>
                <a:lnTo>
                  <a:pt x="80" y="10"/>
                </a:lnTo>
                <a:moveTo>
                  <a:pt x="95" y="15"/>
                </a:moveTo>
                <a:lnTo>
                  <a:pt x="99" y="24"/>
                </a:lnTo>
                <a:lnTo>
                  <a:pt x="90" y="28"/>
                </a:lnTo>
                <a:lnTo>
                  <a:pt x="85" y="19"/>
                </a:lnTo>
                <a:lnTo>
                  <a:pt x="95" y="15"/>
                </a:lnTo>
                <a:moveTo>
                  <a:pt x="99" y="24"/>
                </a:moveTo>
                <a:lnTo>
                  <a:pt x="104" y="34"/>
                </a:lnTo>
                <a:lnTo>
                  <a:pt x="94" y="38"/>
                </a:lnTo>
                <a:lnTo>
                  <a:pt x="90" y="28"/>
                </a:lnTo>
                <a:lnTo>
                  <a:pt x="99" y="24"/>
                </a:lnTo>
                <a:moveTo>
                  <a:pt x="104" y="34"/>
                </a:moveTo>
                <a:lnTo>
                  <a:pt x="108" y="44"/>
                </a:lnTo>
                <a:lnTo>
                  <a:pt x="98" y="48"/>
                </a:lnTo>
                <a:lnTo>
                  <a:pt x="94" y="38"/>
                </a:lnTo>
                <a:lnTo>
                  <a:pt x="104" y="34"/>
                </a:lnTo>
                <a:moveTo>
                  <a:pt x="108" y="44"/>
                </a:moveTo>
                <a:lnTo>
                  <a:pt x="112" y="53"/>
                </a:lnTo>
                <a:lnTo>
                  <a:pt x="102" y="59"/>
                </a:lnTo>
                <a:lnTo>
                  <a:pt x="98" y="48"/>
                </a:lnTo>
                <a:lnTo>
                  <a:pt x="108" y="44"/>
                </a:lnTo>
                <a:moveTo>
                  <a:pt x="112" y="53"/>
                </a:moveTo>
                <a:lnTo>
                  <a:pt x="116" y="64"/>
                </a:lnTo>
                <a:lnTo>
                  <a:pt x="107" y="68"/>
                </a:lnTo>
                <a:lnTo>
                  <a:pt x="102" y="59"/>
                </a:lnTo>
                <a:lnTo>
                  <a:pt x="112" y="53"/>
                </a:lnTo>
                <a:moveTo>
                  <a:pt x="116" y="64"/>
                </a:moveTo>
                <a:lnTo>
                  <a:pt x="120" y="74"/>
                </a:lnTo>
                <a:lnTo>
                  <a:pt x="111" y="78"/>
                </a:lnTo>
                <a:lnTo>
                  <a:pt x="107" y="68"/>
                </a:lnTo>
                <a:lnTo>
                  <a:pt x="116" y="64"/>
                </a:lnTo>
                <a:moveTo>
                  <a:pt x="120" y="74"/>
                </a:moveTo>
                <a:lnTo>
                  <a:pt x="125" y="83"/>
                </a:lnTo>
                <a:lnTo>
                  <a:pt x="115" y="88"/>
                </a:lnTo>
                <a:lnTo>
                  <a:pt x="111" y="78"/>
                </a:lnTo>
                <a:lnTo>
                  <a:pt x="120" y="74"/>
                </a:lnTo>
                <a:moveTo>
                  <a:pt x="125" y="83"/>
                </a:moveTo>
                <a:lnTo>
                  <a:pt x="129" y="93"/>
                </a:lnTo>
                <a:lnTo>
                  <a:pt x="119" y="97"/>
                </a:lnTo>
                <a:lnTo>
                  <a:pt x="115" y="88"/>
                </a:lnTo>
                <a:lnTo>
                  <a:pt x="125" y="83"/>
                </a:lnTo>
                <a:moveTo>
                  <a:pt x="129" y="93"/>
                </a:moveTo>
                <a:lnTo>
                  <a:pt x="133" y="103"/>
                </a:lnTo>
                <a:lnTo>
                  <a:pt x="123" y="107"/>
                </a:lnTo>
                <a:lnTo>
                  <a:pt x="119" y="97"/>
                </a:lnTo>
                <a:lnTo>
                  <a:pt x="129" y="93"/>
                </a:lnTo>
                <a:moveTo>
                  <a:pt x="133" y="103"/>
                </a:moveTo>
                <a:lnTo>
                  <a:pt x="138" y="114"/>
                </a:lnTo>
                <a:lnTo>
                  <a:pt x="119" y="113"/>
                </a:lnTo>
                <a:lnTo>
                  <a:pt x="120" y="103"/>
                </a:lnTo>
                <a:lnTo>
                  <a:pt x="130" y="103"/>
                </a:lnTo>
                <a:lnTo>
                  <a:pt x="130" y="108"/>
                </a:lnTo>
                <a:lnTo>
                  <a:pt x="125" y="111"/>
                </a:lnTo>
                <a:lnTo>
                  <a:pt x="123" y="107"/>
                </a:lnTo>
                <a:lnTo>
                  <a:pt x="133" y="1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5" name=""/>
          <p:cNvSpPr/>
          <p:nvPr/>
        </p:nvSpPr>
        <p:spPr>
          <a:xfrm>
            <a:off x="3575160" y="2905920"/>
            <a:ext cx="219600" cy="9000"/>
          </a:xfrm>
          <a:custGeom>
            <a:avLst/>
            <a:gdLst/>
            <a:ahLst/>
            <a:rect l="0" t="0" r="r" b="b"/>
            <a:pathLst>
              <a:path fill="none" w="610" h="25">
                <a:moveTo>
                  <a:pt x="610" y="25"/>
                </a:moveTo>
                <a:lnTo>
                  <a:pt x="555" y="25"/>
                </a:lnTo>
                <a:cubicBezTo>
                  <a:pt x="500" y="25"/>
                  <a:pt x="389" y="25"/>
                  <a:pt x="288" y="21"/>
                </a:cubicBezTo>
                <a:cubicBezTo>
                  <a:pt x="187" y="17"/>
                  <a:pt x="93" y="8"/>
                  <a:pt x="47" y="4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6" name=""/>
          <p:cNvSpPr/>
          <p:nvPr/>
        </p:nvSpPr>
        <p:spPr>
          <a:xfrm>
            <a:off x="3556080" y="2888640"/>
            <a:ext cx="39960" cy="38520"/>
          </a:xfrm>
          <a:custGeom>
            <a:avLst/>
            <a:gdLst/>
            <a:ahLst/>
            <a:rect l="0" t="0" r="r" b="b"/>
            <a:pathLst>
              <a:path w="111" h="107">
                <a:moveTo>
                  <a:pt x="103" y="107"/>
                </a:moveTo>
                <a:lnTo>
                  <a:pt x="0" y="45"/>
                </a:lnTo>
                <a:lnTo>
                  <a:pt x="111" y="0"/>
                </a:lnTo>
                <a:lnTo>
                  <a:pt x="103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3552120" y="2885760"/>
            <a:ext cx="46080" cy="44640"/>
          </a:xfrm>
          <a:custGeom>
            <a:avLst/>
            <a:gdLst/>
            <a:ahLst/>
            <a:rect l="0" t="0" r="r" b="b"/>
            <a:pathLst>
              <a:path w="128" h="124">
                <a:moveTo>
                  <a:pt x="101" y="114"/>
                </a:moveTo>
                <a:lnTo>
                  <a:pt x="92" y="108"/>
                </a:lnTo>
                <a:lnTo>
                  <a:pt x="97" y="99"/>
                </a:lnTo>
                <a:lnTo>
                  <a:pt x="107" y="105"/>
                </a:lnTo>
                <a:lnTo>
                  <a:pt x="101" y="114"/>
                </a:lnTo>
                <a:moveTo>
                  <a:pt x="92" y="108"/>
                </a:moveTo>
                <a:lnTo>
                  <a:pt x="83" y="103"/>
                </a:lnTo>
                <a:lnTo>
                  <a:pt x="88" y="93"/>
                </a:lnTo>
                <a:lnTo>
                  <a:pt x="97" y="99"/>
                </a:lnTo>
                <a:lnTo>
                  <a:pt x="92" y="108"/>
                </a:lnTo>
                <a:moveTo>
                  <a:pt x="83" y="103"/>
                </a:moveTo>
                <a:lnTo>
                  <a:pt x="74" y="96"/>
                </a:lnTo>
                <a:lnTo>
                  <a:pt x="79" y="87"/>
                </a:lnTo>
                <a:lnTo>
                  <a:pt x="88" y="93"/>
                </a:lnTo>
                <a:lnTo>
                  <a:pt x="83" y="103"/>
                </a:lnTo>
                <a:moveTo>
                  <a:pt x="74" y="96"/>
                </a:moveTo>
                <a:lnTo>
                  <a:pt x="65" y="91"/>
                </a:lnTo>
                <a:lnTo>
                  <a:pt x="70" y="82"/>
                </a:lnTo>
                <a:lnTo>
                  <a:pt x="79" y="87"/>
                </a:lnTo>
                <a:lnTo>
                  <a:pt x="74" y="96"/>
                </a:lnTo>
                <a:moveTo>
                  <a:pt x="65" y="91"/>
                </a:moveTo>
                <a:lnTo>
                  <a:pt x="56" y="85"/>
                </a:lnTo>
                <a:lnTo>
                  <a:pt x="61" y="76"/>
                </a:lnTo>
                <a:lnTo>
                  <a:pt x="70" y="82"/>
                </a:lnTo>
                <a:lnTo>
                  <a:pt x="65" y="91"/>
                </a:lnTo>
                <a:moveTo>
                  <a:pt x="56" y="85"/>
                </a:moveTo>
                <a:lnTo>
                  <a:pt x="46" y="80"/>
                </a:lnTo>
                <a:lnTo>
                  <a:pt x="52" y="70"/>
                </a:lnTo>
                <a:lnTo>
                  <a:pt x="61" y="76"/>
                </a:lnTo>
                <a:lnTo>
                  <a:pt x="56" y="85"/>
                </a:lnTo>
                <a:moveTo>
                  <a:pt x="46" y="80"/>
                </a:moveTo>
                <a:lnTo>
                  <a:pt x="37" y="74"/>
                </a:lnTo>
                <a:lnTo>
                  <a:pt x="43" y="65"/>
                </a:lnTo>
                <a:lnTo>
                  <a:pt x="52" y="70"/>
                </a:lnTo>
                <a:lnTo>
                  <a:pt x="46" y="80"/>
                </a:lnTo>
                <a:moveTo>
                  <a:pt x="37" y="74"/>
                </a:moveTo>
                <a:lnTo>
                  <a:pt x="28" y="69"/>
                </a:lnTo>
                <a:lnTo>
                  <a:pt x="34" y="59"/>
                </a:lnTo>
                <a:lnTo>
                  <a:pt x="43" y="65"/>
                </a:lnTo>
                <a:lnTo>
                  <a:pt x="37" y="74"/>
                </a:lnTo>
                <a:moveTo>
                  <a:pt x="28" y="69"/>
                </a:moveTo>
                <a:lnTo>
                  <a:pt x="19" y="63"/>
                </a:lnTo>
                <a:lnTo>
                  <a:pt x="25" y="54"/>
                </a:lnTo>
                <a:lnTo>
                  <a:pt x="34" y="59"/>
                </a:lnTo>
                <a:lnTo>
                  <a:pt x="28" y="69"/>
                </a:lnTo>
                <a:moveTo>
                  <a:pt x="19" y="63"/>
                </a:moveTo>
                <a:lnTo>
                  <a:pt x="10" y="57"/>
                </a:lnTo>
                <a:lnTo>
                  <a:pt x="16" y="48"/>
                </a:lnTo>
                <a:lnTo>
                  <a:pt x="25" y="54"/>
                </a:lnTo>
                <a:lnTo>
                  <a:pt x="19" y="63"/>
                </a:lnTo>
                <a:moveTo>
                  <a:pt x="10" y="57"/>
                </a:moveTo>
                <a:lnTo>
                  <a:pt x="0" y="51"/>
                </a:lnTo>
                <a:lnTo>
                  <a:pt x="18" y="44"/>
                </a:lnTo>
                <a:lnTo>
                  <a:pt x="21" y="54"/>
                </a:lnTo>
                <a:lnTo>
                  <a:pt x="13" y="57"/>
                </a:lnTo>
                <a:lnTo>
                  <a:pt x="11" y="52"/>
                </a:lnTo>
                <a:lnTo>
                  <a:pt x="14" y="47"/>
                </a:lnTo>
                <a:lnTo>
                  <a:pt x="16" y="48"/>
                </a:lnTo>
                <a:lnTo>
                  <a:pt x="10" y="57"/>
                </a:lnTo>
                <a:moveTo>
                  <a:pt x="18" y="44"/>
                </a:moveTo>
                <a:lnTo>
                  <a:pt x="27" y="40"/>
                </a:lnTo>
                <a:lnTo>
                  <a:pt x="31" y="50"/>
                </a:lnTo>
                <a:lnTo>
                  <a:pt x="21" y="54"/>
                </a:lnTo>
                <a:lnTo>
                  <a:pt x="18" y="44"/>
                </a:lnTo>
                <a:moveTo>
                  <a:pt x="27" y="40"/>
                </a:moveTo>
                <a:lnTo>
                  <a:pt x="37" y="36"/>
                </a:lnTo>
                <a:lnTo>
                  <a:pt x="41" y="46"/>
                </a:lnTo>
                <a:lnTo>
                  <a:pt x="31" y="50"/>
                </a:lnTo>
                <a:lnTo>
                  <a:pt x="27" y="40"/>
                </a:lnTo>
                <a:moveTo>
                  <a:pt x="37" y="36"/>
                </a:moveTo>
                <a:lnTo>
                  <a:pt x="47" y="32"/>
                </a:lnTo>
                <a:lnTo>
                  <a:pt x="51" y="42"/>
                </a:lnTo>
                <a:lnTo>
                  <a:pt x="41" y="46"/>
                </a:lnTo>
                <a:lnTo>
                  <a:pt x="37" y="36"/>
                </a:lnTo>
                <a:moveTo>
                  <a:pt x="47" y="32"/>
                </a:moveTo>
                <a:lnTo>
                  <a:pt x="57" y="28"/>
                </a:lnTo>
                <a:lnTo>
                  <a:pt x="61" y="38"/>
                </a:lnTo>
                <a:lnTo>
                  <a:pt x="51" y="42"/>
                </a:lnTo>
                <a:lnTo>
                  <a:pt x="47" y="32"/>
                </a:lnTo>
                <a:moveTo>
                  <a:pt x="57" y="28"/>
                </a:moveTo>
                <a:lnTo>
                  <a:pt x="67" y="24"/>
                </a:lnTo>
                <a:lnTo>
                  <a:pt x="71" y="34"/>
                </a:lnTo>
                <a:lnTo>
                  <a:pt x="61" y="38"/>
                </a:lnTo>
                <a:lnTo>
                  <a:pt x="57" y="28"/>
                </a:lnTo>
                <a:moveTo>
                  <a:pt x="67" y="24"/>
                </a:moveTo>
                <a:lnTo>
                  <a:pt x="77" y="20"/>
                </a:lnTo>
                <a:lnTo>
                  <a:pt x="80" y="30"/>
                </a:lnTo>
                <a:lnTo>
                  <a:pt x="71" y="34"/>
                </a:lnTo>
                <a:lnTo>
                  <a:pt x="67" y="24"/>
                </a:lnTo>
                <a:moveTo>
                  <a:pt x="77" y="20"/>
                </a:moveTo>
                <a:lnTo>
                  <a:pt x="86" y="16"/>
                </a:lnTo>
                <a:lnTo>
                  <a:pt x="90" y="26"/>
                </a:lnTo>
                <a:lnTo>
                  <a:pt x="80" y="30"/>
                </a:lnTo>
                <a:lnTo>
                  <a:pt x="77" y="20"/>
                </a:lnTo>
                <a:moveTo>
                  <a:pt x="86" y="16"/>
                </a:moveTo>
                <a:lnTo>
                  <a:pt x="96" y="12"/>
                </a:lnTo>
                <a:lnTo>
                  <a:pt x="100" y="22"/>
                </a:lnTo>
                <a:lnTo>
                  <a:pt x="90" y="26"/>
                </a:lnTo>
                <a:lnTo>
                  <a:pt x="86" y="16"/>
                </a:lnTo>
                <a:moveTo>
                  <a:pt x="96" y="12"/>
                </a:moveTo>
                <a:lnTo>
                  <a:pt x="107" y="9"/>
                </a:lnTo>
                <a:lnTo>
                  <a:pt x="111" y="18"/>
                </a:lnTo>
                <a:lnTo>
                  <a:pt x="100" y="22"/>
                </a:lnTo>
                <a:lnTo>
                  <a:pt x="96" y="12"/>
                </a:lnTo>
                <a:moveTo>
                  <a:pt x="107" y="9"/>
                </a:moveTo>
                <a:lnTo>
                  <a:pt x="117" y="5"/>
                </a:lnTo>
                <a:lnTo>
                  <a:pt x="121" y="14"/>
                </a:lnTo>
                <a:lnTo>
                  <a:pt x="111" y="18"/>
                </a:lnTo>
                <a:lnTo>
                  <a:pt x="107" y="9"/>
                </a:lnTo>
                <a:moveTo>
                  <a:pt x="117" y="5"/>
                </a:moveTo>
                <a:lnTo>
                  <a:pt x="128" y="0"/>
                </a:lnTo>
                <a:lnTo>
                  <a:pt x="127" y="15"/>
                </a:lnTo>
                <a:lnTo>
                  <a:pt x="117" y="14"/>
                </a:lnTo>
                <a:lnTo>
                  <a:pt x="117" y="8"/>
                </a:lnTo>
                <a:lnTo>
                  <a:pt x="122" y="8"/>
                </a:lnTo>
                <a:lnTo>
                  <a:pt x="124" y="13"/>
                </a:lnTo>
                <a:lnTo>
                  <a:pt x="121" y="14"/>
                </a:lnTo>
                <a:lnTo>
                  <a:pt x="117" y="5"/>
                </a:lnTo>
                <a:moveTo>
                  <a:pt x="127" y="15"/>
                </a:moveTo>
                <a:lnTo>
                  <a:pt x="126" y="26"/>
                </a:lnTo>
                <a:lnTo>
                  <a:pt x="116" y="25"/>
                </a:lnTo>
                <a:lnTo>
                  <a:pt x="117" y="14"/>
                </a:lnTo>
                <a:lnTo>
                  <a:pt x="127" y="15"/>
                </a:lnTo>
                <a:moveTo>
                  <a:pt x="126" y="26"/>
                </a:moveTo>
                <a:lnTo>
                  <a:pt x="125" y="36"/>
                </a:lnTo>
                <a:lnTo>
                  <a:pt x="115" y="35"/>
                </a:lnTo>
                <a:lnTo>
                  <a:pt x="116" y="25"/>
                </a:lnTo>
                <a:lnTo>
                  <a:pt x="126" y="26"/>
                </a:lnTo>
                <a:moveTo>
                  <a:pt x="125" y="36"/>
                </a:moveTo>
                <a:lnTo>
                  <a:pt x="124" y="47"/>
                </a:lnTo>
                <a:lnTo>
                  <a:pt x="114" y="46"/>
                </a:lnTo>
                <a:lnTo>
                  <a:pt x="115" y="35"/>
                </a:lnTo>
                <a:lnTo>
                  <a:pt x="125" y="36"/>
                </a:lnTo>
                <a:moveTo>
                  <a:pt x="124" y="47"/>
                </a:moveTo>
                <a:lnTo>
                  <a:pt x="124" y="57"/>
                </a:lnTo>
                <a:lnTo>
                  <a:pt x="113" y="57"/>
                </a:lnTo>
                <a:lnTo>
                  <a:pt x="114" y="46"/>
                </a:lnTo>
                <a:lnTo>
                  <a:pt x="124" y="47"/>
                </a:lnTo>
                <a:moveTo>
                  <a:pt x="124" y="57"/>
                </a:moveTo>
                <a:lnTo>
                  <a:pt x="123" y="68"/>
                </a:lnTo>
                <a:lnTo>
                  <a:pt x="112" y="67"/>
                </a:lnTo>
                <a:lnTo>
                  <a:pt x="113" y="57"/>
                </a:lnTo>
                <a:lnTo>
                  <a:pt x="124" y="57"/>
                </a:lnTo>
                <a:moveTo>
                  <a:pt x="123" y="68"/>
                </a:moveTo>
                <a:lnTo>
                  <a:pt x="122" y="79"/>
                </a:lnTo>
                <a:lnTo>
                  <a:pt x="111" y="78"/>
                </a:lnTo>
                <a:lnTo>
                  <a:pt x="112" y="67"/>
                </a:lnTo>
                <a:lnTo>
                  <a:pt x="123" y="68"/>
                </a:lnTo>
                <a:moveTo>
                  <a:pt x="122" y="79"/>
                </a:moveTo>
                <a:lnTo>
                  <a:pt x="121" y="89"/>
                </a:lnTo>
                <a:lnTo>
                  <a:pt x="110" y="88"/>
                </a:lnTo>
                <a:lnTo>
                  <a:pt x="111" y="78"/>
                </a:lnTo>
                <a:lnTo>
                  <a:pt x="122" y="79"/>
                </a:lnTo>
                <a:moveTo>
                  <a:pt x="121" y="89"/>
                </a:moveTo>
                <a:lnTo>
                  <a:pt x="120" y="101"/>
                </a:lnTo>
                <a:lnTo>
                  <a:pt x="109" y="100"/>
                </a:lnTo>
                <a:lnTo>
                  <a:pt x="110" y="88"/>
                </a:lnTo>
                <a:lnTo>
                  <a:pt x="121" y="89"/>
                </a:lnTo>
                <a:moveTo>
                  <a:pt x="120" y="101"/>
                </a:moveTo>
                <a:lnTo>
                  <a:pt x="119" y="111"/>
                </a:lnTo>
                <a:lnTo>
                  <a:pt x="109" y="110"/>
                </a:lnTo>
                <a:lnTo>
                  <a:pt x="109" y="100"/>
                </a:lnTo>
                <a:lnTo>
                  <a:pt x="120" y="101"/>
                </a:lnTo>
                <a:moveTo>
                  <a:pt x="119" y="111"/>
                </a:moveTo>
                <a:lnTo>
                  <a:pt x="118" y="124"/>
                </a:lnTo>
                <a:lnTo>
                  <a:pt x="101" y="114"/>
                </a:lnTo>
                <a:lnTo>
                  <a:pt x="107" y="105"/>
                </a:lnTo>
                <a:lnTo>
                  <a:pt x="116" y="110"/>
                </a:lnTo>
                <a:lnTo>
                  <a:pt x="114" y="115"/>
                </a:lnTo>
                <a:lnTo>
                  <a:pt x="108" y="114"/>
                </a:lnTo>
                <a:lnTo>
                  <a:pt x="109" y="110"/>
                </a:lnTo>
                <a:lnTo>
                  <a:pt x="119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4732920" y="142848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332"/>
                </a:moveTo>
                <a:lnTo>
                  <a:pt x="779" y="277"/>
                </a:lnTo>
                <a:cubicBezTo>
                  <a:pt x="679" y="222"/>
                  <a:pt x="479" y="111"/>
                  <a:pt x="331" y="55"/>
                </a:cubicBezTo>
                <a:cubicBezTo>
                  <a:pt x="185" y="0"/>
                  <a:pt x="92" y="0"/>
                  <a:pt x="46" y="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9" name=""/>
          <p:cNvSpPr/>
          <p:nvPr/>
        </p:nvSpPr>
        <p:spPr>
          <a:xfrm>
            <a:off x="4713840" y="14094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4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4709520" y="140652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5"/>
                </a:moveTo>
                <a:lnTo>
                  <a:pt x="97" y="110"/>
                </a:lnTo>
                <a:lnTo>
                  <a:pt x="102" y="101"/>
                </a:lnTo>
                <a:lnTo>
                  <a:pt x="111" y="106"/>
                </a:lnTo>
                <a:lnTo>
                  <a:pt x="107" y="115"/>
                </a:lnTo>
                <a:moveTo>
                  <a:pt x="97" y="110"/>
                </a:moveTo>
                <a:lnTo>
                  <a:pt x="88" y="106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6"/>
                </a:moveTo>
                <a:lnTo>
                  <a:pt x="78" y="101"/>
                </a:lnTo>
                <a:lnTo>
                  <a:pt x="83" y="92"/>
                </a:lnTo>
                <a:lnTo>
                  <a:pt x="93" y="96"/>
                </a:lnTo>
                <a:lnTo>
                  <a:pt x="88" y="106"/>
                </a:lnTo>
                <a:moveTo>
                  <a:pt x="78" y="101"/>
                </a:moveTo>
                <a:lnTo>
                  <a:pt x="69" y="96"/>
                </a:lnTo>
                <a:lnTo>
                  <a:pt x="74" y="87"/>
                </a:lnTo>
                <a:lnTo>
                  <a:pt x="83" y="92"/>
                </a:lnTo>
                <a:lnTo>
                  <a:pt x="78" y="101"/>
                </a:lnTo>
                <a:moveTo>
                  <a:pt x="69" y="96"/>
                </a:moveTo>
                <a:lnTo>
                  <a:pt x="59" y="92"/>
                </a:lnTo>
                <a:lnTo>
                  <a:pt x="64" y="82"/>
                </a:lnTo>
                <a:lnTo>
                  <a:pt x="74" y="87"/>
                </a:lnTo>
                <a:lnTo>
                  <a:pt x="69" y="96"/>
                </a:lnTo>
                <a:moveTo>
                  <a:pt x="59" y="92"/>
                </a:moveTo>
                <a:lnTo>
                  <a:pt x="50" y="87"/>
                </a:lnTo>
                <a:lnTo>
                  <a:pt x="55" y="77"/>
                </a:lnTo>
                <a:lnTo>
                  <a:pt x="64" y="82"/>
                </a:lnTo>
                <a:lnTo>
                  <a:pt x="59" y="92"/>
                </a:lnTo>
                <a:moveTo>
                  <a:pt x="50" y="87"/>
                </a:moveTo>
                <a:lnTo>
                  <a:pt x="40" y="82"/>
                </a:lnTo>
                <a:lnTo>
                  <a:pt x="45" y="73"/>
                </a:lnTo>
                <a:lnTo>
                  <a:pt x="55" y="77"/>
                </a:lnTo>
                <a:lnTo>
                  <a:pt x="50" y="87"/>
                </a:lnTo>
                <a:moveTo>
                  <a:pt x="40" y="82"/>
                </a:moveTo>
                <a:lnTo>
                  <a:pt x="30" y="77"/>
                </a:lnTo>
                <a:lnTo>
                  <a:pt x="36" y="68"/>
                </a:lnTo>
                <a:lnTo>
                  <a:pt x="45" y="73"/>
                </a:lnTo>
                <a:lnTo>
                  <a:pt x="40" y="82"/>
                </a:lnTo>
                <a:moveTo>
                  <a:pt x="30" y="77"/>
                </a:moveTo>
                <a:lnTo>
                  <a:pt x="21" y="73"/>
                </a:lnTo>
                <a:lnTo>
                  <a:pt x="25" y="63"/>
                </a:lnTo>
                <a:lnTo>
                  <a:pt x="36" y="68"/>
                </a:lnTo>
                <a:lnTo>
                  <a:pt x="30" y="77"/>
                </a:lnTo>
                <a:moveTo>
                  <a:pt x="21" y="73"/>
                </a:moveTo>
                <a:lnTo>
                  <a:pt x="11" y="68"/>
                </a:lnTo>
                <a:lnTo>
                  <a:pt x="16" y="57"/>
                </a:lnTo>
                <a:lnTo>
                  <a:pt x="25" y="63"/>
                </a:lnTo>
                <a:lnTo>
                  <a:pt x="21" y="73"/>
                </a:lnTo>
                <a:moveTo>
                  <a:pt x="11" y="68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7"/>
                </a:lnTo>
                <a:lnTo>
                  <a:pt x="11" y="68"/>
                </a:lnTo>
                <a:moveTo>
                  <a:pt x="17" y="53"/>
                </a:moveTo>
                <a:lnTo>
                  <a:pt x="27" y="48"/>
                </a:lnTo>
                <a:lnTo>
                  <a:pt x="31" y="57"/>
                </a:lnTo>
                <a:lnTo>
                  <a:pt x="22" y="63"/>
                </a:lnTo>
                <a:lnTo>
                  <a:pt x="17" y="53"/>
                </a:lnTo>
                <a:moveTo>
                  <a:pt x="27" y="48"/>
                </a:moveTo>
                <a:lnTo>
                  <a:pt x="37" y="43"/>
                </a:lnTo>
                <a:lnTo>
                  <a:pt x="42" y="53"/>
                </a:lnTo>
                <a:lnTo>
                  <a:pt x="31" y="57"/>
                </a:lnTo>
                <a:lnTo>
                  <a:pt x="27" y="48"/>
                </a:lnTo>
                <a:moveTo>
                  <a:pt x="37" y="43"/>
                </a:moveTo>
                <a:lnTo>
                  <a:pt x="47" y="38"/>
                </a:lnTo>
                <a:lnTo>
                  <a:pt x="51" y="48"/>
                </a:lnTo>
                <a:lnTo>
                  <a:pt x="42" y="53"/>
                </a:lnTo>
                <a:lnTo>
                  <a:pt x="37" y="43"/>
                </a:lnTo>
                <a:moveTo>
                  <a:pt x="47" y="38"/>
                </a:moveTo>
                <a:lnTo>
                  <a:pt x="56" y="34"/>
                </a:lnTo>
                <a:lnTo>
                  <a:pt x="61" y="43"/>
                </a:lnTo>
                <a:lnTo>
                  <a:pt x="51" y="48"/>
                </a:lnTo>
                <a:lnTo>
                  <a:pt x="47" y="38"/>
                </a:lnTo>
                <a:moveTo>
                  <a:pt x="56" y="34"/>
                </a:moveTo>
                <a:lnTo>
                  <a:pt x="65" y="29"/>
                </a:lnTo>
                <a:lnTo>
                  <a:pt x="70" y="38"/>
                </a:lnTo>
                <a:lnTo>
                  <a:pt x="61" y="43"/>
                </a:lnTo>
                <a:lnTo>
                  <a:pt x="56" y="34"/>
                </a:lnTo>
                <a:moveTo>
                  <a:pt x="65" y="29"/>
                </a:moveTo>
                <a:lnTo>
                  <a:pt x="75" y="24"/>
                </a:lnTo>
                <a:lnTo>
                  <a:pt x="80" y="34"/>
                </a:lnTo>
                <a:lnTo>
                  <a:pt x="70" y="38"/>
                </a:lnTo>
                <a:lnTo>
                  <a:pt x="65" y="29"/>
                </a:lnTo>
                <a:moveTo>
                  <a:pt x="75" y="24"/>
                </a:moveTo>
                <a:lnTo>
                  <a:pt x="84" y="20"/>
                </a:lnTo>
                <a:lnTo>
                  <a:pt x="89" y="29"/>
                </a:lnTo>
                <a:lnTo>
                  <a:pt x="80" y="34"/>
                </a:lnTo>
                <a:lnTo>
                  <a:pt x="75" y="24"/>
                </a:lnTo>
                <a:moveTo>
                  <a:pt x="84" y="20"/>
                </a:moveTo>
                <a:lnTo>
                  <a:pt x="94" y="15"/>
                </a:lnTo>
                <a:lnTo>
                  <a:pt x="99" y="24"/>
                </a:lnTo>
                <a:lnTo>
                  <a:pt x="89" y="29"/>
                </a:lnTo>
                <a:lnTo>
                  <a:pt x="84" y="20"/>
                </a:lnTo>
                <a:moveTo>
                  <a:pt x="94" y="15"/>
                </a:moveTo>
                <a:lnTo>
                  <a:pt x="103" y="10"/>
                </a:lnTo>
                <a:lnTo>
                  <a:pt x="108" y="20"/>
                </a:lnTo>
                <a:lnTo>
                  <a:pt x="99" y="24"/>
                </a:lnTo>
                <a:lnTo>
                  <a:pt x="94" y="15"/>
                </a:lnTo>
                <a:moveTo>
                  <a:pt x="103" y="10"/>
                </a:moveTo>
                <a:lnTo>
                  <a:pt x="113" y="5"/>
                </a:lnTo>
                <a:lnTo>
                  <a:pt x="118" y="15"/>
                </a:lnTo>
                <a:lnTo>
                  <a:pt x="108" y="20"/>
                </a:lnTo>
                <a:lnTo>
                  <a:pt x="103" y="10"/>
                </a:lnTo>
                <a:moveTo>
                  <a:pt x="113" y="5"/>
                </a:moveTo>
                <a:lnTo>
                  <a:pt x="124" y="0"/>
                </a:lnTo>
                <a:lnTo>
                  <a:pt x="124" y="15"/>
                </a:lnTo>
                <a:lnTo>
                  <a:pt x="113" y="15"/>
                </a:lnTo>
                <a:lnTo>
                  <a:pt x="113" y="8"/>
                </a:lnTo>
                <a:lnTo>
                  <a:pt x="119" y="8"/>
                </a:lnTo>
                <a:lnTo>
                  <a:pt x="121" y="13"/>
                </a:lnTo>
                <a:lnTo>
                  <a:pt x="118" y="15"/>
                </a:lnTo>
                <a:lnTo>
                  <a:pt x="113" y="5"/>
                </a:lnTo>
                <a:moveTo>
                  <a:pt x="124" y="15"/>
                </a:moveTo>
                <a:lnTo>
                  <a:pt x="124" y="26"/>
                </a:lnTo>
                <a:lnTo>
                  <a:pt x="113" y="26"/>
                </a:lnTo>
                <a:lnTo>
                  <a:pt x="113" y="15"/>
                </a:lnTo>
                <a:lnTo>
                  <a:pt x="124" y="15"/>
                </a:lnTo>
                <a:moveTo>
                  <a:pt x="124" y="26"/>
                </a:moveTo>
                <a:lnTo>
                  <a:pt x="124" y="36"/>
                </a:lnTo>
                <a:lnTo>
                  <a:pt x="113" y="36"/>
                </a:lnTo>
                <a:lnTo>
                  <a:pt x="113" y="26"/>
                </a:lnTo>
                <a:lnTo>
                  <a:pt x="124" y="26"/>
                </a:lnTo>
                <a:moveTo>
                  <a:pt x="124" y="36"/>
                </a:moveTo>
                <a:lnTo>
                  <a:pt x="124" y="47"/>
                </a:lnTo>
                <a:lnTo>
                  <a:pt x="113" y="47"/>
                </a:lnTo>
                <a:lnTo>
                  <a:pt x="113" y="36"/>
                </a:lnTo>
                <a:lnTo>
                  <a:pt x="124" y="36"/>
                </a:lnTo>
                <a:moveTo>
                  <a:pt x="124" y="47"/>
                </a:moveTo>
                <a:lnTo>
                  <a:pt x="124" y="57"/>
                </a:lnTo>
                <a:lnTo>
                  <a:pt x="113" y="57"/>
                </a:lnTo>
                <a:lnTo>
                  <a:pt x="113" y="47"/>
                </a:lnTo>
                <a:lnTo>
                  <a:pt x="124" y="47"/>
                </a:lnTo>
                <a:moveTo>
                  <a:pt x="124" y="57"/>
                </a:moveTo>
                <a:lnTo>
                  <a:pt x="124" y="69"/>
                </a:lnTo>
                <a:lnTo>
                  <a:pt x="113" y="69"/>
                </a:lnTo>
                <a:lnTo>
                  <a:pt x="113" y="57"/>
                </a:lnTo>
                <a:lnTo>
                  <a:pt x="124" y="57"/>
                </a:lnTo>
                <a:moveTo>
                  <a:pt x="124" y="69"/>
                </a:moveTo>
                <a:lnTo>
                  <a:pt x="124" y="80"/>
                </a:lnTo>
                <a:lnTo>
                  <a:pt x="113" y="80"/>
                </a:lnTo>
                <a:lnTo>
                  <a:pt x="113" y="69"/>
                </a:lnTo>
                <a:lnTo>
                  <a:pt x="124" y="69"/>
                </a:lnTo>
                <a:moveTo>
                  <a:pt x="124" y="80"/>
                </a:moveTo>
                <a:lnTo>
                  <a:pt x="124" y="90"/>
                </a:lnTo>
                <a:lnTo>
                  <a:pt x="113" y="90"/>
                </a:lnTo>
                <a:lnTo>
                  <a:pt x="113" y="80"/>
                </a:lnTo>
                <a:lnTo>
                  <a:pt x="124" y="80"/>
                </a:lnTo>
                <a:moveTo>
                  <a:pt x="124" y="90"/>
                </a:moveTo>
                <a:lnTo>
                  <a:pt x="124" y="101"/>
                </a:lnTo>
                <a:lnTo>
                  <a:pt x="113" y="101"/>
                </a:lnTo>
                <a:lnTo>
                  <a:pt x="113" y="90"/>
                </a:lnTo>
                <a:lnTo>
                  <a:pt x="124" y="90"/>
                </a:lnTo>
                <a:moveTo>
                  <a:pt x="124" y="101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5"/>
                </a:lnTo>
                <a:lnTo>
                  <a:pt x="111" y="106"/>
                </a:lnTo>
                <a:lnTo>
                  <a:pt x="121" y="110"/>
                </a:lnTo>
                <a:lnTo>
                  <a:pt x="119" y="115"/>
                </a:lnTo>
                <a:lnTo>
                  <a:pt x="113" y="115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1" name=""/>
          <p:cNvSpPr/>
          <p:nvPr/>
        </p:nvSpPr>
        <p:spPr>
          <a:xfrm>
            <a:off x="4732920" y="180468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0"/>
                </a:moveTo>
                <a:lnTo>
                  <a:pt x="779" y="55"/>
                </a:lnTo>
                <a:cubicBezTo>
                  <a:pt x="679" y="112"/>
                  <a:pt x="479" y="222"/>
                  <a:pt x="331" y="277"/>
                </a:cubicBezTo>
                <a:cubicBezTo>
                  <a:pt x="185" y="332"/>
                  <a:pt x="92" y="332"/>
                  <a:pt x="46" y="332"/>
                </a:cubicBezTo>
                <a:lnTo>
                  <a:pt x="0" y="332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4713840" y="19047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4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4709520" y="1901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5"/>
                </a:moveTo>
                <a:lnTo>
                  <a:pt x="97" y="110"/>
                </a:lnTo>
                <a:lnTo>
                  <a:pt x="102" y="101"/>
                </a:lnTo>
                <a:lnTo>
                  <a:pt x="111" y="106"/>
                </a:lnTo>
                <a:lnTo>
                  <a:pt x="107" y="115"/>
                </a:lnTo>
                <a:moveTo>
                  <a:pt x="97" y="110"/>
                </a:moveTo>
                <a:lnTo>
                  <a:pt x="88" y="106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6"/>
                </a:moveTo>
                <a:lnTo>
                  <a:pt x="78" y="101"/>
                </a:lnTo>
                <a:lnTo>
                  <a:pt x="83" y="91"/>
                </a:lnTo>
                <a:lnTo>
                  <a:pt x="93" y="96"/>
                </a:lnTo>
                <a:lnTo>
                  <a:pt x="88" y="106"/>
                </a:lnTo>
                <a:moveTo>
                  <a:pt x="78" y="101"/>
                </a:moveTo>
                <a:lnTo>
                  <a:pt x="69" y="96"/>
                </a:lnTo>
                <a:lnTo>
                  <a:pt x="74" y="87"/>
                </a:lnTo>
                <a:lnTo>
                  <a:pt x="83" y="91"/>
                </a:lnTo>
                <a:lnTo>
                  <a:pt x="78" y="101"/>
                </a:lnTo>
                <a:moveTo>
                  <a:pt x="69" y="96"/>
                </a:moveTo>
                <a:lnTo>
                  <a:pt x="59" y="91"/>
                </a:lnTo>
                <a:lnTo>
                  <a:pt x="64" y="82"/>
                </a:lnTo>
                <a:lnTo>
                  <a:pt x="74" y="87"/>
                </a:lnTo>
                <a:lnTo>
                  <a:pt x="69" y="96"/>
                </a:lnTo>
                <a:moveTo>
                  <a:pt x="59" y="91"/>
                </a:moveTo>
                <a:lnTo>
                  <a:pt x="50" y="87"/>
                </a:lnTo>
                <a:lnTo>
                  <a:pt x="55" y="77"/>
                </a:lnTo>
                <a:lnTo>
                  <a:pt x="64" y="82"/>
                </a:lnTo>
                <a:lnTo>
                  <a:pt x="59" y="91"/>
                </a:lnTo>
                <a:moveTo>
                  <a:pt x="50" y="87"/>
                </a:moveTo>
                <a:lnTo>
                  <a:pt x="40" y="82"/>
                </a:lnTo>
                <a:lnTo>
                  <a:pt x="45" y="72"/>
                </a:lnTo>
                <a:lnTo>
                  <a:pt x="55" y="77"/>
                </a:lnTo>
                <a:lnTo>
                  <a:pt x="50" y="87"/>
                </a:lnTo>
                <a:moveTo>
                  <a:pt x="40" y="82"/>
                </a:moveTo>
                <a:lnTo>
                  <a:pt x="30" y="77"/>
                </a:lnTo>
                <a:lnTo>
                  <a:pt x="36" y="68"/>
                </a:lnTo>
                <a:lnTo>
                  <a:pt x="45" y="72"/>
                </a:lnTo>
                <a:lnTo>
                  <a:pt x="40" y="82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8"/>
                </a:lnTo>
                <a:lnTo>
                  <a:pt x="30" y="77"/>
                </a:lnTo>
                <a:moveTo>
                  <a:pt x="21" y="72"/>
                </a:moveTo>
                <a:lnTo>
                  <a:pt x="11" y="68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8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8"/>
                </a:lnTo>
                <a:moveTo>
                  <a:pt x="17" y="53"/>
                </a:moveTo>
                <a:lnTo>
                  <a:pt x="27" y="49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9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9"/>
                </a:lnTo>
                <a:moveTo>
                  <a:pt x="37" y="44"/>
                </a:moveTo>
                <a:lnTo>
                  <a:pt x="47" y="39"/>
                </a:lnTo>
                <a:lnTo>
                  <a:pt x="51" y="49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5"/>
                </a:lnTo>
                <a:lnTo>
                  <a:pt x="61" y="44"/>
                </a:lnTo>
                <a:lnTo>
                  <a:pt x="51" y="49"/>
                </a:lnTo>
                <a:lnTo>
                  <a:pt x="47" y="39"/>
                </a:lnTo>
                <a:moveTo>
                  <a:pt x="56" y="35"/>
                </a:moveTo>
                <a:lnTo>
                  <a:pt x="65" y="30"/>
                </a:lnTo>
                <a:lnTo>
                  <a:pt x="70" y="39"/>
                </a:lnTo>
                <a:lnTo>
                  <a:pt x="61" y="44"/>
                </a:lnTo>
                <a:lnTo>
                  <a:pt x="56" y="35"/>
                </a:lnTo>
                <a:moveTo>
                  <a:pt x="65" y="30"/>
                </a:moveTo>
                <a:lnTo>
                  <a:pt x="75" y="24"/>
                </a:lnTo>
                <a:lnTo>
                  <a:pt x="80" y="35"/>
                </a:lnTo>
                <a:lnTo>
                  <a:pt x="70" y="39"/>
                </a:lnTo>
                <a:lnTo>
                  <a:pt x="65" y="30"/>
                </a:lnTo>
                <a:moveTo>
                  <a:pt x="75" y="24"/>
                </a:moveTo>
                <a:lnTo>
                  <a:pt x="84" y="19"/>
                </a:lnTo>
                <a:lnTo>
                  <a:pt x="89" y="30"/>
                </a:lnTo>
                <a:lnTo>
                  <a:pt x="80" y="35"/>
                </a:lnTo>
                <a:lnTo>
                  <a:pt x="75" y="24"/>
                </a:lnTo>
                <a:moveTo>
                  <a:pt x="84" y="19"/>
                </a:moveTo>
                <a:lnTo>
                  <a:pt x="94" y="15"/>
                </a:lnTo>
                <a:lnTo>
                  <a:pt x="99" y="24"/>
                </a:lnTo>
                <a:lnTo>
                  <a:pt x="89" y="30"/>
                </a:lnTo>
                <a:lnTo>
                  <a:pt x="84" y="19"/>
                </a:lnTo>
                <a:moveTo>
                  <a:pt x="94" y="15"/>
                </a:moveTo>
                <a:lnTo>
                  <a:pt x="103" y="10"/>
                </a:lnTo>
                <a:lnTo>
                  <a:pt x="108" y="19"/>
                </a:lnTo>
                <a:lnTo>
                  <a:pt x="99" y="24"/>
                </a:lnTo>
                <a:lnTo>
                  <a:pt x="94" y="15"/>
                </a:lnTo>
                <a:moveTo>
                  <a:pt x="103" y="10"/>
                </a:moveTo>
                <a:lnTo>
                  <a:pt x="113" y="5"/>
                </a:lnTo>
                <a:lnTo>
                  <a:pt x="118" y="15"/>
                </a:lnTo>
                <a:lnTo>
                  <a:pt x="108" y="19"/>
                </a:lnTo>
                <a:lnTo>
                  <a:pt x="103" y="10"/>
                </a:lnTo>
                <a:moveTo>
                  <a:pt x="113" y="5"/>
                </a:moveTo>
                <a:lnTo>
                  <a:pt x="124" y="0"/>
                </a:lnTo>
                <a:lnTo>
                  <a:pt x="124" y="15"/>
                </a:lnTo>
                <a:lnTo>
                  <a:pt x="113" y="15"/>
                </a:lnTo>
                <a:lnTo>
                  <a:pt x="113" y="8"/>
                </a:lnTo>
                <a:lnTo>
                  <a:pt x="119" y="8"/>
                </a:lnTo>
                <a:lnTo>
                  <a:pt x="121" y="13"/>
                </a:lnTo>
                <a:lnTo>
                  <a:pt x="118" y="15"/>
                </a:lnTo>
                <a:lnTo>
                  <a:pt x="113" y="5"/>
                </a:lnTo>
                <a:moveTo>
                  <a:pt x="124" y="15"/>
                </a:moveTo>
                <a:lnTo>
                  <a:pt x="124" y="27"/>
                </a:lnTo>
                <a:lnTo>
                  <a:pt x="113" y="27"/>
                </a:lnTo>
                <a:lnTo>
                  <a:pt x="113" y="15"/>
                </a:lnTo>
                <a:lnTo>
                  <a:pt x="124" y="15"/>
                </a:lnTo>
                <a:moveTo>
                  <a:pt x="124" y="27"/>
                </a:moveTo>
                <a:lnTo>
                  <a:pt x="124" y="37"/>
                </a:lnTo>
                <a:lnTo>
                  <a:pt x="113" y="37"/>
                </a:lnTo>
                <a:lnTo>
                  <a:pt x="113" y="27"/>
                </a:lnTo>
                <a:lnTo>
                  <a:pt x="124" y="27"/>
                </a:lnTo>
                <a:moveTo>
                  <a:pt x="124" y="37"/>
                </a:moveTo>
                <a:lnTo>
                  <a:pt x="124" y="48"/>
                </a:lnTo>
                <a:lnTo>
                  <a:pt x="113" y="48"/>
                </a:lnTo>
                <a:lnTo>
                  <a:pt x="113" y="37"/>
                </a:lnTo>
                <a:lnTo>
                  <a:pt x="124" y="37"/>
                </a:lnTo>
                <a:moveTo>
                  <a:pt x="124" y="48"/>
                </a:moveTo>
                <a:lnTo>
                  <a:pt x="124" y="58"/>
                </a:lnTo>
                <a:lnTo>
                  <a:pt x="113" y="58"/>
                </a:lnTo>
                <a:lnTo>
                  <a:pt x="113" y="48"/>
                </a:lnTo>
                <a:lnTo>
                  <a:pt x="124" y="48"/>
                </a:lnTo>
                <a:moveTo>
                  <a:pt x="124" y="58"/>
                </a:moveTo>
                <a:lnTo>
                  <a:pt x="124" y="69"/>
                </a:lnTo>
                <a:lnTo>
                  <a:pt x="113" y="69"/>
                </a:lnTo>
                <a:lnTo>
                  <a:pt x="113" y="58"/>
                </a:lnTo>
                <a:lnTo>
                  <a:pt x="124" y="58"/>
                </a:lnTo>
                <a:moveTo>
                  <a:pt x="124" y="69"/>
                </a:moveTo>
                <a:lnTo>
                  <a:pt x="124" y="79"/>
                </a:lnTo>
                <a:lnTo>
                  <a:pt x="113" y="79"/>
                </a:lnTo>
                <a:lnTo>
                  <a:pt x="113" y="69"/>
                </a:lnTo>
                <a:lnTo>
                  <a:pt x="124" y="69"/>
                </a:lnTo>
                <a:moveTo>
                  <a:pt x="124" y="79"/>
                </a:moveTo>
                <a:lnTo>
                  <a:pt x="124" y="90"/>
                </a:lnTo>
                <a:lnTo>
                  <a:pt x="113" y="90"/>
                </a:lnTo>
                <a:lnTo>
                  <a:pt x="113" y="79"/>
                </a:lnTo>
                <a:lnTo>
                  <a:pt x="124" y="79"/>
                </a:lnTo>
                <a:moveTo>
                  <a:pt x="124" y="90"/>
                </a:moveTo>
                <a:lnTo>
                  <a:pt x="124" y="101"/>
                </a:lnTo>
                <a:lnTo>
                  <a:pt x="113" y="101"/>
                </a:lnTo>
                <a:lnTo>
                  <a:pt x="113" y="90"/>
                </a:lnTo>
                <a:lnTo>
                  <a:pt x="124" y="90"/>
                </a:lnTo>
                <a:moveTo>
                  <a:pt x="124" y="101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5"/>
                </a:lnTo>
                <a:lnTo>
                  <a:pt x="111" y="106"/>
                </a:lnTo>
                <a:lnTo>
                  <a:pt x="121" y="110"/>
                </a:lnTo>
                <a:lnTo>
                  <a:pt x="119" y="115"/>
                </a:lnTo>
                <a:lnTo>
                  <a:pt x="113" y="115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4732920" y="241920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332"/>
                </a:moveTo>
                <a:lnTo>
                  <a:pt x="779" y="277"/>
                </a:lnTo>
                <a:cubicBezTo>
                  <a:pt x="679" y="221"/>
                  <a:pt x="479" y="111"/>
                  <a:pt x="331" y="56"/>
                </a:cubicBezTo>
                <a:cubicBezTo>
                  <a:pt x="185" y="0"/>
                  <a:pt x="92" y="0"/>
                  <a:pt x="46" y="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4713840" y="2400120"/>
            <a:ext cx="38520" cy="38880"/>
          </a:xfrm>
          <a:custGeom>
            <a:avLst/>
            <a:gdLst/>
            <a:ahLst/>
            <a:rect l="0" t="0" r="r" b="b"/>
            <a:pathLst>
              <a:path w="107" h="108">
                <a:moveTo>
                  <a:pt x="107" y="108"/>
                </a:moveTo>
                <a:lnTo>
                  <a:pt x="0" y="54"/>
                </a:lnTo>
                <a:lnTo>
                  <a:pt x="107" y="0"/>
                </a:lnTo>
                <a:lnTo>
                  <a:pt x="107" y="10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6" name=""/>
          <p:cNvSpPr/>
          <p:nvPr/>
        </p:nvSpPr>
        <p:spPr>
          <a:xfrm>
            <a:off x="4709520" y="2396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6"/>
                </a:moveTo>
                <a:lnTo>
                  <a:pt x="97" y="110"/>
                </a:lnTo>
                <a:lnTo>
                  <a:pt x="102" y="101"/>
                </a:lnTo>
                <a:lnTo>
                  <a:pt x="111" y="105"/>
                </a:lnTo>
                <a:lnTo>
                  <a:pt x="107" y="116"/>
                </a:lnTo>
                <a:moveTo>
                  <a:pt x="97" y="110"/>
                </a:moveTo>
                <a:lnTo>
                  <a:pt x="88" y="105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5"/>
                </a:moveTo>
                <a:lnTo>
                  <a:pt x="78" y="101"/>
                </a:lnTo>
                <a:lnTo>
                  <a:pt x="83" y="91"/>
                </a:lnTo>
                <a:lnTo>
                  <a:pt x="93" y="96"/>
                </a:lnTo>
                <a:lnTo>
                  <a:pt x="88" y="105"/>
                </a:lnTo>
                <a:moveTo>
                  <a:pt x="78" y="101"/>
                </a:moveTo>
                <a:lnTo>
                  <a:pt x="69" y="96"/>
                </a:lnTo>
                <a:lnTo>
                  <a:pt x="74" y="86"/>
                </a:lnTo>
                <a:lnTo>
                  <a:pt x="83" y="91"/>
                </a:lnTo>
                <a:lnTo>
                  <a:pt x="78" y="101"/>
                </a:lnTo>
                <a:moveTo>
                  <a:pt x="69" y="96"/>
                </a:moveTo>
                <a:lnTo>
                  <a:pt x="59" y="91"/>
                </a:lnTo>
                <a:lnTo>
                  <a:pt x="64" y="82"/>
                </a:lnTo>
                <a:lnTo>
                  <a:pt x="74" y="86"/>
                </a:lnTo>
                <a:lnTo>
                  <a:pt x="69" y="96"/>
                </a:lnTo>
                <a:moveTo>
                  <a:pt x="59" y="91"/>
                </a:moveTo>
                <a:lnTo>
                  <a:pt x="50" y="86"/>
                </a:lnTo>
                <a:lnTo>
                  <a:pt x="55" y="77"/>
                </a:lnTo>
                <a:lnTo>
                  <a:pt x="64" y="82"/>
                </a:lnTo>
                <a:lnTo>
                  <a:pt x="59" y="91"/>
                </a:lnTo>
                <a:moveTo>
                  <a:pt x="50" y="86"/>
                </a:moveTo>
                <a:lnTo>
                  <a:pt x="40" y="82"/>
                </a:lnTo>
                <a:lnTo>
                  <a:pt x="45" y="72"/>
                </a:lnTo>
                <a:lnTo>
                  <a:pt x="55" y="77"/>
                </a:lnTo>
                <a:lnTo>
                  <a:pt x="50" y="86"/>
                </a:lnTo>
                <a:moveTo>
                  <a:pt x="40" y="82"/>
                </a:moveTo>
                <a:lnTo>
                  <a:pt x="30" y="77"/>
                </a:lnTo>
                <a:lnTo>
                  <a:pt x="36" y="67"/>
                </a:lnTo>
                <a:lnTo>
                  <a:pt x="45" y="72"/>
                </a:lnTo>
                <a:lnTo>
                  <a:pt x="40" y="82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7"/>
                </a:lnTo>
                <a:lnTo>
                  <a:pt x="30" y="77"/>
                </a:lnTo>
                <a:moveTo>
                  <a:pt x="21" y="72"/>
                </a:moveTo>
                <a:lnTo>
                  <a:pt x="11" y="67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7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7"/>
                </a:lnTo>
                <a:moveTo>
                  <a:pt x="17" y="53"/>
                </a:moveTo>
                <a:lnTo>
                  <a:pt x="27" y="49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9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9"/>
                </a:lnTo>
                <a:moveTo>
                  <a:pt x="37" y="44"/>
                </a:moveTo>
                <a:lnTo>
                  <a:pt x="47" y="39"/>
                </a:lnTo>
                <a:lnTo>
                  <a:pt x="51" y="49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4"/>
                </a:lnTo>
                <a:lnTo>
                  <a:pt x="61" y="44"/>
                </a:lnTo>
                <a:lnTo>
                  <a:pt x="51" y="49"/>
                </a:lnTo>
                <a:lnTo>
                  <a:pt x="47" y="39"/>
                </a:lnTo>
                <a:moveTo>
                  <a:pt x="56" y="34"/>
                </a:moveTo>
                <a:lnTo>
                  <a:pt x="65" y="30"/>
                </a:lnTo>
                <a:lnTo>
                  <a:pt x="70" y="39"/>
                </a:lnTo>
                <a:lnTo>
                  <a:pt x="61" y="44"/>
                </a:lnTo>
                <a:lnTo>
                  <a:pt x="56" y="34"/>
                </a:lnTo>
                <a:moveTo>
                  <a:pt x="65" y="30"/>
                </a:moveTo>
                <a:lnTo>
                  <a:pt x="75" y="25"/>
                </a:lnTo>
                <a:lnTo>
                  <a:pt x="80" y="34"/>
                </a:lnTo>
                <a:lnTo>
                  <a:pt x="70" y="39"/>
                </a:lnTo>
                <a:lnTo>
                  <a:pt x="65" y="30"/>
                </a:lnTo>
                <a:moveTo>
                  <a:pt x="75" y="25"/>
                </a:moveTo>
                <a:lnTo>
                  <a:pt x="84" y="20"/>
                </a:lnTo>
                <a:lnTo>
                  <a:pt x="89" y="30"/>
                </a:lnTo>
                <a:lnTo>
                  <a:pt x="80" y="34"/>
                </a:lnTo>
                <a:lnTo>
                  <a:pt x="75" y="25"/>
                </a:lnTo>
                <a:moveTo>
                  <a:pt x="84" y="20"/>
                </a:moveTo>
                <a:lnTo>
                  <a:pt x="94" y="15"/>
                </a:lnTo>
                <a:lnTo>
                  <a:pt x="99" y="25"/>
                </a:lnTo>
                <a:lnTo>
                  <a:pt x="89" y="30"/>
                </a:lnTo>
                <a:lnTo>
                  <a:pt x="84" y="20"/>
                </a:lnTo>
                <a:moveTo>
                  <a:pt x="94" y="15"/>
                </a:moveTo>
                <a:lnTo>
                  <a:pt x="103" y="11"/>
                </a:lnTo>
                <a:lnTo>
                  <a:pt x="108" y="20"/>
                </a:lnTo>
                <a:lnTo>
                  <a:pt x="99" y="25"/>
                </a:lnTo>
                <a:lnTo>
                  <a:pt x="94" y="15"/>
                </a:lnTo>
                <a:moveTo>
                  <a:pt x="103" y="11"/>
                </a:moveTo>
                <a:lnTo>
                  <a:pt x="113" y="6"/>
                </a:lnTo>
                <a:lnTo>
                  <a:pt x="118" y="15"/>
                </a:lnTo>
                <a:lnTo>
                  <a:pt x="108" y="20"/>
                </a:lnTo>
                <a:lnTo>
                  <a:pt x="103" y="11"/>
                </a:lnTo>
                <a:moveTo>
                  <a:pt x="113" y="6"/>
                </a:moveTo>
                <a:lnTo>
                  <a:pt x="124" y="0"/>
                </a:lnTo>
                <a:lnTo>
                  <a:pt x="124" y="16"/>
                </a:lnTo>
                <a:lnTo>
                  <a:pt x="113" y="16"/>
                </a:lnTo>
                <a:lnTo>
                  <a:pt x="113" y="9"/>
                </a:lnTo>
                <a:lnTo>
                  <a:pt x="119" y="9"/>
                </a:lnTo>
                <a:lnTo>
                  <a:pt x="121" y="14"/>
                </a:lnTo>
                <a:lnTo>
                  <a:pt x="118" y="15"/>
                </a:lnTo>
                <a:lnTo>
                  <a:pt x="113" y="6"/>
                </a:lnTo>
                <a:moveTo>
                  <a:pt x="124" y="16"/>
                </a:moveTo>
                <a:lnTo>
                  <a:pt x="124" y="26"/>
                </a:lnTo>
                <a:lnTo>
                  <a:pt x="113" y="26"/>
                </a:lnTo>
                <a:lnTo>
                  <a:pt x="113" y="16"/>
                </a:lnTo>
                <a:lnTo>
                  <a:pt x="124" y="16"/>
                </a:lnTo>
                <a:moveTo>
                  <a:pt x="124" y="26"/>
                </a:moveTo>
                <a:lnTo>
                  <a:pt x="124" y="37"/>
                </a:lnTo>
                <a:lnTo>
                  <a:pt x="113" y="37"/>
                </a:lnTo>
                <a:lnTo>
                  <a:pt x="113" y="26"/>
                </a:lnTo>
                <a:lnTo>
                  <a:pt x="124" y="26"/>
                </a:lnTo>
                <a:moveTo>
                  <a:pt x="124" y="37"/>
                </a:moveTo>
                <a:lnTo>
                  <a:pt x="124" y="48"/>
                </a:lnTo>
                <a:lnTo>
                  <a:pt x="113" y="48"/>
                </a:lnTo>
                <a:lnTo>
                  <a:pt x="113" y="37"/>
                </a:lnTo>
                <a:lnTo>
                  <a:pt x="124" y="37"/>
                </a:lnTo>
                <a:moveTo>
                  <a:pt x="124" y="48"/>
                </a:moveTo>
                <a:lnTo>
                  <a:pt x="124" y="58"/>
                </a:lnTo>
                <a:lnTo>
                  <a:pt x="113" y="58"/>
                </a:lnTo>
                <a:lnTo>
                  <a:pt x="113" y="48"/>
                </a:lnTo>
                <a:lnTo>
                  <a:pt x="124" y="48"/>
                </a:lnTo>
                <a:moveTo>
                  <a:pt x="124" y="58"/>
                </a:moveTo>
                <a:lnTo>
                  <a:pt x="124" y="69"/>
                </a:lnTo>
                <a:lnTo>
                  <a:pt x="113" y="69"/>
                </a:lnTo>
                <a:lnTo>
                  <a:pt x="113" y="58"/>
                </a:lnTo>
                <a:lnTo>
                  <a:pt x="124" y="58"/>
                </a:lnTo>
                <a:moveTo>
                  <a:pt x="124" y="69"/>
                </a:moveTo>
                <a:lnTo>
                  <a:pt x="124" y="79"/>
                </a:lnTo>
                <a:lnTo>
                  <a:pt x="113" y="79"/>
                </a:lnTo>
                <a:lnTo>
                  <a:pt x="113" y="69"/>
                </a:lnTo>
                <a:lnTo>
                  <a:pt x="124" y="69"/>
                </a:lnTo>
                <a:moveTo>
                  <a:pt x="124" y="79"/>
                </a:moveTo>
                <a:lnTo>
                  <a:pt x="124" y="90"/>
                </a:lnTo>
                <a:lnTo>
                  <a:pt x="113" y="90"/>
                </a:lnTo>
                <a:lnTo>
                  <a:pt x="113" y="79"/>
                </a:lnTo>
                <a:lnTo>
                  <a:pt x="124" y="79"/>
                </a:lnTo>
                <a:moveTo>
                  <a:pt x="124" y="90"/>
                </a:moveTo>
                <a:lnTo>
                  <a:pt x="124" y="100"/>
                </a:lnTo>
                <a:lnTo>
                  <a:pt x="113" y="100"/>
                </a:lnTo>
                <a:lnTo>
                  <a:pt x="113" y="90"/>
                </a:lnTo>
                <a:lnTo>
                  <a:pt x="124" y="90"/>
                </a:lnTo>
                <a:moveTo>
                  <a:pt x="124" y="100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0"/>
                </a:lnTo>
                <a:lnTo>
                  <a:pt x="124" y="100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6"/>
                </a:lnTo>
                <a:lnTo>
                  <a:pt x="111" y="105"/>
                </a:lnTo>
                <a:lnTo>
                  <a:pt x="121" y="110"/>
                </a:lnTo>
                <a:lnTo>
                  <a:pt x="119" y="116"/>
                </a:lnTo>
                <a:lnTo>
                  <a:pt x="113" y="116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7" name=""/>
          <p:cNvSpPr/>
          <p:nvPr/>
        </p:nvSpPr>
        <p:spPr>
          <a:xfrm>
            <a:off x="4732920" y="279540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0"/>
                </a:moveTo>
                <a:lnTo>
                  <a:pt x="779" y="55"/>
                </a:lnTo>
                <a:cubicBezTo>
                  <a:pt x="679" y="110"/>
                  <a:pt x="479" y="220"/>
                  <a:pt x="331" y="276"/>
                </a:cubicBezTo>
                <a:cubicBezTo>
                  <a:pt x="185" y="332"/>
                  <a:pt x="92" y="332"/>
                  <a:pt x="46" y="332"/>
                </a:cubicBezTo>
                <a:lnTo>
                  <a:pt x="0" y="332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8" name=""/>
          <p:cNvSpPr/>
          <p:nvPr/>
        </p:nvSpPr>
        <p:spPr>
          <a:xfrm>
            <a:off x="4713840" y="28954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3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4709520" y="289224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6"/>
                </a:moveTo>
                <a:lnTo>
                  <a:pt x="97" y="111"/>
                </a:lnTo>
                <a:lnTo>
                  <a:pt x="102" y="101"/>
                </a:lnTo>
                <a:lnTo>
                  <a:pt x="111" y="106"/>
                </a:lnTo>
                <a:lnTo>
                  <a:pt x="107" y="116"/>
                </a:lnTo>
                <a:moveTo>
                  <a:pt x="97" y="111"/>
                </a:moveTo>
                <a:lnTo>
                  <a:pt x="88" y="106"/>
                </a:lnTo>
                <a:lnTo>
                  <a:pt x="93" y="97"/>
                </a:lnTo>
                <a:lnTo>
                  <a:pt x="102" y="101"/>
                </a:lnTo>
                <a:lnTo>
                  <a:pt x="97" y="111"/>
                </a:lnTo>
                <a:moveTo>
                  <a:pt x="88" y="106"/>
                </a:moveTo>
                <a:lnTo>
                  <a:pt x="78" y="101"/>
                </a:lnTo>
                <a:lnTo>
                  <a:pt x="83" y="92"/>
                </a:lnTo>
                <a:lnTo>
                  <a:pt x="93" y="97"/>
                </a:lnTo>
                <a:lnTo>
                  <a:pt x="88" y="106"/>
                </a:lnTo>
                <a:moveTo>
                  <a:pt x="78" y="101"/>
                </a:moveTo>
                <a:lnTo>
                  <a:pt x="69" y="97"/>
                </a:lnTo>
                <a:lnTo>
                  <a:pt x="74" y="87"/>
                </a:lnTo>
                <a:lnTo>
                  <a:pt x="83" y="92"/>
                </a:lnTo>
                <a:lnTo>
                  <a:pt x="78" y="101"/>
                </a:lnTo>
                <a:moveTo>
                  <a:pt x="69" y="97"/>
                </a:moveTo>
                <a:lnTo>
                  <a:pt x="59" y="92"/>
                </a:lnTo>
                <a:lnTo>
                  <a:pt x="64" y="83"/>
                </a:lnTo>
                <a:lnTo>
                  <a:pt x="74" y="87"/>
                </a:lnTo>
                <a:lnTo>
                  <a:pt x="69" y="97"/>
                </a:lnTo>
                <a:moveTo>
                  <a:pt x="59" y="92"/>
                </a:moveTo>
                <a:lnTo>
                  <a:pt x="50" y="87"/>
                </a:lnTo>
                <a:lnTo>
                  <a:pt x="55" y="77"/>
                </a:lnTo>
                <a:lnTo>
                  <a:pt x="64" y="83"/>
                </a:lnTo>
                <a:lnTo>
                  <a:pt x="59" y="92"/>
                </a:lnTo>
                <a:moveTo>
                  <a:pt x="50" y="87"/>
                </a:moveTo>
                <a:lnTo>
                  <a:pt x="40" y="83"/>
                </a:lnTo>
                <a:lnTo>
                  <a:pt x="45" y="72"/>
                </a:lnTo>
                <a:lnTo>
                  <a:pt x="55" y="77"/>
                </a:lnTo>
                <a:lnTo>
                  <a:pt x="50" y="87"/>
                </a:lnTo>
                <a:moveTo>
                  <a:pt x="40" y="83"/>
                </a:moveTo>
                <a:lnTo>
                  <a:pt x="30" y="77"/>
                </a:lnTo>
                <a:lnTo>
                  <a:pt x="36" y="67"/>
                </a:lnTo>
                <a:lnTo>
                  <a:pt x="45" y="72"/>
                </a:lnTo>
                <a:lnTo>
                  <a:pt x="40" y="83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7"/>
                </a:lnTo>
                <a:lnTo>
                  <a:pt x="30" y="77"/>
                </a:lnTo>
                <a:moveTo>
                  <a:pt x="21" y="72"/>
                </a:moveTo>
                <a:lnTo>
                  <a:pt x="11" y="67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7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6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7"/>
                </a:lnTo>
                <a:moveTo>
                  <a:pt x="17" y="53"/>
                </a:moveTo>
                <a:lnTo>
                  <a:pt x="27" y="48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8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8"/>
                </a:lnTo>
                <a:moveTo>
                  <a:pt x="37" y="44"/>
                </a:moveTo>
                <a:lnTo>
                  <a:pt x="47" y="39"/>
                </a:lnTo>
                <a:lnTo>
                  <a:pt x="51" y="48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4"/>
                </a:lnTo>
                <a:lnTo>
                  <a:pt x="61" y="44"/>
                </a:lnTo>
                <a:lnTo>
                  <a:pt x="51" y="48"/>
                </a:lnTo>
                <a:lnTo>
                  <a:pt x="47" y="39"/>
                </a:lnTo>
                <a:moveTo>
                  <a:pt x="56" y="34"/>
                </a:moveTo>
                <a:lnTo>
                  <a:pt x="65" y="29"/>
                </a:lnTo>
                <a:lnTo>
                  <a:pt x="70" y="39"/>
                </a:lnTo>
                <a:lnTo>
                  <a:pt x="61" y="44"/>
                </a:lnTo>
                <a:lnTo>
                  <a:pt x="56" y="34"/>
                </a:lnTo>
                <a:moveTo>
                  <a:pt x="65" y="29"/>
                </a:moveTo>
                <a:lnTo>
                  <a:pt x="75" y="25"/>
                </a:lnTo>
                <a:lnTo>
                  <a:pt x="80" y="34"/>
                </a:lnTo>
                <a:lnTo>
                  <a:pt x="70" y="39"/>
                </a:lnTo>
                <a:lnTo>
                  <a:pt x="65" y="29"/>
                </a:lnTo>
                <a:moveTo>
                  <a:pt x="75" y="25"/>
                </a:moveTo>
                <a:lnTo>
                  <a:pt x="84" y="20"/>
                </a:lnTo>
                <a:lnTo>
                  <a:pt x="89" y="29"/>
                </a:lnTo>
                <a:lnTo>
                  <a:pt x="80" y="34"/>
                </a:lnTo>
                <a:lnTo>
                  <a:pt x="75" y="25"/>
                </a:lnTo>
                <a:moveTo>
                  <a:pt x="84" y="20"/>
                </a:moveTo>
                <a:lnTo>
                  <a:pt x="94" y="15"/>
                </a:lnTo>
                <a:lnTo>
                  <a:pt x="99" y="25"/>
                </a:lnTo>
                <a:lnTo>
                  <a:pt x="89" y="29"/>
                </a:lnTo>
                <a:lnTo>
                  <a:pt x="84" y="20"/>
                </a:lnTo>
                <a:moveTo>
                  <a:pt x="94" y="15"/>
                </a:moveTo>
                <a:lnTo>
                  <a:pt x="103" y="11"/>
                </a:lnTo>
                <a:lnTo>
                  <a:pt x="108" y="20"/>
                </a:lnTo>
                <a:lnTo>
                  <a:pt x="99" y="25"/>
                </a:lnTo>
                <a:lnTo>
                  <a:pt x="94" y="15"/>
                </a:lnTo>
                <a:moveTo>
                  <a:pt x="103" y="11"/>
                </a:moveTo>
                <a:lnTo>
                  <a:pt x="113" y="6"/>
                </a:lnTo>
                <a:lnTo>
                  <a:pt x="118" y="15"/>
                </a:lnTo>
                <a:lnTo>
                  <a:pt x="108" y="20"/>
                </a:lnTo>
                <a:lnTo>
                  <a:pt x="103" y="11"/>
                </a:lnTo>
                <a:moveTo>
                  <a:pt x="113" y="6"/>
                </a:moveTo>
                <a:lnTo>
                  <a:pt x="124" y="0"/>
                </a:lnTo>
                <a:lnTo>
                  <a:pt x="124" y="16"/>
                </a:lnTo>
                <a:lnTo>
                  <a:pt x="113" y="16"/>
                </a:lnTo>
                <a:lnTo>
                  <a:pt x="113" y="9"/>
                </a:lnTo>
                <a:lnTo>
                  <a:pt x="119" y="9"/>
                </a:lnTo>
                <a:lnTo>
                  <a:pt x="121" y="14"/>
                </a:lnTo>
                <a:lnTo>
                  <a:pt x="118" y="15"/>
                </a:lnTo>
                <a:lnTo>
                  <a:pt x="113" y="6"/>
                </a:lnTo>
                <a:moveTo>
                  <a:pt x="124" y="16"/>
                </a:moveTo>
                <a:lnTo>
                  <a:pt x="124" y="26"/>
                </a:lnTo>
                <a:lnTo>
                  <a:pt x="113" y="26"/>
                </a:lnTo>
                <a:lnTo>
                  <a:pt x="113" y="16"/>
                </a:lnTo>
                <a:lnTo>
                  <a:pt x="124" y="16"/>
                </a:lnTo>
                <a:moveTo>
                  <a:pt x="124" y="26"/>
                </a:moveTo>
                <a:lnTo>
                  <a:pt x="124" y="37"/>
                </a:lnTo>
                <a:lnTo>
                  <a:pt x="113" y="37"/>
                </a:lnTo>
                <a:lnTo>
                  <a:pt x="113" y="26"/>
                </a:lnTo>
                <a:lnTo>
                  <a:pt x="124" y="26"/>
                </a:lnTo>
                <a:moveTo>
                  <a:pt x="124" y="37"/>
                </a:moveTo>
                <a:lnTo>
                  <a:pt x="124" y="47"/>
                </a:lnTo>
                <a:lnTo>
                  <a:pt x="113" y="47"/>
                </a:lnTo>
                <a:lnTo>
                  <a:pt x="113" y="37"/>
                </a:lnTo>
                <a:lnTo>
                  <a:pt x="124" y="37"/>
                </a:lnTo>
                <a:moveTo>
                  <a:pt x="124" y="47"/>
                </a:moveTo>
                <a:lnTo>
                  <a:pt x="124" y="58"/>
                </a:lnTo>
                <a:lnTo>
                  <a:pt x="113" y="58"/>
                </a:lnTo>
                <a:lnTo>
                  <a:pt x="113" y="47"/>
                </a:lnTo>
                <a:lnTo>
                  <a:pt x="124" y="47"/>
                </a:lnTo>
                <a:moveTo>
                  <a:pt x="124" y="58"/>
                </a:moveTo>
                <a:lnTo>
                  <a:pt x="124" y="68"/>
                </a:lnTo>
                <a:lnTo>
                  <a:pt x="113" y="68"/>
                </a:lnTo>
                <a:lnTo>
                  <a:pt x="113" y="58"/>
                </a:lnTo>
                <a:lnTo>
                  <a:pt x="124" y="58"/>
                </a:lnTo>
                <a:moveTo>
                  <a:pt x="124" y="68"/>
                </a:moveTo>
                <a:lnTo>
                  <a:pt x="124" y="79"/>
                </a:lnTo>
                <a:lnTo>
                  <a:pt x="113" y="79"/>
                </a:lnTo>
                <a:lnTo>
                  <a:pt x="113" y="68"/>
                </a:lnTo>
                <a:lnTo>
                  <a:pt x="124" y="68"/>
                </a:lnTo>
                <a:moveTo>
                  <a:pt x="124" y="79"/>
                </a:moveTo>
                <a:lnTo>
                  <a:pt x="124" y="91"/>
                </a:lnTo>
                <a:lnTo>
                  <a:pt x="113" y="91"/>
                </a:lnTo>
                <a:lnTo>
                  <a:pt x="113" y="79"/>
                </a:lnTo>
                <a:lnTo>
                  <a:pt x="124" y="79"/>
                </a:lnTo>
                <a:moveTo>
                  <a:pt x="124" y="91"/>
                </a:moveTo>
                <a:lnTo>
                  <a:pt x="124" y="101"/>
                </a:lnTo>
                <a:lnTo>
                  <a:pt x="113" y="101"/>
                </a:lnTo>
                <a:lnTo>
                  <a:pt x="113" y="91"/>
                </a:lnTo>
                <a:lnTo>
                  <a:pt x="124" y="91"/>
                </a:lnTo>
                <a:moveTo>
                  <a:pt x="124" y="101"/>
                </a:moveTo>
                <a:lnTo>
                  <a:pt x="124" y="112"/>
                </a:lnTo>
                <a:lnTo>
                  <a:pt x="113" y="112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2"/>
                </a:moveTo>
                <a:lnTo>
                  <a:pt x="124" y="124"/>
                </a:lnTo>
                <a:lnTo>
                  <a:pt x="107" y="116"/>
                </a:lnTo>
                <a:lnTo>
                  <a:pt x="111" y="106"/>
                </a:lnTo>
                <a:lnTo>
                  <a:pt x="121" y="111"/>
                </a:lnTo>
                <a:lnTo>
                  <a:pt x="119" y="116"/>
                </a:lnTo>
                <a:lnTo>
                  <a:pt x="113" y="116"/>
                </a:lnTo>
                <a:lnTo>
                  <a:pt x="113" y="112"/>
                </a:lnTo>
                <a:lnTo>
                  <a:pt x="124" y="11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0" name=""/>
          <p:cNvSpPr/>
          <p:nvPr/>
        </p:nvSpPr>
        <p:spPr>
          <a:xfrm>
            <a:off x="614160" y="19857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7a4b"/>
          </a:solidFill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553680" y="1567440"/>
            <a:ext cx="8406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333333"/>
                </a:solidFill>
                <a:latin typeface="DejaVuSans"/>
                <a:ea typeface="DejaVuSans"/>
              </a:rPr>
              <a:t>Pakket: datamodellen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757080" y="2067480"/>
            <a:ext cx="42444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DejaVuSans"/>
                <a:ea typeface="DejaVuSans"/>
              </a:rPr>
              <a:t>Datamodel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/>
          <p:nvPr/>
        </p:nvSpPr>
        <p:spPr>
          <a:xfrm>
            <a:off x="1795320" y="16999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1795320" y="16999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817920" y="2181960"/>
            <a:ext cx="30096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DejaVuSans"/>
                <a:ea typeface="DejaVuSans"/>
              </a:rPr>
              <a:t>+1 veld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/>
          <p:nvPr/>
        </p:nvSpPr>
        <p:spPr>
          <a:xfrm>
            <a:off x="1795320" y="23857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7" name=""/>
          <p:cNvSpPr/>
          <p:nvPr/>
        </p:nvSpPr>
        <p:spPr>
          <a:xfrm>
            <a:off x="1795320" y="23857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938600" y="1782000"/>
            <a:ext cx="343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/>
          <p:nvPr/>
        </p:nvSpPr>
        <p:spPr>
          <a:xfrm>
            <a:off x="2658600" y="134748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/>
          <p:nvPr/>
        </p:nvSpPr>
        <p:spPr>
          <a:xfrm>
            <a:off x="2658600" y="134748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1938600" y="2467800"/>
            <a:ext cx="343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2658600" y="2043000"/>
            <a:ext cx="897840" cy="257400"/>
          </a:xfrm>
          <a:custGeom>
            <a:avLst/>
            <a:gdLst/>
            <a:ahLst/>
            <a:rect l="0" t="0" r="r" b="b"/>
            <a:pathLst>
              <a:path w="2494" h="715">
                <a:moveTo>
                  <a:pt x="0" y="0"/>
                </a:moveTo>
                <a:lnTo>
                  <a:pt x="2494" y="0"/>
                </a:lnTo>
                <a:lnTo>
                  <a:pt x="2494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/>
          <p:nvPr/>
        </p:nvSpPr>
        <p:spPr>
          <a:xfrm>
            <a:off x="2658600" y="2043000"/>
            <a:ext cx="897840" cy="257400"/>
          </a:xfrm>
          <a:custGeom>
            <a:avLst/>
            <a:gdLst/>
            <a:ahLst/>
            <a:rect l="0" t="0" r="r" b="b"/>
            <a:pathLst>
              <a:path w="2494" h="715">
                <a:moveTo>
                  <a:pt x="0" y="0"/>
                </a:moveTo>
                <a:lnTo>
                  <a:pt x="2494" y="0"/>
                </a:lnTo>
                <a:lnTo>
                  <a:pt x="2494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2801520" y="142956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/>
          <p:nvPr/>
        </p:nvSpPr>
        <p:spPr>
          <a:xfrm>
            <a:off x="2658600" y="273816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/>
          <p:nvPr/>
        </p:nvSpPr>
        <p:spPr>
          <a:xfrm>
            <a:off x="2658600" y="273816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2801520" y="212472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/>
          <p:nvPr/>
        </p:nvSpPr>
        <p:spPr>
          <a:xfrm>
            <a:off x="3794400" y="129996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/>
          <p:nvPr/>
        </p:nvSpPr>
        <p:spPr>
          <a:xfrm>
            <a:off x="3794400" y="129996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2801520" y="282024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3794400" y="179532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/>
          <p:nvPr/>
        </p:nvSpPr>
        <p:spPr>
          <a:xfrm>
            <a:off x="3794400" y="179532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3937320" y="138168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/>
          <p:nvPr/>
        </p:nvSpPr>
        <p:spPr>
          <a:xfrm>
            <a:off x="3794400" y="229068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/>
          <p:nvPr/>
        </p:nvSpPr>
        <p:spPr>
          <a:xfrm>
            <a:off x="3794400" y="229068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3937320" y="187704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3794400" y="278604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/>
          <p:nvPr/>
        </p:nvSpPr>
        <p:spPr>
          <a:xfrm>
            <a:off x="3794400" y="278604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3937320" y="237240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4951800" y="154764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/>
          <p:nvPr/>
        </p:nvSpPr>
        <p:spPr>
          <a:xfrm>
            <a:off x="4951800" y="154764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3937320" y="286776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3" name=""/>
          <p:cNvSpPr/>
          <p:nvPr/>
        </p:nvSpPr>
        <p:spPr>
          <a:xfrm>
            <a:off x="4951800" y="253836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/>
          <p:nvPr/>
        </p:nvSpPr>
        <p:spPr>
          <a:xfrm>
            <a:off x="4951800" y="253836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5095080" y="1629360"/>
            <a:ext cx="3834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447480" y="34956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5095080" y="2620080"/>
            <a:ext cx="3834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447480" y="3790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639360" y="3441600"/>
            <a:ext cx="5404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datamodellen krijgen samen een eigen versie, los van endpoint en dienst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/>
          <p:nvPr/>
        </p:nvSpPr>
        <p:spPr>
          <a:xfrm>
            <a:off x="447480" y="4086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639360" y="3737160"/>
            <a:ext cx="5578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kleine wijziging in een model dwingt geen ophoging af in de lagen erboven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639360" y="4032360"/>
            <a:ext cx="3271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implementatiepartij plant de overstap zelf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457200" y="4528080"/>
            <a:ext cx="36813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Status: voorstel. Nog niet in de pull request opgenomen.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0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1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12" name=""/>
          <p:cNvSpPr/>
          <p:nvPr/>
        </p:nvSpPr>
        <p:spPr>
          <a:xfrm>
            <a:off x="456840" y="1838160"/>
            <a:ext cx="4086720" cy="1476720"/>
          </a:xfrm>
          <a:custGeom>
            <a:avLst/>
            <a:gdLst/>
            <a:ahLst/>
            <a:rect l="0" t="0" r="r" b="b"/>
            <a:pathLst>
              <a:path w="11352" h="4102">
                <a:moveTo>
                  <a:pt x="0" y="0"/>
                </a:moveTo>
                <a:lnTo>
                  <a:pt x="11352" y="0"/>
                </a:lnTo>
                <a:lnTo>
                  <a:pt x="11352" y="4102"/>
                </a:lnTo>
                <a:lnTo>
                  <a:pt x="0" y="41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3" name=""/>
          <p:cNvSpPr/>
          <p:nvPr/>
        </p:nvSpPr>
        <p:spPr>
          <a:xfrm>
            <a:off x="456840" y="183816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/>
          <p:nvPr/>
        </p:nvSpPr>
        <p:spPr>
          <a:xfrm>
            <a:off x="456840" y="330516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/>
          <p:nvPr/>
        </p:nvSpPr>
        <p:spPr>
          <a:xfrm>
            <a:off x="4533840" y="1838160"/>
            <a:ext cx="9720" cy="1476720"/>
          </a:xfrm>
          <a:custGeom>
            <a:avLst/>
            <a:gdLst/>
            <a:ahLst/>
            <a:rect l="0" t="0" r="r" b="b"/>
            <a:pathLst>
              <a:path w="27" h="4102">
                <a:moveTo>
                  <a:pt x="0" y="106"/>
                </a:moveTo>
                <a:lnTo>
                  <a:pt x="0" y="4102"/>
                </a:lnTo>
                <a:lnTo>
                  <a:pt x="27" y="4102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/>
          <p:nvPr/>
        </p:nvSpPr>
        <p:spPr>
          <a:xfrm>
            <a:off x="456840" y="1838160"/>
            <a:ext cx="10080" cy="1476720"/>
          </a:xfrm>
          <a:custGeom>
            <a:avLst/>
            <a:gdLst/>
            <a:ahLst/>
            <a:rect l="0" t="0" r="r" b="b"/>
            <a:pathLst>
              <a:path w="28" h="4102">
                <a:moveTo>
                  <a:pt x="0" y="0"/>
                </a:moveTo>
                <a:lnTo>
                  <a:pt x="0" y="4102"/>
                </a:lnTo>
                <a:lnTo>
                  <a:pt x="28" y="4102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439920" y="1148760"/>
            <a:ext cx="10068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varianten voor de versie van de datamodellen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/>
          <p:nvPr/>
        </p:nvSpPr>
        <p:spPr>
          <a:xfrm>
            <a:off x="790560" y="26571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634320" y="2208960"/>
            <a:ext cx="2998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A. Eén versie voor alle datamodellen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0" name=""/>
          <p:cNvSpPr/>
          <p:nvPr/>
        </p:nvSpPr>
        <p:spPr>
          <a:xfrm>
            <a:off x="790560" y="2952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983880" y="2603520"/>
            <a:ext cx="1872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Eén nummer om te volgen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/>
          <p:nvPr/>
        </p:nvSpPr>
        <p:spPr>
          <a:xfrm>
            <a:off x="4790880" y="1838160"/>
            <a:ext cx="4086720" cy="1476720"/>
          </a:xfrm>
          <a:custGeom>
            <a:avLst/>
            <a:gdLst/>
            <a:ahLst/>
            <a:rect l="0" t="0" r="r" b="b"/>
            <a:pathLst>
              <a:path w="11352" h="4102">
                <a:moveTo>
                  <a:pt x="0" y="0"/>
                </a:moveTo>
                <a:lnTo>
                  <a:pt x="11352" y="0"/>
                </a:lnTo>
                <a:lnTo>
                  <a:pt x="11352" y="4102"/>
                </a:lnTo>
                <a:lnTo>
                  <a:pt x="0" y="41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/>
          <p:nvPr/>
        </p:nvSpPr>
        <p:spPr>
          <a:xfrm>
            <a:off x="4790880" y="183816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/>
          <p:nvPr/>
        </p:nvSpPr>
        <p:spPr>
          <a:xfrm>
            <a:off x="4790880" y="330516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/>
          <p:nvPr/>
        </p:nvSpPr>
        <p:spPr>
          <a:xfrm>
            <a:off x="8867520" y="1838160"/>
            <a:ext cx="10080" cy="1476720"/>
          </a:xfrm>
          <a:custGeom>
            <a:avLst/>
            <a:gdLst/>
            <a:ahLst/>
            <a:rect l="0" t="0" r="r" b="b"/>
            <a:pathLst>
              <a:path w="28" h="4102">
                <a:moveTo>
                  <a:pt x="0" y="106"/>
                </a:moveTo>
                <a:lnTo>
                  <a:pt x="0" y="4102"/>
                </a:lnTo>
                <a:lnTo>
                  <a:pt x="28" y="410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6" name=""/>
          <p:cNvSpPr/>
          <p:nvPr/>
        </p:nvSpPr>
        <p:spPr>
          <a:xfrm>
            <a:off x="4790880" y="1838160"/>
            <a:ext cx="9720" cy="1476720"/>
          </a:xfrm>
          <a:custGeom>
            <a:avLst/>
            <a:gdLst/>
            <a:ahLst/>
            <a:rect l="0" t="0" r="r" b="b"/>
            <a:pathLst>
              <a:path w="27" h="4102">
                <a:moveTo>
                  <a:pt x="0" y="0"/>
                </a:moveTo>
                <a:lnTo>
                  <a:pt x="0" y="4102"/>
                </a:lnTo>
                <a:lnTo>
                  <a:pt x="27" y="4102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983880" y="2898720"/>
            <a:ext cx="2026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Elke wijziging raakt iedereen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/>
          <p:nvPr/>
        </p:nvSpPr>
        <p:spPr>
          <a:xfrm>
            <a:off x="5124240" y="26571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4966200" y="2208960"/>
            <a:ext cx="2043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B. Een versie per domein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/>
          <p:nvPr/>
        </p:nvSpPr>
        <p:spPr>
          <a:xfrm>
            <a:off x="5124240" y="2952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5316120" y="2603520"/>
            <a:ext cx="2331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wijziging blijft bij het domein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456840" y="3533760"/>
            <a:ext cx="8420760" cy="571680"/>
          </a:xfrm>
          <a:custGeom>
            <a:avLst/>
            <a:gdLst/>
            <a:ahLst/>
            <a:rect l="0" t="0" r="r" b="b"/>
            <a:pathLst>
              <a:path w="23391" h="1588">
                <a:moveTo>
                  <a:pt x="0" y="0"/>
                </a:moveTo>
                <a:lnTo>
                  <a:pt x="23391" y="0"/>
                </a:lnTo>
                <a:lnTo>
                  <a:pt x="23391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3" name=""/>
          <p:cNvSpPr/>
          <p:nvPr/>
        </p:nvSpPr>
        <p:spPr>
          <a:xfrm>
            <a:off x="456840" y="3533760"/>
            <a:ext cx="8420760" cy="38160"/>
          </a:xfrm>
          <a:custGeom>
            <a:avLst/>
            <a:gdLst/>
            <a:ahLst/>
            <a:rect l="0" t="0" r="r" b="b"/>
            <a:pathLst>
              <a:path w="23391" h="106">
                <a:moveTo>
                  <a:pt x="0" y="0"/>
                </a:moveTo>
                <a:lnTo>
                  <a:pt x="23391" y="0"/>
                </a:lnTo>
                <a:lnTo>
                  <a:pt x="2339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456840" y="40957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5" name=""/>
          <p:cNvSpPr/>
          <p:nvPr/>
        </p:nvSpPr>
        <p:spPr>
          <a:xfrm>
            <a:off x="8867520" y="353376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105"/>
                </a:moveTo>
                <a:lnTo>
                  <a:pt x="0" y="1588"/>
                </a:lnTo>
                <a:lnTo>
                  <a:pt x="28" y="1588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6" name=""/>
          <p:cNvSpPr/>
          <p:nvPr/>
        </p:nvSpPr>
        <p:spPr>
          <a:xfrm>
            <a:off x="456840" y="353376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0"/>
                </a:moveTo>
                <a:lnTo>
                  <a:pt x="0" y="1588"/>
                </a:lnTo>
                <a:lnTo>
                  <a:pt x="28" y="1588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5316120" y="2898720"/>
            <a:ext cx="203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Meer nummers om te volgen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634320" y="3747600"/>
            <a:ext cx="655236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Gezocht: welke variant sluit het best aan bij de ervaring in het veld, A, B of een andere.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4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4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47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3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2827080" y="2566440"/>
            <a:ext cx="42908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Informatiemodel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5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57" name=""/>
          <p:cNvSpPr/>
          <p:nvPr/>
        </p:nvSpPr>
        <p:spPr>
          <a:xfrm>
            <a:off x="456840" y="1571400"/>
            <a:ext cx="8420760" cy="1190880"/>
          </a:xfrm>
          <a:custGeom>
            <a:avLst/>
            <a:gdLst/>
            <a:ahLst/>
            <a:rect l="0" t="0" r="r" b="b"/>
            <a:pathLst>
              <a:path w="23391" h="3308">
                <a:moveTo>
                  <a:pt x="0" y="0"/>
                </a:moveTo>
                <a:lnTo>
                  <a:pt x="23391" y="0"/>
                </a:lnTo>
                <a:lnTo>
                  <a:pt x="23391" y="3308"/>
                </a:lnTo>
                <a:lnTo>
                  <a:pt x="0" y="3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8" name=""/>
          <p:cNvSpPr/>
          <p:nvPr/>
        </p:nvSpPr>
        <p:spPr>
          <a:xfrm>
            <a:off x="456840" y="15714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456840" y="27525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/>
          <p:nvPr/>
        </p:nvSpPr>
        <p:spPr>
          <a:xfrm>
            <a:off x="8867520" y="1571400"/>
            <a:ext cx="10080" cy="1190880"/>
          </a:xfrm>
          <a:custGeom>
            <a:avLst/>
            <a:gdLst/>
            <a:ahLst/>
            <a:rect l="0" t="0" r="r" b="b"/>
            <a:pathLst>
              <a:path w="28" h="3308">
                <a:moveTo>
                  <a:pt x="0" y="106"/>
                </a:moveTo>
                <a:lnTo>
                  <a:pt x="0" y="3308"/>
                </a:lnTo>
                <a:lnTo>
                  <a:pt x="28" y="330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/>
          <p:nvPr/>
        </p:nvSpPr>
        <p:spPr>
          <a:xfrm>
            <a:off x="456840" y="1571400"/>
            <a:ext cx="10080" cy="1190880"/>
          </a:xfrm>
          <a:custGeom>
            <a:avLst/>
            <a:gdLst/>
            <a:ahLst/>
            <a:rect l="0" t="0" r="r" b="b"/>
            <a:pathLst>
              <a:path w="28" h="3308">
                <a:moveTo>
                  <a:pt x="0" y="0"/>
                </a:moveTo>
                <a:lnTo>
                  <a:pt x="0" y="3308"/>
                </a:lnTo>
                <a:lnTo>
                  <a:pt x="28" y="330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439920" y="843840"/>
            <a:ext cx="51044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vraag uit de kerngroep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634320" y="1804320"/>
            <a:ext cx="89283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"Voordat we de details in de koppeling velden speciﬁceren hebben we behoefte om het very high level domain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4" name=""/>
          <p:cNvSpPr/>
          <p:nvPr/>
        </p:nvSpPr>
        <p:spPr>
          <a:xfrm>
            <a:off x="637920" y="25621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8" y="0"/>
                </a:moveTo>
                <a:lnTo>
                  <a:pt x="207" y="0"/>
                </a:lnTo>
                <a:lnTo>
                  <a:pt x="207" y="27"/>
                </a:lnTo>
                <a:lnTo>
                  <a:pt x="128" y="27"/>
                </a:lnTo>
                <a:lnTo>
                  <a:pt x="128" y="0"/>
                </a:lnTo>
                <a:moveTo>
                  <a:pt x="256" y="0"/>
                </a:moveTo>
                <a:lnTo>
                  <a:pt x="335" y="0"/>
                </a:lnTo>
                <a:lnTo>
                  <a:pt x="335" y="27"/>
                </a:lnTo>
                <a:lnTo>
                  <a:pt x="256" y="27"/>
                </a:lnTo>
                <a:lnTo>
                  <a:pt x="256" y="0"/>
                </a:lnTo>
                <a:moveTo>
                  <a:pt x="384" y="0"/>
                </a:moveTo>
                <a:lnTo>
                  <a:pt x="463" y="0"/>
                </a:lnTo>
                <a:lnTo>
                  <a:pt x="463" y="27"/>
                </a:lnTo>
                <a:lnTo>
                  <a:pt x="384" y="27"/>
                </a:lnTo>
                <a:lnTo>
                  <a:pt x="384" y="0"/>
                </a:lnTo>
                <a:moveTo>
                  <a:pt x="512" y="0"/>
                </a:moveTo>
                <a:lnTo>
                  <a:pt x="591" y="0"/>
                </a:lnTo>
                <a:lnTo>
                  <a:pt x="591" y="27"/>
                </a:lnTo>
                <a:lnTo>
                  <a:pt x="512" y="27"/>
                </a:lnTo>
                <a:lnTo>
                  <a:pt x="512" y="0"/>
                </a:lnTo>
                <a:moveTo>
                  <a:pt x="640" y="0"/>
                </a:moveTo>
                <a:lnTo>
                  <a:pt x="720" y="0"/>
                </a:lnTo>
                <a:lnTo>
                  <a:pt x="720" y="27"/>
                </a:lnTo>
                <a:lnTo>
                  <a:pt x="640" y="27"/>
                </a:lnTo>
                <a:lnTo>
                  <a:pt x="640" y="0"/>
                </a:lnTo>
                <a:moveTo>
                  <a:pt x="768" y="0"/>
                </a:moveTo>
                <a:lnTo>
                  <a:pt x="848" y="0"/>
                </a:lnTo>
                <a:lnTo>
                  <a:pt x="848" y="27"/>
                </a:lnTo>
                <a:lnTo>
                  <a:pt x="768" y="27"/>
                </a:lnTo>
                <a:lnTo>
                  <a:pt x="768" y="0"/>
                </a:lnTo>
                <a:moveTo>
                  <a:pt x="896" y="0"/>
                </a:moveTo>
                <a:lnTo>
                  <a:pt x="976" y="0"/>
                </a:lnTo>
                <a:lnTo>
                  <a:pt x="976" y="27"/>
                </a:lnTo>
                <a:lnTo>
                  <a:pt x="896" y="27"/>
                </a:lnTo>
                <a:lnTo>
                  <a:pt x="896" y="0"/>
                </a:lnTo>
                <a:moveTo>
                  <a:pt x="1024" y="0"/>
                </a:moveTo>
                <a:lnTo>
                  <a:pt x="1104" y="0"/>
                </a:lnTo>
                <a:lnTo>
                  <a:pt x="1104" y="27"/>
                </a:lnTo>
                <a:lnTo>
                  <a:pt x="1024" y="27"/>
                </a:lnTo>
                <a:lnTo>
                  <a:pt x="1024" y="0"/>
                </a:lnTo>
                <a:moveTo>
                  <a:pt x="1152" y="0"/>
                </a:moveTo>
                <a:lnTo>
                  <a:pt x="1232" y="0"/>
                </a:lnTo>
                <a:lnTo>
                  <a:pt x="1232" y="27"/>
                </a:lnTo>
                <a:lnTo>
                  <a:pt x="1152" y="27"/>
                </a:lnTo>
                <a:lnTo>
                  <a:pt x="1152" y="0"/>
                </a:lnTo>
                <a:moveTo>
                  <a:pt x="1280" y="0"/>
                </a:moveTo>
                <a:lnTo>
                  <a:pt x="1359" y="0"/>
                </a:lnTo>
                <a:lnTo>
                  <a:pt x="1359" y="27"/>
                </a:lnTo>
                <a:lnTo>
                  <a:pt x="1280" y="27"/>
                </a:lnTo>
                <a:lnTo>
                  <a:pt x="1280" y="0"/>
                </a:lnTo>
                <a:moveTo>
                  <a:pt x="1408" y="0"/>
                </a:moveTo>
                <a:lnTo>
                  <a:pt x="1487" y="0"/>
                </a:lnTo>
                <a:lnTo>
                  <a:pt x="1487" y="27"/>
                </a:lnTo>
                <a:lnTo>
                  <a:pt x="1408" y="27"/>
                </a:lnTo>
                <a:lnTo>
                  <a:pt x="1408" y="0"/>
                </a:lnTo>
                <a:moveTo>
                  <a:pt x="1536" y="0"/>
                </a:moveTo>
                <a:lnTo>
                  <a:pt x="1615" y="0"/>
                </a:lnTo>
                <a:lnTo>
                  <a:pt x="1615" y="27"/>
                </a:lnTo>
                <a:lnTo>
                  <a:pt x="1536" y="27"/>
                </a:lnTo>
                <a:lnTo>
                  <a:pt x="15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634320" y="2071080"/>
            <a:ext cx="40089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model te valideren. Waar kunnen we die vinden?"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/>
          <p:nvPr/>
        </p:nvSpPr>
        <p:spPr>
          <a:xfrm>
            <a:off x="447480" y="3105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634320" y="2420640"/>
            <a:ext cx="1860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Public #89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, 1 september 2026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/>
          <p:nvPr/>
        </p:nvSpPr>
        <p:spPr>
          <a:xfrm>
            <a:off x="447480" y="3400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639360" y="3051360"/>
            <a:ext cx="6621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antwoord: twee platen uit het ArchiMate-model, met de conventies en de keuzes erachter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/>
          <p:nvPr/>
        </p:nvSpPr>
        <p:spPr>
          <a:xfrm>
            <a:off x="447480" y="369540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639360" y="3346560"/>
            <a:ext cx="4816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OKx-model staat los van OEAPI; de mapping is een tweede plaat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2" name=""/>
          <p:cNvSpPr/>
          <p:nvPr/>
        </p:nvSpPr>
        <p:spPr>
          <a:xfrm>
            <a:off x="2533320" y="380988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7" y="0"/>
                </a:moveTo>
                <a:lnTo>
                  <a:pt x="1007" y="0"/>
                </a:lnTo>
                <a:lnTo>
                  <a:pt x="1007" y="27"/>
                </a:lnTo>
                <a:lnTo>
                  <a:pt x="927" y="27"/>
                </a:lnTo>
                <a:lnTo>
                  <a:pt x="927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3" y="0"/>
                </a:moveTo>
                <a:lnTo>
                  <a:pt x="1933" y="0"/>
                </a:lnTo>
                <a:lnTo>
                  <a:pt x="1933" y="27"/>
                </a:lnTo>
                <a:lnTo>
                  <a:pt x="1853" y="27"/>
                </a:lnTo>
                <a:lnTo>
                  <a:pt x="1853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7"/>
                </a:lnTo>
                <a:lnTo>
                  <a:pt x="2118" y="27"/>
                </a:lnTo>
                <a:lnTo>
                  <a:pt x="211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/>
          <p:nvPr/>
        </p:nvSpPr>
        <p:spPr>
          <a:xfrm>
            <a:off x="8448480" y="3809880"/>
            <a:ext cx="381240" cy="9720"/>
          </a:xfrm>
          <a:custGeom>
            <a:avLst/>
            <a:gdLst/>
            <a:ahLst/>
            <a:rect l="0" t="0" r="r" b="b"/>
            <a:pathLst>
              <a:path w="105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7"/>
                </a:lnTo>
                <a:lnTo>
                  <a:pt x="140" y="27"/>
                </a:lnTo>
                <a:lnTo>
                  <a:pt x="140" y="0"/>
                </a:lnTo>
                <a:moveTo>
                  <a:pt x="280" y="0"/>
                </a:moveTo>
                <a:lnTo>
                  <a:pt x="360" y="0"/>
                </a:lnTo>
                <a:lnTo>
                  <a:pt x="360" y="27"/>
                </a:lnTo>
                <a:lnTo>
                  <a:pt x="280" y="27"/>
                </a:lnTo>
                <a:lnTo>
                  <a:pt x="280" y="0"/>
                </a:lnTo>
                <a:moveTo>
                  <a:pt x="421" y="0"/>
                </a:moveTo>
                <a:lnTo>
                  <a:pt x="500" y="0"/>
                </a:lnTo>
                <a:lnTo>
                  <a:pt x="500" y="27"/>
                </a:lnTo>
                <a:lnTo>
                  <a:pt x="421" y="27"/>
                </a:lnTo>
                <a:lnTo>
                  <a:pt x="421" y="0"/>
                </a:lnTo>
                <a:moveTo>
                  <a:pt x="560" y="0"/>
                </a:moveTo>
                <a:lnTo>
                  <a:pt x="640" y="0"/>
                </a:lnTo>
                <a:lnTo>
                  <a:pt x="640" y="27"/>
                </a:lnTo>
                <a:lnTo>
                  <a:pt x="560" y="27"/>
                </a:lnTo>
                <a:lnTo>
                  <a:pt x="560" y="0"/>
                </a:lnTo>
                <a:moveTo>
                  <a:pt x="700" y="0"/>
                </a:moveTo>
                <a:lnTo>
                  <a:pt x="780" y="0"/>
                </a:lnTo>
                <a:lnTo>
                  <a:pt x="780" y="27"/>
                </a:lnTo>
                <a:lnTo>
                  <a:pt x="700" y="27"/>
                </a:lnTo>
                <a:lnTo>
                  <a:pt x="700" y="0"/>
                </a:lnTo>
                <a:moveTo>
                  <a:pt x="840" y="0"/>
                </a:moveTo>
                <a:lnTo>
                  <a:pt x="920" y="0"/>
                </a:lnTo>
                <a:lnTo>
                  <a:pt x="920" y="27"/>
                </a:lnTo>
                <a:lnTo>
                  <a:pt x="840" y="27"/>
                </a:lnTo>
                <a:lnTo>
                  <a:pt x="840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7"/>
                </a:lnTo>
                <a:lnTo>
                  <a:pt x="980" y="27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/>
          <p:nvPr/>
        </p:nvSpPr>
        <p:spPr>
          <a:xfrm>
            <a:off x="637920" y="4066920"/>
            <a:ext cx="410040" cy="10080"/>
          </a:xfrm>
          <a:custGeom>
            <a:avLst/>
            <a:gdLst/>
            <a:ahLst/>
            <a:rect l="0" t="0" r="r" b="b"/>
            <a:pathLst>
              <a:path w="1139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8"/>
                </a:lnTo>
                <a:lnTo>
                  <a:pt x="529" y="28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8"/>
                </a:lnTo>
                <a:lnTo>
                  <a:pt x="1059" y="28"/>
                </a:lnTo>
                <a:lnTo>
                  <a:pt x="105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639360" y="3641760"/>
            <a:ext cx="9438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Status: concept; gereviewd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PR 225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en gepubliceerd als laag 1 en 2 van het pakket informatie- en gegevensmodellen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6" name=""/>
          <p:cNvSpPr/>
          <p:nvPr/>
        </p:nvSpPr>
        <p:spPr>
          <a:xfrm>
            <a:off x="5314680" y="406692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7" y="0"/>
                </a:moveTo>
                <a:lnTo>
                  <a:pt x="216" y="0"/>
                </a:lnTo>
                <a:lnTo>
                  <a:pt x="216" y="28"/>
                </a:lnTo>
                <a:lnTo>
                  <a:pt x="137" y="28"/>
                </a:lnTo>
                <a:lnTo>
                  <a:pt x="137" y="0"/>
                </a:lnTo>
                <a:moveTo>
                  <a:pt x="273" y="0"/>
                </a:moveTo>
                <a:lnTo>
                  <a:pt x="352" y="0"/>
                </a:lnTo>
                <a:lnTo>
                  <a:pt x="352" y="28"/>
                </a:lnTo>
                <a:lnTo>
                  <a:pt x="273" y="28"/>
                </a:lnTo>
                <a:lnTo>
                  <a:pt x="273" y="0"/>
                </a:lnTo>
                <a:moveTo>
                  <a:pt x="409" y="0"/>
                </a:moveTo>
                <a:lnTo>
                  <a:pt x="489" y="0"/>
                </a:lnTo>
                <a:lnTo>
                  <a:pt x="489" y="28"/>
                </a:lnTo>
                <a:lnTo>
                  <a:pt x="409" y="28"/>
                </a:lnTo>
                <a:lnTo>
                  <a:pt x="409" y="0"/>
                </a:lnTo>
                <a:moveTo>
                  <a:pt x="546" y="0"/>
                </a:moveTo>
                <a:lnTo>
                  <a:pt x="625" y="0"/>
                </a:lnTo>
                <a:lnTo>
                  <a:pt x="625" y="28"/>
                </a:lnTo>
                <a:lnTo>
                  <a:pt x="546" y="28"/>
                </a:lnTo>
                <a:lnTo>
                  <a:pt x="546" y="0"/>
                </a:lnTo>
                <a:moveTo>
                  <a:pt x="682" y="0"/>
                </a:moveTo>
                <a:lnTo>
                  <a:pt x="761" y="0"/>
                </a:lnTo>
                <a:lnTo>
                  <a:pt x="761" y="28"/>
                </a:lnTo>
                <a:lnTo>
                  <a:pt x="682" y="28"/>
                </a:lnTo>
                <a:lnTo>
                  <a:pt x="682" y="0"/>
                </a:lnTo>
                <a:moveTo>
                  <a:pt x="818" y="0"/>
                </a:moveTo>
                <a:lnTo>
                  <a:pt x="898" y="0"/>
                </a:lnTo>
                <a:lnTo>
                  <a:pt x="898" y="28"/>
                </a:lnTo>
                <a:lnTo>
                  <a:pt x="818" y="28"/>
                </a:lnTo>
                <a:lnTo>
                  <a:pt x="818" y="0"/>
                </a:lnTo>
                <a:moveTo>
                  <a:pt x="955" y="0"/>
                </a:moveTo>
                <a:lnTo>
                  <a:pt x="1035" y="0"/>
                </a:lnTo>
                <a:lnTo>
                  <a:pt x="1035" y="28"/>
                </a:lnTo>
                <a:lnTo>
                  <a:pt x="955" y="28"/>
                </a:lnTo>
                <a:lnTo>
                  <a:pt x="955" y="0"/>
                </a:lnTo>
                <a:moveTo>
                  <a:pt x="1092" y="0"/>
                </a:moveTo>
                <a:lnTo>
                  <a:pt x="1172" y="0"/>
                </a:lnTo>
                <a:lnTo>
                  <a:pt x="1172" y="28"/>
                </a:lnTo>
                <a:lnTo>
                  <a:pt x="1092" y="28"/>
                </a:lnTo>
                <a:lnTo>
                  <a:pt x="1092" y="0"/>
                </a:lnTo>
                <a:moveTo>
                  <a:pt x="1229" y="0"/>
                </a:moveTo>
                <a:lnTo>
                  <a:pt x="1308" y="0"/>
                </a:lnTo>
                <a:lnTo>
                  <a:pt x="1308" y="28"/>
                </a:lnTo>
                <a:lnTo>
                  <a:pt x="1229" y="28"/>
                </a:lnTo>
                <a:lnTo>
                  <a:pt x="1229" y="0"/>
                </a:lnTo>
                <a:moveTo>
                  <a:pt x="1365" y="0"/>
                </a:moveTo>
                <a:lnTo>
                  <a:pt x="1444" y="0"/>
                </a:lnTo>
                <a:lnTo>
                  <a:pt x="1444" y="28"/>
                </a:lnTo>
                <a:lnTo>
                  <a:pt x="1365" y="28"/>
                </a:lnTo>
                <a:lnTo>
                  <a:pt x="1365" y="0"/>
                </a:lnTo>
                <a:moveTo>
                  <a:pt x="1501" y="0"/>
                </a:moveTo>
                <a:lnTo>
                  <a:pt x="1581" y="0"/>
                </a:lnTo>
                <a:lnTo>
                  <a:pt x="1581" y="28"/>
                </a:lnTo>
                <a:lnTo>
                  <a:pt x="1501" y="28"/>
                </a:lnTo>
                <a:lnTo>
                  <a:pt x="1501" y="0"/>
                </a:lnTo>
                <a:moveTo>
                  <a:pt x="1638" y="0"/>
                </a:moveTo>
                <a:lnTo>
                  <a:pt x="1717" y="0"/>
                </a:lnTo>
                <a:lnTo>
                  <a:pt x="1717" y="28"/>
                </a:lnTo>
                <a:lnTo>
                  <a:pt x="1638" y="28"/>
                </a:lnTo>
                <a:lnTo>
                  <a:pt x="1638" y="0"/>
                </a:lnTo>
                <a:moveTo>
                  <a:pt x="1774" y="0"/>
                </a:moveTo>
                <a:lnTo>
                  <a:pt x="1853" y="0"/>
                </a:lnTo>
                <a:lnTo>
                  <a:pt x="1853" y="28"/>
                </a:lnTo>
                <a:lnTo>
                  <a:pt x="1774" y="28"/>
                </a:lnTo>
                <a:lnTo>
                  <a:pt x="177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/>
          <p:nvPr/>
        </p:nvSpPr>
        <p:spPr>
          <a:xfrm>
            <a:off x="6048360" y="406692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1" y="0"/>
                </a:moveTo>
                <a:lnTo>
                  <a:pt x="220" y="0"/>
                </a:lnTo>
                <a:lnTo>
                  <a:pt x="220" y="28"/>
                </a:lnTo>
                <a:lnTo>
                  <a:pt x="141" y="28"/>
                </a:lnTo>
                <a:lnTo>
                  <a:pt x="141" y="0"/>
                </a:lnTo>
                <a:moveTo>
                  <a:pt x="282" y="0"/>
                </a:moveTo>
                <a:lnTo>
                  <a:pt x="362" y="0"/>
                </a:lnTo>
                <a:lnTo>
                  <a:pt x="362" y="28"/>
                </a:lnTo>
                <a:lnTo>
                  <a:pt x="282" y="28"/>
                </a:lnTo>
                <a:lnTo>
                  <a:pt x="282" y="0"/>
                </a:lnTo>
                <a:moveTo>
                  <a:pt x="424" y="0"/>
                </a:moveTo>
                <a:lnTo>
                  <a:pt x="503" y="0"/>
                </a:lnTo>
                <a:lnTo>
                  <a:pt x="503" y="28"/>
                </a:lnTo>
                <a:lnTo>
                  <a:pt x="424" y="28"/>
                </a:lnTo>
                <a:lnTo>
                  <a:pt x="424" y="0"/>
                </a:lnTo>
                <a:moveTo>
                  <a:pt x="565" y="0"/>
                </a:moveTo>
                <a:lnTo>
                  <a:pt x="644" y="0"/>
                </a:lnTo>
                <a:lnTo>
                  <a:pt x="644" y="28"/>
                </a:lnTo>
                <a:lnTo>
                  <a:pt x="565" y="28"/>
                </a:lnTo>
                <a:lnTo>
                  <a:pt x="565" y="0"/>
                </a:lnTo>
                <a:moveTo>
                  <a:pt x="706" y="0"/>
                </a:moveTo>
                <a:lnTo>
                  <a:pt x="785" y="0"/>
                </a:lnTo>
                <a:lnTo>
                  <a:pt x="785" y="28"/>
                </a:lnTo>
                <a:lnTo>
                  <a:pt x="706" y="28"/>
                </a:lnTo>
                <a:lnTo>
                  <a:pt x="706" y="0"/>
                </a:lnTo>
                <a:moveTo>
                  <a:pt x="847" y="0"/>
                </a:moveTo>
                <a:lnTo>
                  <a:pt x="927" y="0"/>
                </a:lnTo>
                <a:lnTo>
                  <a:pt x="927" y="28"/>
                </a:lnTo>
                <a:lnTo>
                  <a:pt x="847" y="28"/>
                </a:lnTo>
                <a:lnTo>
                  <a:pt x="84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639360" y="3898800"/>
            <a:ext cx="9263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gestapeld op PR 100. Twee ontwerpkeuzes liggen bij het kernteam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#227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#228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); de modelvragen uit de tegenlezing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9" name=""/>
          <p:cNvSpPr/>
          <p:nvPr/>
        </p:nvSpPr>
        <p:spPr>
          <a:xfrm>
            <a:off x="1161720" y="431460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1" y="0"/>
                </a:moveTo>
                <a:lnTo>
                  <a:pt x="341" y="0"/>
                </a:lnTo>
                <a:lnTo>
                  <a:pt x="341" y="28"/>
                </a:lnTo>
                <a:lnTo>
                  <a:pt x="261" y="28"/>
                </a:lnTo>
                <a:lnTo>
                  <a:pt x="261" y="0"/>
                </a:lnTo>
                <a:moveTo>
                  <a:pt x="392" y="0"/>
                </a:moveTo>
                <a:lnTo>
                  <a:pt x="471" y="0"/>
                </a:lnTo>
                <a:lnTo>
                  <a:pt x="471" y="28"/>
                </a:lnTo>
                <a:lnTo>
                  <a:pt x="392" y="28"/>
                </a:lnTo>
                <a:lnTo>
                  <a:pt x="392" y="0"/>
                </a:lnTo>
                <a:moveTo>
                  <a:pt x="522" y="0"/>
                </a:moveTo>
                <a:lnTo>
                  <a:pt x="601" y="0"/>
                </a:lnTo>
                <a:lnTo>
                  <a:pt x="601" y="28"/>
                </a:lnTo>
                <a:lnTo>
                  <a:pt x="522" y="28"/>
                </a:lnTo>
                <a:lnTo>
                  <a:pt x="522" y="0"/>
                </a:lnTo>
                <a:moveTo>
                  <a:pt x="652" y="0"/>
                </a:moveTo>
                <a:lnTo>
                  <a:pt x="732" y="0"/>
                </a:lnTo>
                <a:lnTo>
                  <a:pt x="732" y="28"/>
                </a:lnTo>
                <a:lnTo>
                  <a:pt x="652" y="28"/>
                </a:lnTo>
                <a:lnTo>
                  <a:pt x="652" y="0"/>
                </a:lnTo>
                <a:moveTo>
                  <a:pt x="783" y="0"/>
                </a:moveTo>
                <a:lnTo>
                  <a:pt x="862" y="0"/>
                </a:lnTo>
                <a:lnTo>
                  <a:pt x="862" y="28"/>
                </a:lnTo>
                <a:lnTo>
                  <a:pt x="783" y="28"/>
                </a:lnTo>
                <a:lnTo>
                  <a:pt x="783" y="0"/>
                </a:lnTo>
                <a:moveTo>
                  <a:pt x="913" y="0"/>
                </a:moveTo>
                <a:lnTo>
                  <a:pt x="993" y="0"/>
                </a:lnTo>
                <a:lnTo>
                  <a:pt x="993" y="28"/>
                </a:lnTo>
                <a:lnTo>
                  <a:pt x="913" y="28"/>
                </a:lnTo>
                <a:lnTo>
                  <a:pt x="913" y="0"/>
                </a:lnTo>
                <a:moveTo>
                  <a:pt x="1044" y="0"/>
                </a:moveTo>
                <a:lnTo>
                  <a:pt x="1123" y="0"/>
                </a:lnTo>
                <a:lnTo>
                  <a:pt x="1123" y="28"/>
                </a:lnTo>
                <a:lnTo>
                  <a:pt x="1044" y="28"/>
                </a:lnTo>
                <a:lnTo>
                  <a:pt x="1044" y="0"/>
                </a:lnTo>
                <a:moveTo>
                  <a:pt x="1174" y="0"/>
                </a:moveTo>
                <a:lnTo>
                  <a:pt x="1253" y="0"/>
                </a:lnTo>
                <a:lnTo>
                  <a:pt x="1253" y="28"/>
                </a:lnTo>
                <a:lnTo>
                  <a:pt x="1174" y="28"/>
                </a:lnTo>
                <a:lnTo>
                  <a:pt x="1174" y="0"/>
                </a:lnTo>
                <a:moveTo>
                  <a:pt x="1304" y="0"/>
                </a:moveTo>
                <a:lnTo>
                  <a:pt x="1384" y="0"/>
                </a:lnTo>
                <a:lnTo>
                  <a:pt x="1384" y="28"/>
                </a:lnTo>
                <a:lnTo>
                  <a:pt x="1304" y="28"/>
                </a:lnTo>
                <a:lnTo>
                  <a:pt x="1304" y="0"/>
                </a:lnTo>
                <a:moveTo>
                  <a:pt x="1435" y="0"/>
                </a:moveTo>
                <a:lnTo>
                  <a:pt x="1514" y="0"/>
                </a:lnTo>
                <a:lnTo>
                  <a:pt x="1514" y="28"/>
                </a:lnTo>
                <a:lnTo>
                  <a:pt x="1435" y="28"/>
                </a:lnTo>
                <a:lnTo>
                  <a:pt x="1435" y="0"/>
                </a:lnTo>
                <a:moveTo>
                  <a:pt x="1566" y="0"/>
                </a:moveTo>
                <a:lnTo>
                  <a:pt x="1646" y="0"/>
                </a:lnTo>
                <a:lnTo>
                  <a:pt x="1646" y="28"/>
                </a:lnTo>
                <a:lnTo>
                  <a:pt x="1566" y="28"/>
                </a:lnTo>
                <a:lnTo>
                  <a:pt x="1566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28"/>
                </a:lnTo>
                <a:lnTo>
                  <a:pt x="1697" y="28"/>
                </a:lnTo>
                <a:lnTo>
                  <a:pt x="1697" y="0"/>
                </a:lnTo>
                <a:moveTo>
                  <a:pt x="1827" y="0"/>
                </a:moveTo>
                <a:lnTo>
                  <a:pt x="1906" y="0"/>
                </a:lnTo>
                <a:lnTo>
                  <a:pt x="1906" y="28"/>
                </a:lnTo>
                <a:lnTo>
                  <a:pt x="1827" y="28"/>
                </a:lnTo>
                <a:lnTo>
                  <a:pt x="182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 txBox="1"/>
          <p:nvPr/>
        </p:nvSpPr>
        <p:spPr>
          <a:xfrm>
            <a:off x="639360" y="4146480"/>
            <a:ext cx="1399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staan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#234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8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89" name="" descr=""/>
          <p:cNvPicPr/>
          <p:nvPr/>
        </p:nvPicPr>
        <p:blipFill>
          <a:blip r:embed="rId1"/>
          <a:stretch/>
        </p:blipFill>
        <p:spPr>
          <a:xfrm>
            <a:off x="1238400" y="76320"/>
            <a:ext cx="6857640" cy="5105160"/>
          </a:xfrm>
          <a:prstGeom prst="rect">
            <a:avLst/>
          </a:prstGeom>
          <a:ln w="0">
            <a:noFill/>
          </a:ln>
        </p:spPr>
      </p:pic>
      <p:sp>
        <p:nvSpPr>
          <p:cNvPr id="119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9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9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98" name=""/>
          <p:cNvSpPr/>
          <p:nvPr/>
        </p:nvSpPr>
        <p:spPr>
          <a:xfrm>
            <a:off x="456840" y="1542960"/>
            <a:ext cx="3286800" cy="324000"/>
          </a:xfrm>
          <a:custGeom>
            <a:avLst/>
            <a:gdLst/>
            <a:ahLst/>
            <a:rect l="0" t="0" r="r" b="b"/>
            <a:pathLst>
              <a:path w="9130" h="900">
                <a:moveTo>
                  <a:pt x="0" y="0"/>
                </a:moveTo>
                <a:lnTo>
                  <a:pt x="9130" y="0"/>
                </a:lnTo>
                <a:lnTo>
                  <a:pt x="9130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9" name=""/>
          <p:cNvSpPr/>
          <p:nvPr/>
        </p:nvSpPr>
        <p:spPr>
          <a:xfrm>
            <a:off x="3743280" y="1542960"/>
            <a:ext cx="5134320" cy="324000"/>
          </a:xfrm>
          <a:custGeom>
            <a:avLst/>
            <a:gdLst/>
            <a:ahLst/>
            <a:rect l="0" t="0" r="r" b="b"/>
            <a:pathLst>
              <a:path w="14262" h="900">
                <a:moveTo>
                  <a:pt x="0" y="0"/>
                </a:moveTo>
                <a:lnTo>
                  <a:pt x="14262" y="0"/>
                </a:lnTo>
                <a:lnTo>
                  <a:pt x="14262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/>
          <p:nvPr/>
        </p:nvSpPr>
        <p:spPr>
          <a:xfrm>
            <a:off x="456840" y="1857240"/>
            <a:ext cx="3286800" cy="19440"/>
          </a:xfrm>
          <a:custGeom>
            <a:avLst/>
            <a:gdLst/>
            <a:ahLst/>
            <a:rect l="0" t="0" r="r" b="b"/>
            <a:pathLst>
              <a:path w="9130" h="54">
                <a:moveTo>
                  <a:pt x="0" y="0"/>
                </a:moveTo>
                <a:lnTo>
                  <a:pt x="9130" y="0"/>
                </a:lnTo>
                <a:lnTo>
                  <a:pt x="91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1" name=""/>
          <p:cNvSpPr/>
          <p:nvPr/>
        </p:nvSpPr>
        <p:spPr>
          <a:xfrm>
            <a:off x="3743280" y="1857240"/>
            <a:ext cx="5134320" cy="19440"/>
          </a:xfrm>
          <a:custGeom>
            <a:avLst/>
            <a:gdLst/>
            <a:ahLst/>
            <a:rect l="0" t="0" r="r" b="b"/>
            <a:pathLst>
              <a:path w="14262" h="54">
                <a:moveTo>
                  <a:pt x="0" y="0"/>
                </a:moveTo>
                <a:lnTo>
                  <a:pt x="14262" y="0"/>
                </a:lnTo>
                <a:lnTo>
                  <a:pt x="1426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/>
          <p:nvPr/>
        </p:nvSpPr>
        <p:spPr>
          <a:xfrm>
            <a:off x="456840" y="221904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3" name=""/>
          <p:cNvSpPr/>
          <p:nvPr/>
        </p:nvSpPr>
        <p:spPr>
          <a:xfrm>
            <a:off x="3743280" y="221904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4" name=""/>
          <p:cNvSpPr/>
          <p:nvPr/>
        </p:nvSpPr>
        <p:spPr>
          <a:xfrm>
            <a:off x="456840" y="258120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5" name=""/>
          <p:cNvSpPr/>
          <p:nvPr/>
        </p:nvSpPr>
        <p:spPr>
          <a:xfrm>
            <a:off x="3743280" y="258120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6" name=""/>
          <p:cNvSpPr/>
          <p:nvPr/>
        </p:nvSpPr>
        <p:spPr>
          <a:xfrm>
            <a:off x="456840" y="293364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7" name=""/>
          <p:cNvSpPr/>
          <p:nvPr/>
        </p:nvSpPr>
        <p:spPr>
          <a:xfrm>
            <a:off x="3743280" y="293364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8" name=""/>
          <p:cNvSpPr/>
          <p:nvPr/>
        </p:nvSpPr>
        <p:spPr>
          <a:xfrm>
            <a:off x="456840" y="329544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9" name=""/>
          <p:cNvSpPr/>
          <p:nvPr/>
        </p:nvSpPr>
        <p:spPr>
          <a:xfrm>
            <a:off x="3743280" y="329544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0" name=""/>
          <p:cNvSpPr/>
          <p:nvPr/>
        </p:nvSpPr>
        <p:spPr>
          <a:xfrm>
            <a:off x="456840" y="364788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1" name=""/>
          <p:cNvSpPr/>
          <p:nvPr/>
        </p:nvSpPr>
        <p:spPr>
          <a:xfrm>
            <a:off x="3743280" y="364788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2" name=""/>
          <p:cNvSpPr/>
          <p:nvPr/>
        </p:nvSpPr>
        <p:spPr>
          <a:xfrm>
            <a:off x="456840" y="400968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3743280" y="400968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4" name=""/>
          <p:cNvSpPr/>
          <p:nvPr/>
        </p:nvSpPr>
        <p:spPr>
          <a:xfrm>
            <a:off x="456840" y="436212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5" name=""/>
          <p:cNvSpPr/>
          <p:nvPr/>
        </p:nvSpPr>
        <p:spPr>
          <a:xfrm>
            <a:off x="3743280" y="436212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6" name=""/>
          <p:cNvSpPr txBox="1"/>
          <p:nvPr/>
        </p:nvSpPr>
        <p:spPr>
          <a:xfrm>
            <a:off x="439920" y="882000"/>
            <a:ext cx="6771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Zeven begrippen delen de keten in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563760" y="1631880"/>
            <a:ext cx="455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8" name=""/>
          <p:cNvSpPr txBox="1"/>
          <p:nvPr/>
        </p:nvSpPr>
        <p:spPr>
          <a:xfrm>
            <a:off x="3850200" y="1631880"/>
            <a:ext cx="1639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BEANTWOORDT DE VRAAG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563760" y="1968120"/>
            <a:ext cx="15231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Kwaliﬁcatiekader mbo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3850200" y="1968120"/>
            <a:ext cx="1605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is normatief geldig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563760" y="2330280"/>
            <a:ext cx="2248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Onderwijskundig kader instelling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3850200" y="2330280"/>
            <a:ext cx="2775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moet de student kennen en kunnen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563760" y="2682720"/>
            <a:ext cx="1459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Onderwijsspeciﬁcatie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3850200" y="2682720"/>
            <a:ext cx="1744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wordt georganiseerd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563760" y="3044520"/>
            <a:ext cx="1195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Onderwijsaanbod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3850200" y="3044520"/>
            <a:ext cx="2783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Wanneer, met hoeveel plekken, met wie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563760" y="3396960"/>
            <a:ext cx="1450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Onderwijsverbintenis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3850200" y="3396960"/>
            <a:ext cx="3309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Welke relatie heeft een student met dat aanbod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563760" y="3758760"/>
            <a:ext cx="1294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Onderwijsresultaat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3850200" y="3758760"/>
            <a:ext cx="1206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is er behaald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563760" y="4111200"/>
            <a:ext cx="127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Resultaatstructuur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3850200" y="4111200"/>
            <a:ext cx="3626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Hoe telt dat op tot een uitspraak over de kwaliﬁcatie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3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41" name="" descr=""/>
          <p:cNvPicPr/>
          <p:nvPr/>
        </p:nvPicPr>
        <p:blipFill>
          <a:blip r:embed="rId1"/>
          <a:stretch/>
        </p:blipFill>
        <p:spPr>
          <a:xfrm>
            <a:off x="1238400" y="76320"/>
            <a:ext cx="6857640" cy="5105160"/>
          </a:xfrm>
          <a:prstGeom prst="rect">
            <a:avLst/>
          </a:prstGeom>
          <a:ln w="0">
            <a:noFill/>
          </a:ln>
        </p:spPr>
      </p:pic>
      <p:sp>
        <p:nvSpPr>
          <p:cNvPr id="124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4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50" name=""/>
          <p:cNvSpPr/>
          <p:nvPr/>
        </p:nvSpPr>
        <p:spPr>
          <a:xfrm>
            <a:off x="447480" y="18475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1" name=""/>
          <p:cNvSpPr txBox="1"/>
          <p:nvPr/>
        </p:nvSpPr>
        <p:spPr>
          <a:xfrm>
            <a:off x="439920" y="1034280"/>
            <a:ext cx="7425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de mapping op OEAPI v6 laat zien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/>
          <p:nvPr/>
        </p:nvSpPr>
        <p:spPr>
          <a:xfrm>
            <a:off x="4324320" y="1800000"/>
            <a:ext cx="800280" cy="181440"/>
          </a:xfrm>
          <a:custGeom>
            <a:avLst/>
            <a:gdLst/>
            <a:ahLst/>
            <a:rect l="0" t="0" r="r" b="b"/>
            <a:pathLst>
              <a:path w="2223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17" y="0"/>
                </a:lnTo>
                <a:cubicBezTo>
                  <a:pt x="2131" y="0"/>
                  <a:pt x="2145" y="3"/>
                  <a:pt x="2158" y="8"/>
                </a:cubicBezTo>
                <a:cubicBezTo>
                  <a:pt x="2171" y="14"/>
                  <a:pt x="2182" y="21"/>
                  <a:pt x="2192" y="31"/>
                </a:cubicBezTo>
                <a:cubicBezTo>
                  <a:pt x="2202" y="41"/>
                  <a:pt x="2210" y="52"/>
                  <a:pt x="2215" y="65"/>
                </a:cubicBezTo>
                <a:cubicBezTo>
                  <a:pt x="2220" y="78"/>
                  <a:pt x="2223" y="92"/>
                  <a:pt x="2223" y="106"/>
                </a:cubicBezTo>
                <a:lnTo>
                  <a:pt x="2223" y="398"/>
                </a:lnTo>
                <a:cubicBezTo>
                  <a:pt x="2223" y="412"/>
                  <a:pt x="2220" y="426"/>
                  <a:pt x="2215" y="438"/>
                </a:cubicBezTo>
                <a:cubicBezTo>
                  <a:pt x="2210" y="451"/>
                  <a:pt x="2202" y="463"/>
                  <a:pt x="2192" y="473"/>
                </a:cubicBezTo>
                <a:cubicBezTo>
                  <a:pt x="2182" y="483"/>
                  <a:pt x="2171" y="490"/>
                  <a:pt x="2158" y="496"/>
                </a:cubicBezTo>
                <a:cubicBezTo>
                  <a:pt x="2145" y="501"/>
                  <a:pt x="2131" y="504"/>
                  <a:pt x="2117" y="504"/>
                </a:cubicBezTo>
                <a:lnTo>
                  <a:pt x="105" y="504"/>
                </a:lnTo>
                <a:cubicBezTo>
                  <a:pt x="91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1"/>
                  <a:pt x="8" y="438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639360" y="1793880"/>
            <a:ext cx="4129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Eén OEAPI-object draagt vaak meerdere OKx-objecttypen: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 txBox="1"/>
          <p:nvPr/>
        </p:nvSpPr>
        <p:spPr>
          <a:xfrm>
            <a:off x="4382640" y="1806840"/>
            <a:ext cx="6865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Programme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5" name=""/>
          <p:cNvSpPr/>
          <p:nvPr/>
        </p:nvSpPr>
        <p:spPr>
          <a:xfrm>
            <a:off x="5429160" y="1800000"/>
            <a:ext cx="1400400" cy="181440"/>
          </a:xfrm>
          <a:custGeom>
            <a:avLst/>
            <a:gdLst/>
            <a:ahLst/>
            <a:rect l="0" t="0" r="r" b="b"/>
            <a:pathLst>
              <a:path w="3890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784" y="0"/>
                </a:lnTo>
                <a:cubicBezTo>
                  <a:pt x="3798" y="0"/>
                  <a:pt x="3812" y="3"/>
                  <a:pt x="3825" y="8"/>
                </a:cubicBezTo>
                <a:cubicBezTo>
                  <a:pt x="3838" y="14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7" y="78"/>
                  <a:pt x="3890" y="92"/>
                  <a:pt x="3890" y="106"/>
                </a:cubicBezTo>
                <a:lnTo>
                  <a:pt x="3890" y="398"/>
                </a:lnTo>
                <a:cubicBezTo>
                  <a:pt x="3890" y="412"/>
                  <a:pt x="3887" y="426"/>
                  <a:pt x="3882" y="438"/>
                </a:cubicBezTo>
                <a:cubicBezTo>
                  <a:pt x="3877" y="451"/>
                  <a:pt x="3869" y="463"/>
                  <a:pt x="3859" y="473"/>
                </a:cubicBezTo>
                <a:cubicBezTo>
                  <a:pt x="3849" y="483"/>
                  <a:pt x="3838" y="490"/>
                  <a:pt x="3825" y="496"/>
                </a:cubicBezTo>
                <a:cubicBezTo>
                  <a:pt x="3812" y="501"/>
                  <a:pt x="3798" y="504"/>
                  <a:pt x="3784" y="504"/>
                </a:cubicBezTo>
                <a:lnTo>
                  <a:pt x="106" y="504"/>
                </a:lnTo>
                <a:cubicBezTo>
                  <a:pt x="92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1"/>
                  <a:pt x="8" y="438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5122800" y="1793880"/>
            <a:ext cx="39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vier,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5484960" y="1806840"/>
            <a:ext cx="129600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ProgrammeOffering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8" name=""/>
          <p:cNvSpPr/>
          <p:nvPr/>
        </p:nvSpPr>
        <p:spPr>
          <a:xfrm>
            <a:off x="447480" y="21621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6832080" y="1793880"/>
            <a:ext cx="317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drie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/>
          <p:nvPr/>
        </p:nvSpPr>
        <p:spPr>
          <a:xfrm>
            <a:off x="3152520" y="2114280"/>
            <a:ext cx="1257840" cy="181440"/>
          </a:xfrm>
          <a:custGeom>
            <a:avLst/>
            <a:gdLst/>
            <a:ahLst/>
            <a:rect l="0" t="0" r="r" b="b"/>
            <a:pathLst>
              <a:path w="3494" h="504">
                <a:moveTo>
                  <a:pt x="0" y="39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387" y="0"/>
                </a:lnTo>
                <a:cubicBezTo>
                  <a:pt x="3401" y="0"/>
                  <a:pt x="3414" y="3"/>
                  <a:pt x="3427" y="8"/>
                </a:cubicBezTo>
                <a:cubicBezTo>
                  <a:pt x="3440" y="14"/>
                  <a:pt x="3452" y="21"/>
                  <a:pt x="3462" y="31"/>
                </a:cubicBezTo>
                <a:cubicBezTo>
                  <a:pt x="3473" y="41"/>
                  <a:pt x="3480" y="53"/>
                  <a:pt x="3486" y="66"/>
                </a:cubicBezTo>
                <a:cubicBezTo>
                  <a:pt x="3491" y="79"/>
                  <a:pt x="3494" y="92"/>
                  <a:pt x="3494" y="106"/>
                </a:cubicBezTo>
                <a:lnTo>
                  <a:pt x="3494" y="397"/>
                </a:lnTo>
                <a:cubicBezTo>
                  <a:pt x="3494" y="412"/>
                  <a:pt x="3491" y="426"/>
                  <a:pt x="3486" y="439"/>
                </a:cubicBezTo>
                <a:cubicBezTo>
                  <a:pt x="3480" y="452"/>
                  <a:pt x="3473" y="463"/>
                  <a:pt x="3462" y="473"/>
                </a:cubicBezTo>
                <a:cubicBezTo>
                  <a:pt x="3452" y="483"/>
                  <a:pt x="3440" y="491"/>
                  <a:pt x="3427" y="496"/>
                </a:cubicBezTo>
                <a:cubicBezTo>
                  <a:pt x="3414" y="501"/>
                  <a:pt x="3401" y="504"/>
                  <a:pt x="3387" y="504"/>
                </a:cubicBezTo>
                <a:lnTo>
                  <a:pt x="106" y="504"/>
                </a:lnTo>
                <a:cubicBezTo>
                  <a:pt x="92" y="504"/>
                  <a:pt x="79" y="501"/>
                  <a:pt x="66" y="496"/>
                </a:cubicBezTo>
                <a:cubicBezTo>
                  <a:pt x="53" y="491"/>
                  <a:pt x="41" y="483"/>
                  <a:pt x="31" y="473"/>
                </a:cubicBezTo>
                <a:cubicBezTo>
                  <a:pt x="21" y="463"/>
                  <a:pt x="14" y="452"/>
                  <a:pt x="8" y="439"/>
                </a:cubicBezTo>
                <a:cubicBezTo>
                  <a:pt x="3" y="426"/>
                  <a:pt x="0" y="412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39360" y="2108160"/>
            <a:ext cx="2874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leeruitkomst heeft een tegenhanger,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2" name=""/>
          <p:cNvSpPr/>
          <p:nvPr/>
        </p:nvSpPr>
        <p:spPr>
          <a:xfrm>
            <a:off x="447480" y="2485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3211200" y="2121480"/>
            <a:ext cx="11437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LearningOutcome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639360" y="2432160"/>
            <a:ext cx="876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resultaatstructuur is nog niet gemapt: OEAPI kent cesuur, schaal en pogingen per toetsonderdeel, maar geen weging per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5" name=""/>
          <p:cNvSpPr/>
          <p:nvPr/>
        </p:nvSpPr>
        <p:spPr>
          <a:xfrm>
            <a:off x="447480" y="30384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639360" y="2679840"/>
            <a:ext cx="2579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speciﬁcatie en geen aggregatieregel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7" name=""/>
          <p:cNvSpPr/>
          <p:nvPr/>
        </p:nvSpPr>
        <p:spPr>
          <a:xfrm>
            <a:off x="456840" y="3419280"/>
            <a:ext cx="8420760" cy="800640"/>
          </a:xfrm>
          <a:custGeom>
            <a:avLst/>
            <a:gdLst/>
            <a:ahLst/>
            <a:rect l="0" t="0" r="r" b="b"/>
            <a:pathLst>
              <a:path w="23391" h="2224">
                <a:moveTo>
                  <a:pt x="0" y="0"/>
                </a:moveTo>
                <a:lnTo>
                  <a:pt x="23391" y="0"/>
                </a:lnTo>
                <a:lnTo>
                  <a:pt x="23391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8" name=""/>
          <p:cNvSpPr/>
          <p:nvPr/>
        </p:nvSpPr>
        <p:spPr>
          <a:xfrm>
            <a:off x="456840" y="341928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9" name=""/>
          <p:cNvSpPr/>
          <p:nvPr/>
        </p:nvSpPr>
        <p:spPr>
          <a:xfrm>
            <a:off x="456840" y="420984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0" name=""/>
          <p:cNvSpPr/>
          <p:nvPr/>
        </p:nvSpPr>
        <p:spPr>
          <a:xfrm>
            <a:off x="8867520" y="341928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106"/>
                </a:moveTo>
                <a:lnTo>
                  <a:pt x="0" y="2224"/>
                </a:lnTo>
                <a:lnTo>
                  <a:pt x="28" y="222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1" name=""/>
          <p:cNvSpPr/>
          <p:nvPr/>
        </p:nvSpPr>
        <p:spPr>
          <a:xfrm>
            <a:off x="456840" y="341928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0"/>
                </a:moveTo>
                <a:lnTo>
                  <a:pt x="0" y="2224"/>
                </a:lnTo>
                <a:lnTo>
                  <a:pt x="28" y="222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639360" y="2984400"/>
            <a:ext cx="6479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24 objecttypen binnen scope zonder OEAPI-object: per stuk signalering of bewuste afwijking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634320" y="3633480"/>
            <a:ext cx="897876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Gezocht: hoe mapt OEAPI een kwaliﬁcatiekader naar objecten? Kwaliﬁcatiedossier, kwaliﬁcatie, kerntaak en werkproces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634320" y="3862080"/>
            <a:ext cx="33868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hebben in de mapping nu geen tegenhanger.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8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8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83" name=""/>
          <p:cNvSpPr/>
          <p:nvPr/>
        </p:nvSpPr>
        <p:spPr>
          <a:xfrm>
            <a:off x="447480" y="10285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439920" y="320040"/>
            <a:ext cx="4444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Eerste begrippenkader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5" name=""/>
          <p:cNvSpPr/>
          <p:nvPr/>
        </p:nvSpPr>
        <p:spPr>
          <a:xfrm>
            <a:off x="447480" y="1323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6" name=""/>
          <p:cNvSpPr txBox="1"/>
          <p:nvPr/>
        </p:nvSpPr>
        <p:spPr>
          <a:xfrm>
            <a:off x="639360" y="974880"/>
            <a:ext cx="7823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Elk begrip gerelateerd aan de referentiearchitecturen: MORA, ROSA (Kernmodel Onderwijsinformatie) en HORA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7" name=""/>
          <p:cNvSpPr/>
          <p:nvPr/>
        </p:nvSpPr>
        <p:spPr>
          <a:xfrm>
            <a:off x="456840" y="1590480"/>
            <a:ext cx="1600560" cy="286200"/>
          </a:xfrm>
          <a:custGeom>
            <a:avLst/>
            <a:gdLst/>
            <a:ahLst/>
            <a:rect l="0" t="0" r="r" b="b"/>
            <a:pathLst>
              <a:path w="4446" h="795">
                <a:moveTo>
                  <a:pt x="0" y="0"/>
                </a:moveTo>
                <a:lnTo>
                  <a:pt x="4446" y="0"/>
                </a:lnTo>
                <a:lnTo>
                  <a:pt x="44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8" name=""/>
          <p:cNvSpPr/>
          <p:nvPr/>
        </p:nvSpPr>
        <p:spPr>
          <a:xfrm>
            <a:off x="2057040" y="1590480"/>
            <a:ext cx="1962720" cy="286200"/>
          </a:xfrm>
          <a:custGeom>
            <a:avLst/>
            <a:gdLst/>
            <a:ahLst/>
            <a:rect l="0" t="0" r="r" b="b"/>
            <a:pathLst>
              <a:path w="5452" h="795">
                <a:moveTo>
                  <a:pt x="0" y="0"/>
                </a:moveTo>
                <a:lnTo>
                  <a:pt x="5452" y="0"/>
                </a:lnTo>
                <a:lnTo>
                  <a:pt x="545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9" name=""/>
          <p:cNvSpPr/>
          <p:nvPr/>
        </p:nvSpPr>
        <p:spPr>
          <a:xfrm>
            <a:off x="4019400" y="1590480"/>
            <a:ext cx="991080" cy="286200"/>
          </a:xfrm>
          <a:custGeom>
            <a:avLst/>
            <a:gdLst/>
            <a:ahLst/>
            <a:rect l="0" t="0" r="r" b="b"/>
            <a:pathLst>
              <a:path w="2753" h="795">
                <a:moveTo>
                  <a:pt x="0" y="0"/>
                </a:moveTo>
                <a:lnTo>
                  <a:pt x="2753" y="0"/>
                </a:lnTo>
                <a:lnTo>
                  <a:pt x="275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0" name=""/>
          <p:cNvSpPr/>
          <p:nvPr/>
        </p:nvSpPr>
        <p:spPr>
          <a:xfrm>
            <a:off x="5010120" y="1590480"/>
            <a:ext cx="1124280" cy="286200"/>
          </a:xfrm>
          <a:custGeom>
            <a:avLst/>
            <a:gdLst/>
            <a:ahLst/>
            <a:rect l="0" t="0" r="r" b="b"/>
            <a:pathLst>
              <a:path w="3123" h="795">
                <a:moveTo>
                  <a:pt x="0" y="0"/>
                </a:moveTo>
                <a:lnTo>
                  <a:pt x="3123" y="0"/>
                </a:lnTo>
                <a:lnTo>
                  <a:pt x="312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1" name=""/>
          <p:cNvSpPr/>
          <p:nvPr/>
        </p:nvSpPr>
        <p:spPr>
          <a:xfrm>
            <a:off x="6134040" y="1590480"/>
            <a:ext cx="905040" cy="286200"/>
          </a:xfrm>
          <a:custGeom>
            <a:avLst/>
            <a:gdLst/>
            <a:ahLst/>
            <a:rect l="0" t="0" r="r" b="b"/>
            <a:pathLst>
              <a:path w="2514" h="795">
                <a:moveTo>
                  <a:pt x="0" y="0"/>
                </a:moveTo>
                <a:lnTo>
                  <a:pt x="2514" y="0"/>
                </a:lnTo>
                <a:lnTo>
                  <a:pt x="251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2" name=""/>
          <p:cNvSpPr/>
          <p:nvPr/>
        </p:nvSpPr>
        <p:spPr>
          <a:xfrm>
            <a:off x="7038720" y="1590480"/>
            <a:ext cx="829080" cy="286200"/>
          </a:xfrm>
          <a:custGeom>
            <a:avLst/>
            <a:gdLst/>
            <a:ahLst/>
            <a:rect l="0" t="0" r="r" b="b"/>
            <a:pathLst>
              <a:path w="2303" h="795">
                <a:moveTo>
                  <a:pt x="0" y="0"/>
                </a:moveTo>
                <a:lnTo>
                  <a:pt x="2303" y="0"/>
                </a:lnTo>
                <a:lnTo>
                  <a:pt x="230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3" name=""/>
          <p:cNvSpPr/>
          <p:nvPr/>
        </p:nvSpPr>
        <p:spPr>
          <a:xfrm>
            <a:off x="456840" y="1866600"/>
            <a:ext cx="1600560" cy="19440"/>
          </a:xfrm>
          <a:custGeom>
            <a:avLst/>
            <a:gdLst/>
            <a:ahLst/>
            <a:rect l="0" t="0" r="r" b="b"/>
            <a:pathLst>
              <a:path w="4446" h="54">
                <a:moveTo>
                  <a:pt x="0" y="0"/>
                </a:moveTo>
                <a:lnTo>
                  <a:pt x="4446" y="0"/>
                </a:lnTo>
                <a:lnTo>
                  <a:pt x="444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4" name=""/>
          <p:cNvSpPr/>
          <p:nvPr/>
        </p:nvSpPr>
        <p:spPr>
          <a:xfrm>
            <a:off x="2057040" y="1866600"/>
            <a:ext cx="1962720" cy="19440"/>
          </a:xfrm>
          <a:custGeom>
            <a:avLst/>
            <a:gdLst/>
            <a:ahLst/>
            <a:rect l="0" t="0" r="r" b="b"/>
            <a:pathLst>
              <a:path w="5452" h="54">
                <a:moveTo>
                  <a:pt x="0" y="0"/>
                </a:moveTo>
                <a:lnTo>
                  <a:pt x="5452" y="0"/>
                </a:lnTo>
                <a:lnTo>
                  <a:pt x="545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5" name=""/>
          <p:cNvSpPr/>
          <p:nvPr/>
        </p:nvSpPr>
        <p:spPr>
          <a:xfrm>
            <a:off x="4019400" y="1866600"/>
            <a:ext cx="991080" cy="19440"/>
          </a:xfrm>
          <a:custGeom>
            <a:avLst/>
            <a:gdLst/>
            <a:ahLst/>
            <a:rect l="0" t="0" r="r" b="b"/>
            <a:pathLst>
              <a:path w="2753" h="54">
                <a:moveTo>
                  <a:pt x="0" y="0"/>
                </a:moveTo>
                <a:lnTo>
                  <a:pt x="2753" y="0"/>
                </a:lnTo>
                <a:lnTo>
                  <a:pt x="27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6" name=""/>
          <p:cNvSpPr/>
          <p:nvPr/>
        </p:nvSpPr>
        <p:spPr>
          <a:xfrm>
            <a:off x="5010120" y="1866600"/>
            <a:ext cx="1124280" cy="19440"/>
          </a:xfrm>
          <a:custGeom>
            <a:avLst/>
            <a:gdLst/>
            <a:ahLst/>
            <a:rect l="0" t="0" r="r" b="b"/>
            <a:pathLst>
              <a:path w="3123" h="54">
                <a:moveTo>
                  <a:pt x="0" y="0"/>
                </a:moveTo>
                <a:lnTo>
                  <a:pt x="3123" y="0"/>
                </a:lnTo>
                <a:lnTo>
                  <a:pt x="312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7" name=""/>
          <p:cNvSpPr/>
          <p:nvPr/>
        </p:nvSpPr>
        <p:spPr>
          <a:xfrm>
            <a:off x="6134040" y="1866600"/>
            <a:ext cx="905040" cy="19440"/>
          </a:xfrm>
          <a:custGeom>
            <a:avLst/>
            <a:gdLst/>
            <a:ahLst/>
            <a:rect l="0" t="0" r="r" b="b"/>
            <a:pathLst>
              <a:path w="2514" h="54">
                <a:moveTo>
                  <a:pt x="0" y="0"/>
                </a:moveTo>
                <a:lnTo>
                  <a:pt x="2514" y="0"/>
                </a:lnTo>
                <a:lnTo>
                  <a:pt x="251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8" name=""/>
          <p:cNvSpPr/>
          <p:nvPr/>
        </p:nvSpPr>
        <p:spPr>
          <a:xfrm>
            <a:off x="7038720" y="1866600"/>
            <a:ext cx="829080" cy="19440"/>
          </a:xfrm>
          <a:custGeom>
            <a:avLst/>
            <a:gdLst/>
            <a:ahLst/>
            <a:rect l="0" t="0" r="r" b="b"/>
            <a:pathLst>
              <a:path w="2303" h="54">
                <a:moveTo>
                  <a:pt x="0" y="0"/>
                </a:moveTo>
                <a:lnTo>
                  <a:pt x="2303" y="0"/>
                </a:lnTo>
                <a:lnTo>
                  <a:pt x="23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9" name=""/>
          <p:cNvSpPr/>
          <p:nvPr/>
        </p:nvSpPr>
        <p:spPr>
          <a:xfrm>
            <a:off x="456840" y="243828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0" name=""/>
          <p:cNvSpPr/>
          <p:nvPr/>
        </p:nvSpPr>
        <p:spPr>
          <a:xfrm>
            <a:off x="2057040" y="243828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1" name=""/>
          <p:cNvSpPr/>
          <p:nvPr/>
        </p:nvSpPr>
        <p:spPr>
          <a:xfrm>
            <a:off x="4019400" y="243828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2" name=""/>
          <p:cNvSpPr/>
          <p:nvPr/>
        </p:nvSpPr>
        <p:spPr>
          <a:xfrm>
            <a:off x="5010120" y="2438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3" name=""/>
          <p:cNvSpPr/>
          <p:nvPr/>
        </p:nvSpPr>
        <p:spPr>
          <a:xfrm>
            <a:off x="6134040" y="243828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4" name=""/>
          <p:cNvSpPr/>
          <p:nvPr/>
        </p:nvSpPr>
        <p:spPr>
          <a:xfrm>
            <a:off x="7038720" y="243828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5" name=""/>
          <p:cNvSpPr/>
          <p:nvPr/>
        </p:nvSpPr>
        <p:spPr>
          <a:xfrm>
            <a:off x="456840" y="299052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6" name=""/>
          <p:cNvSpPr/>
          <p:nvPr/>
        </p:nvSpPr>
        <p:spPr>
          <a:xfrm>
            <a:off x="2057040" y="2990520"/>
            <a:ext cx="1962720" cy="10080"/>
          </a:xfrm>
          <a:custGeom>
            <a:avLst/>
            <a:gdLst/>
            <a:ahLst/>
            <a:rect l="0" t="0" r="r" b="b"/>
            <a:pathLst>
              <a:path w="5452" h="28">
                <a:moveTo>
                  <a:pt x="0" y="0"/>
                </a:moveTo>
                <a:lnTo>
                  <a:pt x="5452" y="0"/>
                </a:lnTo>
                <a:lnTo>
                  <a:pt x="5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7" name=""/>
          <p:cNvSpPr/>
          <p:nvPr/>
        </p:nvSpPr>
        <p:spPr>
          <a:xfrm>
            <a:off x="4019400" y="299052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8" name=""/>
          <p:cNvSpPr/>
          <p:nvPr/>
        </p:nvSpPr>
        <p:spPr>
          <a:xfrm>
            <a:off x="5010120" y="299052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9" name=""/>
          <p:cNvSpPr/>
          <p:nvPr/>
        </p:nvSpPr>
        <p:spPr>
          <a:xfrm>
            <a:off x="6134040" y="299052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0" name=""/>
          <p:cNvSpPr/>
          <p:nvPr/>
        </p:nvSpPr>
        <p:spPr>
          <a:xfrm>
            <a:off x="7038720" y="299052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1" name=""/>
          <p:cNvSpPr/>
          <p:nvPr/>
        </p:nvSpPr>
        <p:spPr>
          <a:xfrm>
            <a:off x="456840" y="35431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2" name=""/>
          <p:cNvSpPr/>
          <p:nvPr/>
        </p:nvSpPr>
        <p:spPr>
          <a:xfrm>
            <a:off x="2057040" y="354312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3" name=""/>
          <p:cNvSpPr/>
          <p:nvPr/>
        </p:nvSpPr>
        <p:spPr>
          <a:xfrm>
            <a:off x="4019400" y="35431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4" name=""/>
          <p:cNvSpPr/>
          <p:nvPr/>
        </p:nvSpPr>
        <p:spPr>
          <a:xfrm>
            <a:off x="5010120" y="35431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5" name=""/>
          <p:cNvSpPr/>
          <p:nvPr/>
        </p:nvSpPr>
        <p:spPr>
          <a:xfrm>
            <a:off x="6134040" y="354312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6" name=""/>
          <p:cNvSpPr/>
          <p:nvPr/>
        </p:nvSpPr>
        <p:spPr>
          <a:xfrm>
            <a:off x="7038720" y="354312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7" name=""/>
          <p:cNvSpPr/>
          <p:nvPr/>
        </p:nvSpPr>
        <p:spPr>
          <a:xfrm>
            <a:off x="456840" y="40957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8" name=""/>
          <p:cNvSpPr/>
          <p:nvPr/>
        </p:nvSpPr>
        <p:spPr>
          <a:xfrm>
            <a:off x="2057040" y="409572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9" name=""/>
          <p:cNvSpPr/>
          <p:nvPr/>
        </p:nvSpPr>
        <p:spPr>
          <a:xfrm>
            <a:off x="4019400" y="40957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0" name=""/>
          <p:cNvSpPr/>
          <p:nvPr/>
        </p:nvSpPr>
        <p:spPr>
          <a:xfrm>
            <a:off x="5010120" y="4095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1" name=""/>
          <p:cNvSpPr/>
          <p:nvPr/>
        </p:nvSpPr>
        <p:spPr>
          <a:xfrm>
            <a:off x="6134040" y="409572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2" name=""/>
          <p:cNvSpPr/>
          <p:nvPr/>
        </p:nvSpPr>
        <p:spPr>
          <a:xfrm>
            <a:off x="7038720" y="409572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3" name=""/>
          <p:cNvSpPr/>
          <p:nvPr/>
        </p:nvSpPr>
        <p:spPr>
          <a:xfrm>
            <a:off x="456840" y="464796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4" name=""/>
          <p:cNvSpPr/>
          <p:nvPr/>
        </p:nvSpPr>
        <p:spPr>
          <a:xfrm>
            <a:off x="2057040" y="4647960"/>
            <a:ext cx="1962720" cy="10080"/>
          </a:xfrm>
          <a:custGeom>
            <a:avLst/>
            <a:gdLst/>
            <a:ahLst/>
            <a:rect l="0" t="0" r="r" b="b"/>
            <a:pathLst>
              <a:path w="5452" h="28">
                <a:moveTo>
                  <a:pt x="0" y="0"/>
                </a:moveTo>
                <a:lnTo>
                  <a:pt x="5452" y="0"/>
                </a:lnTo>
                <a:lnTo>
                  <a:pt x="5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5" name=""/>
          <p:cNvSpPr/>
          <p:nvPr/>
        </p:nvSpPr>
        <p:spPr>
          <a:xfrm>
            <a:off x="4019400" y="464796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6" name=""/>
          <p:cNvSpPr/>
          <p:nvPr/>
        </p:nvSpPr>
        <p:spPr>
          <a:xfrm>
            <a:off x="5010120" y="46479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7" name=""/>
          <p:cNvSpPr/>
          <p:nvPr/>
        </p:nvSpPr>
        <p:spPr>
          <a:xfrm>
            <a:off x="6134040" y="464796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8" name=""/>
          <p:cNvSpPr/>
          <p:nvPr/>
        </p:nvSpPr>
        <p:spPr>
          <a:xfrm>
            <a:off x="7038720" y="464796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639360" y="1270080"/>
            <a:ext cx="2637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Doel: iteratief uitbreiden en reviewen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563760" y="1660320"/>
            <a:ext cx="455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2163240" y="1660320"/>
            <a:ext cx="60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DEFINITIE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4124160" y="1660320"/>
            <a:ext cx="692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HERKOMST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5114880" y="1660320"/>
            <a:ext cx="342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ROSA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6242400" y="1660320"/>
            <a:ext cx="372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MORA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5" name=""/>
          <p:cNvSpPr/>
          <p:nvPr/>
        </p:nvSpPr>
        <p:spPr>
          <a:xfrm>
            <a:off x="561960" y="1962000"/>
            <a:ext cx="1276560" cy="143280"/>
          </a:xfrm>
          <a:custGeom>
            <a:avLst/>
            <a:gdLst/>
            <a:ahLst/>
            <a:rect l="0" t="0" r="r" b="b"/>
            <a:pathLst>
              <a:path w="3546" h="398">
                <a:moveTo>
                  <a:pt x="0" y="291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8"/>
                </a:cubicBezTo>
                <a:cubicBezTo>
                  <a:pt x="3494" y="13"/>
                  <a:pt x="3505" y="21"/>
                  <a:pt x="3515" y="31"/>
                </a:cubicBezTo>
                <a:cubicBezTo>
                  <a:pt x="3525" y="41"/>
                  <a:pt x="3533" y="52"/>
                  <a:pt x="3538" y="65"/>
                </a:cubicBezTo>
                <a:cubicBezTo>
                  <a:pt x="3543" y="78"/>
                  <a:pt x="3546" y="92"/>
                  <a:pt x="3546" y="106"/>
                </a:cubicBezTo>
                <a:lnTo>
                  <a:pt x="3546" y="291"/>
                </a:lnTo>
                <a:cubicBezTo>
                  <a:pt x="3546" y="306"/>
                  <a:pt x="3543" y="319"/>
                  <a:pt x="3538" y="332"/>
                </a:cubicBezTo>
                <a:cubicBezTo>
                  <a:pt x="3533" y="345"/>
                  <a:pt x="3525" y="357"/>
                  <a:pt x="3515" y="367"/>
                </a:cubicBezTo>
                <a:cubicBezTo>
                  <a:pt x="3505" y="377"/>
                  <a:pt x="3494" y="384"/>
                  <a:pt x="3481" y="390"/>
                </a:cubicBezTo>
                <a:cubicBezTo>
                  <a:pt x="3468" y="395"/>
                  <a:pt x="3454" y="398"/>
                  <a:pt x="3440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4"/>
                  <a:pt x="40" y="377"/>
                  <a:pt x="31" y="367"/>
                </a:cubicBezTo>
                <a:cubicBezTo>
                  <a:pt x="21" y="357"/>
                  <a:pt x="13" y="345"/>
                  <a:pt x="8" y="332"/>
                </a:cubicBezTo>
                <a:cubicBezTo>
                  <a:pt x="2" y="319"/>
                  <a:pt x="0" y="306"/>
                  <a:pt x="0" y="29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7141680" y="1660320"/>
            <a:ext cx="3542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HORA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621000" y="1968480"/>
            <a:ext cx="1158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Kwalificatie dossier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2163240" y="1958400"/>
            <a:ext cx="1895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Het kwaliﬁcatiedossier beschrijft de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2163240" y="2101320"/>
            <a:ext cx="1755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eisen waaraan een student moet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2163240" y="2234520"/>
            <a:ext cx="1901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voldoen om zijn diploma te behalen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4124160" y="1958400"/>
            <a:ext cx="910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overgenomen uit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4124160" y="2101320"/>
            <a:ext cx="32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MORA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3" name=""/>
          <p:cNvSpPr/>
          <p:nvPr/>
        </p:nvSpPr>
        <p:spPr>
          <a:xfrm>
            <a:off x="6238800" y="2085840"/>
            <a:ext cx="524160" cy="9720"/>
          </a:xfrm>
          <a:custGeom>
            <a:avLst/>
            <a:gdLst/>
            <a:ahLst/>
            <a:rect l="0" t="0" r="r" b="b"/>
            <a:pathLst>
              <a:path w="145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5" y="0"/>
                </a:moveTo>
                <a:lnTo>
                  <a:pt x="354" y="0"/>
                </a:lnTo>
                <a:lnTo>
                  <a:pt x="354" y="27"/>
                </a:lnTo>
                <a:lnTo>
                  <a:pt x="275" y="27"/>
                </a:lnTo>
                <a:lnTo>
                  <a:pt x="275" y="0"/>
                </a:lnTo>
                <a:moveTo>
                  <a:pt x="412" y="0"/>
                </a:moveTo>
                <a:lnTo>
                  <a:pt x="492" y="0"/>
                </a:lnTo>
                <a:lnTo>
                  <a:pt x="492" y="27"/>
                </a:lnTo>
                <a:lnTo>
                  <a:pt x="412" y="27"/>
                </a:lnTo>
                <a:lnTo>
                  <a:pt x="412" y="0"/>
                </a:lnTo>
                <a:moveTo>
                  <a:pt x="550" y="0"/>
                </a:moveTo>
                <a:lnTo>
                  <a:pt x="629" y="0"/>
                </a:lnTo>
                <a:lnTo>
                  <a:pt x="629" y="27"/>
                </a:lnTo>
                <a:lnTo>
                  <a:pt x="550" y="27"/>
                </a:lnTo>
                <a:lnTo>
                  <a:pt x="550" y="0"/>
                </a:lnTo>
                <a:moveTo>
                  <a:pt x="688" y="0"/>
                </a:moveTo>
                <a:lnTo>
                  <a:pt x="767" y="0"/>
                </a:lnTo>
                <a:lnTo>
                  <a:pt x="767" y="27"/>
                </a:lnTo>
                <a:lnTo>
                  <a:pt x="688" y="27"/>
                </a:lnTo>
                <a:lnTo>
                  <a:pt x="688" y="0"/>
                </a:lnTo>
                <a:moveTo>
                  <a:pt x="825" y="0"/>
                </a:moveTo>
                <a:lnTo>
                  <a:pt x="906" y="0"/>
                </a:lnTo>
                <a:lnTo>
                  <a:pt x="906" y="27"/>
                </a:lnTo>
                <a:lnTo>
                  <a:pt x="825" y="27"/>
                </a:lnTo>
                <a:lnTo>
                  <a:pt x="825" y="0"/>
                </a:lnTo>
                <a:moveTo>
                  <a:pt x="964" y="0"/>
                </a:moveTo>
                <a:lnTo>
                  <a:pt x="1043" y="0"/>
                </a:lnTo>
                <a:lnTo>
                  <a:pt x="1043" y="27"/>
                </a:lnTo>
                <a:lnTo>
                  <a:pt x="964" y="27"/>
                </a:lnTo>
                <a:lnTo>
                  <a:pt x="964" y="0"/>
                </a:lnTo>
                <a:moveTo>
                  <a:pt x="1101" y="0"/>
                </a:moveTo>
                <a:lnTo>
                  <a:pt x="1181" y="0"/>
                </a:lnTo>
                <a:lnTo>
                  <a:pt x="1181" y="27"/>
                </a:lnTo>
                <a:lnTo>
                  <a:pt x="1101" y="27"/>
                </a:lnTo>
                <a:lnTo>
                  <a:pt x="1101" y="0"/>
                </a:lnTo>
                <a:moveTo>
                  <a:pt x="1239" y="0"/>
                </a:moveTo>
                <a:lnTo>
                  <a:pt x="1318" y="0"/>
                </a:lnTo>
                <a:lnTo>
                  <a:pt x="1318" y="27"/>
                </a:lnTo>
                <a:lnTo>
                  <a:pt x="1239" y="27"/>
                </a:lnTo>
                <a:lnTo>
                  <a:pt x="1239" y="0"/>
                </a:lnTo>
                <a:moveTo>
                  <a:pt x="1377" y="0"/>
                </a:moveTo>
                <a:lnTo>
                  <a:pt x="1456" y="0"/>
                </a:lnTo>
                <a:lnTo>
                  <a:pt x="1456" y="27"/>
                </a:lnTo>
                <a:lnTo>
                  <a:pt x="1377" y="27"/>
                </a:lnTo>
                <a:lnTo>
                  <a:pt x="137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5114880" y="19584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5" name=""/>
          <p:cNvSpPr/>
          <p:nvPr/>
        </p:nvSpPr>
        <p:spPr>
          <a:xfrm>
            <a:off x="6238800" y="2228760"/>
            <a:ext cx="352800" cy="9720"/>
          </a:xfrm>
          <a:custGeom>
            <a:avLst/>
            <a:gdLst/>
            <a:ahLst/>
            <a:rect l="0" t="0" r="r" b="b"/>
            <a:pathLst>
              <a:path w="98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8" y="0"/>
                </a:moveTo>
                <a:lnTo>
                  <a:pt x="208" y="0"/>
                </a:lnTo>
                <a:lnTo>
                  <a:pt x="208" y="27"/>
                </a:lnTo>
                <a:lnTo>
                  <a:pt x="128" y="27"/>
                </a:lnTo>
                <a:lnTo>
                  <a:pt x="128" y="0"/>
                </a:lnTo>
                <a:moveTo>
                  <a:pt x="257" y="0"/>
                </a:moveTo>
                <a:lnTo>
                  <a:pt x="336" y="0"/>
                </a:lnTo>
                <a:lnTo>
                  <a:pt x="336" y="27"/>
                </a:lnTo>
                <a:lnTo>
                  <a:pt x="257" y="27"/>
                </a:lnTo>
                <a:lnTo>
                  <a:pt x="257" y="0"/>
                </a:lnTo>
                <a:moveTo>
                  <a:pt x="385" y="0"/>
                </a:moveTo>
                <a:lnTo>
                  <a:pt x="465" y="0"/>
                </a:lnTo>
                <a:lnTo>
                  <a:pt x="465" y="27"/>
                </a:lnTo>
                <a:lnTo>
                  <a:pt x="385" y="27"/>
                </a:lnTo>
                <a:lnTo>
                  <a:pt x="385" y="0"/>
                </a:lnTo>
                <a:moveTo>
                  <a:pt x="514" y="0"/>
                </a:moveTo>
                <a:lnTo>
                  <a:pt x="593" y="0"/>
                </a:lnTo>
                <a:lnTo>
                  <a:pt x="593" y="27"/>
                </a:lnTo>
                <a:lnTo>
                  <a:pt x="514" y="27"/>
                </a:lnTo>
                <a:lnTo>
                  <a:pt x="514" y="0"/>
                </a:lnTo>
                <a:moveTo>
                  <a:pt x="642" y="0"/>
                </a:moveTo>
                <a:lnTo>
                  <a:pt x="722" y="0"/>
                </a:lnTo>
                <a:lnTo>
                  <a:pt x="722" y="27"/>
                </a:lnTo>
                <a:lnTo>
                  <a:pt x="642" y="27"/>
                </a:lnTo>
                <a:lnTo>
                  <a:pt x="642" y="0"/>
                </a:lnTo>
                <a:moveTo>
                  <a:pt x="772" y="0"/>
                </a:moveTo>
                <a:lnTo>
                  <a:pt x="851" y="0"/>
                </a:lnTo>
                <a:lnTo>
                  <a:pt x="851" y="27"/>
                </a:lnTo>
                <a:lnTo>
                  <a:pt x="772" y="27"/>
                </a:lnTo>
                <a:lnTo>
                  <a:pt x="772" y="0"/>
                </a:lnTo>
                <a:moveTo>
                  <a:pt x="900" y="0"/>
                </a:moveTo>
                <a:lnTo>
                  <a:pt x="980" y="0"/>
                </a:lnTo>
                <a:lnTo>
                  <a:pt x="980" y="27"/>
                </a:lnTo>
                <a:lnTo>
                  <a:pt x="900" y="27"/>
                </a:lnTo>
                <a:lnTo>
                  <a:pt x="90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6242400" y="1958400"/>
            <a:ext cx="60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Kwaliﬁcatie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6242400" y="2101320"/>
            <a:ext cx="38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dossier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7141680" y="19584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9" name=""/>
          <p:cNvSpPr/>
          <p:nvPr/>
        </p:nvSpPr>
        <p:spPr>
          <a:xfrm>
            <a:off x="561960" y="2514240"/>
            <a:ext cx="1276560" cy="143280"/>
          </a:xfrm>
          <a:custGeom>
            <a:avLst/>
            <a:gdLst/>
            <a:ahLst/>
            <a:rect l="0" t="0" r="r" b="b"/>
            <a:pathLst>
              <a:path w="3546" h="398">
                <a:moveTo>
                  <a:pt x="0" y="292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9"/>
                </a:cubicBezTo>
                <a:cubicBezTo>
                  <a:pt x="3494" y="14"/>
                  <a:pt x="3505" y="22"/>
                  <a:pt x="3515" y="31"/>
                </a:cubicBezTo>
                <a:cubicBezTo>
                  <a:pt x="3525" y="41"/>
                  <a:pt x="3533" y="53"/>
                  <a:pt x="3538" y="66"/>
                </a:cubicBezTo>
                <a:cubicBezTo>
                  <a:pt x="3543" y="79"/>
                  <a:pt x="3546" y="92"/>
                  <a:pt x="3546" y="106"/>
                </a:cubicBezTo>
                <a:lnTo>
                  <a:pt x="3546" y="292"/>
                </a:lnTo>
                <a:cubicBezTo>
                  <a:pt x="3546" y="306"/>
                  <a:pt x="3543" y="319"/>
                  <a:pt x="3538" y="332"/>
                </a:cubicBezTo>
                <a:cubicBezTo>
                  <a:pt x="3533" y="346"/>
                  <a:pt x="3525" y="357"/>
                  <a:pt x="3515" y="367"/>
                </a:cubicBezTo>
                <a:cubicBezTo>
                  <a:pt x="3505" y="377"/>
                  <a:pt x="3494" y="385"/>
                  <a:pt x="3481" y="390"/>
                </a:cubicBezTo>
                <a:cubicBezTo>
                  <a:pt x="3468" y="396"/>
                  <a:pt x="3454" y="398"/>
                  <a:pt x="3440" y="398"/>
                </a:cubicBezTo>
                <a:lnTo>
                  <a:pt x="105" y="398"/>
                </a:lnTo>
                <a:cubicBezTo>
                  <a:pt x="91" y="398"/>
                  <a:pt x="78" y="396"/>
                  <a:pt x="65" y="390"/>
                </a:cubicBezTo>
                <a:cubicBezTo>
                  <a:pt x="52" y="385"/>
                  <a:pt x="40" y="377"/>
                  <a:pt x="31" y="367"/>
                </a:cubicBezTo>
                <a:cubicBezTo>
                  <a:pt x="21" y="357"/>
                  <a:pt x="13" y="346"/>
                  <a:pt x="8" y="332"/>
                </a:cubicBezTo>
                <a:cubicBezTo>
                  <a:pt x="2" y="319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7141680" y="210132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621000" y="2520720"/>
            <a:ext cx="1158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Onderwijsverbintenis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2163240" y="2511000"/>
            <a:ext cx="1898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 afspraak voor het gaan volgen,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2163240" y="2653560"/>
            <a:ext cx="1641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volgen en hebben gevolgd van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2163240" y="2787120"/>
            <a:ext cx="509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onderwijs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4124160" y="2511000"/>
            <a:ext cx="910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overgenomen uit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6" name=""/>
          <p:cNvSpPr/>
          <p:nvPr/>
        </p:nvSpPr>
        <p:spPr>
          <a:xfrm>
            <a:off x="5114880" y="263808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8"/>
                </a:lnTo>
                <a:lnTo>
                  <a:pt x="259" y="28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8"/>
                </a:lnTo>
                <a:lnTo>
                  <a:pt x="388" y="28"/>
                </a:lnTo>
                <a:lnTo>
                  <a:pt x="388" y="0"/>
                </a:lnTo>
                <a:moveTo>
                  <a:pt x="518" y="0"/>
                </a:moveTo>
                <a:lnTo>
                  <a:pt x="597" y="0"/>
                </a:lnTo>
                <a:lnTo>
                  <a:pt x="597" y="28"/>
                </a:lnTo>
                <a:lnTo>
                  <a:pt x="518" y="28"/>
                </a:lnTo>
                <a:lnTo>
                  <a:pt x="518" y="0"/>
                </a:lnTo>
                <a:moveTo>
                  <a:pt x="647" y="0"/>
                </a:moveTo>
                <a:lnTo>
                  <a:pt x="727" y="0"/>
                </a:lnTo>
                <a:lnTo>
                  <a:pt x="727" y="28"/>
                </a:lnTo>
                <a:lnTo>
                  <a:pt x="647" y="28"/>
                </a:lnTo>
                <a:lnTo>
                  <a:pt x="647" y="0"/>
                </a:lnTo>
                <a:moveTo>
                  <a:pt x="777" y="0"/>
                </a:moveTo>
                <a:lnTo>
                  <a:pt x="856" y="0"/>
                </a:lnTo>
                <a:lnTo>
                  <a:pt x="856" y="28"/>
                </a:lnTo>
                <a:lnTo>
                  <a:pt x="777" y="28"/>
                </a:lnTo>
                <a:lnTo>
                  <a:pt x="777" y="0"/>
                </a:lnTo>
                <a:moveTo>
                  <a:pt x="906" y="0"/>
                </a:moveTo>
                <a:lnTo>
                  <a:pt x="986" y="0"/>
                </a:lnTo>
                <a:lnTo>
                  <a:pt x="986" y="28"/>
                </a:lnTo>
                <a:lnTo>
                  <a:pt x="906" y="28"/>
                </a:lnTo>
                <a:lnTo>
                  <a:pt x="906" y="0"/>
                </a:lnTo>
                <a:moveTo>
                  <a:pt x="1036" y="0"/>
                </a:moveTo>
                <a:lnTo>
                  <a:pt x="1115" y="0"/>
                </a:lnTo>
                <a:lnTo>
                  <a:pt x="1115" y="28"/>
                </a:lnTo>
                <a:lnTo>
                  <a:pt x="1036" y="28"/>
                </a:lnTo>
                <a:lnTo>
                  <a:pt x="1036" y="0"/>
                </a:lnTo>
                <a:moveTo>
                  <a:pt x="1165" y="0"/>
                </a:moveTo>
                <a:lnTo>
                  <a:pt x="1245" y="0"/>
                </a:lnTo>
                <a:lnTo>
                  <a:pt x="1245" y="28"/>
                </a:lnTo>
                <a:lnTo>
                  <a:pt x="1165" y="28"/>
                </a:lnTo>
                <a:lnTo>
                  <a:pt x="1165" y="0"/>
                </a:lnTo>
                <a:moveTo>
                  <a:pt x="1295" y="0"/>
                </a:moveTo>
                <a:lnTo>
                  <a:pt x="1374" y="0"/>
                </a:lnTo>
                <a:lnTo>
                  <a:pt x="1374" y="28"/>
                </a:lnTo>
                <a:lnTo>
                  <a:pt x="1295" y="28"/>
                </a:lnTo>
                <a:lnTo>
                  <a:pt x="1295" y="0"/>
                </a:lnTo>
                <a:moveTo>
                  <a:pt x="1424" y="0"/>
                </a:moveTo>
                <a:lnTo>
                  <a:pt x="1504" y="0"/>
                </a:lnTo>
                <a:lnTo>
                  <a:pt x="1504" y="28"/>
                </a:lnTo>
                <a:lnTo>
                  <a:pt x="1424" y="28"/>
                </a:lnTo>
                <a:lnTo>
                  <a:pt x="1424" y="0"/>
                </a:lnTo>
                <a:moveTo>
                  <a:pt x="1554" y="0"/>
                </a:moveTo>
                <a:lnTo>
                  <a:pt x="1633" y="0"/>
                </a:lnTo>
                <a:lnTo>
                  <a:pt x="1633" y="28"/>
                </a:lnTo>
                <a:lnTo>
                  <a:pt x="1554" y="28"/>
                </a:lnTo>
                <a:lnTo>
                  <a:pt x="1554" y="0"/>
                </a:lnTo>
                <a:moveTo>
                  <a:pt x="1683" y="0"/>
                </a:moveTo>
                <a:lnTo>
                  <a:pt x="1763" y="0"/>
                </a:lnTo>
                <a:lnTo>
                  <a:pt x="1763" y="28"/>
                </a:lnTo>
                <a:lnTo>
                  <a:pt x="1683" y="28"/>
                </a:lnTo>
                <a:lnTo>
                  <a:pt x="1683" y="0"/>
                </a:lnTo>
                <a:moveTo>
                  <a:pt x="1813" y="0"/>
                </a:moveTo>
                <a:lnTo>
                  <a:pt x="1892" y="0"/>
                </a:lnTo>
                <a:lnTo>
                  <a:pt x="1892" y="28"/>
                </a:lnTo>
                <a:lnTo>
                  <a:pt x="1813" y="28"/>
                </a:lnTo>
                <a:lnTo>
                  <a:pt x="1813" y="0"/>
                </a:lnTo>
                <a:moveTo>
                  <a:pt x="1942" y="0"/>
                </a:moveTo>
                <a:lnTo>
                  <a:pt x="2022" y="0"/>
                </a:lnTo>
                <a:lnTo>
                  <a:pt x="2022" y="28"/>
                </a:lnTo>
                <a:lnTo>
                  <a:pt x="1942" y="28"/>
                </a:lnTo>
                <a:lnTo>
                  <a:pt x="1942" y="0"/>
                </a:lnTo>
                <a:moveTo>
                  <a:pt x="2072" y="0"/>
                </a:moveTo>
                <a:lnTo>
                  <a:pt x="2151" y="0"/>
                </a:lnTo>
                <a:lnTo>
                  <a:pt x="2151" y="28"/>
                </a:lnTo>
                <a:lnTo>
                  <a:pt x="2072" y="28"/>
                </a:lnTo>
                <a:lnTo>
                  <a:pt x="2072" y="0"/>
                </a:lnTo>
                <a:moveTo>
                  <a:pt x="2201" y="0"/>
                </a:moveTo>
                <a:lnTo>
                  <a:pt x="2281" y="0"/>
                </a:lnTo>
                <a:lnTo>
                  <a:pt x="2281" y="28"/>
                </a:lnTo>
                <a:lnTo>
                  <a:pt x="2201" y="28"/>
                </a:lnTo>
                <a:lnTo>
                  <a:pt x="2201" y="0"/>
                </a:lnTo>
                <a:moveTo>
                  <a:pt x="2332" y="0"/>
                </a:moveTo>
                <a:lnTo>
                  <a:pt x="2411" y="0"/>
                </a:lnTo>
                <a:lnTo>
                  <a:pt x="2411" y="28"/>
                </a:lnTo>
                <a:lnTo>
                  <a:pt x="2332" y="28"/>
                </a:lnTo>
                <a:lnTo>
                  <a:pt x="2332" y="0"/>
                </a:lnTo>
                <a:moveTo>
                  <a:pt x="2461" y="0"/>
                </a:moveTo>
                <a:lnTo>
                  <a:pt x="2541" y="0"/>
                </a:lnTo>
                <a:lnTo>
                  <a:pt x="2541" y="28"/>
                </a:lnTo>
                <a:lnTo>
                  <a:pt x="2461" y="28"/>
                </a:lnTo>
                <a:lnTo>
                  <a:pt x="246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4124160" y="2653560"/>
            <a:ext cx="299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ROSA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5114880" y="2511000"/>
            <a:ext cx="1038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onderwijsdeelname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6242400" y="25110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242400" y="265356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7141680" y="25110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2" name=""/>
          <p:cNvSpPr/>
          <p:nvPr/>
        </p:nvSpPr>
        <p:spPr>
          <a:xfrm>
            <a:off x="561960" y="3066840"/>
            <a:ext cx="1733760" cy="143280"/>
          </a:xfrm>
          <a:custGeom>
            <a:avLst/>
            <a:gdLst/>
            <a:ahLst/>
            <a:rect l="0" t="0" r="r" b="b"/>
            <a:pathLst>
              <a:path w="4816" h="398">
                <a:moveTo>
                  <a:pt x="0" y="291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816" y="0"/>
                </a:lnTo>
                <a:lnTo>
                  <a:pt x="4816" y="398"/>
                </a:lnTo>
                <a:lnTo>
                  <a:pt x="105" y="398"/>
                </a:lnTo>
                <a:cubicBezTo>
                  <a:pt x="91" y="398"/>
                  <a:pt x="78" y="395"/>
                  <a:pt x="65" y="389"/>
                </a:cubicBezTo>
                <a:cubicBezTo>
                  <a:pt x="52" y="384"/>
                  <a:pt x="40" y="376"/>
                  <a:pt x="31" y="366"/>
                </a:cubicBezTo>
                <a:cubicBezTo>
                  <a:pt x="21" y="356"/>
                  <a:pt x="13" y="345"/>
                  <a:pt x="8" y="332"/>
                </a:cubicBezTo>
                <a:cubicBezTo>
                  <a:pt x="2" y="319"/>
                  <a:pt x="0" y="305"/>
                  <a:pt x="0" y="29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7141680" y="26535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4" name=""/>
          <p:cNvSpPr/>
          <p:nvPr/>
        </p:nvSpPr>
        <p:spPr>
          <a:xfrm>
            <a:off x="-419400" y="3219120"/>
            <a:ext cx="1734120" cy="143280"/>
          </a:xfrm>
          <a:custGeom>
            <a:avLst/>
            <a:gdLst/>
            <a:ahLst/>
            <a:rect l="0" t="0" r="r" b="b"/>
            <a:pathLst>
              <a:path w="4817" h="398">
                <a:moveTo>
                  <a:pt x="0" y="398"/>
                </a:moveTo>
                <a:lnTo>
                  <a:pt x="0" y="0"/>
                </a:lnTo>
                <a:lnTo>
                  <a:pt x="4711" y="0"/>
                </a:lnTo>
                <a:cubicBezTo>
                  <a:pt x="4725" y="0"/>
                  <a:pt x="4738" y="3"/>
                  <a:pt x="4751" y="8"/>
                </a:cubicBezTo>
                <a:cubicBezTo>
                  <a:pt x="4764" y="14"/>
                  <a:pt x="4776" y="21"/>
                  <a:pt x="4786" y="31"/>
                </a:cubicBezTo>
                <a:cubicBezTo>
                  <a:pt x="4796" y="41"/>
                  <a:pt x="4803" y="53"/>
                  <a:pt x="4809" y="66"/>
                </a:cubicBezTo>
                <a:cubicBezTo>
                  <a:pt x="4814" y="79"/>
                  <a:pt x="4817" y="92"/>
                  <a:pt x="4817" y="106"/>
                </a:cubicBezTo>
                <a:lnTo>
                  <a:pt x="4817" y="291"/>
                </a:lnTo>
                <a:cubicBezTo>
                  <a:pt x="4817" y="305"/>
                  <a:pt x="4814" y="319"/>
                  <a:pt x="4809" y="332"/>
                </a:cubicBezTo>
                <a:cubicBezTo>
                  <a:pt x="4803" y="345"/>
                  <a:pt x="4796" y="356"/>
                  <a:pt x="4786" y="367"/>
                </a:cubicBezTo>
                <a:cubicBezTo>
                  <a:pt x="4776" y="377"/>
                  <a:pt x="4764" y="385"/>
                  <a:pt x="4751" y="390"/>
                </a:cubicBezTo>
                <a:cubicBezTo>
                  <a:pt x="4738" y="396"/>
                  <a:pt x="4725" y="398"/>
                  <a:pt x="4711" y="398"/>
                </a:cubicBezTo>
                <a:lnTo>
                  <a:pt x="0" y="398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621000" y="3073320"/>
            <a:ext cx="927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Onderwijseenheid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563760" y="3225600"/>
            <a:ext cx="695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specificatie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2163240" y="3063240"/>
            <a:ext cx="1953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 speciﬁcatie van de fundamentele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2163240" y="3206160"/>
            <a:ext cx="1699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eenheid waarin onderwijs wordt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2163240" y="3349080"/>
            <a:ext cx="1433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ontworpen en aangeboden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4124160" y="3063240"/>
            <a:ext cx="844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afgeleid uit klus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1" name=""/>
          <p:cNvSpPr/>
          <p:nvPr/>
        </p:nvSpPr>
        <p:spPr>
          <a:xfrm>
            <a:off x="5114880" y="319068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7"/>
                </a:lnTo>
                <a:lnTo>
                  <a:pt x="258" y="27"/>
                </a:lnTo>
                <a:lnTo>
                  <a:pt x="258" y="0"/>
                </a:lnTo>
                <a:moveTo>
                  <a:pt x="387" y="0"/>
                </a:moveTo>
                <a:lnTo>
                  <a:pt x="467" y="0"/>
                </a:lnTo>
                <a:lnTo>
                  <a:pt x="467" y="27"/>
                </a:lnTo>
                <a:lnTo>
                  <a:pt x="387" y="27"/>
                </a:lnTo>
                <a:lnTo>
                  <a:pt x="387" y="0"/>
                </a:lnTo>
                <a:moveTo>
                  <a:pt x="516" y="0"/>
                </a:moveTo>
                <a:lnTo>
                  <a:pt x="597" y="0"/>
                </a:lnTo>
                <a:lnTo>
                  <a:pt x="597" y="27"/>
                </a:lnTo>
                <a:lnTo>
                  <a:pt x="516" y="27"/>
                </a:lnTo>
                <a:lnTo>
                  <a:pt x="516" y="0"/>
                </a:lnTo>
                <a:moveTo>
                  <a:pt x="647" y="0"/>
                </a:moveTo>
                <a:lnTo>
                  <a:pt x="726" y="0"/>
                </a:lnTo>
                <a:lnTo>
                  <a:pt x="726" y="27"/>
                </a:lnTo>
                <a:lnTo>
                  <a:pt x="647" y="27"/>
                </a:lnTo>
                <a:lnTo>
                  <a:pt x="647" y="0"/>
                </a:lnTo>
                <a:moveTo>
                  <a:pt x="776" y="0"/>
                </a:moveTo>
                <a:lnTo>
                  <a:pt x="855" y="0"/>
                </a:lnTo>
                <a:lnTo>
                  <a:pt x="855" y="27"/>
                </a:lnTo>
                <a:lnTo>
                  <a:pt x="776" y="27"/>
                </a:lnTo>
                <a:lnTo>
                  <a:pt x="776" y="0"/>
                </a:lnTo>
                <a:moveTo>
                  <a:pt x="905" y="0"/>
                </a:moveTo>
                <a:lnTo>
                  <a:pt x="984" y="0"/>
                </a:lnTo>
                <a:lnTo>
                  <a:pt x="984" y="27"/>
                </a:lnTo>
                <a:lnTo>
                  <a:pt x="905" y="27"/>
                </a:lnTo>
                <a:lnTo>
                  <a:pt x="905" y="0"/>
                </a:lnTo>
                <a:moveTo>
                  <a:pt x="1034" y="0"/>
                </a:moveTo>
                <a:lnTo>
                  <a:pt x="1113" y="0"/>
                </a:lnTo>
                <a:lnTo>
                  <a:pt x="1113" y="27"/>
                </a:lnTo>
                <a:lnTo>
                  <a:pt x="1034" y="27"/>
                </a:lnTo>
                <a:lnTo>
                  <a:pt x="1034" y="0"/>
                </a:lnTo>
                <a:moveTo>
                  <a:pt x="1163" y="0"/>
                </a:moveTo>
                <a:lnTo>
                  <a:pt x="1243" y="0"/>
                </a:lnTo>
                <a:lnTo>
                  <a:pt x="1243" y="27"/>
                </a:lnTo>
                <a:lnTo>
                  <a:pt x="1163" y="27"/>
                </a:lnTo>
                <a:lnTo>
                  <a:pt x="1163" y="0"/>
                </a:lnTo>
                <a:moveTo>
                  <a:pt x="1292" y="0"/>
                </a:moveTo>
                <a:lnTo>
                  <a:pt x="1372" y="0"/>
                </a:lnTo>
                <a:lnTo>
                  <a:pt x="1372" y="27"/>
                </a:lnTo>
                <a:lnTo>
                  <a:pt x="1292" y="27"/>
                </a:lnTo>
                <a:lnTo>
                  <a:pt x="1292" y="0"/>
                </a:lnTo>
                <a:moveTo>
                  <a:pt x="1422" y="0"/>
                </a:moveTo>
                <a:lnTo>
                  <a:pt x="1501" y="0"/>
                </a:lnTo>
                <a:lnTo>
                  <a:pt x="1501" y="27"/>
                </a:lnTo>
                <a:lnTo>
                  <a:pt x="1422" y="27"/>
                </a:lnTo>
                <a:lnTo>
                  <a:pt x="1422" y="0"/>
                </a:lnTo>
                <a:moveTo>
                  <a:pt x="1551" y="0"/>
                </a:moveTo>
                <a:lnTo>
                  <a:pt x="1630" y="0"/>
                </a:lnTo>
                <a:lnTo>
                  <a:pt x="1630" y="27"/>
                </a:lnTo>
                <a:lnTo>
                  <a:pt x="1551" y="27"/>
                </a:lnTo>
                <a:lnTo>
                  <a:pt x="1551" y="0"/>
                </a:lnTo>
                <a:moveTo>
                  <a:pt x="1680" y="0"/>
                </a:moveTo>
                <a:lnTo>
                  <a:pt x="1759" y="0"/>
                </a:lnTo>
                <a:lnTo>
                  <a:pt x="1759" y="27"/>
                </a:lnTo>
                <a:lnTo>
                  <a:pt x="1680" y="27"/>
                </a:lnTo>
                <a:lnTo>
                  <a:pt x="1680" y="0"/>
                </a:lnTo>
                <a:moveTo>
                  <a:pt x="1809" y="0"/>
                </a:moveTo>
                <a:lnTo>
                  <a:pt x="1889" y="0"/>
                </a:lnTo>
                <a:lnTo>
                  <a:pt x="1889" y="27"/>
                </a:lnTo>
                <a:lnTo>
                  <a:pt x="1809" y="27"/>
                </a:lnTo>
                <a:lnTo>
                  <a:pt x="1809" y="0"/>
                </a:lnTo>
                <a:moveTo>
                  <a:pt x="1938" y="0"/>
                </a:moveTo>
                <a:lnTo>
                  <a:pt x="2018" y="0"/>
                </a:lnTo>
                <a:lnTo>
                  <a:pt x="2018" y="27"/>
                </a:lnTo>
                <a:lnTo>
                  <a:pt x="1938" y="27"/>
                </a:lnTo>
                <a:lnTo>
                  <a:pt x="1938" y="0"/>
                </a:lnTo>
                <a:moveTo>
                  <a:pt x="2067" y="0"/>
                </a:moveTo>
                <a:lnTo>
                  <a:pt x="2147" y="0"/>
                </a:lnTo>
                <a:lnTo>
                  <a:pt x="2147" y="27"/>
                </a:lnTo>
                <a:lnTo>
                  <a:pt x="2067" y="27"/>
                </a:lnTo>
                <a:lnTo>
                  <a:pt x="2067" y="0"/>
                </a:lnTo>
                <a:moveTo>
                  <a:pt x="2197" y="0"/>
                </a:moveTo>
                <a:lnTo>
                  <a:pt x="2276" y="0"/>
                </a:lnTo>
                <a:lnTo>
                  <a:pt x="2276" y="27"/>
                </a:lnTo>
                <a:lnTo>
                  <a:pt x="2197" y="27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4124160" y="3206160"/>
            <a:ext cx="137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53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3" name=""/>
          <p:cNvSpPr/>
          <p:nvPr/>
        </p:nvSpPr>
        <p:spPr>
          <a:xfrm>
            <a:off x="6238800" y="319068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0" y="0"/>
                </a:moveTo>
                <a:lnTo>
                  <a:pt x="340" y="0"/>
                </a:lnTo>
                <a:lnTo>
                  <a:pt x="340" y="27"/>
                </a:lnTo>
                <a:lnTo>
                  <a:pt x="260" y="27"/>
                </a:lnTo>
                <a:lnTo>
                  <a:pt x="260" y="0"/>
                </a:lnTo>
                <a:moveTo>
                  <a:pt x="390" y="0"/>
                </a:moveTo>
                <a:lnTo>
                  <a:pt x="470" y="0"/>
                </a:lnTo>
                <a:lnTo>
                  <a:pt x="470" y="27"/>
                </a:lnTo>
                <a:lnTo>
                  <a:pt x="390" y="27"/>
                </a:lnTo>
                <a:lnTo>
                  <a:pt x="390" y="0"/>
                </a:lnTo>
                <a:moveTo>
                  <a:pt x="520" y="0"/>
                </a:moveTo>
                <a:lnTo>
                  <a:pt x="600" y="0"/>
                </a:lnTo>
                <a:lnTo>
                  <a:pt x="600" y="27"/>
                </a:lnTo>
                <a:lnTo>
                  <a:pt x="520" y="27"/>
                </a:lnTo>
                <a:lnTo>
                  <a:pt x="520" y="0"/>
                </a:lnTo>
                <a:moveTo>
                  <a:pt x="650" y="0"/>
                </a:moveTo>
                <a:lnTo>
                  <a:pt x="730" y="0"/>
                </a:lnTo>
                <a:lnTo>
                  <a:pt x="730" y="27"/>
                </a:lnTo>
                <a:lnTo>
                  <a:pt x="650" y="27"/>
                </a:lnTo>
                <a:lnTo>
                  <a:pt x="650" y="0"/>
                </a:lnTo>
                <a:moveTo>
                  <a:pt x="780" y="0"/>
                </a:moveTo>
                <a:lnTo>
                  <a:pt x="859" y="0"/>
                </a:lnTo>
                <a:lnTo>
                  <a:pt x="859" y="27"/>
                </a:lnTo>
                <a:lnTo>
                  <a:pt x="780" y="27"/>
                </a:lnTo>
                <a:lnTo>
                  <a:pt x="780" y="0"/>
                </a:lnTo>
                <a:moveTo>
                  <a:pt x="910" y="0"/>
                </a:moveTo>
                <a:lnTo>
                  <a:pt x="989" y="0"/>
                </a:lnTo>
                <a:lnTo>
                  <a:pt x="989" y="27"/>
                </a:lnTo>
                <a:lnTo>
                  <a:pt x="910" y="27"/>
                </a:lnTo>
                <a:lnTo>
                  <a:pt x="910" y="0"/>
                </a:lnTo>
                <a:moveTo>
                  <a:pt x="1040" y="0"/>
                </a:moveTo>
                <a:lnTo>
                  <a:pt x="1119" y="0"/>
                </a:lnTo>
                <a:lnTo>
                  <a:pt x="1119" y="27"/>
                </a:lnTo>
                <a:lnTo>
                  <a:pt x="1040" y="27"/>
                </a:lnTo>
                <a:lnTo>
                  <a:pt x="1040" y="0"/>
                </a:lnTo>
                <a:moveTo>
                  <a:pt x="1170" y="0"/>
                </a:moveTo>
                <a:lnTo>
                  <a:pt x="1249" y="0"/>
                </a:lnTo>
                <a:lnTo>
                  <a:pt x="1249" y="27"/>
                </a:lnTo>
                <a:lnTo>
                  <a:pt x="1170" y="27"/>
                </a:lnTo>
                <a:lnTo>
                  <a:pt x="1170" y="0"/>
                </a:lnTo>
                <a:moveTo>
                  <a:pt x="1300" y="0"/>
                </a:moveTo>
                <a:lnTo>
                  <a:pt x="1379" y="0"/>
                </a:lnTo>
                <a:lnTo>
                  <a:pt x="1379" y="27"/>
                </a:lnTo>
                <a:lnTo>
                  <a:pt x="1300" y="27"/>
                </a:lnTo>
                <a:lnTo>
                  <a:pt x="1300" y="0"/>
                </a:lnTo>
                <a:moveTo>
                  <a:pt x="1429" y="0"/>
                </a:moveTo>
                <a:lnTo>
                  <a:pt x="1509" y="0"/>
                </a:lnTo>
                <a:lnTo>
                  <a:pt x="1509" y="27"/>
                </a:lnTo>
                <a:lnTo>
                  <a:pt x="1429" y="27"/>
                </a:lnTo>
                <a:lnTo>
                  <a:pt x="142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5114880" y="3063240"/>
            <a:ext cx="936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onderwijseenheid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5" name=""/>
          <p:cNvSpPr/>
          <p:nvPr/>
        </p:nvSpPr>
        <p:spPr>
          <a:xfrm>
            <a:off x="6238800" y="333360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8" y="0"/>
                </a:moveTo>
                <a:lnTo>
                  <a:pt x="217" y="0"/>
                </a:lnTo>
                <a:lnTo>
                  <a:pt x="217" y="27"/>
                </a:lnTo>
                <a:lnTo>
                  <a:pt x="138" y="27"/>
                </a:lnTo>
                <a:lnTo>
                  <a:pt x="138" y="0"/>
                </a:lnTo>
                <a:moveTo>
                  <a:pt x="276" y="0"/>
                </a:moveTo>
                <a:lnTo>
                  <a:pt x="355" y="0"/>
                </a:lnTo>
                <a:lnTo>
                  <a:pt x="355" y="27"/>
                </a:lnTo>
                <a:lnTo>
                  <a:pt x="276" y="27"/>
                </a:lnTo>
                <a:lnTo>
                  <a:pt x="276" y="0"/>
                </a:lnTo>
                <a:moveTo>
                  <a:pt x="414" y="0"/>
                </a:moveTo>
                <a:lnTo>
                  <a:pt x="494" y="0"/>
                </a:lnTo>
                <a:lnTo>
                  <a:pt x="494" y="27"/>
                </a:lnTo>
                <a:lnTo>
                  <a:pt x="414" y="27"/>
                </a:lnTo>
                <a:lnTo>
                  <a:pt x="414" y="0"/>
                </a:lnTo>
                <a:moveTo>
                  <a:pt x="553" y="0"/>
                </a:moveTo>
                <a:lnTo>
                  <a:pt x="633" y="0"/>
                </a:lnTo>
                <a:lnTo>
                  <a:pt x="633" y="27"/>
                </a:lnTo>
                <a:lnTo>
                  <a:pt x="553" y="27"/>
                </a:lnTo>
                <a:lnTo>
                  <a:pt x="553" y="0"/>
                </a:lnTo>
                <a:moveTo>
                  <a:pt x="692" y="0"/>
                </a:moveTo>
                <a:lnTo>
                  <a:pt x="771" y="0"/>
                </a:lnTo>
                <a:lnTo>
                  <a:pt x="771" y="27"/>
                </a:lnTo>
                <a:lnTo>
                  <a:pt x="692" y="27"/>
                </a:lnTo>
                <a:lnTo>
                  <a:pt x="692" y="0"/>
                </a:lnTo>
                <a:moveTo>
                  <a:pt x="830" y="0"/>
                </a:moveTo>
                <a:lnTo>
                  <a:pt x="909" y="0"/>
                </a:lnTo>
                <a:lnTo>
                  <a:pt x="909" y="27"/>
                </a:lnTo>
                <a:lnTo>
                  <a:pt x="830" y="27"/>
                </a:lnTo>
                <a:lnTo>
                  <a:pt x="830" y="0"/>
                </a:lnTo>
                <a:moveTo>
                  <a:pt x="968" y="0"/>
                </a:moveTo>
                <a:lnTo>
                  <a:pt x="1047" y="0"/>
                </a:lnTo>
                <a:lnTo>
                  <a:pt x="1047" y="27"/>
                </a:lnTo>
                <a:lnTo>
                  <a:pt x="968" y="27"/>
                </a:lnTo>
                <a:lnTo>
                  <a:pt x="968" y="0"/>
                </a:lnTo>
                <a:moveTo>
                  <a:pt x="1106" y="0"/>
                </a:moveTo>
                <a:lnTo>
                  <a:pt x="1185" y="0"/>
                </a:lnTo>
                <a:lnTo>
                  <a:pt x="1185" y="27"/>
                </a:lnTo>
                <a:lnTo>
                  <a:pt x="1106" y="27"/>
                </a:lnTo>
                <a:lnTo>
                  <a:pt x="1106" y="0"/>
                </a:lnTo>
                <a:moveTo>
                  <a:pt x="1244" y="0"/>
                </a:moveTo>
                <a:lnTo>
                  <a:pt x="1324" y="0"/>
                </a:lnTo>
                <a:lnTo>
                  <a:pt x="1324" y="27"/>
                </a:lnTo>
                <a:lnTo>
                  <a:pt x="1244" y="27"/>
                </a:lnTo>
                <a:lnTo>
                  <a:pt x="124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6242400" y="306324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Opleidings-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6242400" y="3206160"/>
            <a:ext cx="537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onderdeel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7141680" y="306324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9" name=""/>
          <p:cNvSpPr/>
          <p:nvPr/>
        </p:nvSpPr>
        <p:spPr>
          <a:xfrm>
            <a:off x="561960" y="3628800"/>
            <a:ext cx="1038240" cy="143280"/>
          </a:xfrm>
          <a:custGeom>
            <a:avLst/>
            <a:gdLst/>
            <a:ahLst/>
            <a:rect l="0" t="0" r="r" b="b"/>
            <a:pathLst>
              <a:path w="2884" h="398">
                <a:moveTo>
                  <a:pt x="0" y="292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0" y="22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779" y="0"/>
                </a:lnTo>
                <a:cubicBezTo>
                  <a:pt x="2793" y="0"/>
                  <a:pt x="2806" y="3"/>
                  <a:pt x="2819" y="8"/>
                </a:cubicBezTo>
                <a:cubicBezTo>
                  <a:pt x="2832" y="14"/>
                  <a:pt x="2844" y="22"/>
                  <a:pt x="2854" y="32"/>
                </a:cubicBezTo>
                <a:cubicBezTo>
                  <a:pt x="2863" y="42"/>
                  <a:pt x="2871" y="53"/>
                  <a:pt x="2876" y="66"/>
                </a:cubicBezTo>
                <a:cubicBezTo>
                  <a:pt x="2882" y="79"/>
                  <a:pt x="2884" y="93"/>
                  <a:pt x="2884" y="107"/>
                </a:cubicBezTo>
                <a:lnTo>
                  <a:pt x="2884" y="292"/>
                </a:lnTo>
                <a:cubicBezTo>
                  <a:pt x="2884" y="306"/>
                  <a:pt x="2882" y="320"/>
                  <a:pt x="2876" y="333"/>
                </a:cubicBezTo>
                <a:cubicBezTo>
                  <a:pt x="2871" y="346"/>
                  <a:pt x="2863" y="357"/>
                  <a:pt x="2854" y="367"/>
                </a:cubicBezTo>
                <a:cubicBezTo>
                  <a:pt x="2844" y="377"/>
                  <a:pt x="2832" y="385"/>
                  <a:pt x="2819" y="390"/>
                </a:cubicBezTo>
                <a:cubicBezTo>
                  <a:pt x="2806" y="395"/>
                  <a:pt x="2793" y="398"/>
                  <a:pt x="2779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5"/>
                  <a:pt x="40" y="377"/>
                  <a:pt x="31" y="367"/>
                </a:cubicBezTo>
                <a:cubicBezTo>
                  <a:pt x="21" y="357"/>
                  <a:pt x="13" y="346"/>
                  <a:pt x="8" y="333"/>
                </a:cubicBezTo>
                <a:cubicBezTo>
                  <a:pt x="2" y="320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7141680" y="32061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621000" y="3635280"/>
            <a:ext cx="927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Toetsgelegenheid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2163240" y="3625200"/>
            <a:ext cx="1946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Het georganiseerde aanbod van 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2163240" y="3758760"/>
            <a:ext cx="1742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toetsmoment: wanneer, waar 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2163240" y="3901680"/>
            <a:ext cx="1163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 welke condities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4124160" y="3625200"/>
            <a:ext cx="844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afgeleid uit klus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4124160" y="3758760"/>
            <a:ext cx="137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53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5114880" y="36252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6242400" y="36252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242400" y="375876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7141680" y="36252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1" name=""/>
          <p:cNvSpPr/>
          <p:nvPr/>
        </p:nvSpPr>
        <p:spPr>
          <a:xfrm>
            <a:off x="561960" y="4181400"/>
            <a:ext cx="981360" cy="143280"/>
          </a:xfrm>
          <a:custGeom>
            <a:avLst/>
            <a:gdLst/>
            <a:ahLst/>
            <a:rect l="0" t="0" r="r" b="b"/>
            <a:pathLst>
              <a:path w="2726" h="398">
                <a:moveTo>
                  <a:pt x="0" y="292"/>
                </a:moveTo>
                <a:lnTo>
                  <a:pt x="0" y="107"/>
                </a:ln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620" y="0"/>
                </a:lnTo>
                <a:cubicBezTo>
                  <a:pt x="2634" y="0"/>
                  <a:pt x="2647" y="2"/>
                  <a:pt x="2660" y="8"/>
                </a:cubicBezTo>
                <a:cubicBezTo>
                  <a:pt x="2673" y="13"/>
                  <a:pt x="2685" y="21"/>
                  <a:pt x="2695" y="31"/>
                </a:cubicBezTo>
                <a:cubicBezTo>
                  <a:pt x="2705" y="41"/>
                  <a:pt x="2712" y="52"/>
                  <a:pt x="2718" y="65"/>
                </a:cubicBezTo>
                <a:cubicBezTo>
                  <a:pt x="2723" y="79"/>
                  <a:pt x="2726" y="93"/>
                  <a:pt x="2726" y="107"/>
                </a:cubicBezTo>
                <a:lnTo>
                  <a:pt x="2726" y="292"/>
                </a:lnTo>
                <a:cubicBezTo>
                  <a:pt x="2726" y="306"/>
                  <a:pt x="2723" y="319"/>
                  <a:pt x="2718" y="332"/>
                </a:cubicBezTo>
                <a:cubicBezTo>
                  <a:pt x="2712" y="345"/>
                  <a:pt x="2705" y="357"/>
                  <a:pt x="2695" y="367"/>
                </a:cubicBezTo>
                <a:cubicBezTo>
                  <a:pt x="2685" y="377"/>
                  <a:pt x="2673" y="384"/>
                  <a:pt x="2660" y="390"/>
                </a:cubicBezTo>
                <a:cubicBezTo>
                  <a:pt x="2647" y="395"/>
                  <a:pt x="2634" y="398"/>
                  <a:pt x="2620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4"/>
                  <a:pt x="40" y="377"/>
                  <a:pt x="31" y="367"/>
                </a:cubicBezTo>
                <a:cubicBezTo>
                  <a:pt x="21" y="357"/>
                  <a:pt x="13" y="345"/>
                  <a:pt x="8" y="332"/>
                </a:cubicBezTo>
                <a:cubicBezTo>
                  <a:pt x="2" y="319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7141680" y="37587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621000" y="4187520"/>
            <a:ext cx="8694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Keuzedeelruimte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2163240" y="4177800"/>
            <a:ext cx="1434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 oningevuld keuzedeel: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2163240" y="4311000"/>
            <a:ext cx="1709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vrijgemaakte ruimte waarin 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2163240" y="4453920"/>
            <a:ext cx="1500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student een keuzedeel kiest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4124160" y="4177800"/>
            <a:ext cx="837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nieuw voor OKx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5114880" y="41778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9" name=""/>
          <p:cNvSpPr txBox="1"/>
          <p:nvPr/>
        </p:nvSpPr>
        <p:spPr>
          <a:xfrm>
            <a:off x="6242400" y="41778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6242400" y="431100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7141680" y="41778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7141680" y="431100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457200" y="4773240"/>
            <a:ext cx="73936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Uitsnede: vijf van de 73 begrippen en objecttypen. Status: v0.2, concept. MORA en ROSA zijn geraadpleegd, HORA volgt.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0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1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12" name=""/>
          <p:cNvSpPr txBox="1"/>
          <p:nvPr/>
        </p:nvSpPr>
        <p:spPr>
          <a:xfrm>
            <a:off x="439920" y="300960"/>
            <a:ext cx="9391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Positionering intekenen, aanmelden, inschrijven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3" name=""/>
          <p:cNvSpPr/>
          <p:nvPr/>
        </p:nvSpPr>
        <p:spPr>
          <a:xfrm>
            <a:off x="3209760" y="895320"/>
            <a:ext cx="3686400" cy="181080"/>
          </a:xfrm>
          <a:custGeom>
            <a:avLst/>
            <a:gdLst/>
            <a:ahLst/>
            <a:rect l="0" t="0" r="r" b="b"/>
            <a:pathLst>
              <a:path w="10240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134" y="0"/>
                </a:lnTo>
                <a:cubicBezTo>
                  <a:pt x="10149" y="0"/>
                  <a:pt x="10162" y="2"/>
                  <a:pt x="10175" y="8"/>
                </a:cubicBezTo>
                <a:cubicBezTo>
                  <a:pt x="10188" y="13"/>
                  <a:pt x="10199" y="21"/>
                  <a:pt x="10209" y="31"/>
                </a:cubicBezTo>
                <a:cubicBezTo>
                  <a:pt x="10219" y="41"/>
                  <a:pt x="10227" y="52"/>
                  <a:pt x="10232" y="65"/>
                </a:cubicBezTo>
                <a:cubicBezTo>
                  <a:pt x="10238" y="78"/>
                  <a:pt x="10240" y="91"/>
                  <a:pt x="10240" y="105"/>
                </a:cubicBezTo>
                <a:lnTo>
                  <a:pt x="10240" y="397"/>
                </a:lnTo>
                <a:cubicBezTo>
                  <a:pt x="10240" y="411"/>
                  <a:pt x="10238" y="425"/>
                  <a:pt x="10232" y="438"/>
                </a:cubicBezTo>
                <a:cubicBezTo>
                  <a:pt x="10227" y="451"/>
                  <a:pt x="10219" y="462"/>
                  <a:pt x="10209" y="472"/>
                </a:cubicBezTo>
                <a:cubicBezTo>
                  <a:pt x="10199" y="482"/>
                  <a:pt x="10188" y="490"/>
                  <a:pt x="10175" y="495"/>
                </a:cubicBezTo>
                <a:cubicBezTo>
                  <a:pt x="10162" y="501"/>
                  <a:pt x="10149" y="503"/>
                  <a:pt x="10134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3" y="425"/>
                  <a:pt x="0" y="411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457200" y="889200"/>
            <a:ext cx="3114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plaat onderscheidt drie objecttypen: het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3267000" y="902160"/>
            <a:ext cx="358200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Verzoek tot Aanbod / Intekening op specificatie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6" name=""/>
          <p:cNvSpPr/>
          <p:nvPr/>
        </p:nvSpPr>
        <p:spPr>
          <a:xfrm>
            <a:off x="7153200" y="895320"/>
            <a:ext cx="866880" cy="181080"/>
          </a:xfrm>
          <a:custGeom>
            <a:avLst/>
            <a:gdLst/>
            <a:ahLst/>
            <a:rect l="0" t="0" r="r" b="b"/>
            <a:pathLst>
              <a:path w="2408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303" y="0"/>
                </a:lnTo>
                <a:cubicBezTo>
                  <a:pt x="2317" y="0"/>
                  <a:pt x="2330" y="2"/>
                  <a:pt x="2343" y="8"/>
                </a:cubicBezTo>
                <a:cubicBezTo>
                  <a:pt x="2356" y="13"/>
                  <a:pt x="2367" y="21"/>
                  <a:pt x="2377" y="31"/>
                </a:cubicBezTo>
                <a:cubicBezTo>
                  <a:pt x="2387" y="41"/>
                  <a:pt x="2395" y="52"/>
                  <a:pt x="2400" y="65"/>
                </a:cubicBezTo>
                <a:cubicBezTo>
                  <a:pt x="2406" y="78"/>
                  <a:pt x="2408" y="91"/>
                  <a:pt x="2408" y="105"/>
                </a:cubicBezTo>
                <a:lnTo>
                  <a:pt x="2408" y="397"/>
                </a:lnTo>
                <a:cubicBezTo>
                  <a:pt x="2408" y="411"/>
                  <a:pt x="2406" y="425"/>
                  <a:pt x="2400" y="438"/>
                </a:cubicBezTo>
                <a:cubicBezTo>
                  <a:pt x="2395" y="451"/>
                  <a:pt x="2387" y="462"/>
                  <a:pt x="2377" y="472"/>
                </a:cubicBezTo>
                <a:cubicBezTo>
                  <a:pt x="2367" y="482"/>
                  <a:pt x="2356" y="490"/>
                  <a:pt x="2343" y="495"/>
                </a:cubicBezTo>
                <a:cubicBezTo>
                  <a:pt x="2330" y="501"/>
                  <a:pt x="2317" y="503"/>
                  <a:pt x="2303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2" y="425"/>
                  <a:pt x="0" y="411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7" name=""/>
          <p:cNvSpPr txBox="1"/>
          <p:nvPr/>
        </p:nvSpPr>
        <p:spPr>
          <a:xfrm>
            <a:off x="6891480" y="889200"/>
            <a:ext cx="308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de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8" name=""/>
          <p:cNvSpPr txBox="1"/>
          <p:nvPr/>
        </p:nvSpPr>
        <p:spPr>
          <a:xfrm>
            <a:off x="7205760" y="902160"/>
            <a:ext cx="7628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Aanmelding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9" name=""/>
          <p:cNvSpPr/>
          <p:nvPr/>
        </p:nvSpPr>
        <p:spPr>
          <a:xfrm>
            <a:off x="456840" y="1114200"/>
            <a:ext cx="1029240" cy="181440"/>
          </a:xfrm>
          <a:custGeom>
            <a:avLst/>
            <a:gdLst/>
            <a:ahLst/>
            <a:rect l="0" t="0" r="r" b="b"/>
            <a:pathLst>
              <a:path w="2859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753" y="0"/>
                </a:lnTo>
                <a:cubicBezTo>
                  <a:pt x="2767" y="0"/>
                  <a:pt x="2781" y="3"/>
                  <a:pt x="2794" y="8"/>
                </a:cubicBezTo>
                <a:cubicBezTo>
                  <a:pt x="2807" y="14"/>
                  <a:pt x="2818" y="21"/>
                  <a:pt x="2828" y="31"/>
                </a:cubicBezTo>
                <a:cubicBezTo>
                  <a:pt x="2838" y="41"/>
                  <a:pt x="2846" y="52"/>
                  <a:pt x="2851" y="65"/>
                </a:cubicBezTo>
                <a:cubicBezTo>
                  <a:pt x="2856" y="78"/>
                  <a:pt x="2859" y="92"/>
                  <a:pt x="2859" y="106"/>
                </a:cubicBezTo>
                <a:lnTo>
                  <a:pt x="2859" y="398"/>
                </a:lnTo>
                <a:cubicBezTo>
                  <a:pt x="2859" y="412"/>
                  <a:pt x="2856" y="426"/>
                  <a:pt x="2851" y="439"/>
                </a:cubicBezTo>
                <a:cubicBezTo>
                  <a:pt x="2846" y="451"/>
                  <a:pt x="2838" y="463"/>
                  <a:pt x="2828" y="473"/>
                </a:cubicBezTo>
                <a:cubicBezTo>
                  <a:pt x="2818" y="483"/>
                  <a:pt x="2807" y="490"/>
                  <a:pt x="2794" y="496"/>
                </a:cubicBezTo>
                <a:cubicBezTo>
                  <a:pt x="2781" y="501"/>
                  <a:pt x="2767" y="504"/>
                  <a:pt x="2753" y="504"/>
                </a:cubicBezTo>
                <a:lnTo>
                  <a:pt x="106" y="504"/>
                </a:lnTo>
                <a:cubicBezTo>
                  <a:pt x="92" y="504"/>
                  <a:pt x="79" y="501"/>
                  <a:pt x="66" y="496"/>
                </a:cubicBezTo>
                <a:cubicBezTo>
                  <a:pt x="53" y="490"/>
                  <a:pt x="41" y="483"/>
                  <a:pt x="31" y="473"/>
                </a:cubicBezTo>
                <a:cubicBezTo>
                  <a:pt x="22" y="463"/>
                  <a:pt x="14" y="451"/>
                  <a:pt x="9" y="439"/>
                </a:cubicBezTo>
                <a:cubicBezTo>
                  <a:pt x="3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0" name=""/>
          <p:cNvSpPr txBox="1"/>
          <p:nvPr/>
        </p:nvSpPr>
        <p:spPr>
          <a:xfrm>
            <a:off x="8021880" y="889200"/>
            <a:ext cx="439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1" name=""/>
          <p:cNvSpPr txBox="1"/>
          <p:nvPr/>
        </p:nvSpPr>
        <p:spPr>
          <a:xfrm>
            <a:off x="514440" y="1121040"/>
            <a:ext cx="9151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Inschrijving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2" name=""/>
          <p:cNvSpPr/>
          <p:nvPr/>
        </p:nvSpPr>
        <p:spPr>
          <a:xfrm>
            <a:off x="546840" y="183780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0"/>
                  <a:pt x="4605" y="15"/>
                </a:cubicBezTo>
                <a:cubicBezTo>
                  <a:pt x="4617" y="20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0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3"/>
                </a:cubicBezTo>
                <a:cubicBezTo>
                  <a:pt x="4687" y="1864"/>
                  <a:pt x="4679" y="1874"/>
                  <a:pt x="4670" y="1884"/>
                </a:cubicBezTo>
                <a:cubicBezTo>
                  <a:pt x="4661" y="1893"/>
                  <a:pt x="4651" y="1901"/>
                  <a:pt x="4640" y="1908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8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4"/>
                  <a:pt x="41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3" name=""/>
          <p:cNvSpPr/>
          <p:nvPr/>
        </p:nvSpPr>
        <p:spPr>
          <a:xfrm>
            <a:off x="546840" y="183780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0"/>
                  <a:pt x="4605" y="15"/>
                </a:cubicBezTo>
                <a:cubicBezTo>
                  <a:pt x="4617" y="20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0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3"/>
                </a:cubicBezTo>
                <a:cubicBezTo>
                  <a:pt x="4687" y="1864"/>
                  <a:pt x="4679" y="1874"/>
                  <a:pt x="4670" y="1884"/>
                </a:cubicBezTo>
                <a:cubicBezTo>
                  <a:pt x="4661" y="1893"/>
                  <a:pt x="4651" y="1901"/>
                  <a:pt x="4640" y="1908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8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4"/>
                  <a:pt x="41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7a97f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4" name=""/>
          <p:cNvSpPr txBox="1"/>
          <p:nvPr/>
        </p:nvSpPr>
        <p:spPr>
          <a:xfrm>
            <a:off x="1482480" y="1108080"/>
            <a:ext cx="687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. Uit de afstemming van 14 september: aanbod rijpt in fasen, en dat bepaalt waar elke stap landt.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1031040" y="1936440"/>
            <a:ext cx="822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1107360" y="2140560"/>
            <a:ext cx="62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het ontwerp,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7" name=""/>
          <p:cNvSpPr txBox="1"/>
          <p:nvPr/>
        </p:nvSpPr>
        <p:spPr>
          <a:xfrm>
            <a:off x="1045440" y="2275200"/>
            <a:ext cx="801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los van wanneer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8" name=""/>
          <p:cNvSpPr/>
          <p:nvPr/>
        </p:nvSpPr>
        <p:spPr>
          <a:xfrm>
            <a:off x="2607120" y="1766160"/>
            <a:ext cx="6090480" cy="0"/>
          </a:xfrm>
          <a:prstGeom prst="line">
            <a:avLst/>
          </a:prstGeom>
          <a:ln w="8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9" name=""/>
          <p:cNvSpPr/>
          <p:nvPr/>
        </p:nvSpPr>
        <p:spPr>
          <a:xfrm>
            <a:off x="2607120" y="183780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0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8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4"/>
                  <a:pt x="40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solidFill>
            <a:srgbClr val="e6f7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0" name=""/>
          <p:cNvSpPr/>
          <p:nvPr/>
        </p:nvSpPr>
        <p:spPr>
          <a:xfrm>
            <a:off x="2607120" y="183780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0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8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4"/>
                  <a:pt x="40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4641840" y="1621080"/>
            <a:ext cx="2053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ON DER W IJS AAN BOD,  S TEEDS  R IJPER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3304800" y="1936440"/>
            <a:ext cx="556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Intentie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3047400" y="2140560"/>
            <a:ext cx="1151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we gaan dit aanbieden;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4" name=""/>
          <p:cNvSpPr/>
          <p:nvPr/>
        </p:nvSpPr>
        <p:spPr>
          <a:xfrm>
            <a:off x="471168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solidFill>
            <a:srgbClr val="b3e8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5" name=""/>
          <p:cNvSpPr/>
          <p:nvPr/>
        </p:nvSpPr>
        <p:spPr>
          <a:xfrm>
            <a:off x="471168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2909520" y="2275200"/>
            <a:ext cx="1469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gaat door bij voldoende vraag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7" name=""/>
          <p:cNvSpPr txBox="1"/>
          <p:nvPr/>
        </p:nvSpPr>
        <p:spPr>
          <a:xfrm>
            <a:off x="5090400" y="1936440"/>
            <a:ext cx="1337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Grofmazig gepland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5085720" y="2140560"/>
            <a:ext cx="12564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periode en start, gebouw,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9" name=""/>
          <p:cNvSpPr/>
          <p:nvPr/>
        </p:nvSpPr>
        <p:spPr>
          <a:xfrm>
            <a:off x="681660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7" y="0"/>
                </a:lnTo>
                <a:cubicBezTo>
                  <a:pt x="5040" y="0"/>
                  <a:pt x="5053" y="2"/>
                  <a:pt x="5066" y="4"/>
                </a:cubicBezTo>
                <a:cubicBezTo>
                  <a:pt x="5079" y="7"/>
                  <a:pt x="5091" y="10"/>
                  <a:pt x="5104" y="15"/>
                </a:cubicBezTo>
                <a:cubicBezTo>
                  <a:pt x="5116" y="20"/>
                  <a:pt x="5127" y="27"/>
                  <a:pt x="5138" y="34"/>
                </a:cubicBezTo>
                <a:cubicBezTo>
                  <a:pt x="5149" y="41"/>
                  <a:pt x="5159" y="49"/>
                  <a:pt x="5168" y="59"/>
                </a:cubicBezTo>
                <a:cubicBezTo>
                  <a:pt x="5177" y="68"/>
                  <a:pt x="5186" y="78"/>
                  <a:pt x="5193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3" y="1853"/>
                </a:cubicBezTo>
                <a:cubicBezTo>
                  <a:pt x="5186" y="1864"/>
                  <a:pt x="5177" y="1874"/>
                  <a:pt x="5168" y="1884"/>
                </a:cubicBezTo>
                <a:cubicBezTo>
                  <a:pt x="5159" y="1893"/>
                  <a:pt x="5149" y="1901"/>
                  <a:pt x="5138" y="1908"/>
                </a:cubicBezTo>
                <a:cubicBezTo>
                  <a:pt x="5127" y="1916"/>
                  <a:pt x="5116" y="1922"/>
                  <a:pt x="5104" y="1927"/>
                </a:cubicBezTo>
                <a:cubicBezTo>
                  <a:pt x="5091" y="1932"/>
                  <a:pt x="5079" y="1936"/>
                  <a:pt x="5066" y="1938"/>
                </a:cubicBezTo>
                <a:cubicBezTo>
                  <a:pt x="5053" y="1941"/>
                  <a:pt x="5040" y="1942"/>
                  <a:pt x="5027" y="1942"/>
                </a:cubicBezTo>
                <a:lnTo>
                  <a:pt x="200" y="1942"/>
                </a:lnTo>
                <a:cubicBezTo>
                  <a:pt x="186" y="1942"/>
                  <a:pt x="173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3" y="2"/>
                  <a:pt x="186" y="0"/>
                  <a:pt x="200" y="0"/>
                </a:cubicBezTo>
                <a:close/>
              </a:path>
            </a:pathLst>
          </a:custGeom>
          <a:solidFill>
            <a:srgbClr val="00af81"/>
          </a:solidFill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5119200" y="2275200"/>
            <a:ext cx="1183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misschien al een docent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7409520" y="1936440"/>
            <a:ext cx="790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Geroosterd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7242840" y="2140560"/>
            <a:ext cx="1178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dag, tijd, lokaal, docent,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3" name=""/>
          <p:cNvSpPr/>
          <p:nvPr/>
        </p:nvSpPr>
        <p:spPr>
          <a:xfrm>
            <a:off x="226656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4" name=""/>
          <p:cNvSpPr/>
          <p:nvPr/>
        </p:nvSpPr>
        <p:spPr>
          <a:xfrm>
            <a:off x="257112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5" name=""/>
          <p:cNvSpPr/>
          <p:nvPr/>
        </p:nvSpPr>
        <p:spPr>
          <a:xfrm>
            <a:off x="450576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6" name=""/>
          <p:cNvSpPr/>
          <p:nvPr/>
        </p:nvSpPr>
        <p:spPr>
          <a:xfrm>
            <a:off x="481032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7" name=""/>
          <p:cNvSpPr/>
          <p:nvPr/>
        </p:nvSpPr>
        <p:spPr>
          <a:xfrm>
            <a:off x="661068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8" name=""/>
          <p:cNvSpPr/>
          <p:nvPr/>
        </p:nvSpPr>
        <p:spPr>
          <a:xfrm>
            <a:off x="691524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9" name=""/>
          <p:cNvSpPr/>
          <p:nvPr/>
        </p:nvSpPr>
        <p:spPr>
          <a:xfrm>
            <a:off x="546840" y="2697840"/>
            <a:ext cx="1702080" cy="233280"/>
          </a:xfrm>
          <a:custGeom>
            <a:avLst/>
            <a:gdLst/>
            <a:ahLst/>
            <a:rect l="0" t="0" r="r" b="b"/>
            <a:pathLst>
              <a:path w="4728" h="648">
                <a:moveTo>
                  <a:pt x="323" y="0"/>
                </a:moveTo>
                <a:lnTo>
                  <a:pt x="4405" y="0"/>
                </a:lnTo>
                <a:cubicBezTo>
                  <a:pt x="4426" y="0"/>
                  <a:pt x="4447" y="2"/>
                  <a:pt x="4468" y="6"/>
                </a:cubicBezTo>
                <a:cubicBezTo>
                  <a:pt x="4489" y="10"/>
                  <a:pt x="4509" y="16"/>
                  <a:pt x="4529" y="24"/>
                </a:cubicBezTo>
                <a:cubicBezTo>
                  <a:pt x="4548" y="33"/>
                  <a:pt x="4567" y="43"/>
                  <a:pt x="4585" y="54"/>
                </a:cubicBezTo>
                <a:cubicBezTo>
                  <a:pt x="4602" y="66"/>
                  <a:pt x="4619" y="80"/>
                  <a:pt x="4634" y="95"/>
                </a:cubicBezTo>
                <a:cubicBezTo>
                  <a:pt x="4649" y="110"/>
                  <a:pt x="4662" y="126"/>
                  <a:pt x="4674" y="144"/>
                </a:cubicBezTo>
                <a:cubicBezTo>
                  <a:pt x="4686" y="161"/>
                  <a:pt x="4696" y="180"/>
                  <a:pt x="4704" y="199"/>
                </a:cubicBezTo>
                <a:cubicBezTo>
                  <a:pt x="4712" y="219"/>
                  <a:pt x="4718" y="239"/>
                  <a:pt x="4722" y="260"/>
                </a:cubicBezTo>
                <a:cubicBezTo>
                  <a:pt x="4726" y="281"/>
                  <a:pt x="4728" y="302"/>
                  <a:pt x="4728" y="323"/>
                </a:cubicBezTo>
                <a:cubicBezTo>
                  <a:pt x="4728" y="344"/>
                  <a:pt x="4726" y="366"/>
                  <a:pt x="4722" y="386"/>
                </a:cubicBezTo>
                <a:cubicBezTo>
                  <a:pt x="4718" y="407"/>
                  <a:pt x="4712" y="427"/>
                  <a:pt x="4704" y="447"/>
                </a:cubicBezTo>
                <a:cubicBezTo>
                  <a:pt x="4696" y="467"/>
                  <a:pt x="4686" y="485"/>
                  <a:pt x="4674" y="503"/>
                </a:cubicBezTo>
                <a:cubicBezTo>
                  <a:pt x="4662" y="521"/>
                  <a:pt x="4649" y="537"/>
                  <a:pt x="4634" y="552"/>
                </a:cubicBezTo>
                <a:cubicBezTo>
                  <a:pt x="4619" y="567"/>
                  <a:pt x="4602" y="580"/>
                  <a:pt x="4585" y="593"/>
                </a:cubicBezTo>
                <a:cubicBezTo>
                  <a:pt x="4567" y="605"/>
                  <a:pt x="4548" y="615"/>
                  <a:pt x="4529" y="623"/>
                </a:cubicBezTo>
                <a:cubicBezTo>
                  <a:pt x="4509" y="631"/>
                  <a:pt x="4489" y="637"/>
                  <a:pt x="4468" y="641"/>
                </a:cubicBezTo>
                <a:cubicBezTo>
                  <a:pt x="4447" y="646"/>
                  <a:pt x="4426" y="648"/>
                  <a:pt x="4405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1"/>
                </a:cubicBezTo>
                <a:cubicBezTo>
                  <a:pt x="239" y="637"/>
                  <a:pt x="219" y="631"/>
                  <a:pt x="200" y="623"/>
                </a:cubicBezTo>
                <a:cubicBezTo>
                  <a:pt x="180" y="615"/>
                  <a:pt x="161" y="605"/>
                  <a:pt x="144" y="593"/>
                </a:cubicBezTo>
                <a:cubicBezTo>
                  <a:pt x="126" y="580"/>
                  <a:pt x="110" y="567"/>
                  <a:pt x="95" y="552"/>
                </a:cubicBezTo>
                <a:cubicBezTo>
                  <a:pt x="80" y="537"/>
                  <a:pt x="66" y="521"/>
                  <a:pt x="54" y="503"/>
                </a:cubicBezTo>
                <a:cubicBezTo>
                  <a:pt x="43" y="485"/>
                  <a:pt x="33" y="467"/>
                  <a:pt x="25" y="447"/>
                </a:cubicBezTo>
                <a:cubicBezTo>
                  <a:pt x="16" y="427"/>
                  <a:pt x="10" y="407"/>
                  <a:pt x="6" y="386"/>
                </a:cubicBezTo>
                <a:cubicBezTo>
                  <a:pt x="2" y="366"/>
                  <a:pt x="0" y="344"/>
                  <a:pt x="0" y="323"/>
                </a:cubicBezTo>
                <a:cubicBezTo>
                  <a:pt x="0" y="302"/>
                  <a:pt x="2" y="281"/>
                  <a:pt x="6" y="260"/>
                </a:cubicBezTo>
                <a:cubicBezTo>
                  <a:pt x="10" y="239"/>
                  <a:pt x="16" y="219"/>
                  <a:pt x="25" y="199"/>
                </a:cubicBezTo>
                <a:cubicBezTo>
                  <a:pt x="33" y="180"/>
                  <a:pt x="43" y="161"/>
                  <a:pt x="54" y="144"/>
                </a:cubicBezTo>
                <a:cubicBezTo>
                  <a:pt x="66" y="126"/>
                  <a:pt x="80" y="110"/>
                  <a:pt x="95" y="95"/>
                </a:cubicBezTo>
                <a:cubicBezTo>
                  <a:pt x="110" y="80"/>
                  <a:pt x="126" y="66"/>
                  <a:pt x="144" y="54"/>
                </a:cubicBezTo>
                <a:cubicBezTo>
                  <a:pt x="161" y="43"/>
                  <a:pt x="180" y="33"/>
                  <a:pt x="200" y="24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7624080" y="2275200"/>
            <a:ext cx="284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groep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1" name=""/>
          <p:cNvSpPr/>
          <p:nvPr/>
        </p:nvSpPr>
        <p:spPr>
          <a:xfrm>
            <a:off x="2607120" y="3074040"/>
            <a:ext cx="6090840" cy="233280"/>
          </a:xfrm>
          <a:custGeom>
            <a:avLst/>
            <a:gdLst/>
            <a:ahLst/>
            <a:rect l="0" t="0" r="r" b="b"/>
            <a:pathLst>
              <a:path w="16919" h="648">
                <a:moveTo>
                  <a:pt x="323" y="0"/>
                </a:moveTo>
                <a:lnTo>
                  <a:pt x="16596" y="0"/>
                </a:lnTo>
                <a:cubicBezTo>
                  <a:pt x="16617" y="0"/>
                  <a:pt x="16638" y="2"/>
                  <a:pt x="16659" y="6"/>
                </a:cubicBezTo>
                <a:cubicBezTo>
                  <a:pt x="16680" y="10"/>
                  <a:pt x="16700" y="16"/>
                  <a:pt x="16720" y="24"/>
                </a:cubicBezTo>
                <a:cubicBezTo>
                  <a:pt x="16739" y="33"/>
                  <a:pt x="16758" y="42"/>
                  <a:pt x="16776" y="54"/>
                </a:cubicBezTo>
                <a:cubicBezTo>
                  <a:pt x="16793" y="66"/>
                  <a:pt x="16810" y="79"/>
                  <a:pt x="16825" y="95"/>
                </a:cubicBezTo>
                <a:cubicBezTo>
                  <a:pt x="16840" y="110"/>
                  <a:pt x="16853" y="126"/>
                  <a:pt x="16865" y="144"/>
                </a:cubicBezTo>
                <a:cubicBezTo>
                  <a:pt x="16877" y="161"/>
                  <a:pt x="16887" y="180"/>
                  <a:pt x="16895" y="200"/>
                </a:cubicBezTo>
                <a:cubicBezTo>
                  <a:pt x="16903" y="220"/>
                  <a:pt x="16909" y="240"/>
                  <a:pt x="16913" y="261"/>
                </a:cubicBezTo>
                <a:cubicBezTo>
                  <a:pt x="16917" y="282"/>
                  <a:pt x="16919" y="303"/>
                  <a:pt x="16919" y="324"/>
                </a:cubicBezTo>
                <a:cubicBezTo>
                  <a:pt x="16919" y="345"/>
                  <a:pt x="16917" y="367"/>
                  <a:pt x="16913" y="387"/>
                </a:cubicBezTo>
                <a:cubicBezTo>
                  <a:pt x="16909" y="408"/>
                  <a:pt x="16903" y="428"/>
                  <a:pt x="16895" y="448"/>
                </a:cubicBezTo>
                <a:cubicBezTo>
                  <a:pt x="16887" y="468"/>
                  <a:pt x="16877" y="486"/>
                  <a:pt x="16865" y="504"/>
                </a:cubicBezTo>
                <a:cubicBezTo>
                  <a:pt x="16853" y="522"/>
                  <a:pt x="16840" y="538"/>
                  <a:pt x="16825" y="553"/>
                </a:cubicBezTo>
                <a:cubicBezTo>
                  <a:pt x="16810" y="568"/>
                  <a:pt x="16793" y="581"/>
                  <a:pt x="16776" y="593"/>
                </a:cubicBezTo>
                <a:cubicBezTo>
                  <a:pt x="16758" y="605"/>
                  <a:pt x="16739" y="615"/>
                  <a:pt x="16720" y="623"/>
                </a:cubicBezTo>
                <a:cubicBezTo>
                  <a:pt x="16700" y="631"/>
                  <a:pt x="16680" y="637"/>
                  <a:pt x="16659" y="641"/>
                </a:cubicBezTo>
                <a:cubicBezTo>
                  <a:pt x="16638" y="646"/>
                  <a:pt x="16617" y="648"/>
                  <a:pt x="16596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1"/>
                </a:cubicBezTo>
                <a:cubicBezTo>
                  <a:pt x="239" y="637"/>
                  <a:pt x="219" y="631"/>
                  <a:pt x="199" y="623"/>
                </a:cubicBezTo>
                <a:cubicBezTo>
                  <a:pt x="180" y="615"/>
                  <a:pt x="161" y="605"/>
                  <a:pt x="143" y="593"/>
                </a:cubicBezTo>
                <a:cubicBezTo>
                  <a:pt x="126" y="581"/>
                  <a:pt x="109" y="568"/>
                  <a:pt x="94" y="553"/>
                </a:cubicBezTo>
                <a:cubicBezTo>
                  <a:pt x="79" y="538"/>
                  <a:pt x="66" y="522"/>
                  <a:pt x="54" y="504"/>
                </a:cubicBezTo>
                <a:cubicBezTo>
                  <a:pt x="42" y="486"/>
                  <a:pt x="32" y="468"/>
                  <a:pt x="24" y="448"/>
                </a:cubicBezTo>
                <a:cubicBezTo>
                  <a:pt x="16" y="428"/>
                  <a:pt x="10" y="408"/>
                  <a:pt x="6" y="387"/>
                </a:cubicBezTo>
                <a:cubicBezTo>
                  <a:pt x="2" y="367"/>
                  <a:pt x="0" y="345"/>
                  <a:pt x="0" y="324"/>
                </a:cubicBezTo>
                <a:cubicBezTo>
                  <a:pt x="0" y="303"/>
                  <a:pt x="2" y="282"/>
                  <a:pt x="6" y="261"/>
                </a:cubicBezTo>
                <a:cubicBezTo>
                  <a:pt x="10" y="240"/>
                  <a:pt x="16" y="220"/>
                  <a:pt x="24" y="200"/>
                </a:cubicBezTo>
                <a:cubicBezTo>
                  <a:pt x="32" y="180"/>
                  <a:pt x="42" y="161"/>
                  <a:pt x="54" y="144"/>
                </a:cubicBezTo>
                <a:cubicBezTo>
                  <a:pt x="66" y="126"/>
                  <a:pt x="79" y="110"/>
                  <a:pt x="94" y="95"/>
                </a:cubicBezTo>
                <a:cubicBezTo>
                  <a:pt x="109" y="79"/>
                  <a:pt x="126" y="66"/>
                  <a:pt x="143" y="54"/>
                </a:cubicBezTo>
                <a:cubicBezTo>
                  <a:pt x="161" y="42"/>
                  <a:pt x="180" y="33"/>
                  <a:pt x="199" y="24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3db8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672480" y="2750400"/>
            <a:ext cx="1735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intekenen: op de speciﬁcatie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3" name=""/>
          <p:cNvSpPr/>
          <p:nvPr/>
        </p:nvSpPr>
        <p:spPr>
          <a:xfrm>
            <a:off x="6816600" y="3450240"/>
            <a:ext cx="1881360" cy="233280"/>
          </a:xfrm>
          <a:custGeom>
            <a:avLst/>
            <a:gdLst/>
            <a:ahLst/>
            <a:rect l="0" t="0" r="r" b="b"/>
            <a:pathLst>
              <a:path w="5226" h="648">
                <a:moveTo>
                  <a:pt x="324" y="0"/>
                </a:moveTo>
                <a:lnTo>
                  <a:pt x="4903" y="0"/>
                </a:lnTo>
                <a:cubicBezTo>
                  <a:pt x="4924" y="0"/>
                  <a:pt x="4945" y="2"/>
                  <a:pt x="4966" y="6"/>
                </a:cubicBezTo>
                <a:cubicBezTo>
                  <a:pt x="4987" y="10"/>
                  <a:pt x="5007" y="16"/>
                  <a:pt x="5027" y="24"/>
                </a:cubicBezTo>
                <a:cubicBezTo>
                  <a:pt x="5046" y="33"/>
                  <a:pt x="5065" y="42"/>
                  <a:pt x="5083" y="54"/>
                </a:cubicBezTo>
                <a:cubicBezTo>
                  <a:pt x="5100" y="66"/>
                  <a:pt x="5117" y="79"/>
                  <a:pt x="5132" y="95"/>
                </a:cubicBezTo>
                <a:cubicBezTo>
                  <a:pt x="5147" y="110"/>
                  <a:pt x="5160" y="126"/>
                  <a:pt x="5172" y="144"/>
                </a:cubicBezTo>
                <a:cubicBezTo>
                  <a:pt x="5184" y="161"/>
                  <a:pt x="5194" y="180"/>
                  <a:pt x="5202" y="199"/>
                </a:cubicBezTo>
                <a:cubicBezTo>
                  <a:pt x="5210" y="219"/>
                  <a:pt x="5216" y="239"/>
                  <a:pt x="5220" y="260"/>
                </a:cubicBezTo>
                <a:cubicBezTo>
                  <a:pt x="5224" y="281"/>
                  <a:pt x="5226" y="302"/>
                  <a:pt x="5226" y="323"/>
                </a:cubicBezTo>
                <a:cubicBezTo>
                  <a:pt x="5226" y="344"/>
                  <a:pt x="5224" y="365"/>
                  <a:pt x="5220" y="386"/>
                </a:cubicBezTo>
                <a:cubicBezTo>
                  <a:pt x="5216" y="407"/>
                  <a:pt x="5210" y="427"/>
                  <a:pt x="5202" y="448"/>
                </a:cubicBezTo>
                <a:cubicBezTo>
                  <a:pt x="5194" y="468"/>
                  <a:pt x="5184" y="486"/>
                  <a:pt x="5172" y="504"/>
                </a:cubicBezTo>
                <a:cubicBezTo>
                  <a:pt x="5160" y="522"/>
                  <a:pt x="5147" y="538"/>
                  <a:pt x="5132" y="553"/>
                </a:cubicBezTo>
                <a:cubicBezTo>
                  <a:pt x="5117" y="568"/>
                  <a:pt x="5100" y="581"/>
                  <a:pt x="5083" y="593"/>
                </a:cubicBezTo>
                <a:cubicBezTo>
                  <a:pt x="5065" y="605"/>
                  <a:pt x="5046" y="615"/>
                  <a:pt x="5027" y="623"/>
                </a:cubicBezTo>
                <a:cubicBezTo>
                  <a:pt x="5007" y="631"/>
                  <a:pt x="4987" y="637"/>
                  <a:pt x="4966" y="641"/>
                </a:cubicBezTo>
                <a:cubicBezTo>
                  <a:pt x="4945" y="646"/>
                  <a:pt x="4924" y="648"/>
                  <a:pt x="4903" y="648"/>
                </a:cubicBezTo>
                <a:lnTo>
                  <a:pt x="324" y="648"/>
                </a:lnTo>
                <a:cubicBezTo>
                  <a:pt x="303" y="648"/>
                  <a:pt x="282" y="646"/>
                  <a:pt x="261" y="641"/>
                </a:cubicBezTo>
                <a:cubicBezTo>
                  <a:pt x="240" y="637"/>
                  <a:pt x="220" y="631"/>
                  <a:pt x="200" y="623"/>
                </a:cubicBezTo>
                <a:cubicBezTo>
                  <a:pt x="181" y="615"/>
                  <a:pt x="162" y="605"/>
                  <a:pt x="144" y="593"/>
                </a:cubicBezTo>
                <a:cubicBezTo>
                  <a:pt x="127" y="581"/>
                  <a:pt x="110" y="568"/>
                  <a:pt x="95" y="553"/>
                </a:cubicBezTo>
                <a:cubicBezTo>
                  <a:pt x="80" y="538"/>
                  <a:pt x="67" y="522"/>
                  <a:pt x="55" y="504"/>
                </a:cubicBezTo>
                <a:cubicBezTo>
                  <a:pt x="43" y="486"/>
                  <a:pt x="33" y="468"/>
                  <a:pt x="25" y="448"/>
                </a:cubicBezTo>
                <a:cubicBezTo>
                  <a:pt x="17" y="427"/>
                  <a:pt x="11" y="407"/>
                  <a:pt x="7" y="386"/>
                </a:cubicBezTo>
                <a:cubicBezTo>
                  <a:pt x="3" y="365"/>
                  <a:pt x="0" y="344"/>
                  <a:pt x="0" y="323"/>
                </a:cubicBezTo>
                <a:cubicBezTo>
                  <a:pt x="0" y="302"/>
                  <a:pt x="3" y="281"/>
                  <a:pt x="7" y="260"/>
                </a:cubicBezTo>
                <a:cubicBezTo>
                  <a:pt x="11" y="239"/>
                  <a:pt x="17" y="219"/>
                  <a:pt x="25" y="199"/>
                </a:cubicBezTo>
                <a:cubicBezTo>
                  <a:pt x="33" y="180"/>
                  <a:pt x="43" y="161"/>
                  <a:pt x="55" y="144"/>
                </a:cubicBezTo>
                <a:cubicBezTo>
                  <a:pt x="67" y="126"/>
                  <a:pt x="80" y="110"/>
                  <a:pt x="95" y="95"/>
                </a:cubicBezTo>
                <a:cubicBezTo>
                  <a:pt x="110" y="79"/>
                  <a:pt x="127" y="66"/>
                  <a:pt x="144" y="54"/>
                </a:cubicBezTo>
                <a:cubicBezTo>
                  <a:pt x="162" y="42"/>
                  <a:pt x="181" y="33"/>
                  <a:pt x="200" y="24"/>
                </a:cubicBezTo>
                <a:cubicBezTo>
                  <a:pt x="220" y="16"/>
                  <a:pt x="240" y="10"/>
                  <a:pt x="261" y="6"/>
                </a:cubicBezTo>
                <a:cubicBezTo>
                  <a:pt x="282" y="2"/>
                  <a:pt x="303" y="0"/>
                  <a:pt x="324" y="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2732400" y="3126600"/>
            <a:ext cx="289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aanmelden: op aanbod, in elke fase van rijpheid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5" name=""/>
          <p:cNvSpPr/>
          <p:nvPr/>
        </p:nvSpPr>
        <p:spPr>
          <a:xfrm>
            <a:off x="8456040" y="3468240"/>
            <a:ext cx="197280" cy="197280"/>
          </a:xfrm>
          <a:custGeom>
            <a:avLst/>
            <a:gdLst/>
            <a:ahLst/>
            <a:rect l="0" t="0" r="r" b="b"/>
            <a:pathLst>
              <a:path w="548" h="548">
                <a:moveTo>
                  <a:pt x="548" y="273"/>
                </a:moveTo>
                <a:cubicBezTo>
                  <a:pt x="548" y="291"/>
                  <a:pt x="546" y="309"/>
                  <a:pt x="543" y="327"/>
                </a:cubicBezTo>
                <a:cubicBezTo>
                  <a:pt x="539" y="344"/>
                  <a:pt x="534" y="361"/>
                  <a:pt x="527" y="378"/>
                </a:cubicBezTo>
                <a:cubicBezTo>
                  <a:pt x="520" y="395"/>
                  <a:pt x="512" y="410"/>
                  <a:pt x="502" y="425"/>
                </a:cubicBezTo>
                <a:cubicBezTo>
                  <a:pt x="492" y="440"/>
                  <a:pt x="481" y="454"/>
                  <a:pt x="468" y="467"/>
                </a:cubicBezTo>
                <a:cubicBezTo>
                  <a:pt x="455" y="479"/>
                  <a:pt x="441" y="492"/>
                  <a:pt x="426" y="502"/>
                </a:cubicBezTo>
                <a:cubicBezTo>
                  <a:pt x="411" y="512"/>
                  <a:pt x="396" y="520"/>
                  <a:pt x="379" y="527"/>
                </a:cubicBezTo>
                <a:cubicBezTo>
                  <a:pt x="362" y="534"/>
                  <a:pt x="345" y="539"/>
                  <a:pt x="328" y="543"/>
                </a:cubicBezTo>
                <a:cubicBezTo>
                  <a:pt x="310" y="546"/>
                  <a:pt x="291" y="548"/>
                  <a:pt x="273" y="548"/>
                </a:cubicBezTo>
                <a:cubicBezTo>
                  <a:pt x="255" y="548"/>
                  <a:pt x="238" y="546"/>
                  <a:pt x="220" y="543"/>
                </a:cubicBezTo>
                <a:cubicBezTo>
                  <a:pt x="202" y="539"/>
                  <a:pt x="185" y="534"/>
                  <a:pt x="169" y="527"/>
                </a:cubicBezTo>
                <a:cubicBezTo>
                  <a:pt x="152" y="520"/>
                  <a:pt x="136" y="512"/>
                  <a:pt x="121" y="502"/>
                </a:cubicBezTo>
                <a:cubicBezTo>
                  <a:pt x="106" y="492"/>
                  <a:pt x="93" y="479"/>
                  <a:pt x="80" y="467"/>
                </a:cubicBezTo>
                <a:cubicBezTo>
                  <a:pt x="67" y="454"/>
                  <a:pt x="56" y="440"/>
                  <a:pt x="46" y="425"/>
                </a:cubicBezTo>
                <a:cubicBezTo>
                  <a:pt x="36" y="410"/>
                  <a:pt x="27" y="395"/>
                  <a:pt x="20" y="378"/>
                </a:cubicBezTo>
                <a:cubicBezTo>
                  <a:pt x="14" y="361"/>
                  <a:pt x="8" y="344"/>
                  <a:pt x="5" y="327"/>
                </a:cubicBezTo>
                <a:cubicBezTo>
                  <a:pt x="1" y="309"/>
                  <a:pt x="0" y="291"/>
                  <a:pt x="0" y="273"/>
                </a:cubicBezTo>
                <a:cubicBezTo>
                  <a:pt x="0" y="255"/>
                  <a:pt x="1" y="237"/>
                  <a:pt x="5" y="220"/>
                </a:cubicBezTo>
                <a:cubicBezTo>
                  <a:pt x="8" y="202"/>
                  <a:pt x="14" y="185"/>
                  <a:pt x="20" y="168"/>
                </a:cubicBezTo>
                <a:cubicBezTo>
                  <a:pt x="27" y="152"/>
                  <a:pt x="36" y="136"/>
                  <a:pt x="46" y="121"/>
                </a:cubicBezTo>
                <a:cubicBezTo>
                  <a:pt x="56" y="106"/>
                  <a:pt x="67" y="92"/>
                  <a:pt x="80" y="80"/>
                </a:cubicBezTo>
                <a:cubicBezTo>
                  <a:pt x="93" y="67"/>
                  <a:pt x="106" y="56"/>
                  <a:pt x="121" y="46"/>
                </a:cubicBezTo>
                <a:cubicBezTo>
                  <a:pt x="136" y="36"/>
                  <a:pt x="152" y="27"/>
                  <a:pt x="169" y="20"/>
                </a:cubicBezTo>
                <a:cubicBezTo>
                  <a:pt x="185" y="13"/>
                  <a:pt x="202" y="8"/>
                  <a:pt x="220" y="5"/>
                </a:cubicBezTo>
                <a:cubicBezTo>
                  <a:pt x="238" y="1"/>
                  <a:pt x="255" y="0"/>
                  <a:pt x="273" y="0"/>
                </a:cubicBezTo>
                <a:cubicBezTo>
                  <a:pt x="291" y="0"/>
                  <a:pt x="310" y="1"/>
                  <a:pt x="328" y="5"/>
                </a:cubicBezTo>
                <a:cubicBezTo>
                  <a:pt x="345" y="8"/>
                  <a:pt x="362" y="13"/>
                  <a:pt x="379" y="20"/>
                </a:cubicBezTo>
                <a:cubicBezTo>
                  <a:pt x="396" y="27"/>
                  <a:pt x="411" y="36"/>
                  <a:pt x="426" y="46"/>
                </a:cubicBezTo>
                <a:cubicBezTo>
                  <a:pt x="441" y="56"/>
                  <a:pt x="455" y="67"/>
                  <a:pt x="468" y="80"/>
                </a:cubicBezTo>
                <a:cubicBezTo>
                  <a:pt x="481" y="92"/>
                  <a:pt x="492" y="106"/>
                  <a:pt x="502" y="121"/>
                </a:cubicBezTo>
                <a:cubicBezTo>
                  <a:pt x="512" y="136"/>
                  <a:pt x="520" y="152"/>
                  <a:pt x="527" y="168"/>
                </a:cubicBezTo>
                <a:cubicBezTo>
                  <a:pt x="534" y="185"/>
                  <a:pt x="539" y="202"/>
                  <a:pt x="543" y="220"/>
                </a:cubicBezTo>
                <a:cubicBezTo>
                  <a:pt x="546" y="237"/>
                  <a:pt x="548" y="255"/>
                  <a:pt x="548" y="2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6942240" y="3502800"/>
            <a:ext cx="1588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inschrijven: op geroosterd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7" name=""/>
          <p:cNvSpPr/>
          <p:nvPr/>
        </p:nvSpPr>
        <p:spPr>
          <a:xfrm>
            <a:off x="2248560" y="2814120"/>
            <a:ext cx="340920" cy="376560"/>
          </a:xfrm>
          <a:custGeom>
            <a:avLst/>
            <a:gdLst/>
            <a:ahLst/>
            <a:rect l="0" t="0" r="r" b="b"/>
            <a:pathLst>
              <a:path fill="none" w="947" h="1046">
                <a:moveTo>
                  <a:pt x="0" y="0"/>
                </a:moveTo>
                <a:cubicBezTo>
                  <a:pt x="622" y="0"/>
                  <a:pt x="622" y="1046"/>
                  <a:pt x="947" y="1046"/>
                </a:cubicBezTo>
              </a:path>
            </a:pathLst>
          </a:custGeom>
          <a:ln w="17640">
            <a:solidFill>
              <a:srgbClr val="6b728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8" name=""/>
          <p:cNvSpPr/>
          <p:nvPr/>
        </p:nvSpPr>
        <p:spPr>
          <a:xfrm>
            <a:off x="2571120" y="3145680"/>
            <a:ext cx="72000" cy="90000"/>
          </a:xfrm>
          <a:custGeom>
            <a:avLst/>
            <a:gdLst/>
            <a:ahLst/>
            <a:rect l="0" t="0" r="r" b="b"/>
            <a:pathLst>
              <a:path w="200" h="250">
                <a:moveTo>
                  <a:pt x="0" y="0"/>
                </a:moveTo>
                <a:lnTo>
                  <a:pt x="200" y="125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8521200" y="3486960"/>
            <a:ext cx="1339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60" spc="-1" strike="noStrike">
                <a:solidFill>
                  <a:srgbClr val="e9a27f"/>
                </a:solidFill>
                <a:latin typeface="Arial"/>
                <a:ea typeface="Arial"/>
              </a:rPr>
              <a:t>?</a:t>
            </a:r>
            <a:endParaRPr b="0" lang="en-US" sz="10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0" name=""/>
          <p:cNvSpPr/>
          <p:nvPr/>
        </p:nvSpPr>
        <p:spPr>
          <a:xfrm>
            <a:off x="7757280" y="3306960"/>
            <a:ext cx="0" cy="12528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1" name=""/>
          <p:cNvSpPr/>
          <p:nvPr/>
        </p:nvSpPr>
        <p:spPr>
          <a:xfrm>
            <a:off x="7712640" y="3414240"/>
            <a:ext cx="89640" cy="54360"/>
          </a:xfrm>
          <a:custGeom>
            <a:avLst/>
            <a:gdLst/>
            <a:ahLst/>
            <a:rect l="0" t="0" r="r" b="b"/>
            <a:pathLst>
              <a:path w="249" h="151">
                <a:moveTo>
                  <a:pt x="0" y="0"/>
                </a:moveTo>
                <a:lnTo>
                  <a:pt x="125" y="151"/>
                </a:lnTo>
                <a:lnTo>
                  <a:pt x="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2212560" y="2946240"/>
            <a:ext cx="520560" cy="10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10" spc="-1" strike="noStrike">
                <a:solidFill>
                  <a:srgbClr val="6b7280"/>
                </a:solidFill>
                <a:latin typeface="Arial"/>
                <a:ea typeface="Arial"/>
              </a:rPr>
              <a:t>bevestiging</a:t>
            </a:r>
            <a:endParaRPr b="0" lang="en-US" sz="7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3" name=""/>
          <p:cNvSpPr/>
          <p:nvPr/>
        </p:nvSpPr>
        <p:spPr>
          <a:xfrm>
            <a:off x="1638000" y="3971880"/>
            <a:ext cx="667080" cy="219240"/>
          </a:xfrm>
          <a:custGeom>
            <a:avLst/>
            <a:gdLst/>
            <a:ahLst/>
            <a:rect l="0" t="0" r="r" b="b"/>
            <a:pathLst>
              <a:path w="1853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6"/>
                  <a:pt x="23" y="187"/>
                </a:cubicBezTo>
                <a:cubicBezTo>
                  <a:pt x="31" y="169"/>
                  <a:pt x="41" y="151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5" y="75"/>
                  <a:pt x="120" y="62"/>
                  <a:pt x="137" y="51"/>
                </a:cubicBezTo>
                <a:cubicBezTo>
                  <a:pt x="153" y="40"/>
                  <a:pt x="171" y="30"/>
                  <a:pt x="189" y="23"/>
                </a:cubicBezTo>
                <a:cubicBezTo>
                  <a:pt x="208" y="15"/>
                  <a:pt x="227" y="9"/>
                  <a:pt x="246" y="5"/>
                </a:cubicBezTo>
                <a:cubicBezTo>
                  <a:pt x="266" y="2"/>
                  <a:pt x="286" y="0"/>
                  <a:pt x="306" y="0"/>
                </a:cubicBezTo>
                <a:lnTo>
                  <a:pt x="1549" y="0"/>
                </a:lnTo>
                <a:cubicBezTo>
                  <a:pt x="1569" y="0"/>
                  <a:pt x="1589" y="2"/>
                  <a:pt x="1609" y="5"/>
                </a:cubicBezTo>
                <a:cubicBezTo>
                  <a:pt x="1628" y="9"/>
                  <a:pt x="1647" y="15"/>
                  <a:pt x="1666" y="23"/>
                </a:cubicBezTo>
                <a:cubicBezTo>
                  <a:pt x="1684" y="30"/>
                  <a:pt x="1702" y="40"/>
                  <a:pt x="1718" y="51"/>
                </a:cubicBezTo>
                <a:cubicBezTo>
                  <a:pt x="1735" y="62"/>
                  <a:pt x="1750" y="75"/>
                  <a:pt x="1764" y="89"/>
                </a:cubicBezTo>
                <a:cubicBezTo>
                  <a:pt x="1778" y="103"/>
                  <a:pt x="1791" y="118"/>
                  <a:pt x="1802" y="135"/>
                </a:cubicBezTo>
                <a:cubicBezTo>
                  <a:pt x="1813" y="151"/>
                  <a:pt x="1823" y="169"/>
                  <a:pt x="1830" y="187"/>
                </a:cubicBezTo>
                <a:cubicBezTo>
                  <a:pt x="1838" y="206"/>
                  <a:pt x="1844" y="226"/>
                  <a:pt x="1848" y="246"/>
                </a:cubicBezTo>
                <a:cubicBezTo>
                  <a:pt x="1851" y="265"/>
                  <a:pt x="1853" y="285"/>
                  <a:pt x="1853" y="305"/>
                </a:cubicBezTo>
                <a:cubicBezTo>
                  <a:pt x="1853" y="325"/>
                  <a:pt x="1851" y="345"/>
                  <a:pt x="1848" y="364"/>
                </a:cubicBezTo>
                <a:cubicBezTo>
                  <a:pt x="1844" y="384"/>
                  <a:pt x="1838" y="403"/>
                  <a:pt x="1830" y="421"/>
                </a:cubicBezTo>
                <a:cubicBezTo>
                  <a:pt x="1823" y="440"/>
                  <a:pt x="1813" y="457"/>
                  <a:pt x="1802" y="474"/>
                </a:cubicBezTo>
                <a:cubicBezTo>
                  <a:pt x="1791" y="491"/>
                  <a:pt x="1778" y="506"/>
                  <a:pt x="1764" y="520"/>
                </a:cubicBezTo>
                <a:cubicBezTo>
                  <a:pt x="1750" y="534"/>
                  <a:pt x="1735" y="547"/>
                  <a:pt x="1718" y="558"/>
                </a:cubicBezTo>
                <a:cubicBezTo>
                  <a:pt x="1702" y="569"/>
                  <a:pt x="1684" y="578"/>
                  <a:pt x="1666" y="586"/>
                </a:cubicBezTo>
                <a:cubicBezTo>
                  <a:pt x="1647" y="594"/>
                  <a:pt x="1628" y="599"/>
                  <a:pt x="1609" y="603"/>
                </a:cubicBezTo>
                <a:cubicBezTo>
                  <a:pt x="1589" y="607"/>
                  <a:pt x="1569" y="609"/>
                  <a:pt x="1549" y="609"/>
                </a:cubicBezTo>
                <a:lnTo>
                  <a:pt x="306" y="609"/>
                </a:lnTo>
                <a:cubicBezTo>
                  <a:pt x="286" y="609"/>
                  <a:pt x="266" y="607"/>
                  <a:pt x="246" y="603"/>
                </a:cubicBezTo>
                <a:cubicBezTo>
                  <a:pt x="227" y="599"/>
                  <a:pt x="208" y="594"/>
                  <a:pt x="189" y="586"/>
                </a:cubicBezTo>
                <a:cubicBezTo>
                  <a:pt x="171" y="578"/>
                  <a:pt x="153" y="569"/>
                  <a:pt x="137" y="558"/>
                </a:cubicBezTo>
                <a:cubicBezTo>
                  <a:pt x="120" y="547"/>
                  <a:pt x="105" y="534"/>
                  <a:pt x="90" y="520"/>
                </a:cubicBezTo>
                <a:cubicBezTo>
                  <a:pt x="75" y="506"/>
                  <a:pt x="63" y="491"/>
                  <a:pt x="52" y="474"/>
                </a:cubicBezTo>
                <a:cubicBezTo>
                  <a:pt x="41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457200" y="4011120"/>
            <a:ext cx="1262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Geldt op elk niveau: 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5" name=""/>
          <p:cNvSpPr/>
          <p:nvPr/>
        </p:nvSpPr>
        <p:spPr>
          <a:xfrm>
            <a:off x="2438280" y="3971880"/>
            <a:ext cx="1343160" cy="219240"/>
          </a:xfrm>
          <a:custGeom>
            <a:avLst/>
            <a:gdLst/>
            <a:ahLst/>
            <a:rect l="0" t="0" r="r" b="b"/>
            <a:pathLst>
              <a:path w="3731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427" y="0"/>
                </a:lnTo>
                <a:cubicBezTo>
                  <a:pt x="3447" y="0"/>
                  <a:pt x="3467" y="2"/>
                  <a:pt x="3487" y="5"/>
                </a:cubicBezTo>
                <a:cubicBezTo>
                  <a:pt x="3506" y="9"/>
                  <a:pt x="3525" y="15"/>
                  <a:pt x="3544" y="23"/>
                </a:cubicBezTo>
                <a:cubicBezTo>
                  <a:pt x="3562" y="30"/>
                  <a:pt x="3580" y="40"/>
                  <a:pt x="3596" y="51"/>
                </a:cubicBezTo>
                <a:cubicBezTo>
                  <a:pt x="3613" y="62"/>
                  <a:pt x="3628" y="75"/>
                  <a:pt x="3642" y="89"/>
                </a:cubicBezTo>
                <a:cubicBezTo>
                  <a:pt x="3656" y="103"/>
                  <a:pt x="3669" y="118"/>
                  <a:pt x="3680" y="135"/>
                </a:cubicBezTo>
                <a:cubicBezTo>
                  <a:pt x="3691" y="151"/>
                  <a:pt x="3701" y="169"/>
                  <a:pt x="3708" y="187"/>
                </a:cubicBezTo>
                <a:cubicBezTo>
                  <a:pt x="3716" y="206"/>
                  <a:pt x="3722" y="226"/>
                  <a:pt x="3726" y="246"/>
                </a:cubicBezTo>
                <a:cubicBezTo>
                  <a:pt x="3730" y="265"/>
                  <a:pt x="3731" y="285"/>
                  <a:pt x="3731" y="305"/>
                </a:cubicBezTo>
                <a:cubicBezTo>
                  <a:pt x="3731" y="325"/>
                  <a:pt x="3730" y="345"/>
                  <a:pt x="3726" y="364"/>
                </a:cubicBezTo>
                <a:cubicBezTo>
                  <a:pt x="3722" y="384"/>
                  <a:pt x="3716" y="403"/>
                  <a:pt x="3708" y="421"/>
                </a:cubicBezTo>
                <a:cubicBezTo>
                  <a:pt x="3701" y="440"/>
                  <a:pt x="3691" y="457"/>
                  <a:pt x="3680" y="474"/>
                </a:cubicBezTo>
                <a:cubicBezTo>
                  <a:pt x="3669" y="491"/>
                  <a:pt x="3656" y="506"/>
                  <a:pt x="3642" y="520"/>
                </a:cubicBezTo>
                <a:cubicBezTo>
                  <a:pt x="3628" y="534"/>
                  <a:pt x="3613" y="547"/>
                  <a:pt x="3596" y="558"/>
                </a:cubicBezTo>
                <a:cubicBezTo>
                  <a:pt x="3580" y="569"/>
                  <a:pt x="3562" y="578"/>
                  <a:pt x="3544" y="586"/>
                </a:cubicBezTo>
                <a:cubicBezTo>
                  <a:pt x="3525" y="594"/>
                  <a:pt x="3506" y="599"/>
                  <a:pt x="3487" y="603"/>
                </a:cubicBezTo>
                <a:cubicBezTo>
                  <a:pt x="3467" y="607"/>
                  <a:pt x="3447" y="609"/>
                  <a:pt x="3427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6" name=""/>
          <p:cNvSpPr txBox="1"/>
          <p:nvPr/>
        </p:nvSpPr>
        <p:spPr>
          <a:xfrm>
            <a:off x="1729800" y="4014000"/>
            <a:ext cx="550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opleiding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7" name=""/>
          <p:cNvSpPr/>
          <p:nvPr/>
        </p:nvSpPr>
        <p:spPr>
          <a:xfrm>
            <a:off x="3914640" y="3971880"/>
            <a:ext cx="1114560" cy="219240"/>
          </a:xfrm>
          <a:custGeom>
            <a:avLst/>
            <a:gdLst/>
            <a:ahLst/>
            <a:rect l="0" t="0" r="r" b="b"/>
            <a:pathLst>
              <a:path w="3096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791" y="0"/>
                </a:lnTo>
                <a:cubicBezTo>
                  <a:pt x="2811" y="0"/>
                  <a:pt x="2831" y="2"/>
                  <a:pt x="2851" y="5"/>
                </a:cubicBezTo>
                <a:cubicBezTo>
                  <a:pt x="2870" y="9"/>
                  <a:pt x="2889" y="15"/>
                  <a:pt x="2908" y="23"/>
                </a:cubicBezTo>
                <a:cubicBezTo>
                  <a:pt x="2926" y="30"/>
                  <a:pt x="2944" y="40"/>
                  <a:pt x="2960" y="51"/>
                </a:cubicBezTo>
                <a:cubicBezTo>
                  <a:pt x="2977" y="62"/>
                  <a:pt x="2992" y="75"/>
                  <a:pt x="3006" y="89"/>
                </a:cubicBezTo>
                <a:cubicBezTo>
                  <a:pt x="3021" y="103"/>
                  <a:pt x="3033" y="118"/>
                  <a:pt x="3044" y="135"/>
                </a:cubicBezTo>
                <a:cubicBezTo>
                  <a:pt x="3056" y="151"/>
                  <a:pt x="3066" y="169"/>
                  <a:pt x="3073" y="187"/>
                </a:cubicBezTo>
                <a:cubicBezTo>
                  <a:pt x="3081" y="206"/>
                  <a:pt x="3087" y="226"/>
                  <a:pt x="3091" y="246"/>
                </a:cubicBezTo>
                <a:cubicBezTo>
                  <a:pt x="3095" y="265"/>
                  <a:pt x="3096" y="285"/>
                  <a:pt x="3096" y="305"/>
                </a:cubicBezTo>
                <a:cubicBezTo>
                  <a:pt x="3096" y="325"/>
                  <a:pt x="3095" y="345"/>
                  <a:pt x="3091" y="364"/>
                </a:cubicBezTo>
                <a:cubicBezTo>
                  <a:pt x="3087" y="384"/>
                  <a:pt x="3081" y="403"/>
                  <a:pt x="3073" y="421"/>
                </a:cubicBezTo>
                <a:cubicBezTo>
                  <a:pt x="3066" y="440"/>
                  <a:pt x="3056" y="457"/>
                  <a:pt x="3044" y="474"/>
                </a:cubicBezTo>
                <a:cubicBezTo>
                  <a:pt x="3033" y="491"/>
                  <a:pt x="3021" y="506"/>
                  <a:pt x="3006" y="520"/>
                </a:cubicBezTo>
                <a:cubicBezTo>
                  <a:pt x="2992" y="534"/>
                  <a:pt x="2977" y="547"/>
                  <a:pt x="2960" y="558"/>
                </a:cubicBezTo>
                <a:cubicBezTo>
                  <a:pt x="2944" y="569"/>
                  <a:pt x="2926" y="578"/>
                  <a:pt x="2908" y="586"/>
                </a:cubicBezTo>
                <a:cubicBezTo>
                  <a:pt x="2889" y="594"/>
                  <a:pt x="2870" y="599"/>
                  <a:pt x="2851" y="603"/>
                </a:cubicBezTo>
                <a:cubicBezTo>
                  <a:pt x="2831" y="607"/>
                  <a:pt x="2811" y="609"/>
                  <a:pt x="2791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8" name=""/>
          <p:cNvSpPr txBox="1"/>
          <p:nvPr/>
        </p:nvSpPr>
        <p:spPr>
          <a:xfrm>
            <a:off x="2527560" y="4014000"/>
            <a:ext cx="13143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opleidingsprogramma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9" name=""/>
          <p:cNvSpPr/>
          <p:nvPr/>
        </p:nvSpPr>
        <p:spPr>
          <a:xfrm>
            <a:off x="5152680" y="3971880"/>
            <a:ext cx="924480" cy="219240"/>
          </a:xfrm>
          <a:custGeom>
            <a:avLst/>
            <a:gdLst/>
            <a:ahLst/>
            <a:rect l="0" t="0" r="r" b="b"/>
            <a:pathLst>
              <a:path w="2568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6"/>
                  <a:pt x="24" y="187"/>
                </a:cubicBezTo>
                <a:cubicBezTo>
                  <a:pt x="31" y="169"/>
                  <a:pt x="41" y="151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2263" y="0"/>
                </a:lnTo>
                <a:cubicBezTo>
                  <a:pt x="2283" y="0"/>
                  <a:pt x="2302" y="2"/>
                  <a:pt x="2322" y="5"/>
                </a:cubicBezTo>
                <a:cubicBezTo>
                  <a:pt x="2342" y="9"/>
                  <a:pt x="2361" y="15"/>
                  <a:pt x="2380" y="23"/>
                </a:cubicBezTo>
                <a:cubicBezTo>
                  <a:pt x="2399" y="30"/>
                  <a:pt x="2416" y="40"/>
                  <a:pt x="2433" y="51"/>
                </a:cubicBezTo>
                <a:cubicBezTo>
                  <a:pt x="2449" y="62"/>
                  <a:pt x="2465" y="75"/>
                  <a:pt x="2479" y="89"/>
                </a:cubicBezTo>
                <a:cubicBezTo>
                  <a:pt x="2493" y="103"/>
                  <a:pt x="2506" y="118"/>
                  <a:pt x="2517" y="135"/>
                </a:cubicBezTo>
                <a:cubicBezTo>
                  <a:pt x="2528" y="151"/>
                  <a:pt x="2537" y="169"/>
                  <a:pt x="2545" y="187"/>
                </a:cubicBezTo>
                <a:cubicBezTo>
                  <a:pt x="2552" y="206"/>
                  <a:pt x="2558" y="226"/>
                  <a:pt x="2562" y="246"/>
                </a:cubicBezTo>
                <a:cubicBezTo>
                  <a:pt x="2566" y="265"/>
                  <a:pt x="2568" y="285"/>
                  <a:pt x="2568" y="305"/>
                </a:cubicBezTo>
                <a:cubicBezTo>
                  <a:pt x="2568" y="325"/>
                  <a:pt x="2566" y="345"/>
                  <a:pt x="2562" y="364"/>
                </a:cubicBezTo>
                <a:cubicBezTo>
                  <a:pt x="2558" y="384"/>
                  <a:pt x="2552" y="403"/>
                  <a:pt x="2545" y="421"/>
                </a:cubicBezTo>
                <a:cubicBezTo>
                  <a:pt x="2537" y="440"/>
                  <a:pt x="2528" y="457"/>
                  <a:pt x="2517" y="474"/>
                </a:cubicBezTo>
                <a:cubicBezTo>
                  <a:pt x="2506" y="491"/>
                  <a:pt x="2493" y="506"/>
                  <a:pt x="2479" y="520"/>
                </a:cubicBezTo>
                <a:cubicBezTo>
                  <a:pt x="2465" y="534"/>
                  <a:pt x="2449" y="547"/>
                  <a:pt x="2433" y="558"/>
                </a:cubicBezTo>
                <a:cubicBezTo>
                  <a:pt x="2416" y="569"/>
                  <a:pt x="2399" y="578"/>
                  <a:pt x="2380" y="586"/>
                </a:cubicBezTo>
                <a:cubicBezTo>
                  <a:pt x="2361" y="594"/>
                  <a:pt x="2342" y="599"/>
                  <a:pt x="2322" y="603"/>
                </a:cubicBezTo>
                <a:cubicBezTo>
                  <a:pt x="2302" y="607"/>
                  <a:pt x="2283" y="609"/>
                  <a:pt x="2263" y="609"/>
                </a:cubicBezTo>
                <a:lnTo>
                  <a:pt x="305" y="609"/>
                </a:lnTo>
                <a:cubicBezTo>
                  <a:pt x="285" y="609"/>
                  <a:pt x="265" y="607"/>
                  <a:pt x="245" y="603"/>
                </a:cubicBezTo>
                <a:cubicBezTo>
                  <a:pt x="226" y="599"/>
                  <a:pt x="207" y="594"/>
                  <a:pt x="188" y="586"/>
                </a:cubicBezTo>
                <a:cubicBezTo>
                  <a:pt x="170" y="578"/>
                  <a:pt x="152" y="569"/>
                  <a:pt x="136" y="558"/>
                </a:cubicBezTo>
                <a:cubicBezTo>
                  <a:pt x="119" y="547"/>
                  <a:pt x="104" y="534"/>
                  <a:pt x="90" y="520"/>
                </a:cubicBezTo>
                <a:cubicBezTo>
                  <a:pt x="75" y="506"/>
                  <a:pt x="63" y="491"/>
                  <a:pt x="52" y="474"/>
                </a:cubicBezTo>
                <a:cubicBezTo>
                  <a:pt x="41" y="457"/>
                  <a:pt x="31" y="440"/>
                  <a:pt x="24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4002120" y="4014000"/>
            <a:ext cx="1052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onderwijseenheid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1" name=""/>
          <p:cNvSpPr/>
          <p:nvPr/>
        </p:nvSpPr>
        <p:spPr>
          <a:xfrm>
            <a:off x="6200640" y="3971880"/>
            <a:ext cx="333720" cy="219240"/>
          </a:xfrm>
          <a:custGeom>
            <a:avLst/>
            <a:gdLst/>
            <a:ahLst/>
            <a:rect l="0" t="0" r="r" b="b"/>
            <a:pathLst>
              <a:path w="927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622" y="0"/>
                </a:lnTo>
                <a:cubicBezTo>
                  <a:pt x="642" y="0"/>
                  <a:pt x="661" y="2"/>
                  <a:pt x="681" y="5"/>
                </a:cubicBezTo>
                <a:cubicBezTo>
                  <a:pt x="701" y="9"/>
                  <a:pt x="720" y="15"/>
                  <a:pt x="738" y="23"/>
                </a:cubicBezTo>
                <a:cubicBezTo>
                  <a:pt x="757" y="30"/>
                  <a:pt x="774" y="40"/>
                  <a:pt x="791" y="51"/>
                </a:cubicBezTo>
                <a:cubicBezTo>
                  <a:pt x="807" y="62"/>
                  <a:pt x="823" y="75"/>
                  <a:pt x="838" y="89"/>
                </a:cubicBezTo>
                <a:cubicBezTo>
                  <a:pt x="852" y="103"/>
                  <a:pt x="865" y="118"/>
                  <a:pt x="876" y="135"/>
                </a:cubicBezTo>
                <a:cubicBezTo>
                  <a:pt x="887" y="151"/>
                  <a:pt x="896" y="169"/>
                  <a:pt x="904" y="187"/>
                </a:cubicBezTo>
                <a:cubicBezTo>
                  <a:pt x="911" y="206"/>
                  <a:pt x="917" y="226"/>
                  <a:pt x="921" y="246"/>
                </a:cubicBezTo>
                <a:cubicBezTo>
                  <a:pt x="925" y="265"/>
                  <a:pt x="927" y="285"/>
                  <a:pt x="927" y="305"/>
                </a:cubicBezTo>
                <a:cubicBezTo>
                  <a:pt x="927" y="325"/>
                  <a:pt x="925" y="345"/>
                  <a:pt x="921" y="364"/>
                </a:cubicBezTo>
                <a:cubicBezTo>
                  <a:pt x="917" y="384"/>
                  <a:pt x="911" y="403"/>
                  <a:pt x="904" y="421"/>
                </a:cubicBezTo>
                <a:cubicBezTo>
                  <a:pt x="896" y="440"/>
                  <a:pt x="887" y="457"/>
                  <a:pt x="876" y="474"/>
                </a:cubicBezTo>
                <a:cubicBezTo>
                  <a:pt x="865" y="491"/>
                  <a:pt x="852" y="506"/>
                  <a:pt x="838" y="520"/>
                </a:cubicBezTo>
                <a:cubicBezTo>
                  <a:pt x="823" y="534"/>
                  <a:pt x="807" y="547"/>
                  <a:pt x="791" y="558"/>
                </a:cubicBezTo>
                <a:cubicBezTo>
                  <a:pt x="774" y="569"/>
                  <a:pt x="757" y="578"/>
                  <a:pt x="738" y="586"/>
                </a:cubicBezTo>
                <a:cubicBezTo>
                  <a:pt x="720" y="594"/>
                  <a:pt x="701" y="599"/>
                  <a:pt x="681" y="603"/>
                </a:cubicBezTo>
                <a:cubicBezTo>
                  <a:pt x="661" y="607"/>
                  <a:pt x="642" y="609"/>
                  <a:pt x="622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5247720" y="4014000"/>
            <a:ext cx="831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leeronderdeel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3" name=""/>
          <p:cNvSpPr/>
          <p:nvPr/>
        </p:nvSpPr>
        <p:spPr>
          <a:xfrm>
            <a:off x="456840" y="4286160"/>
            <a:ext cx="8420760" cy="667080"/>
          </a:xfrm>
          <a:custGeom>
            <a:avLst/>
            <a:gdLst/>
            <a:ahLst/>
            <a:rect l="0" t="0" r="r" b="b"/>
            <a:pathLst>
              <a:path w="23391" h="1853">
                <a:moveTo>
                  <a:pt x="0" y="0"/>
                </a:moveTo>
                <a:lnTo>
                  <a:pt x="23391" y="0"/>
                </a:lnTo>
                <a:lnTo>
                  <a:pt x="23391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4" name=""/>
          <p:cNvSpPr/>
          <p:nvPr/>
        </p:nvSpPr>
        <p:spPr>
          <a:xfrm>
            <a:off x="456840" y="42861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5" name=""/>
          <p:cNvSpPr/>
          <p:nvPr/>
        </p:nvSpPr>
        <p:spPr>
          <a:xfrm>
            <a:off x="456840" y="494316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6" name=""/>
          <p:cNvSpPr/>
          <p:nvPr/>
        </p:nvSpPr>
        <p:spPr>
          <a:xfrm>
            <a:off x="8867520" y="428616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7" name=""/>
          <p:cNvSpPr/>
          <p:nvPr/>
        </p:nvSpPr>
        <p:spPr>
          <a:xfrm>
            <a:off x="456840" y="428616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6293520" y="4014000"/>
            <a:ext cx="169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les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619200" y="4437720"/>
            <a:ext cx="8849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Hoe zien jullie dit?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Wordt een intekening door bevestiging een aanmelding, en is de inschrijving pas rond op geroosterd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619200" y="4647240"/>
            <a:ext cx="6163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aanbod?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8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8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89" name=""/>
          <p:cNvSpPr txBox="1"/>
          <p:nvPr/>
        </p:nvSpPr>
        <p:spPr>
          <a:xfrm>
            <a:off x="439920" y="272160"/>
            <a:ext cx="9885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Verbintenissen bestaan alleen op aanbod. Hoe dan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0" name=""/>
          <p:cNvSpPr/>
          <p:nvPr/>
        </p:nvSpPr>
        <p:spPr>
          <a:xfrm>
            <a:off x="456840" y="1266480"/>
            <a:ext cx="4105800" cy="2972160"/>
          </a:xfrm>
          <a:custGeom>
            <a:avLst/>
            <a:gdLst/>
            <a:ahLst/>
            <a:rect l="0" t="0" r="r" b="b"/>
            <a:pathLst>
              <a:path w="11405" h="8256">
                <a:moveTo>
                  <a:pt x="0" y="0"/>
                </a:moveTo>
                <a:lnTo>
                  <a:pt x="11405" y="0"/>
                </a:lnTo>
                <a:lnTo>
                  <a:pt x="11405" y="8256"/>
                </a:lnTo>
                <a:lnTo>
                  <a:pt x="0" y="82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1" name=""/>
          <p:cNvSpPr/>
          <p:nvPr/>
        </p:nvSpPr>
        <p:spPr>
          <a:xfrm>
            <a:off x="456840" y="126648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2" name=""/>
          <p:cNvSpPr/>
          <p:nvPr/>
        </p:nvSpPr>
        <p:spPr>
          <a:xfrm>
            <a:off x="456840" y="422892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3" name=""/>
          <p:cNvSpPr/>
          <p:nvPr/>
        </p:nvSpPr>
        <p:spPr>
          <a:xfrm>
            <a:off x="4552920" y="1266480"/>
            <a:ext cx="9720" cy="2972160"/>
          </a:xfrm>
          <a:custGeom>
            <a:avLst/>
            <a:gdLst/>
            <a:ahLst/>
            <a:rect l="0" t="0" r="r" b="b"/>
            <a:pathLst>
              <a:path w="27" h="8256">
                <a:moveTo>
                  <a:pt x="0" y="106"/>
                </a:moveTo>
                <a:lnTo>
                  <a:pt x="0" y="8256"/>
                </a:lnTo>
                <a:lnTo>
                  <a:pt x="27" y="825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4" name=""/>
          <p:cNvSpPr/>
          <p:nvPr/>
        </p:nvSpPr>
        <p:spPr>
          <a:xfrm>
            <a:off x="456840" y="1266480"/>
            <a:ext cx="10080" cy="2972160"/>
          </a:xfrm>
          <a:custGeom>
            <a:avLst/>
            <a:gdLst/>
            <a:ahLst/>
            <a:rect l="0" t="0" r="r" b="b"/>
            <a:pathLst>
              <a:path w="28" h="8256">
                <a:moveTo>
                  <a:pt x="0" y="0"/>
                </a:moveTo>
                <a:lnTo>
                  <a:pt x="0" y="8256"/>
                </a:lnTo>
                <a:lnTo>
                  <a:pt x="28" y="825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439920" y="653400"/>
            <a:ext cx="3015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met intekenen?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619200" y="1444680"/>
            <a:ext cx="3722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Aanmelden en inschrijven: middels een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7" name=""/>
          <p:cNvSpPr/>
          <p:nvPr/>
        </p:nvSpPr>
        <p:spPr>
          <a:xfrm>
            <a:off x="6566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8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9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2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2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9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8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3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6" y="988"/>
                  <a:pt x="38" y="979"/>
                  <a:pt x="31" y="969"/>
                </a:cubicBezTo>
                <a:cubicBezTo>
                  <a:pt x="25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2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2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5" y="92"/>
                  <a:pt x="31" y="82"/>
                </a:cubicBezTo>
                <a:cubicBezTo>
                  <a:pt x="38" y="71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8" name=""/>
          <p:cNvSpPr/>
          <p:nvPr/>
        </p:nvSpPr>
        <p:spPr>
          <a:xfrm>
            <a:off x="6566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8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9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2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2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9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8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3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6" y="988"/>
                  <a:pt x="38" y="979"/>
                  <a:pt x="31" y="969"/>
                </a:cubicBezTo>
                <a:cubicBezTo>
                  <a:pt x="25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2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2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5" y="92"/>
                  <a:pt x="31" y="82"/>
                </a:cubicBezTo>
                <a:cubicBezTo>
                  <a:pt x="38" y="71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619200" y="1692360"/>
            <a:ext cx="10753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verbintenis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0" name=""/>
          <p:cNvSpPr/>
          <p:nvPr/>
        </p:nvSpPr>
        <p:spPr>
          <a:xfrm>
            <a:off x="209304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6" y="0"/>
                </a:lnTo>
                <a:cubicBezTo>
                  <a:pt x="2138" y="0"/>
                  <a:pt x="2150" y="1"/>
                  <a:pt x="2162" y="3"/>
                </a:cubicBezTo>
                <a:cubicBezTo>
                  <a:pt x="2173" y="6"/>
                  <a:pt x="2185" y="9"/>
                  <a:pt x="2196" y="14"/>
                </a:cubicBezTo>
                <a:cubicBezTo>
                  <a:pt x="2207" y="18"/>
                  <a:pt x="2218" y="24"/>
                  <a:pt x="2228" y="31"/>
                </a:cubicBezTo>
                <a:cubicBezTo>
                  <a:pt x="2238" y="38"/>
                  <a:pt x="2247" y="45"/>
                  <a:pt x="2256" y="54"/>
                </a:cubicBezTo>
                <a:cubicBezTo>
                  <a:pt x="2264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5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4" y="988"/>
                  <a:pt x="2256" y="997"/>
                </a:cubicBezTo>
                <a:cubicBezTo>
                  <a:pt x="2247" y="1005"/>
                  <a:pt x="2238" y="1013"/>
                  <a:pt x="2228" y="1020"/>
                </a:cubicBezTo>
                <a:cubicBezTo>
                  <a:pt x="2218" y="1026"/>
                  <a:pt x="2207" y="1032"/>
                  <a:pt x="2196" y="1037"/>
                </a:cubicBezTo>
                <a:cubicBezTo>
                  <a:pt x="2185" y="1041"/>
                  <a:pt x="2173" y="1045"/>
                  <a:pt x="2162" y="1047"/>
                </a:cubicBezTo>
                <a:cubicBezTo>
                  <a:pt x="2150" y="1050"/>
                  <a:pt x="2138" y="1051"/>
                  <a:pt x="2126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8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4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6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4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8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00af81"/>
          </a:solidFill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867960" y="2243520"/>
            <a:ext cx="4762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Persoon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2213640" y="2196360"/>
            <a:ext cx="6955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Aanmelding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3" name=""/>
          <p:cNvSpPr/>
          <p:nvPr/>
        </p:nvSpPr>
        <p:spPr>
          <a:xfrm>
            <a:off x="352908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4" name=""/>
          <p:cNvSpPr/>
          <p:nvPr/>
        </p:nvSpPr>
        <p:spPr>
          <a:xfrm>
            <a:off x="352908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2175480" y="2346120"/>
            <a:ext cx="7642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wordt Inschrijving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6" name=""/>
          <p:cNvSpPr/>
          <p:nvPr/>
        </p:nvSpPr>
        <p:spPr>
          <a:xfrm>
            <a:off x="209304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6" y="0"/>
                </a:lnTo>
                <a:cubicBezTo>
                  <a:pt x="2138" y="0"/>
                  <a:pt x="2150" y="1"/>
                  <a:pt x="2162" y="3"/>
                </a:cubicBezTo>
                <a:cubicBezTo>
                  <a:pt x="2173" y="5"/>
                  <a:pt x="2185" y="9"/>
                  <a:pt x="2196" y="14"/>
                </a:cubicBezTo>
                <a:cubicBezTo>
                  <a:pt x="2207" y="18"/>
                  <a:pt x="2218" y="24"/>
                  <a:pt x="2228" y="30"/>
                </a:cubicBezTo>
                <a:cubicBezTo>
                  <a:pt x="2238" y="37"/>
                  <a:pt x="2247" y="45"/>
                  <a:pt x="2256" y="53"/>
                </a:cubicBezTo>
                <a:cubicBezTo>
                  <a:pt x="2264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5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5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4" y="988"/>
                  <a:pt x="2256" y="997"/>
                </a:cubicBezTo>
                <a:cubicBezTo>
                  <a:pt x="2247" y="1005"/>
                  <a:pt x="2238" y="1013"/>
                  <a:pt x="2228" y="1019"/>
                </a:cubicBezTo>
                <a:cubicBezTo>
                  <a:pt x="2218" y="1026"/>
                  <a:pt x="2207" y="1032"/>
                  <a:pt x="2196" y="1036"/>
                </a:cubicBezTo>
                <a:cubicBezTo>
                  <a:pt x="2185" y="1041"/>
                  <a:pt x="2173" y="1044"/>
                  <a:pt x="2162" y="1047"/>
                </a:cubicBezTo>
                <a:cubicBezTo>
                  <a:pt x="2150" y="1049"/>
                  <a:pt x="2138" y="1050"/>
                  <a:pt x="2126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8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4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6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4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8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00af81"/>
          </a:solidFill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3749760" y="2243520"/>
            <a:ext cx="445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Aanbod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8" name=""/>
          <p:cNvSpPr/>
          <p:nvPr/>
        </p:nvSpPr>
        <p:spPr>
          <a:xfrm>
            <a:off x="148824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9" name=""/>
          <p:cNvSpPr/>
          <p:nvPr/>
        </p:nvSpPr>
        <p:spPr>
          <a:xfrm>
            <a:off x="201744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211" y="106"/>
                </a:moveTo>
                <a:lnTo>
                  <a:pt x="0" y="0"/>
                </a:lnTo>
                <a:lnTo>
                  <a:pt x="0" y="211"/>
                </a:lnTo>
                <a:lnTo>
                  <a:pt x="211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2227680" y="3037320"/>
            <a:ext cx="6757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Verbintenis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1" name=""/>
          <p:cNvSpPr/>
          <p:nvPr/>
        </p:nvSpPr>
        <p:spPr>
          <a:xfrm flipH="1">
            <a:off x="292428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2" name=""/>
          <p:cNvSpPr/>
          <p:nvPr/>
        </p:nvSpPr>
        <p:spPr>
          <a:xfrm>
            <a:off x="292428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0" y="106"/>
                </a:moveTo>
                <a:lnTo>
                  <a:pt x="211" y="211"/>
                </a:lnTo>
                <a:lnTo>
                  <a:pt x="211" y="0"/>
                </a:lnTo>
                <a:lnTo>
                  <a:pt x="0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1704960" y="2147760"/>
            <a:ext cx="1926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doet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4" name=""/>
          <p:cNvSpPr/>
          <p:nvPr/>
        </p:nvSpPr>
        <p:spPr>
          <a:xfrm>
            <a:off x="2508840" y="2491200"/>
            <a:ext cx="0" cy="41580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5" name=""/>
          <p:cNvSpPr/>
          <p:nvPr/>
        </p:nvSpPr>
        <p:spPr>
          <a:xfrm>
            <a:off x="2471040" y="2831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105" y="211"/>
                </a:moveTo>
                <a:lnTo>
                  <a:pt x="211" y="0"/>
                </a:lnTo>
                <a:lnTo>
                  <a:pt x="0" y="0"/>
                </a:lnTo>
                <a:lnTo>
                  <a:pt x="105" y="21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2988720" y="2147760"/>
            <a:ext cx="537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op basis van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2620800" y="2657880"/>
            <a:ext cx="339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middels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619200" y="3412080"/>
            <a:ext cx="4071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De verbintenis is de afspraak op het aanbod. Een aanmelding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619200" y="3593160"/>
            <a:ext cx="3665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gaat op aanbod, loopt via een verbintenis en wordt een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0" name=""/>
          <p:cNvSpPr txBox="1"/>
          <p:nvPr/>
        </p:nvSpPr>
        <p:spPr>
          <a:xfrm>
            <a:off x="619200" y="3783600"/>
            <a:ext cx="4034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inschrijving: beide zijn uit te wisselen omdat er aanbod is om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1" name=""/>
          <p:cNvSpPr/>
          <p:nvPr/>
        </p:nvSpPr>
        <p:spPr>
          <a:xfrm>
            <a:off x="4771800" y="1266480"/>
            <a:ext cx="4105800" cy="2981880"/>
          </a:xfrm>
          <a:custGeom>
            <a:avLst/>
            <a:gdLst/>
            <a:ahLst/>
            <a:rect l="0" t="0" r="r" b="b"/>
            <a:pathLst>
              <a:path w="11405" h="8283">
                <a:moveTo>
                  <a:pt x="0" y="0"/>
                </a:moveTo>
                <a:lnTo>
                  <a:pt x="11405" y="0"/>
                </a:lnTo>
                <a:lnTo>
                  <a:pt x="11405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2" name=""/>
          <p:cNvSpPr/>
          <p:nvPr/>
        </p:nvSpPr>
        <p:spPr>
          <a:xfrm>
            <a:off x="4771800" y="126648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3" name=""/>
          <p:cNvSpPr/>
          <p:nvPr/>
        </p:nvSpPr>
        <p:spPr>
          <a:xfrm>
            <a:off x="4771800" y="4238280"/>
            <a:ext cx="4105800" cy="10080"/>
          </a:xfrm>
          <a:custGeom>
            <a:avLst/>
            <a:gdLst/>
            <a:ahLst/>
            <a:rect l="0" t="0" r="r" b="b"/>
            <a:pathLst>
              <a:path w="11405" h="28">
                <a:moveTo>
                  <a:pt x="0" y="0"/>
                </a:moveTo>
                <a:lnTo>
                  <a:pt x="11405" y="0"/>
                </a:lnTo>
                <a:lnTo>
                  <a:pt x="114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4" name=""/>
          <p:cNvSpPr/>
          <p:nvPr/>
        </p:nvSpPr>
        <p:spPr>
          <a:xfrm>
            <a:off x="8867520" y="1266480"/>
            <a:ext cx="10080" cy="2981880"/>
          </a:xfrm>
          <a:custGeom>
            <a:avLst/>
            <a:gdLst/>
            <a:ahLst/>
            <a:rect l="0" t="0" r="r" b="b"/>
            <a:pathLst>
              <a:path w="28" h="8283">
                <a:moveTo>
                  <a:pt x="0" y="106"/>
                </a:moveTo>
                <a:lnTo>
                  <a:pt x="0" y="8283"/>
                </a:lnTo>
                <a:lnTo>
                  <a:pt x="28" y="82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5" name=""/>
          <p:cNvSpPr/>
          <p:nvPr/>
        </p:nvSpPr>
        <p:spPr>
          <a:xfrm>
            <a:off x="4771800" y="1266480"/>
            <a:ext cx="10080" cy="2981880"/>
          </a:xfrm>
          <a:custGeom>
            <a:avLst/>
            <a:gdLst/>
            <a:ahLst/>
            <a:rect l="0" t="0" r="r" b="b"/>
            <a:pathLst>
              <a:path w="28" h="8283">
                <a:moveTo>
                  <a:pt x="0" y="0"/>
                </a:moveTo>
                <a:lnTo>
                  <a:pt x="0" y="8283"/>
                </a:lnTo>
                <a:lnTo>
                  <a:pt x="28" y="828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619200" y="3964680"/>
            <a:ext cx="999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 te hangen.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4935600" y="1444680"/>
            <a:ext cx="37054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Intekenen: nog geen aanbod, dus geen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8" name=""/>
          <p:cNvSpPr/>
          <p:nvPr/>
        </p:nvSpPr>
        <p:spPr>
          <a:xfrm>
            <a:off x="497160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9" name=""/>
          <p:cNvSpPr/>
          <p:nvPr/>
        </p:nvSpPr>
        <p:spPr>
          <a:xfrm>
            <a:off x="497160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4935600" y="1692360"/>
            <a:ext cx="10753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verbintenis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1" name=""/>
          <p:cNvSpPr/>
          <p:nvPr/>
        </p:nvSpPr>
        <p:spPr>
          <a:xfrm>
            <a:off x="640800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6" y="54"/>
                </a:cubicBezTo>
                <a:cubicBezTo>
                  <a:pt x="2265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4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4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4" y="1045"/>
                  <a:pt x="2162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7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5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2" name=""/>
          <p:cNvSpPr/>
          <p:nvPr/>
        </p:nvSpPr>
        <p:spPr>
          <a:xfrm>
            <a:off x="640800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6" y="54"/>
                </a:cubicBezTo>
                <a:cubicBezTo>
                  <a:pt x="2265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4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4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4" y="1045"/>
                  <a:pt x="2162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7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5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18720">
            <a:solidFill>
              <a:srgbClr val="e9a27f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5182920" y="2243520"/>
            <a:ext cx="4762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Persoon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6428520" y="2214000"/>
            <a:ext cx="9439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Verzoek tot aanbod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5" name=""/>
          <p:cNvSpPr/>
          <p:nvPr/>
        </p:nvSpPr>
        <p:spPr>
          <a:xfrm>
            <a:off x="78440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5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5" y="62"/>
                  <a:pt x="2273" y="71"/>
                  <a:pt x="2280" y="82"/>
                </a:cubicBezTo>
                <a:cubicBezTo>
                  <a:pt x="2286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09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6" y="959"/>
                  <a:pt x="2280" y="969"/>
                </a:cubicBezTo>
                <a:cubicBezTo>
                  <a:pt x="2273" y="979"/>
                  <a:pt x="2265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5" y="1051"/>
                </a:lnTo>
                <a:cubicBezTo>
                  <a:pt x="173" y="1051"/>
                  <a:pt x="161" y="1050"/>
                  <a:pt x="149" y="1047"/>
                </a:cubicBezTo>
                <a:cubicBezTo>
                  <a:pt x="136" y="1045"/>
                  <a:pt x="125" y="1041"/>
                  <a:pt x="113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2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9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5" y="9"/>
                  <a:pt x="136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6" name=""/>
          <p:cNvSpPr/>
          <p:nvPr/>
        </p:nvSpPr>
        <p:spPr>
          <a:xfrm>
            <a:off x="78440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5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5" y="62"/>
                  <a:pt x="2273" y="71"/>
                  <a:pt x="2280" y="82"/>
                </a:cubicBezTo>
                <a:cubicBezTo>
                  <a:pt x="2286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09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6" y="959"/>
                  <a:pt x="2280" y="969"/>
                </a:cubicBezTo>
                <a:cubicBezTo>
                  <a:pt x="2273" y="979"/>
                  <a:pt x="2265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5" y="1051"/>
                </a:lnTo>
                <a:cubicBezTo>
                  <a:pt x="173" y="1051"/>
                  <a:pt x="161" y="1050"/>
                  <a:pt x="149" y="1047"/>
                </a:cubicBezTo>
                <a:cubicBezTo>
                  <a:pt x="136" y="1045"/>
                  <a:pt x="125" y="1041"/>
                  <a:pt x="113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2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9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5" y="9"/>
                  <a:pt x="136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6623640" y="2346120"/>
            <a:ext cx="4503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intekening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8" name=""/>
          <p:cNvSpPr/>
          <p:nvPr/>
        </p:nvSpPr>
        <p:spPr>
          <a:xfrm>
            <a:off x="640800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5"/>
                  <a:pt x="2186" y="9"/>
                  <a:pt x="2197" y="14"/>
                </a:cubicBezTo>
                <a:cubicBezTo>
                  <a:pt x="2208" y="18"/>
                  <a:pt x="2219" y="24"/>
                  <a:pt x="2229" y="30"/>
                </a:cubicBezTo>
                <a:cubicBezTo>
                  <a:pt x="2239" y="37"/>
                  <a:pt x="2248" y="45"/>
                  <a:pt x="2256" y="53"/>
                </a:cubicBezTo>
                <a:cubicBezTo>
                  <a:pt x="2265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4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4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19"/>
                </a:cubicBezTo>
                <a:cubicBezTo>
                  <a:pt x="2219" y="1026"/>
                  <a:pt x="2208" y="1032"/>
                  <a:pt x="2197" y="1036"/>
                </a:cubicBezTo>
                <a:cubicBezTo>
                  <a:pt x="2186" y="1041"/>
                  <a:pt x="2174" y="1044"/>
                  <a:pt x="2162" y="1047"/>
                </a:cubicBezTo>
                <a:cubicBezTo>
                  <a:pt x="2151" y="1049"/>
                  <a:pt x="2139" y="1050"/>
                  <a:pt x="2127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7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5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9" name=""/>
          <p:cNvSpPr/>
          <p:nvPr/>
        </p:nvSpPr>
        <p:spPr>
          <a:xfrm>
            <a:off x="640800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5"/>
                  <a:pt x="2186" y="9"/>
                  <a:pt x="2197" y="14"/>
                </a:cubicBezTo>
                <a:cubicBezTo>
                  <a:pt x="2208" y="18"/>
                  <a:pt x="2219" y="24"/>
                  <a:pt x="2229" y="30"/>
                </a:cubicBezTo>
                <a:cubicBezTo>
                  <a:pt x="2239" y="37"/>
                  <a:pt x="2248" y="45"/>
                  <a:pt x="2256" y="53"/>
                </a:cubicBezTo>
                <a:cubicBezTo>
                  <a:pt x="2265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4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4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19"/>
                </a:cubicBezTo>
                <a:cubicBezTo>
                  <a:pt x="2219" y="1026"/>
                  <a:pt x="2208" y="1032"/>
                  <a:pt x="2197" y="1036"/>
                </a:cubicBezTo>
                <a:cubicBezTo>
                  <a:pt x="2186" y="1041"/>
                  <a:pt x="2174" y="1044"/>
                  <a:pt x="2162" y="1047"/>
                </a:cubicBezTo>
                <a:cubicBezTo>
                  <a:pt x="2151" y="1049"/>
                  <a:pt x="2139" y="1050"/>
                  <a:pt x="2127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7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5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7964640" y="2243520"/>
            <a:ext cx="6789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1" name=""/>
          <p:cNvSpPr/>
          <p:nvPr/>
        </p:nvSpPr>
        <p:spPr>
          <a:xfrm>
            <a:off x="580320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2" name=""/>
          <p:cNvSpPr/>
          <p:nvPr/>
        </p:nvSpPr>
        <p:spPr>
          <a:xfrm>
            <a:off x="633240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211" y="106"/>
                </a:moveTo>
                <a:lnTo>
                  <a:pt x="0" y="0"/>
                </a:lnTo>
                <a:lnTo>
                  <a:pt x="0" y="211"/>
                </a:lnTo>
                <a:lnTo>
                  <a:pt x="211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6628320" y="3037320"/>
            <a:ext cx="445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Aanbod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4" name=""/>
          <p:cNvSpPr/>
          <p:nvPr/>
        </p:nvSpPr>
        <p:spPr>
          <a:xfrm flipH="1">
            <a:off x="723924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5" name=""/>
          <p:cNvSpPr/>
          <p:nvPr/>
        </p:nvSpPr>
        <p:spPr>
          <a:xfrm>
            <a:off x="723924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0" y="106"/>
                </a:moveTo>
                <a:lnTo>
                  <a:pt x="211" y="211"/>
                </a:lnTo>
                <a:lnTo>
                  <a:pt x="211" y="0"/>
                </a:lnTo>
                <a:lnTo>
                  <a:pt x="0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6019920" y="2147760"/>
            <a:ext cx="1926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doet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7" name=""/>
          <p:cNvSpPr/>
          <p:nvPr/>
        </p:nvSpPr>
        <p:spPr>
          <a:xfrm>
            <a:off x="6823440" y="2491200"/>
            <a:ext cx="0" cy="41580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8" name=""/>
          <p:cNvSpPr/>
          <p:nvPr/>
        </p:nvSpPr>
        <p:spPr>
          <a:xfrm>
            <a:off x="6785640" y="2831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106" y="211"/>
                </a:moveTo>
                <a:lnTo>
                  <a:pt x="211" y="0"/>
                </a:lnTo>
                <a:lnTo>
                  <a:pt x="0" y="0"/>
                </a:lnTo>
                <a:lnTo>
                  <a:pt x="106" y="21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7356240" y="2147760"/>
            <a:ext cx="436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input voor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6945480" y="2657880"/>
            <a:ext cx="3358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leidt tot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1" name=""/>
          <p:cNvSpPr/>
          <p:nvPr/>
        </p:nvSpPr>
        <p:spPr>
          <a:xfrm>
            <a:off x="5752800" y="3409920"/>
            <a:ext cx="1391040" cy="171720"/>
          </a:xfrm>
          <a:custGeom>
            <a:avLst/>
            <a:gdLst/>
            <a:ahLst/>
            <a:rect l="0" t="0" r="r" b="b"/>
            <a:pathLst>
              <a:path w="3864" h="477">
                <a:moveTo>
                  <a:pt x="0" y="371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758" y="0"/>
                </a:lnTo>
                <a:cubicBezTo>
                  <a:pt x="3772" y="0"/>
                  <a:pt x="3786" y="2"/>
                  <a:pt x="3799" y="8"/>
                </a:cubicBezTo>
                <a:cubicBezTo>
                  <a:pt x="3812" y="13"/>
                  <a:pt x="3823" y="21"/>
                  <a:pt x="3833" y="31"/>
                </a:cubicBezTo>
                <a:cubicBezTo>
                  <a:pt x="3843" y="41"/>
                  <a:pt x="3851" y="52"/>
                  <a:pt x="3856" y="65"/>
                </a:cubicBezTo>
                <a:cubicBezTo>
                  <a:pt x="3862" y="78"/>
                  <a:pt x="3864" y="91"/>
                  <a:pt x="3864" y="105"/>
                </a:cubicBezTo>
                <a:lnTo>
                  <a:pt x="3864" y="371"/>
                </a:lnTo>
                <a:cubicBezTo>
                  <a:pt x="3864" y="385"/>
                  <a:pt x="3862" y="399"/>
                  <a:pt x="3856" y="411"/>
                </a:cubicBezTo>
                <a:cubicBezTo>
                  <a:pt x="3851" y="424"/>
                  <a:pt x="3843" y="436"/>
                  <a:pt x="3833" y="446"/>
                </a:cubicBezTo>
                <a:cubicBezTo>
                  <a:pt x="3823" y="456"/>
                  <a:pt x="3812" y="463"/>
                  <a:pt x="3799" y="469"/>
                </a:cubicBezTo>
                <a:cubicBezTo>
                  <a:pt x="3786" y="474"/>
                  <a:pt x="3772" y="477"/>
                  <a:pt x="3758" y="477"/>
                </a:cubicBezTo>
                <a:lnTo>
                  <a:pt x="106" y="477"/>
                </a:lnTo>
                <a:cubicBezTo>
                  <a:pt x="92" y="477"/>
                  <a:pt x="79" y="474"/>
                  <a:pt x="66" y="469"/>
                </a:cubicBezTo>
                <a:cubicBezTo>
                  <a:pt x="53" y="463"/>
                  <a:pt x="41" y="456"/>
                  <a:pt x="31" y="446"/>
                </a:cubicBezTo>
                <a:cubicBezTo>
                  <a:pt x="21" y="436"/>
                  <a:pt x="14" y="424"/>
                  <a:pt x="8" y="411"/>
                </a:cubicBezTo>
                <a:cubicBezTo>
                  <a:pt x="3" y="399"/>
                  <a:pt x="0" y="385"/>
                  <a:pt x="0" y="37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4935600" y="3412080"/>
            <a:ext cx="887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Concept: het 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5812200" y="3424320"/>
            <a:ext cx="12625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Verzoek tot Aanbod</a:t>
            </a:r>
            <a:endParaRPr b="0" lang="en-US" sz="9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7146720" y="3412080"/>
            <a:ext cx="1646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 </a:t>
            </a:r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(request for offering) als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4935600" y="3602520"/>
            <a:ext cx="3727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eigen objecttype. Speciﬁcaties zijn de input, het leidt tot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4935600" y="3793320"/>
            <a:ext cx="3953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aanbod; zodra dat er is volgt de bevestiging en daarmee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7" name=""/>
          <p:cNvSpPr/>
          <p:nvPr/>
        </p:nvSpPr>
        <p:spPr>
          <a:xfrm>
            <a:off x="456840" y="4352760"/>
            <a:ext cx="8420760" cy="628920"/>
          </a:xfrm>
          <a:custGeom>
            <a:avLst/>
            <a:gdLst/>
            <a:ahLst/>
            <a:rect l="0" t="0" r="r" b="b"/>
            <a:pathLst>
              <a:path w="23391" h="1747">
                <a:moveTo>
                  <a:pt x="0" y="0"/>
                </a:moveTo>
                <a:lnTo>
                  <a:pt x="23391" y="0"/>
                </a:lnTo>
                <a:lnTo>
                  <a:pt x="2339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8" name=""/>
          <p:cNvSpPr/>
          <p:nvPr/>
        </p:nvSpPr>
        <p:spPr>
          <a:xfrm>
            <a:off x="456840" y="43527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9" name=""/>
          <p:cNvSpPr/>
          <p:nvPr/>
        </p:nvSpPr>
        <p:spPr>
          <a:xfrm>
            <a:off x="456840" y="49719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0" name=""/>
          <p:cNvSpPr/>
          <p:nvPr/>
        </p:nvSpPr>
        <p:spPr>
          <a:xfrm>
            <a:off x="8867520" y="435276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106"/>
                </a:moveTo>
                <a:lnTo>
                  <a:pt x="0" y="1747"/>
                </a:lnTo>
                <a:lnTo>
                  <a:pt x="28" y="174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1" name=""/>
          <p:cNvSpPr/>
          <p:nvPr/>
        </p:nvSpPr>
        <p:spPr>
          <a:xfrm>
            <a:off x="456840" y="435276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4935600" y="3974040"/>
            <a:ext cx="8208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aanmelding.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619200" y="4497480"/>
            <a:ext cx="9129240" cy="16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Vraag: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is een verzoek tot aanbod als eigen objecttype de juiste manier om intekenen zonder verbintenis uit te wisselen, of zien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619200" y="4707000"/>
            <a:ext cx="1263960" cy="16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jullie een andere?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7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7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73" name=""/>
          <p:cNvSpPr txBox="1"/>
          <p:nvPr/>
        </p:nvSpPr>
        <p:spPr>
          <a:xfrm>
            <a:off x="439920" y="891360"/>
            <a:ext cx="9234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Gevraagd: het informatiemodel naast het eigen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4" name=""/>
          <p:cNvSpPr/>
          <p:nvPr/>
        </p:nvSpPr>
        <p:spPr>
          <a:xfrm>
            <a:off x="456840" y="1962000"/>
            <a:ext cx="2686680" cy="1667160"/>
          </a:xfrm>
          <a:custGeom>
            <a:avLst/>
            <a:gdLst/>
            <a:ahLst/>
            <a:rect l="0" t="0" r="r" b="b"/>
            <a:pathLst>
              <a:path w="7463" h="4631">
                <a:moveTo>
                  <a:pt x="0" y="0"/>
                </a:moveTo>
                <a:lnTo>
                  <a:pt x="7463" y="0"/>
                </a:lnTo>
                <a:lnTo>
                  <a:pt x="7463" y="4631"/>
                </a:lnTo>
                <a:lnTo>
                  <a:pt x="0" y="46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5" name=""/>
          <p:cNvSpPr/>
          <p:nvPr/>
        </p:nvSpPr>
        <p:spPr>
          <a:xfrm>
            <a:off x="45684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6" name=""/>
          <p:cNvSpPr/>
          <p:nvPr/>
        </p:nvSpPr>
        <p:spPr>
          <a:xfrm>
            <a:off x="456840" y="361944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7" name=""/>
          <p:cNvSpPr/>
          <p:nvPr/>
        </p:nvSpPr>
        <p:spPr>
          <a:xfrm>
            <a:off x="313344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106"/>
                </a:moveTo>
                <a:lnTo>
                  <a:pt x="0" y="4631"/>
                </a:lnTo>
                <a:lnTo>
                  <a:pt x="28" y="463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8" name=""/>
          <p:cNvSpPr/>
          <p:nvPr/>
        </p:nvSpPr>
        <p:spPr>
          <a:xfrm>
            <a:off x="45684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0"/>
                </a:moveTo>
                <a:lnTo>
                  <a:pt x="0" y="4631"/>
                </a:lnTo>
                <a:lnTo>
                  <a:pt x="28" y="463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9" name=""/>
          <p:cNvSpPr/>
          <p:nvPr/>
        </p:nvSpPr>
        <p:spPr>
          <a:xfrm>
            <a:off x="61884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7"/>
                  <a:pt x="425" y="847"/>
                </a:cubicBezTo>
                <a:cubicBezTo>
                  <a:pt x="397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1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7" y="0"/>
                  <a:pt x="425" y="0"/>
                </a:cubicBezTo>
                <a:cubicBezTo>
                  <a:pt x="452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0" name=""/>
          <p:cNvSpPr txBox="1"/>
          <p:nvPr/>
        </p:nvSpPr>
        <p:spPr>
          <a:xfrm>
            <a:off x="439920" y="1272600"/>
            <a:ext cx="2626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model leggen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1" name=""/>
          <p:cNvSpPr txBox="1"/>
          <p:nvPr/>
        </p:nvSpPr>
        <p:spPr>
          <a:xfrm>
            <a:off x="74304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1015200" y="2178000"/>
            <a:ext cx="552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Lezen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619200" y="2530080"/>
            <a:ext cx="1949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Het informatiemodel met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619200" y="2720520"/>
            <a:ext cx="2163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ontwerpkeuzes, de mapping op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5" name=""/>
          <p:cNvSpPr txBox="1"/>
          <p:nvPr/>
        </p:nvSpPr>
        <p:spPr>
          <a:xfrm>
            <a:off x="619200" y="2920680"/>
            <a:ext cx="2548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OEAPI v6 en de begrippenlijst: laag 1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6" name=""/>
          <p:cNvSpPr txBox="1"/>
          <p:nvPr/>
        </p:nvSpPr>
        <p:spPr>
          <a:xfrm>
            <a:off x="619200" y="3120840"/>
            <a:ext cx="2391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en 2 van het pakket informatie- 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7" name=""/>
          <p:cNvSpPr/>
          <p:nvPr/>
        </p:nvSpPr>
        <p:spPr>
          <a:xfrm>
            <a:off x="1942920" y="347652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4" y="0"/>
                </a:moveTo>
                <a:lnTo>
                  <a:pt x="214" y="0"/>
                </a:lnTo>
                <a:lnTo>
                  <a:pt x="214" y="27"/>
                </a:lnTo>
                <a:lnTo>
                  <a:pt x="134" y="27"/>
                </a:lnTo>
                <a:lnTo>
                  <a:pt x="134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2" y="0"/>
                </a:lnTo>
                <a:lnTo>
                  <a:pt x="482" y="27"/>
                </a:lnTo>
                <a:lnTo>
                  <a:pt x="403" y="27"/>
                </a:lnTo>
                <a:lnTo>
                  <a:pt x="403" y="0"/>
                </a:lnTo>
                <a:moveTo>
                  <a:pt x="537" y="0"/>
                </a:moveTo>
                <a:lnTo>
                  <a:pt x="616" y="0"/>
                </a:lnTo>
                <a:lnTo>
                  <a:pt x="616" y="27"/>
                </a:lnTo>
                <a:lnTo>
                  <a:pt x="537" y="27"/>
                </a:lnTo>
                <a:lnTo>
                  <a:pt x="537" y="0"/>
                </a:lnTo>
                <a:moveTo>
                  <a:pt x="671" y="0"/>
                </a:moveTo>
                <a:lnTo>
                  <a:pt x="750" y="0"/>
                </a:lnTo>
                <a:lnTo>
                  <a:pt x="750" y="27"/>
                </a:lnTo>
                <a:lnTo>
                  <a:pt x="671" y="27"/>
                </a:lnTo>
                <a:lnTo>
                  <a:pt x="671" y="0"/>
                </a:lnTo>
                <a:moveTo>
                  <a:pt x="805" y="0"/>
                </a:moveTo>
                <a:lnTo>
                  <a:pt x="884" y="0"/>
                </a:lnTo>
                <a:lnTo>
                  <a:pt x="884" y="27"/>
                </a:lnTo>
                <a:lnTo>
                  <a:pt x="805" y="27"/>
                </a:lnTo>
                <a:lnTo>
                  <a:pt x="805" y="0"/>
                </a:lnTo>
                <a:moveTo>
                  <a:pt x="939" y="0"/>
                </a:moveTo>
                <a:lnTo>
                  <a:pt x="1018" y="0"/>
                </a:lnTo>
                <a:lnTo>
                  <a:pt x="1018" y="27"/>
                </a:lnTo>
                <a:lnTo>
                  <a:pt x="939" y="27"/>
                </a:lnTo>
                <a:lnTo>
                  <a:pt x="939" y="0"/>
                </a:lnTo>
                <a:moveTo>
                  <a:pt x="1073" y="0"/>
                </a:moveTo>
                <a:lnTo>
                  <a:pt x="1152" y="0"/>
                </a:lnTo>
                <a:lnTo>
                  <a:pt x="1152" y="27"/>
                </a:lnTo>
                <a:lnTo>
                  <a:pt x="1073" y="27"/>
                </a:lnTo>
                <a:lnTo>
                  <a:pt x="1073" y="0"/>
                </a:lnTo>
                <a:moveTo>
                  <a:pt x="1207" y="0"/>
                </a:moveTo>
                <a:lnTo>
                  <a:pt x="1286" y="0"/>
                </a:lnTo>
                <a:lnTo>
                  <a:pt x="1286" y="27"/>
                </a:lnTo>
                <a:lnTo>
                  <a:pt x="1207" y="27"/>
                </a:lnTo>
                <a:lnTo>
                  <a:pt x="1207" y="0"/>
                </a:lnTo>
                <a:moveTo>
                  <a:pt x="1340" y="0"/>
                </a:moveTo>
                <a:lnTo>
                  <a:pt x="1420" y="0"/>
                </a:lnTo>
                <a:lnTo>
                  <a:pt x="1420" y="27"/>
                </a:lnTo>
                <a:lnTo>
                  <a:pt x="1340" y="27"/>
                </a:lnTo>
                <a:lnTo>
                  <a:pt x="1340" y="0"/>
                </a:lnTo>
                <a:moveTo>
                  <a:pt x="1474" y="0"/>
                </a:moveTo>
                <a:lnTo>
                  <a:pt x="1554" y="0"/>
                </a:lnTo>
                <a:lnTo>
                  <a:pt x="1554" y="27"/>
                </a:lnTo>
                <a:lnTo>
                  <a:pt x="1474" y="27"/>
                </a:lnTo>
                <a:lnTo>
                  <a:pt x="1474" y="0"/>
                </a:lnTo>
                <a:moveTo>
                  <a:pt x="1608" y="0"/>
                </a:moveTo>
                <a:lnTo>
                  <a:pt x="1688" y="0"/>
                </a:lnTo>
                <a:lnTo>
                  <a:pt x="1688" y="27"/>
                </a:lnTo>
                <a:lnTo>
                  <a:pt x="1608" y="27"/>
                </a:lnTo>
                <a:lnTo>
                  <a:pt x="1608" y="0"/>
                </a:lnTo>
                <a:moveTo>
                  <a:pt x="1742" y="0"/>
                </a:moveTo>
                <a:lnTo>
                  <a:pt x="1822" y="0"/>
                </a:lnTo>
                <a:lnTo>
                  <a:pt x="1822" y="27"/>
                </a:lnTo>
                <a:lnTo>
                  <a:pt x="1742" y="27"/>
                </a:lnTo>
                <a:lnTo>
                  <a:pt x="1742" y="0"/>
                </a:lnTo>
                <a:moveTo>
                  <a:pt x="1876" y="0"/>
                </a:moveTo>
                <a:lnTo>
                  <a:pt x="1956" y="0"/>
                </a:lnTo>
                <a:lnTo>
                  <a:pt x="1956" y="27"/>
                </a:lnTo>
                <a:lnTo>
                  <a:pt x="1876" y="27"/>
                </a:lnTo>
                <a:lnTo>
                  <a:pt x="1876" y="0"/>
                </a:lnTo>
                <a:moveTo>
                  <a:pt x="2010" y="0"/>
                </a:moveTo>
                <a:lnTo>
                  <a:pt x="2090" y="0"/>
                </a:lnTo>
                <a:lnTo>
                  <a:pt x="2090" y="27"/>
                </a:lnTo>
                <a:lnTo>
                  <a:pt x="2010" y="27"/>
                </a:lnTo>
                <a:lnTo>
                  <a:pt x="2010" y="0"/>
                </a:lnTo>
                <a:moveTo>
                  <a:pt x="2144" y="0"/>
                </a:moveTo>
                <a:lnTo>
                  <a:pt x="2223" y="0"/>
                </a:lnTo>
                <a:lnTo>
                  <a:pt x="2223" y="27"/>
                </a:lnTo>
                <a:lnTo>
                  <a:pt x="2144" y="27"/>
                </a:lnTo>
                <a:lnTo>
                  <a:pt x="214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8" name=""/>
          <p:cNvSpPr/>
          <p:nvPr/>
        </p:nvSpPr>
        <p:spPr>
          <a:xfrm>
            <a:off x="3323880" y="1962000"/>
            <a:ext cx="2686680" cy="1667160"/>
          </a:xfrm>
          <a:custGeom>
            <a:avLst/>
            <a:gdLst/>
            <a:ahLst/>
            <a:rect l="0" t="0" r="r" b="b"/>
            <a:pathLst>
              <a:path w="7463" h="4631">
                <a:moveTo>
                  <a:pt x="0" y="0"/>
                </a:moveTo>
                <a:lnTo>
                  <a:pt x="7463" y="0"/>
                </a:lnTo>
                <a:lnTo>
                  <a:pt x="7463" y="4631"/>
                </a:lnTo>
                <a:lnTo>
                  <a:pt x="0" y="46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9" name=""/>
          <p:cNvSpPr/>
          <p:nvPr/>
        </p:nvSpPr>
        <p:spPr>
          <a:xfrm>
            <a:off x="332388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0" name=""/>
          <p:cNvSpPr/>
          <p:nvPr/>
        </p:nvSpPr>
        <p:spPr>
          <a:xfrm>
            <a:off x="3323880" y="361944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1" name=""/>
          <p:cNvSpPr/>
          <p:nvPr/>
        </p:nvSpPr>
        <p:spPr>
          <a:xfrm>
            <a:off x="600048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106"/>
                </a:moveTo>
                <a:lnTo>
                  <a:pt x="0" y="4631"/>
                </a:lnTo>
                <a:lnTo>
                  <a:pt x="28" y="463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2" name=""/>
          <p:cNvSpPr/>
          <p:nvPr/>
        </p:nvSpPr>
        <p:spPr>
          <a:xfrm>
            <a:off x="332388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0"/>
                </a:moveTo>
                <a:lnTo>
                  <a:pt x="0" y="4631"/>
                </a:lnTo>
                <a:lnTo>
                  <a:pt x="28" y="463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3" name=""/>
          <p:cNvSpPr/>
          <p:nvPr/>
        </p:nvSpPr>
        <p:spPr>
          <a:xfrm>
            <a:off x="348588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7"/>
                  <a:pt x="425" y="847"/>
                </a:cubicBezTo>
                <a:cubicBezTo>
                  <a:pt x="397" y="847"/>
                  <a:pt x="369" y="845"/>
                  <a:pt x="342" y="839"/>
                </a:cubicBezTo>
                <a:cubicBezTo>
                  <a:pt x="315" y="834"/>
                  <a:pt x="288" y="826"/>
                  <a:pt x="263" y="815"/>
                </a:cubicBezTo>
                <a:cubicBezTo>
                  <a:pt x="237" y="805"/>
                  <a:pt x="213" y="791"/>
                  <a:pt x="189" y="776"/>
                </a:cubicBezTo>
                <a:cubicBezTo>
                  <a:pt x="166" y="761"/>
                  <a:pt x="145" y="743"/>
                  <a:pt x="125" y="723"/>
                </a:cubicBezTo>
                <a:cubicBezTo>
                  <a:pt x="106" y="704"/>
                  <a:pt x="88" y="682"/>
                  <a:pt x="73" y="659"/>
                </a:cubicBezTo>
                <a:cubicBezTo>
                  <a:pt x="57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7" y="211"/>
                  <a:pt x="73" y="188"/>
                </a:cubicBezTo>
                <a:cubicBezTo>
                  <a:pt x="88" y="165"/>
                  <a:pt x="106" y="143"/>
                  <a:pt x="125" y="124"/>
                </a:cubicBezTo>
                <a:cubicBezTo>
                  <a:pt x="145" y="104"/>
                  <a:pt x="166" y="86"/>
                  <a:pt x="189" y="71"/>
                </a:cubicBezTo>
                <a:cubicBezTo>
                  <a:pt x="213" y="56"/>
                  <a:pt x="237" y="43"/>
                  <a:pt x="263" y="32"/>
                </a:cubicBezTo>
                <a:cubicBezTo>
                  <a:pt x="288" y="21"/>
                  <a:pt x="315" y="13"/>
                  <a:pt x="342" y="8"/>
                </a:cubicBezTo>
                <a:cubicBezTo>
                  <a:pt x="369" y="2"/>
                  <a:pt x="397" y="0"/>
                  <a:pt x="425" y="0"/>
                </a:cubicBezTo>
                <a:cubicBezTo>
                  <a:pt x="452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619200" y="3320640"/>
            <a:ext cx="2448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gegevensmodellen in 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359136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3882960" y="2178000"/>
            <a:ext cx="7534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Mappen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3486600" y="2530080"/>
            <a:ext cx="2108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Per objecttype naast het eigen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3486600" y="2720520"/>
            <a:ext cx="1931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informatiemodel: gelijk,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3486600" y="2920680"/>
            <a:ext cx="2446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verbijzondering, of ontbreekt. Waar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3486600" y="3120840"/>
            <a:ext cx="2192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botst een ontwerpkeuze met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1" name=""/>
          <p:cNvSpPr/>
          <p:nvPr/>
        </p:nvSpPr>
        <p:spPr>
          <a:xfrm>
            <a:off x="6190920" y="1962000"/>
            <a:ext cx="2686680" cy="1467000"/>
          </a:xfrm>
          <a:custGeom>
            <a:avLst/>
            <a:gdLst/>
            <a:ahLst/>
            <a:rect l="0" t="0" r="r" b="b"/>
            <a:pathLst>
              <a:path w="7463" h="4075">
                <a:moveTo>
                  <a:pt x="0" y="0"/>
                </a:moveTo>
                <a:lnTo>
                  <a:pt x="7463" y="0"/>
                </a:lnTo>
                <a:lnTo>
                  <a:pt x="7463" y="4075"/>
                </a:lnTo>
                <a:lnTo>
                  <a:pt x="0" y="40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2" name=""/>
          <p:cNvSpPr/>
          <p:nvPr/>
        </p:nvSpPr>
        <p:spPr>
          <a:xfrm>
            <a:off x="619092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3" name=""/>
          <p:cNvSpPr/>
          <p:nvPr/>
        </p:nvSpPr>
        <p:spPr>
          <a:xfrm>
            <a:off x="6190920" y="341928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4" name=""/>
          <p:cNvSpPr/>
          <p:nvPr/>
        </p:nvSpPr>
        <p:spPr>
          <a:xfrm>
            <a:off x="8867520" y="1962000"/>
            <a:ext cx="10080" cy="1467000"/>
          </a:xfrm>
          <a:custGeom>
            <a:avLst/>
            <a:gdLst/>
            <a:ahLst/>
            <a:rect l="0" t="0" r="r" b="b"/>
            <a:pathLst>
              <a:path w="28" h="4075">
                <a:moveTo>
                  <a:pt x="0" y="106"/>
                </a:moveTo>
                <a:lnTo>
                  <a:pt x="0" y="4075"/>
                </a:lnTo>
                <a:lnTo>
                  <a:pt x="28" y="407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5" name=""/>
          <p:cNvSpPr/>
          <p:nvPr/>
        </p:nvSpPr>
        <p:spPr>
          <a:xfrm>
            <a:off x="6190920" y="1962000"/>
            <a:ext cx="10080" cy="1467000"/>
          </a:xfrm>
          <a:custGeom>
            <a:avLst/>
            <a:gdLst/>
            <a:ahLst/>
            <a:rect l="0" t="0" r="r" b="b"/>
            <a:pathLst>
              <a:path w="28" h="4075">
                <a:moveTo>
                  <a:pt x="0" y="0"/>
                </a:moveTo>
                <a:lnTo>
                  <a:pt x="0" y="4075"/>
                </a:lnTo>
                <a:lnTo>
                  <a:pt x="28" y="407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6" name=""/>
          <p:cNvSpPr/>
          <p:nvPr/>
        </p:nvSpPr>
        <p:spPr>
          <a:xfrm>
            <a:off x="635292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3" y="834"/>
                  <a:pt x="506" y="839"/>
                </a:cubicBezTo>
                <a:cubicBezTo>
                  <a:pt x="479" y="845"/>
                  <a:pt x="451" y="847"/>
                  <a:pt x="424" y="847"/>
                </a:cubicBezTo>
                <a:cubicBezTo>
                  <a:pt x="396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1" y="791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1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79" y="2"/>
                  <a:pt x="506" y="8"/>
                </a:cubicBezTo>
                <a:cubicBezTo>
                  <a:pt x="533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3486600" y="3320640"/>
            <a:ext cx="2582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praktijk, welke deﬁnitie is een andere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645912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6750720" y="2178000"/>
            <a:ext cx="12520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Terugmelden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6354360" y="2530080"/>
            <a:ext cx="2029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Wat je ziet en wat je mist,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6354360" y="2720520"/>
            <a:ext cx="26600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reviewopmerking op de pull request of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6354360" y="2920680"/>
            <a:ext cx="2170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als issue in Public. Ook een half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3" name=""/>
          <p:cNvSpPr/>
          <p:nvPr/>
        </p:nvSpPr>
        <p:spPr>
          <a:xfrm>
            <a:off x="456840" y="3790800"/>
            <a:ext cx="8420760" cy="571680"/>
          </a:xfrm>
          <a:custGeom>
            <a:avLst/>
            <a:gdLst/>
            <a:ahLst/>
            <a:rect l="0" t="0" r="r" b="b"/>
            <a:pathLst>
              <a:path w="23391" h="1588">
                <a:moveTo>
                  <a:pt x="0" y="0"/>
                </a:moveTo>
                <a:lnTo>
                  <a:pt x="23391" y="0"/>
                </a:lnTo>
                <a:lnTo>
                  <a:pt x="23391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4" name=""/>
          <p:cNvSpPr/>
          <p:nvPr/>
        </p:nvSpPr>
        <p:spPr>
          <a:xfrm>
            <a:off x="456840" y="37908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5" name=""/>
          <p:cNvSpPr/>
          <p:nvPr/>
        </p:nvSpPr>
        <p:spPr>
          <a:xfrm>
            <a:off x="456840" y="43527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6" name=""/>
          <p:cNvSpPr/>
          <p:nvPr/>
        </p:nvSpPr>
        <p:spPr>
          <a:xfrm>
            <a:off x="8867520" y="379080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106"/>
                </a:moveTo>
                <a:lnTo>
                  <a:pt x="0" y="1588"/>
                </a:lnTo>
                <a:lnTo>
                  <a:pt x="28" y="15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7" name=""/>
          <p:cNvSpPr/>
          <p:nvPr/>
        </p:nvSpPr>
        <p:spPr>
          <a:xfrm>
            <a:off x="456840" y="379080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0"/>
                </a:moveTo>
                <a:lnTo>
                  <a:pt x="0" y="1588"/>
                </a:lnTo>
                <a:lnTo>
                  <a:pt x="28" y="15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6354360" y="3120840"/>
            <a:ext cx="1041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antwoord helpt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634320" y="3999600"/>
            <a:ext cx="8885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Aanbod: het informatiemodel als onderwerp van het volgende architectuur-inloopuur, met het kernteam erbij voor vragen.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2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2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28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4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3479400" y="2566440"/>
            <a:ext cx="277272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Open werk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3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3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38" name=""/>
          <p:cNvSpPr/>
          <p:nvPr/>
        </p:nvSpPr>
        <p:spPr>
          <a:xfrm>
            <a:off x="456840" y="1847520"/>
            <a:ext cx="2772360" cy="10080"/>
          </a:xfrm>
          <a:custGeom>
            <a:avLst/>
            <a:gdLst/>
            <a:ahLst/>
            <a:rect l="0" t="0" r="r" b="b"/>
            <a:pathLst>
              <a:path w="7701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8"/>
                </a:lnTo>
                <a:lnTo>
                  <a:pt x="263" y="28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8"/>
                </a:lnTo>
                <a:lnTo>
                  <a:pt x="395" y="28"/>
                </a:lnTo>
                <a:lnTo>
                  <a:pt x="395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8"/>
                </a:lnTo>
                <a:lnTo>
                  <a:pt x="526" y="28"/>
                </a:lnTo>
                <a:lnTo>
                  <a:pt x="526" y="0"/>
                </a:lnTo>
                <a:moveTo>
                  <a:pt x="657" y="0"/>
                </a:moveTo>
                <a:lnTo>
                  <a:pt x="737" y="0"/>
                </a:lnTo>
                <a:lnTo>
                  <a:pt x="737" y="28"/>
                </a:lnTo>
                <a:lnTo>
                  <a:pt x="657" y="28"/>
                </a:lnTo>
                <a:lnTo>
                  <a:pt x="657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8"/>
                </a:lnTo>
                <a:lnTo>
                  <a:pt x="789" y="28"/>
                </a:lnTo>
                <a:lnTo>
                  <a:pt x="789" y="0"/>
                </a:lnTo>
                <a:moveTo>
                  <a:pt x="920" y="0"/>
                </a:moveTo>
                <a:lnTo>
                  <a:pt x="1000" y="0"/>
                </a:lnTo>
                <a:lnTo>
                  <a:pt x="1000" y="28"/>
                </a:lnTo>
                <a:lnTo>
                  <a:pt x="920" y="28"/>
                </a:lnTo>
                <a:lnTo>
                  <a:pt x="920" y="0"/>
                </a:lnTo>
                <a:moveTo>
                  <a:pt x="1052" y="0"/>
                </a:moveTo>
                <a:lnTo>
                  <a:pt x="1131" y="0"/>
                </a:lnTo>
                <a:lnTo>
                  <a:pt x="1131" y="28"/>
                </a:lnTo>
                <a:lnTo>
                  <a:pt x="1052" y="28"/>
                </a:lnTo>
                <a:lnTo>
                  <a:pt x="1052" y="0"/>
                </a:lnTo>
                <a:moveTo>
                  <a:pt x="1183" y="0"/>
                </a:moveTo>
                <a:lnTo>
                  <a:pt x="1262" y="0"/>
                </a:lnTo>
                <a:lnTo>
                  <a:pt x="1262" y="28"/>
                </a:lnTo>
                <a:lnTo>
                  <a:pt x="1183" y="28"/>
                </a:lnTo>
                <a:lnTo>
                  <a:pt x="1183" y="0"/>
                </a:lnTo>
                <a:moveTo>
                  <a:pt x="1314" y="0"/>
                </a:moveTo>
                <a:lnTo>
                  <a:pt x="1394" y="0"/>
                </a:lnTo>
                <a:lnTo>
                  <a:pt x="1394" y="28"/>
                </a:lnTo>
                <a:lnTo>
                  <a:pt x="1314" y="28"/>
                </a:lnTo>
                <a:lnTo>
                  <a:pt x="1314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8"/>
                </a:lnTo>
                <a:lnTo>
                  <a:pt x="1446" y="28"/>
                </a:lnTo>
                <a:lnTo>
                  <a:pt x="1446" y="0"/>
                </a:lnTo>
                <a:moveTo>
                  <a:pt x="1577" y="0"/>
                </a:moveTo>
                <a:lnTo>
                  <a:pt x="1656" y="0"/>
                </a:lnTo>
                <a:lnTo>
                  <a:pt x="1656" y="28"/>
                </a:lnTo>
                <a:lnTo>
                  <a:pt x="1577" y="28"/>
                </a:lnTo>
                <a:lnTo>
                  <a:pt x="1577" y="0"/>
                </a:lnTo>
                <a:moveTo>
                  <a:pt x="1708" y="0"/>
                </a:moveTo>
                <a:lnTo>
                  <a:pt x="1788" y="0"/>
                </a:lnTo>
                <a:lnTo>
                  <a:pt x="1788" y="28"/>
                </a:lnTo>
                <a:lnTo>
                  <a:pt x="1708" y="28"/>
                </a:lnTo>
                <a:lnTo>
                  <a:pt x="1708" y="0"/>
                </a:lnTo>
                <a:moveTo>
                  <a:pt x="1840" y="0"/>
                </a:moveTo>
                <a:lnTo>
                  <a:pt x="1919" y="0"/>
                </a:lnTo>
                <a:lnTo>
                  <a:pt x="1919" y="28"/>
                </a:lnTo>
                <a:lnTo>
                  <a:pt x="1840" y="28"/>
                </a:lnTo>
                <a:lnTo>
                  <a:pt x="1840" y="0"/>
                </a:lnTo>
                <a:moveTo>
                  <a:pt x="1971" y="0"/>
                </a:moveTo>
                <a:lnTo>
                  <a:pt x="2051" y="0"/>
                </a:lnTo>
                <a:lnTo>
                  <a:pt x="2051" y="28"/>
                </a:lnTo>
                <a:lnTo>
                  <a:pt x="1971" y="28"/>
                </a:lnTo>
                <a:lnTo>
                  <a:pt x="1971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8"/>
                </a:lnTo>
                <a:lnTo>
                  <a:pt x="2103" y="28"/>
                </a:lnTo>
                <a:lnTo>
                  <a:pt x="2103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8"/>
                </a:lnTo>
                <a:lnTo>
                  <a:pt x="2234" y="28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8"/>
                </a:lnTo>
                <a:lnTo>
                  <a:pt x="2365" y="28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8"/>
                </a:lnTo>
                <a:lnTo>
                  <a:pt x="2497" y="28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8"/>
                </a:lnTo>
                <a:lnTo>
                  <a:pt x="2629" y="28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8"/>
                </a:lnTo>
                <a:lnTo>
                  <a:pt x="2760" y="28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8"/>
                </a:lnTo>
                <a:lnTo>
                  <a:pt x="2892" y="28"/>
                </a:lnTo>
                <a:lnTo>
                  <a:pt x="2892" y="0"/>
                </a:lnTo>
                <a:moveTo>
                  <a:pt x="3023" y="0"/>
                </a:moveTo>
                <a:lnTo>
                  <a:pt x="3103" y="0"/>
                </a:lnTo>
                <a:lnTo>
                  <a:pt x="3103" y="28"/>
                </a:lnTo>
                <a:lnTo>
                  <a:pt x="3023" y="28"/>
                </a:lnTo>
                <a:lnTo>
                  <a:pt x="3023" y="0"/>
                </a:lnTo>
                <a:moveTo>
                  <a:pt x="3155" y="0"/>
                </a:moveTo>
                <a:lnTo>
                  <a:pt x="3234" y="0"/>
                </a:lnTo>
                <a:lnTo>
                  <a:pt x="3234" y="28"/>
                </a:lnTo>
                <a:lnTo>
                  <a:pt x="3155" y="28"/>
                </a:lnTo>
                <a:lnTo>
                  <a:pt x="3155" y="0"/>
                </a:lnTo>
                <a:moveTo>
                  <a:pt x="3286" y="0"/>
                </a:moveTo>
                <a:lnTo>
                  <a:pt x="3365" y="0"/>
                </a:lnTo>
                <a:lnTo>
                  <a:pt x="3365" y="28"/>
                </a:lnTo>
                <a:lnTo>
                  <a:pt x="3286" y="28"/>
                </a:lnTo>
                <a:lnTo>
                  <a:pt x="3286" y="0"/>
                </a:lnTo>
                <a:moveTo>
                  <a:pt x="3417" y="0"/>
                </a:moveTo>
                <a:lnTo>
                  <a:pt x="3497" y="0"/>
                </a:lnTo>
                <a:lnTo>
                  <a:pt x="3497" y="28"/>
                </a:lnTo>
                <a:lnTo>
                  <a:pt x="3417" y="28"/>
                </a:lnTo>
                <a:lnTo>
                  <a:pt x="3417" y="0"/>
                </a:lnTo>
                <a:moveTo>
                  <a:pt x="3549" y="0"/>
                </a:moveTo>
                <a:lnTo>
                  <a:pt x="3628" y="0"/>
                </a:lnTo>
                <a:lnTo>
                  <a:pt x="3628" y="28"/>
                </a:lnTo>
                <a:lnTo>
                  <a:pt x="3549" y="28"/>
                </a:lnTo>
                <a:lnTo>
                  <a:pt x="3549" y="0"/>
                </a:lnTo>
                <a:moveTo>
                  <a:pt x="3680" y="0"/>
                </a:moveTo>
                <a:lnTo>
                  <a:pt x="3759" y="0"/>
                </a:lnTo>
                <a:lnTo>
                  <a:pt x="3759" y="28"/>
                </a:lnTo>
                <a:lnTo>
                  <a:pt x="3680" y="28"/>
                </a:lnTo>
                <a:lnTo>
                  <a:pt x="3680" y="0"/>
                </a:lnTo>
                <a:moveTo>
                  <a:pt x="3811" y="0"/>
                </a:moveTo>
                <a:lnTo>
                  <a:pt x="3891" y="0"/>
                </a:lnTo>
                <a:lnTo>
                  <a:pt x="3891" y="28"/>
                </a:lnTo>
                <a:lnTo>
                  <a:pt x="3811" y="28"/>
                </a:lnTo>
                <a:lnTo>
                  <a:pt x="3811" y="0"/>
                </a:lnTo>
                <a:moveTo>
                  <a:pt x="3943" y="0"/>
                </a:moveTo>
                <a:lnTo>
                  <a:pt x="4022" y="0"/>
                </a:lnTo>
                <a:lnTo>
                  <a:pt x="4022" y="28"/>
                </a:lnTo>
                <a:lnTo>
                  <a:pt x="3943" y="28"/>
                </a:lnTo>
                <a:lnTo>
                  <a:pt x="3943" y="0"/>
                </a:lnTo>
                <a:moveTo>
                  <a:pt x="4074" y="0"/>
                </a:moveTo>
                <a:lnTo>
                  <a:pt x="4154" y="0"/>
                </a:lnTo>
                <a:lnTo>
                  <a:pt x="4154" y="28"/>
                </a:lnTo>
                <a:lnTo>
                  <a:pt x="4074" y="28"/>
                </a:lnTo>
                <a:lnTo>
                  <a:pt x="4074" y="0"/>
                </a:lnTo>
                <a:moveTo>
                  <a:pt x="4206" y="0"/>
                </a:moveTo>
                <a:lnTo>
                  <a:pt x="4285" y="0"/>
                </a:lnTo>
                <a:lnTo>
                  <a:pt x="4285" y="28"/>
                </a:lnTo>
                <a:lnTo>
                  <a:pt x="4206" y="28"/>
                </a:lnTo>
                <a:lnTo>
                  <a:pt x="4206" y="0"/>
                </a:lnTo>
                <a:moveTo>
                  <a:pt x="4337" y="0"/>
                </a:moveTo>
                <a:lnTo>
                  <a:pt x="4416" y="0"/>
                </a:lnTo>
                <a:lnTo>
                  <a:pt x="4416" y="28"/>
                </a:lnTo>
                <a:lnTo>
                  <a:pt x="4337" y="28"/>
                </a:lnTo>
                <a:lnTo>
                  <a:pt x="4337" y="0"/>
                </a:lnTo>
                <a:moveTo>
                  <a:pt x="4468" y="0"/>
                </a:moveTo>
                <a:lnTo>
                  <a:pt x="4548" y="0"/>
                </a:lnTo>
                <a:lnTo>
                  <a:pt x="4548" y="28"/>
                </a:lnTo>
                <a:lnTo>
                  <a:pt x="4468" y="28"/>
                </a:lnTo>
                <a:lnTo>
                  <a:pt x="4468" y="0"/>
                </a:lnTo>
                <a:moveTo>
                  <a:pt x="4600" y="0"/>
                </a:moveTo>
                <a:lnTo>
                  <a:pt x="4679" y="0"/>
                </a:lnTo>
                <a:lnTo>
                  <a:pt x="4679" y="28"/>
                </a:lnTo>
                <a:lnTo>
                  <a:pt x="4600" y="28"/>
                </a:lnTo>
                <a:lnTo>
                  <a:pt x="4600" y="0"/>
                </a:lnTo>
                <a:moveTo>
                  <a:pt x="4731" y="0"/>
                </a:moveTo>
                <a:lnTo>
                  <a:pt x="4811" y="0"/>
                </a:lnTo>
                <a:lnTo>
                  <a:pt x="4811" y="28"/>
                </a:lnTo>
                <a:lnTo>
                  <a:pt x="4731" y="28"/>
                </a:lnTo>
                <a:lnTo>
                  <a:pt x="4731" y="0"/>
                </a:lnTo>
                <a:moveTo>
                  <a:pt x="4863" y="0"/>
                </a:moveTo>
                <a:lnTo>
                  <a:pt x="4942" y="0"/>
                </a:lnTo>
                <a:lnTo>
                  <a:pt x="4942" y="28"/>
                </a:lnTo>
                <a:lnTo>
                  <a:pt x="4863" y="28"/>
                </a:lnTo>
                <a:lnTo>
                  <a:pt x="4863" y="0"/>
                </a:lnTo>
                <a:moveTo>
                  <a:pt x="4994" y="0"/>
                </a:moveTo>
                <a:lnTo>
                  <a:pt x="5073" y="0"/>
                </a:lnTo>
                <a:lnTo>
                  <a:pt x="5073" y="28"/>
                </a:lnTo>
                <a:lnTo>
                  <a:pt x="4994" y="28"/>
                </a:lnTo>
                <a:lnTo>
                  <a:pt x="4994" y="0"/>
                </a:lnTo>
                <a:moveTo>
                  <a:pt x="5125" y="0"/>
                </a:moveTo>
                <a:lnTo>
                  <a:pt x="5205" y="0"/>
                </a:lnTo>
                <a:lnTo>
                  <a:pt x="5205" y="28"/>
                </a:lnTo>
                <a:lnTo>
                  <a:pt x="5125" y="28"/>
                </a:lnTo>
                <a:lnTo>
                  <a:pt x="5125" y="0"/>
                </a:lnTo>
                <a:moveTo>
                  <a:pt x="5257" y="0"/>
                </a:moveTo>
                <a:lnTo>
                  <a:pt x="5336" y="0"/>
                </a:lnTo>
                <a:lnTo>
                  <a:pt x="5336" y="28"/>
                </a:lnTo>
                <a:lnTo>
                  <a:pt x="5257" y="28"/>
                </a:lnTo>
                <a:lnTo>
                  <a:pt x="5257" y="0"/>
                </a:lnTo>
                <a:moveTo>
                  <a:pt x="5388" y="0"/>
                </a:moveTo>
                <a:lnTo>
                  <a:pt x="5467" y="0"/>
                </a:lnTo>
                <a:lnTo>
                  <a:pt x="5467" y="28"/>
                </a:lnTo>
                <a:lnTo>
                  <a:pt x="5388" y="28"/>
                </a:lnTo>
                <a:lnTo>
                  <a:pt x="5388" y="0"/>
                </a:lnTo>
                <a:moveTo>
                  <a:pt x="5519" y="0"/>
                </a:moveTo>
                <a:lnTo>
                  <a:pt x="5599" y="0"/>
                </a:lnTo>
                <a:lnTo>
                  <a:pt x="5599" y="28"/>
                </a:lnTo>
                <a:lnTo>
                  <a:pt x="5519" y="28"/>
                </a:lnTo>
                <a:lnTo>
                  <a:pt x="5519" y="0"/>
                </a:lnTo>
                <a:moveTo>
                  <a:pt x="5651" y="0"/>
                </a:moveTo>
                <a:lnTo>
                  <a:pt x="5730" y="0"/>
                </a:lnTo>
                <a:lnTo>
                  <a:pt x="5730" y="28"/>
                </a:lnTo>
                <a:lnTo>
                  <a:pt x="5651" y="28"/>
                </a:lnTo>
                <a:lnTo>
                  <a:pt x="5651" y="0"/>
                </a:lnTo>
                <a:moveTo>
                  <a:pt x="5782" y="0"/>
                </a:moveTo>
                <a:lnTo>
                  <a:pt x="5862" y="0"/>
                </a:lnTo>
                <a:lnTo>
                  <a:pt x="5862" y="28"/>
                </a:lnTo>
                <a:lnTo>
                  <a:pt x="5782" y="28"/>
                </a:lnTo>
                <a:lnTo>
                  <a:pt x="5782" y="0"/>
                </a:lnTo>
                <a:moveTo>
                  <a:pt x="5914" y="0"/>
                </a:moveTo>
                <a:lnTo>
                  <a:pt x="5993" y="0"/>
                </a:lnTo>
                <a:lnTo>
                  <a:pt x="5993" y="28"/>
                </a:lnTo>
                <a:lnTo>
                  <a:pt x="5914" y="28"/>
                </a:lnTo>
                <a:lnTo>
                  <a:pt x="5914" y="0"/>
                </a:lnTo>
                <a:moveTo>
                  <a:pt x="6045" y="0"/>
                </a:moveTo>
                <a:lnTo>
                  <a:pt x="6124" y="0"/>
                </a:lnTo>
                <a:lnTo>
                  <a:pt x="6124" y="28"/>
                </a:lnTo>
                <a:lnTo>
                  <a:pt x="6045" y="28"/>
                </a:lnTo>
                <a:lnTo>
                  <a:pt x="6045" y="0"/>
                </a:lnTo>
                <a:moveTo>
                  <a:pt x="6176" y="0"/>
                </a:moveTo>
                <a:lnTo>
                  <a:pt x="6256" y="0"/>
                </a:lnTo>
                <a:lnTo>
                  <a:pt x="6256" y="28"/>
                </a:lnTo>
                <a:lnTo>
                  <a:pt x="6176" y="28"/>
                </a:lnTo>
                <a:lnTo>
                  <a:pt x="6176" y="0"/>
                </a:lnTo>
                <a:moveTo>
                  <a:pt x="6308" y="0"/>
                </a:moveTo>
                <a:lnTo>
                  <a:pt x="6387" y="0"/>
                </a:lnTo>
                <a:lnTo>
                  <a:pt x="6387" y="28"/>
                </a:lnTo>
                <a:lnTo>
                  <a:pt x="6308" y="28"/>
                </a:lnTo>
                <a:lnTo>
                  <a:pt x="6308" y="0"/>
                </a:lnTo>
                <a:moveTo>
                  <a:pt x="6439" y="0"/>
                </a:moveTo>
                <a:lnTo>
                  <a:pt x="6518" y="0"/>
                </a:lnTo>
                <a:lnTo>
                  <a:pt x="6518" y="28"/>
                </a:lnTo>
                <a:lnTo>
                  <a:pt x="6439" y="28"/>
                </a:lnTo>
                <a:lnTo>
                  <a:pt x="6439" y="0"/>
                </a:lnTo>
                <a:moveTo>
                  <a:pt x="6570" y="0"/>
                </a:moveTo>
                <a:lnTo>
                  <a:pt x="6650" y="0"/>
                </a:lnTo>
                <a:lnTo>
                  <a:pt x="6650" y="28"/>
                </a:lnTo>
                <a:lnTo>
                  <a:pt x="6570" y="28"/>
                </a:lnTo>
                <a:lnTo>
                  <a:pt x="6570" y="0"/>
                </a:lnTo>
                <a:moveTo>
                  <a:pt x="6702" y="0"/>
                </a:moveTo>
                <a:lnTo>
                  <a:pt x="6781" y="0"/>
                </a:lnTo>
                <a:lnTo>
                  <a:pt x="6781" y="28"/>
                </a:lnTo>
                <a:lnTo>
                  <a:pt x="6702" y="28"/>
                </a:lnTo>
                <a:lnTo>
                  <a:pt x="6702" y="0"/>
                </a:lnTo>
                <a:moveTo>
                  <a:pt x="6833" y="0"/>
                </a:moveTo>
                <a:lnTo>
                  <a:pt x="6913" y="0"/>
                </a:lnTo>
                <a:lnTo>
                  <a:pt x="6913" y="28"/>
                </a:lnTo>
                <a:lnTo>
                  <a:pt x="6833" y="28"/>
                </a:lnTo>
                <a:lnTo>
                  <a:pt x="6833" y="0"/>
                </a:lnTo>
                <a:moveTo>
                  <a:pt x="6965" y="0"/>
                </a:moveTo>
                <a:lnTo>
                  <a:pt x="7044" y="0"/>
                </a:lnTo>
                <a:lnTo>
                  <a:pt x="7044" y="28"/>
                </a:lnTo>
                <a:lnTo>
                  <a:pt x="6965" y="28"/>
                </a:lnTo>
                <a:lnTo>
                  <a:pt x="6965" y="0"/>
                </a:lnTo>
                <a:moveTo>
                  <a:pt x="7096" y="0"/>
                </a:moveTo>
                <a:lnTo>
                  <a:pt x="7175" y="0"/>
                </a:lnTo>
                <a:lnTo>
                  <a:pt x="7175" y="28"/>
                </a:lnTo>
                <a:lnTo>
                  <a:pt x="7096" y="28"/>
                </a:lnTo>
                <a:lnTo>
                  <a:pt x="7096" y="0"/>
                </a:lnTo>
                <a:moveTo>
                  <a:pt x="7227" y="0"/>
                </a:moveTo>
                <a:lnTo>
                  <a:pt x="7307" y="0"/>
                </a:lnTo>
                <a:lnTo>
                  <a:pt x="7307" y="28"/>
                </a:lnTo>
                <a:lnTo>
                  <a:pt x="7227" y="28"/>
                </a:lnTo>
                <a:lnTo>
                  <a:pt x="7227" y="0"/>
                </a:lnTo>
                <a:moveTo>
                  <a:pt x="7359" y="0"/>
                </a:moveTo>
                <a:lnTo>
                  <a:pt x="7438" y="0"/>
                </a:lnTo>
                <a:lnTo>
                  <a:pt x="7438" y="28"/>
                </a:lnTo>
                <a:lnTo>
                  <a:pt x="7359" y="28"/>
                </a:lnTo>
                <a:lnTo>
                  <a:pt x="7359" y="0"/>
                </a:lnTo>
                <a:moveTo>
                  <a:pt x="7490" y="0"/>
                </a:moveTo>
                <a:lnTo>
                  <a:pt x="7569" y="0"/>
                </a:lnTo>
                <a:lnTo>
                  <a:pt x="7569" y="28"/>
                </a:lnTo>
                <a:lnTo>
                  <a:pt x="7490" y="28"/>
                </a:lnTo>
                <a:lnTo>
                  <a:pt x="7490" y="0"/>
                </a:lnTo>
                <a:moveTo>
                  <a:pt x="7621" y="0"/>
                </a:moveTo>
                <a:lnTo>
                  <a:pt x="7701" y="0"/>
                </a:lnTo>
                <a:lnTo>
                  <a:pt x="7701" y="28"/>
                </a:lnTo>
                <a:lnTo>
                  <a:pt x="7621" y="28"/>
                </a:lnTo>
                <a:lnTo>
                  <a:pt x="7621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439920" y="1005840"/>
            <a:ext cx="3987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Werk per onderwerp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457200" y="1703160"/>
            <a:ext cx="30729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 releaseproces en kwaliteit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1" name=""/>
          <p:cNvSpPr/>
          <p:nvPr/>
        </p:nvSpPr>
        <p:spPr>
          <a:xfrm>
            <a:off x="3476520" y="1752480"/>
            <a:ext cx="1543320" cy="190800"/>
          </a:xfrm>
          <a:custGeom>
            <a:avLst/>
            <a:gdLst/>
            <a:ahLst/>
            <a:rect l="0" t="0" r="r" b="b"/>
            <a:pathLst>
              <a:path w="4287" h="530">
                <a:moveTo>
                  <a:pt x="0" y="0"/>
                </a:moveTo>
                <a:lnTo>
                  <a:pt x="4287" y="0"/>
                </a:lnTo>
                <a:lnTo>
                  <a:pt x="4287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457200" y="18727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3" name=""/>
          <p:cNvSpPr/>
          <p:nvPr/>
        </p:nvSpPr>
        <p:spPr>
          <a:xfrm>
            <a:off x="5099760" y="1765800"/>
            <a:ext cx="163800" cy="164160"/>
          </a:xfrm>
          <a:custGeom>
            <a:avLst/>
            <a:gdLst/>
            <a:ahLst/>
            <a:rect l="0" t="0" r="r" b="b"/>
            <a:pathLst>
              <a:path w="455" h="456">
                <a:moveTo>
                  <a:pt x="455" y="227"/>
                </a:moveTo>
                <a:cubicBezTo>
                  <a:pt x="455" y="242"/>
                  <a:pt x="454" y="257"/>
                  <a:pt x="451" y="272"/>
                </a:cubicBezTo>
                <a:cubicBezTo>
                  <a:pt x="448" y="286"/>
                  <a:pt x="444" y="301"/>
                  <a:pt x="438" y="314"/>
                </a:cubicBezTo>
                <a:cubicBezTo>
                  <a:pt x="432" y="329"/>
                  <a:pt x="425" y="342"/>
                  <a:pt x="417" y="355"/>
                </a:cubicBezTo>
                <a:cubicBezTo>
                  <a:pt x="409" y="367"/>
                  <a:pt x="399" y="379"/>
                  <a:pt x="389" y="389"/>
                </a:cubicBezTo>
                <a:cubicBezTo>
                  <a:pt x="378" y="400"/>
                  <a:pt x="367" y="409"/>
                  <a:pt x="354" y="417"/>
                </a:cubicBezTo>
                <a:cubicBezTo>
                  <a:pt x="342" y="426"/>
                  <a:pt x="329" y="433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8" y="454"/>
                  <a:pt x="243" y="456"/>
                  <a:pt x="228" y="456"/>
                </a:cubicBezTo>
                <a:cubicBezTo>
                  <a:pt x="213" y="456"/>
                  <a:pt x="198" y="454"/>
                  <a:pt x="183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6" y="433"/>
                  <a:pt x="113" y="426"/>
                  <a:pt x="101" y="417"/>
                </a:cubicBezTo>
                <a:cubicBezTo>
                  <a:pt x="88" y="409"/>
                  <a:pt x="77" y="400"/>
                  <a:pt x="66" y="389"/>
                </a:cubicBezTo>
                <a:cubicBezTo>
                  <a:pt x="56" y="379"/>
                  <a:pt x="46" y="367"/>
                  <a:pt x="38" y="355"/>
                </a:cubicBezTo>
                <a:cubicBezTo>
                  <a:pt x="30" y="342"/>
                  <a:pt x="23" y="329"/>
                  <a:pt x="17" y="314"/>
                </a:cubicBezTo>
                <a:cubicBezTo>
                  <a:pt x="11" y="301"/>
                  <a:pt x="7" y="286"/>
                  <a:pt x="4" y="272"/>
                </a:cubicBezTo>
                <a:cubicBezTo>
                  <a:pt x="1" y="257"/>
                  <a:pt x="0" y="242"/>
                  <a:pt x="0" y="227"/>
                </a:cubicBezTo>
                <a:cubicBezTo>
                  <a:pt x="0" y="212"/>
                  <a:pt x="1" y="198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1" y="17"/>
                </a:cubicBezTo>
                <a:cubicBezTo>
                  <a:pt x="155" y="12"/>
                  <a:pt x="169" y="7"/>
                  <a:pt x="183" y="4"/>
                </a:cubicBezTo>
                <a:cubicBezTo>
                  <a:pt x="198" y="2"/>
                  <a:pt x="213" y="0"/>
                  <a:pt x="228" y="0"/>
                </a:cubicBezTo>
                <a:cubicBezTo>
                  <a:pt x="243" y="0"/>
                  <a:pt x="258" y="2"/>
                  <a:pt x="272" y="4"/>
                </a:cubicBezTo>
                <a:cubicBezTo>
                  <a:pt x="287" y="7"/>
                  <a:pt x="301" y="12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7"/>
                  <a:pt x="378" y="56"/>
                  <a:pt x="389" y="67"/>
                </a:cubicBezTo>
                <a:cubicBezTo>
                  <a:pt x="399" y="77"/>
                  <a:pt x="409" y="89"/>
                  <a:pt x="417" y="101"/>
                </a:cubicBezTo>
                <a:cubicBezTo>
                  <a:pt x="425" y="114"/>
                  <a:pt x="432" y="127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8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4" name=""/>
          <p:cNvSpPr/>
          <p:nvPr/>
        </p:nvSpPr>
        <p:spPr>
          <a:xfrm>
            <a:off x="5138640" y="17971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87" y="44"/>
                </a:moveTo>
                <a:cubicBezTo>
                  <a:pt x="87" y="50"/>
                  <a:pt x="86" y="55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6"/>
                  <a:pt x="50" y="87"/>
                  <a:pt x="43" y="87"/>
                </a:cubicBezTo>
                <a:cubicBezTo>
                  <a:pt x="37" y="87"/>
                  <a:pt x="32" y="86"/>
                  <a:pt x="26" y="84"/>
                </a:cubicBezTo>
                <a:cubicBezTo>
                  <a:pt x="21" y="82"/>
                  <a:pt x="17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7"/>
                  <a:pt x="1" y="32"/>
                  <a:pt x="3" y="26"/>
                </a:cubicBezTo>
                <a:cubicBezTo>
                  <a:pt x="5" y="21"/>
                  <a:pt x="8" y="16"/>
                  <a:pt x="12" y="12"/>
                </a:cubicBezTo>
                <a:cubicBezTo>
                  <a:pt x="17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6"/>
                  <a:pt x="82" y="21"/>
                  <a:pt x="84" y="26"/>
                </a:cubicBezTo>
                <a:cubicBezTo>
                  <a:pt x="86" y="32"/>
                  <a:pt x="87" y="37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5" name=""/>
          <p:cNvSpPr/>
          <p:nvPr/>
        </p:nvSpPr>
        <p:spPr>
          <a:xfrm>
            <a:off x="5138640" y="18673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87" y="44"/>
                </a:moveTo>
                <a:cubicBezTo>
                  <a:pt x="87" y="50"/>
                  <a:pt x="86" y="55"/>
                  <a:pt x="84" y="60"/>
                </a:cubicBezTo>
                <a:cubicBezTo>
                  <a:pt x="82" y="66"/>
                  <a:pt x="79" y="70"/>
                  <a:pt x="75" y="74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6"/>
                  <a:pt x="50" y="87"/>
                  <a:pt x="43" y="87"/>
                </a:cubicBezTo>
                <a:cubicBezTo>
                  <a:pt x="37" y="87"/>
                  <a:pt x="32" y="86"/>
                  <a:pt x="26" y="84"/>
                </a:cubicBezTo>
                <a:cubicBezTo>
                  <a:pt x="21" y="82"/>
                  <a:pt x="17" y="79"/>
                  <a:pt x="12" y="74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8" y="17"/>
                  <a:pt x="12" y="12"/>
                </a:cubicBezTo>
                <a:cubicBezTo>
                  <a:pt x="17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3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6" name=""/>
          <p:cNvSpPr/>
          <p:nvPr/>
        </p:nvSpPr>
        <p:spPr>
          <a:xfrm>
            <a:off x="5196960" y="186732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88" y="44"/>
                </a:moveTo>
                <a:cubicBezTo>
                  <a:pt x="88" y="50"/>
                  <a:pt x="87" y="55"/>
                  <a:pt x="84" y="60"/>
                </a:cubicBezTo>
                <a:cubicBezTo>
                  <a:pt x="82" y="66"/>
                  <a:pt x="79" y="70"/>
                  <a:pt x="75" y="74"/>
                </a:cubicBezTo>
                <a:cubicBezTo>
                  <a:pt x="71" y="79"/>
                  <a:pt x="66" y="82"/>
                  <a:pt x="61" y="84"/>
                </a:cubicBezTo>
                <a:cubicBezTo>
                  <a:pt x="56" y="86"/>
                  <a:pt x="49" y="87"/>
                  <a:pt x="43" y="87"/>
                </a:cubicBezTo>
                <a:cubicBezTo>
                  <a:pt x="38" y="87"/>
                  <a:pt x="32" y="86"/>
                  <a:pt x="27" y="84"/>
                </a:cubicBezTo>
                <a:cubicBezTo>
                  <a:pt x="22" y="82"/>
                  <a:pt x="17" y="79"/>
                  <a:pt x="13" y="74"/>
                </a:cubicBezTo>
                <a:cubicBezTo>
                  <a:pt x="9" y="70"/>
                  <a:pt x="6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6" y="22"/>
                  <a:pt x="9" y="17"/>
                  <a:pt x="13" y="12"/>
                </a:cubicBezTo>
                <a:cubicBezTo>
                  <a:pt x="17" y="8"/>
                  <a:pt x="22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6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7" name=""/>
          <p:cNvSpPr/>
          <p:nvPr/>
        </p:nvSpPr>
        <p:spPr>
          <a:xfrm>
            <a:off x="5154120" y="1828080"/>
            <a:ext cx="0" cy="3924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8" name=""/>
          <p:cNvSpPr/>
          <p:nvPr/>
        </p:nvSpPr>
        <p:spPr>
          <a:xfrm>
            <a:off x="5177520" y="1824120"/>
            <a:ext cx="35280" cy="43560"/>
          </a:xfrm>
          <a:custGeom>
            <a:avLst/>
            <a:gdLst/>
            <a:ahLst/>
            <a:rect l="0" t="0" r="r" b="b"/>
            <a:pathLst>
              <a:path fill="none" w="98" h="121">
                <a:moveTo>
                  <a:pt x="98" y="121"/>
                </a:moveTo>
                <a:lnTo>
                  <a:pt x="98" y="55"/>
                </a:lnTo>
                <a:cubicBezTo>
                  <a:pt x="98" y="47"/>
                  <a:pt x="97" y="41"/>
                  <a:pt x="94" y="34"/>
                </a:cubicBezTo>
                <a:cubicBezTo>
                  <a:pt x="92" y="27"/>
                  <a:pt x="88" y="21"/>
                  <a:pt x="83" y="16"/>
                </a:cubicBezTo>
                <a:cubicBezTo>
                  <a:pt x="77" y="11"/>
                  <a:pt x="72" y="7"/>
                  <a:pt x="65" y="5"/>
                </a:cubicBezTo>
                <a:cubicBezTo>
                  <a:pt x="58" y="2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9" name=""/>
          <p:cNvSpPr/>
          <p:nvPr/>
        </p:nvSpPr>
        <p:spPr>
          <a:xfrm>
            <a:off x="5305320" y="1933560"/>
            <a:ext cx="276480" cy="9720"/>
          </a:xfrm>
          <a:custGeom>
            <a:avLst/>
            <a:gdLst/>
            <a:ahLst/>
            <a:rect l="0" t="0" r="r" b="b"/>
            <a:pathLst>
              <a:path w="7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6" y="0"/>
                </a:moveTo>
                <a:lnTo>
                  <a:pt x="355" y="0"/>
                </a:lnTo>
                <a:lnTo>
                  <a:pt x="355" y="27"/>
                </a:lnTo>
                <a:lnTo>
                  <a:pt x="276" y="27"/>
                </a:lnTo>
                <a:lnTo>
                  <a:pt x="276" y="0"/>
                </a:lnTo>
                <a:moveTo>
                  <a:pt x="414" y="0"/>
                </a:moveTo>
                <a:lnTo>
                  <a:pt x="493" y="0"/>
                </a:lnTo>
                <a:lnTo>
                  <a:pt x="493" y="27"/>
                </a:lnTo>
                <a:lnTo>
                  <a:pt x="414" y="27"/>
                </a:lnTo>
                <a:lnTo>
                  <a:pt x="414" y="0"/>
                </a:lnTo>
                <a:moveTo>
                  <a:pt x="551" y="0"/>
                </a:moveTo>
                <a:lnTo>
                  <a:pt x="630" y="0"/>
                </a:lnTo>
                <a:lnTo>
                  <a:pt x="630" y="27"/>
                </a:lnTo>
                <a:lnTo>
                  <a:pt x="551" y="27"/>
                </a:lnTo>
                <a:lnTo>
                  <a:pt x="551" y="0"/>
                </a:lnTo>
                <a:moveTo>
                  <a:pt x="689" y="0"/>
                </a:moveTo>
                <a:lnTo>
                  <a:pt x="768" y="0"/>
                </a:lnTo>
                <a:lnTo>
                  <a:pt x="768" y="27"/>
                </a:lnTo>
                <a:lnTo>
                  <a:pt x="689" y="27"/>
                </a:lnTo>
                <a:lnTo>
                  <a:pt x="68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4207680" y="17935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5302800" y="1784160"/>
            <a:ext cx="317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82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2" name=""/>
          <p:cNvSpPr/>
          <p:nvPr/>
        </p:nvSpPr>
        <p:spPr>
          <a:xfrm>
            <a:off x="590400" y="2238120"/>
            <a:ext cx="2115000" cy="10080"/>
          </a:xfrm>
          <a:custGeom>
            <a:avLst/>
            <a:gdLst/>
            <a:ahLst/>
            <a:rect l="0" t="0" r="r" b="b"/>
            <a:pathLst>
              <a:path w="5875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8"/>
                </a:lnTo>
                <a:lnTo>
                  <a:pt x="263" y="28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8"/>
                </a:lnTo>
                <a:lnTo>
                  <a:pt x="395" y="28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8"/>
                </a:lnTo>
                <a:lnTo>
                  <a:pt x="527" y="28"/>
                </a:lnTo>
                <a:lnTo>
                  <a:pt x="527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8"/>
                </a:lnTo>
                <a:lnTo>
                  <a:pt x="658" y="28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8"/>
                </a:lnTo>
                <a:lnTo>
                  <a:pt x="790" y="28"/>
                </a:lnTo>
                <a:lnTo>
                  <a:pt x="790" y="0"/>
                </a:lnTo>
                <a:moveTo>
                  <a:pt x="922" y="0"/>
                </a:moveTo>
                <a:lnTo>
                  <a:pt x="1001" y="0"/>
                </a:lnTo>
                <a:lnTo>
                  <a:pt x="1001" y="28"/>
                </a:lnTo>
                <a:lnTo>
                  <a:pt x="922" y="28"/>
                </a:lnTo>
                <a:lnTo>
                  <a:pt x="922" y="0"/>
                </a:lnTo>
                <a:moveTo>
                  <a:pt x="1053" y="0"/>
                </a:moveTo>
                <a:lnTo>
                  <a:pt x="1133" y="0"/>
                </a:lnTo>
                <a:lnTo>
                  <a:pt x="1133" y="28"/>
                </a:lnTo>
                <a:lnTo>
                  <a:pt x="1053" y="28"/>
                </a:lnTo>
                <a:lnTo>
                  <a:pt x="1053" y="0"/>
                </a:lnTo>
                <a:moveTo>
                  <a:pt x="1185" y="0"/>
                </a:moveTo>
                <a:lnTo>
                  <a:pt x="1265" y="0"/>
                </a:lnTo>
                <a:lnTo>
                  <a:pt x="1265" y="28"/>
                </a:lnTo>
                <a:lnTo>
                  <a:pt x="1185" y="28"/>
                </a:lnTo>
                <a:lnTo>
                  <a:pt x="1185" y="0"/>
                </a:lnTo>
                <a:moveTo>
                  <a:pt x="1318" y="0"/>
                </a:moveTo>
                <a:lnTo>
                  <a:pt x="1397" y="0"/>
                </a:lnTo>
                <a:lnTo>
                  <a:pt x="1397" y="28"/>
                </a:lnTo>
                <a:lnTo>
                  <a:pt x="1318" y="28"/>
                </a:lnTo>
                <a:lnTo>
                  <a:pt x="1318" y="0"/>
                </a:lnTo>
                <a:moveTo>
                  <a:pt x="1450" y="0"/>
                </a:moveTo>
                <a:lnTo>
                  <a:pt x="1529" y="0"/>
                </a:lnTo>
                <a:lnTo>
                  <a:pt x="1529" y="28"/>
                </a:lnTo>
                <a:lnTo>
                  <a:pt x="1450" y="28"/>
                </a:lnTo>
                <a:lnTo>
                  <a:pt x="1450" y="0"/>
                </a:lnTo>
                <a:moveTo>
                  <a:pt x="1581" y="0"/>
                </a:moveTo>
                <a:lnTo>
                  <a:pt x="1661" y="0"/>
                </a:lnTo>
                <a:lnTo>
                  <a:pt x="1661" y="28"/>
                </a:lnTo>
                <a:lnTo>
                  <a:pt x="1581" y="28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8"/>
                </a:lnTo>
                <a:lnTo>
                  <a:pt x="1713" y="28"/>
                </a:lnTo>
                <a:lnTo>
                  <a:pt x="1713" y="0"/>
                </a:lnTo>
                <a:moveTo>
                  <a:pt x="1845" y="0"/>
                </a:moveTo>
                <a:lnTo>
                  <a:pt x="1924" y="0"/>
                </a:lnTo>
                <a:lnTo>
                  <a:pt x="1924" y="28"/>
                </a:lnTo>
                <a:lnTo>
                  <a:pt x="1845" y="28"/>
                </a:lnTo>
                <a:lnTo>
                  <a:pt x="1845" y="0"/>
                </a:lnTo>
                <a:moveTo>
                  <a:pt x="1976" y="0"/>
                </a:moveTo>
                <a:lnTo>
                  <a:pt x="2056" y="0"/>
                </a:lnTo>
                <a:lnTo>
                  <a:pt x="2056" y="28"/>
                </a:lnTo>
                <a:lnTo>
                  <a:pt x="1976" y="28"/>
                </a:lnTo>
                <a:lnTo>
                  <a:pt x="1976" y="0"/>
                </a:lnTo>
                <a:moveTo>
                  <a:pt x="2108" y="0"/>
                </a:moveTo>
                <a:lnTo>
                  <a:pt x="2187" y="0"/>
                </a:lnTo>
                <a:lnTo>
                  <a:pt x="2187" y="28"/>
                </a:lnTo>
                <a:lnTo>
                  <a:pt x="2108" y="28"/>
                </a:lnTo>
                <a:lnTo>
                  <a:pt x="2108" y="0"/>
                </a:lnTo>
                <a:moveTo>
                  <a:pt x="2240" y="0"/>
                </a:moveTo>
                <a:lnTo>
                  <a:pt x="2319" y="0"/>
                </a:lnTo>
                <a:lnTo>
                  <a:pt x="2319" y="28"/>
                </a:lnTo>
                <a:lnTo>
                  <a:pt x="2240" y="28"/>
                </a:lnTo>
                <a:lnTo>
                  <a:pt x="2240" y="0"/>
                </a:lnTo>
                <a:moveTo>
                  <a:pt x="2371" y="0"/>
                </a:moveTo>
                <a:lnTo>
                  <a:pt x="2451" y="0"/>
                </a:lnTo>
                <a:lnTo>
                  <a:pt x="2451" y="28"/>
                </a:lnTo>
                <a:lnTo>
                  <a:pt x="2371" y="28"/>
                </a:lnTo>
                <a:lnTo>
                  <a:pt x="2371" y="0"/>
                </a:lnTo>
                <a:moveTo>
                  <a:pt x="2503" y="0"/>
                </a:moveTo>
                <a:lnTo>
                  <a:pt x="2582" y="0"/>
                </a:lnTo>
                <a:lnTo>
                  <a:pt x="2582" y="28"/>
                </a:lnTo>
                <a:lnTo>
                  <a:pt x="2503" y="28"/>
                </a:lnTo>
                <a:lnTo>
                  <a:pt x="2503" y="0"/>
                </a:lnTo>
                <a:moveTo>
                  <a:pt x="2635" y="0"/>
                </a:moveTo>
                <a:lnTo>
                  <a:pt x="2714" y="0"/>
                </a:lnTo>
                <a:lnTo>
                  <a:pt x="2714" y="28"/>
                </a:lnTo>
                <a:lnTo>
                  <a:pt x="2635" y="28"/>
                </a:lnTo>
                <a:lnTo>
                  <a:pt x="2635" y="0"/>
                </a:lnTo>
                <a:moveTo>
                  <a:pt x="2766" y="0"/>
                </a:moveTo>
                <a:lnTo>
                  <a:pt x="2846" y="0"/>
                </a:lnTo>
                <a:lnTo>
                  <a:pt x="2846" y="28"/>
                </a:lnTo>
                <a:lnTo>
                  <a:pt x="2766" y="28"/>
                </a:lnTo>
                <a:lnTo>
                  <a:pt x="2766" y="0"/>
                </a:lnTo>
                <a:moveTo>
                  <a:pt x="2898" y="0"/>
                </a:moveTo>
                <a:lnTo>
                  <a:pt x="2977" y="0"/>
                </a:lnTo>
                <a:lnTo>
                  <a:pt x="2977" y="28"/>
                </a:lnTo>
                <a:lnTo>
                  <a:pt x="2898" y="28"/>
                </a:lnTo>
                <a:lnTo>
                  <a:pt x="2898" y="0"/>
                </a:lnTo>
                <a:moveTo>
                  <a:pt x="3030" y="0"/>
                </a:moveTo>
                <a:lnTo>
                  <a:pt x="3109" y="0"/>
                </a:lnTo>
                <a:lnTo>
                  <a:pt x="3109" y="28"/>
                </a:lnTo>
                <a:lnTo>
                  <a:pt x="3030" y="28"/>
                </a:lnTo>
                <a:lnTo>
                  <a:pt x="3030" y="0"/>
                </a:lnTo>
                <a:moveTo>
                  <a:pt x="3161" y="0"/>
                </a:moveTo>
                <a:lnTo>
                  <a:pt x="3241" y="0"/>
                </a:lnTo>
                <a:lnTo>
                  <a:pt x="3241" y="28"/>
                </a:lnTo>
                <a:lnTo>
                  <a:pt x="3161" y="28"/>
                </a:lnTo>
                <a:lnTo>
                  <a:pt x="3161" y="0"/>
                </a:lnTo>
                <a:moveTo>
                  <a:pt x="3293" y="0"/>
                </a:moveTo>
                <a:lnTo>
                  <a:pt x="3373" y="0"/>
                </a:lnTo>
                <a:lnTo>
                  <a:pt x="3373" y="28"/>
                </a:lnTo>
                <a:lnTo>
                  <a:pt x="3293" y="28"/>
                </a:lnTo>
                <a:lnTo>
                  <a:pt x="3293" y="0"/>
                </a:lnTo>
                <a:moveTo>
                  <a:pt x="3425" y="0"/>
                </a:moveTo>
                <a:lnTo>
                  <a:pt x="3504" y="0"/>
                </a:lnTo>
                <a:lnTo>
                  <a:pt x="3504" y="28"/>
                </a:lnTo>
                <a:lnTo>
                  <a:pt x="3425" y="28"/>
                </a:lnTo>
                <a:lnTo>
                  <a:pt x="3425" y="0"/>
                </a:lnTo>
                <a:moveTo>
                  <a:pt x="3557" y="0"/>
                </a:moveTo>
                <a:lnTo>
                  <a:pt x="3636" y="0"/>
                </a:lnTo>
                <a:lnTo>
                  <a:pt x="3636" y="28"/>
                </a:lnTo>
                <a:lnTo>
                  <a:pt x="3557" y="28"/>
                </a:lnTo>
                <a:lnTo>
                  <a:pt x="3557" y="0"/>
                </a:lnTo>
                <a:moveTo>
                  <a:pt x="3688" y="0"/>
                </a:moveTo>
                <a:lnTo>
                  <a:pt x="3768" y="0"/>
                </a:lnTo>
                <a:lnTo>
                  <a:pt x="3768" y="28"/>
                </a:lnTo>
                <a:lnTo>
                  <a:pt x="3688" y="28"/>
                </a:lnTo>
                <a:lnTo>
                  <a:pt x="3688" y="0"/>
                </a:lnTo>
                <a:moveTo>
                  <a:pt x="3820" y="0"/>
                </a:moveTo>
                <a:lnTo>
                  <a:pt x="3899" y="0"/>
                </a:lnTo>
                <a:lnTo>
                  <a:pt x="3899" y="28"/>
                </a:lnTo>
                <a:lnTo>
                  <a:pt x="3820" y="28"/>
                </a:lnTo>
                <a:lnTo>
                  <a:pt x="3820" y="0"/>
                </a:lnTo>
                <a:moveTo>
                  <a:pt x="3952" y="0"/>
                </a:moveTo>
                <a:lnTo>
                  <a:pt x="4031" y="0"/>
                </a:lnTo>
                <a:lnTo>
                  <a:pt x="4031" y="28"/>
                </a:lnTo>
                <a:lnTo>
                  <a:pt x="3952" y="28"/>
                </a:lnTo>
                <a:lnTo>
                  <a:pt x="3952" y="0"/>
                </a:lnTo>
                <a:moveTo>
                  <a:pt x="4083" y="0"/>
                </a:moveTo>
                <a:lnTo>
                  <a:pt x="4163" y="0"/>
                </a:lnTo>
                <a:lnTo>
                  <a:pt x="4163" y="28"/>
                </a:lnTo>
                <a:lnTo>
                  <a:pt x="4083" y="28"/>
                </a:lnTo>
                <a:lnTo>
                  <a:pt x="4083" y="0"/>
                </a:lnTo>
                <a:moveTo>
                  <a:pt x="4215" y="0"/>
                </a:moveTo>
                <a:lnTo>
                  <a:pt x="4294" y="0"/>
                </a:lnTo>
                <a:lnTo>
                  <a:pt x="4294" y="28"/>
                </a:lnTo>
                <a:lnTo>
                  <a:pt x="4215" y="28"/>
                </a:lnTo>
                <a:lnTo>
                  <a:pt x="4215" y="0"/>
                </a:lnTo>
                <a:moveTo>
                  <a:pt x="4347" y="0"/>
                </a:moveTo>
                <a:lnTo>
                  <a:pt x="4426" y="0"/>
                </a:lnTo>
                <a:lnTo>
                  <a:pt x="4426" y="28"/>
                </a:lnTo>
                <a:lnTo>
                  <a:pt x="4347" y="28"/>
                </a:lnTo>
                <a:lnTo>
                  <a:pt x="4347" y="0"/>
                </a:lnTo>
                <a:moveTo>
                  <a:pt x="4478" y="0"/>
                </a:moveTo>
                <a:lnTo>
                  <a:pt x="4558" y="0"/>
                </a:lnTo>
                <a:lnTo>
                  <a:pt x="4558" y="28"/>
                </a:lnTo>
                <a:lnTo>
                  <a:pt x="4478" y="28"/>
                </a:lnTo>
                <a:lnTo>
                  <a:pt x="4478" y="0"/>
                </a:lnTo>
                <a:moveTo>
                  <a:pt x="4610" y="0"/>
                </a:moveTo>
                <a:lnTo>
                  <a:pt x="4689" y="0"/>
                </a:lnTo>
                <a:lnTo>
                  <a:pt x="4689" y="28"/>
                </a:lnTo>
                <a:lnTo>
                  <a:pt x="4610" y="28"/>
                </a:lnTo>
                <a:lnTo>
                  <a:pt x="4610" y="0"/>
                </a:lnTo>
                <a:moveTo>
                  <a:pt x="4742" y="0"/>
                </a:moveTo>
                <a:lnTo>
                  <a:pt x="4821" y="0"/>
                </a:lnTo>
                <a:lnTo>
                  <a:pt x="4821" y="28"/>
                </a:lnTo>
                <a:lnTo>
                  <a:pt x="4742" y="28"/>
                </a:lnTo>
                <a:lnTo>
                  <a:pt x="4742" y="0"/>
                </a:lnTo>
                <a:moveTo>
                  <a:pt x="4873" y="0"/>
                </a:moveTo>
                <a:lnTo>
                  <a:pt x="4953" y="0"/>
                </a:lnTo>
                <a:lnTo>
                  <a:pt x="4953" y="28"/>
                </a:lnTo>
                <a:lnTo>
                  <a:pt x="4873" y="28"/>
                </a:lnTo>
                <a:lnTo>
                  <a:pt x="4873" y="0"/>
                </a:lnTo>
                <a:moveTo>
                  <a:pt x="5005" y="0"/>
                </a:moveTo>
                <a:lnTo>
                  <a:pt x="5085" y="0"/>
                </a:lnTo>
                <a:lnTo>
                  <a:pt x="5085" y="28"/>
                </a:lnTo>
                <a:lnTo>
                  <a:pt x="5005" y="28"/>
                </a:lnTo>
                <a:lnTo>
                  <a:pt x="5005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28"/>
                </a:lnTo>
                <a:lnTo>
                  <a:pt x="5137" y="2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28"/>
                </a:lnTo>
                <a:lnTo>
                  <a:pt x="5269" y="28"/>
                </a:lnTo>
                <a:lnTo>
                  <a:pt x="5269" y="0"/>
                </a:lnTo>
                <a:moveTo>
                  <a:pt x="5400" y="0"/>
                </a:moveTo>
                <a:lnTo>
                  <a:pt x="5480" y="0"/>
                </a:lnTo>
                <a:lnTo>
                  <a:pt x="5480" y="28"/>
                </a:lnTo>
                <a:lnTo>
                  <a:pt x="5400" y="28"/>
                </a:lnTo>
                <a:lnTo>
                  <a:pt x="5400" y="0"/>
                </a:lnTo>
                <a:moveTo>
                  <a:pt x="5532" y="0"/>
                </a:moveTo>
                <a:lnTo>
                  <a:pt x="5611" y="0"/>
                </a:lnTo>
                <a:lnTo>
                  <a:pt x="5611" y="28"/>
                </a:lnTo>
                <a:lnTo>
                  <a:pt x="5532" y="28"/>
                </a:lnTo>
                <a:lnTo>
                  <a:pt x="5532" y="0"/>
                </a:lnTo>
                <a:moveTo>
                  <a:pt x="5664" y="0"/>
                </a:moveTo>
                <a:lnTo>
                  <a:pt x="5743" y="0"/>
                </a:lnTo>
                <a:lnTo>
                  <a:pt x="5743" y="28"/>
                </a:lnTo>
                <a:lnTo>
                  <a:pt x="5664" y="28"/>
                </a:lnTo>
                <a:lnTo>
                  <a:pt x="5664" y="0"/>
                </a:lnTo>
                <a:moveTo>
                  <a:pt x="5795" y="0"/>
                </a:moveTo>
                <a:lnTo>
                  <a:pt x="5875" y="0"/>
                </a:lnTo>
                <a:lnTo>
                  <a:pt x="5875" y="28"/>
                </a:lnTo>
                <a:lnTo>
                  <a:pt x="5795" y="28"/>
                </a:lnTo>
                <a:lnTo>
                  <a:pt x="5795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457200" y="2093760"/>
            <a:ext cx="2494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Requirementsboom doorontwikkelen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4" name=""/>
          <p:cNvSpPr/>
          <p:nvPr/>
        </p:nvSpPr>
        <p:spPr>
          <a:xfrm>
            <a:off x="3476520" y="2076120"/>
            <a:ext cx="276480" cy="191160"/>
          </a:xfrm>
          <a:custGeom>
            <a:avLst/>
            <a:gdLst/>
            <a:ahLst/>
            <a:rect l="0" t="0" r="r" b="b"/>
            <a:pathLst>
              <a:path w="768" h="531">
                <a:moveTo>
                  <a:pt x="0" y="0"/>
                </a:moveTo>
                <a:lnTo>
                  <a:pt x="768" y="0"/>
                </a:lnTo>
                <a:lnTo>
                  <a:pt x="768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2738160" y="211068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6" name=""/>
          <p:cNvSpPr/>
          <p:nvPr/>
        </p:nvSpPr>
        <p:spPr>
          <a:xfrm>
            <a:off x="3771720" y="2076120"/>
            <a:ext cx="1248120" cy="191160"/>
          </a:xfrm>
          <a:custGeom>
            <a:avLst/>
            <a:gdLst/>
            <a:ahLst/>
            <a:rect l="0" t="0" r="r" b="b"/>
            <a:pathLst>
              <a:path w="3467" h="531">
                <a:moveTo>
                  <a:pt x="0" y="0"/>
                </a:moveTo>
                <a:lnTo>
                  <a:pt x="3467" y="0"/>
                </a:lnTo>
                <a:lnTo>
                  <a:pt x="3467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3584520" y="2107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4365360" y="2107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9" name=""/>
          <p:cNvSpPr/>
          <p:nvPr/>
        </p:nvSpPr>
        <p:spPr>
          <a:xfrm>
            <a:off x="590400" y="247644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7"/>
                </a:lnTo>
                <a:lnTo>
                  <a:pt x="394" y="27"/>
                </a:lnTo>
                <a:lnTo>
                  <a:pt x="394" y="0"/>
                </a:lnTo>
                <a:moveTo>
                  <a:pt x="525" y="0"/>
                </a:moveTo>
                <a:lnTo>
                  <a:pt x="605" y="0"/>
                </a:lnTo>
                <a:lnTo>
                  <a:pt x="605" y="27"/>
                </a:lnTo>
                <a:lnTo>
                  <a:pt x="525" y="27"/>
                </a:lnTo>
                <a:lnTo>
                  <a:pt x="525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7" y="0"/>
                </a:lnTo>
                <a:lnTo>
                  <a:pt x="867" y="27"/>
                </a:lnTo>
                <a:lnTo>
                  <a:pt x="788" y="27"/>
                </a:lnTo>
                <a:lnTo>
                  <a:pt x="788" y="0"/>
                </a:lnTo>
                <a:moveTo>
                  <a:pt x="919" y="0"/>
                </a:moveTo>
                <a:lnTo>
                  <a:pt x="999" y="0"/>
                </a:lnTo>
                <a:lnTo>
                  <a:pt x="999" y="27"/>
                </a:lnTo>
                <a:lnTo>
                  <a:pt x="919" y="27"/>
                </a:lnTo>
                <a:lnTo>
                  <a:pt x="919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4" y="0"/>
                </a:moveTo>
                <a:lnTo>
                  <a:pt x="1393" y="0"/>
                </a:lnTo>
                <a:lnTo>
                  <a:pt x="1393" y="27"/>
                </a:lnTo>
                <a:lnTo>
                  <a:pt x="1314" y="27"/>
                </a:lnTo>
                <a:lnTo>
                  <a:pt x="1314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6" y="0"/>
                </a:lnTo>
                <a:lnTo>
                  <a:pt x="1656" y="27"/>
                </a:lnTo>
                <a:lnTo>
                  <a:pt x="1576" y="27"/>
                </a:lnTo>
                <a:lnTo>
                  <a:pt x="1576" y="0"/>
                </a:lnTo>
                <a:moveTo>
                  <a:pt x="1708" y="0"/>
                </a:moveTo>
                <a:lnTo>
                  <a:pt x="1787" y="0"/>
                </a:lnTo>
                <a:lnTo>
                  <a:pt x="1787" y="27"/>
                </a:lnTo>
                <a:lnTo>
                  <a:pt x="1708" y="27"/>
                </a:lnTo>
                <a:lnTo>
                  <a:pt x="1708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2" y="0"/>
                </a:lnTo>
                <a:lnTo>
                  <a:pt x="2182" y="27"/>
                </a:lnTo>
                <a:lnTo>
                  <a:pt x="2102" y="27"/>
                </a:lnTo>
                <a:lnTo>
                  <a:pt x="2102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7"/>
                </a:lnTo>
                <a:lnTo>
                  <a:pt x="2365" y="27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7"/>
                </a:lnTo>
                <a:lnTo>
                  <a:pt x="2497" y="27"/>
                </a:lnTo>
                <a:lnTo>
                  <a:pt x="2497" y="0"/>
                </a:lnTo>
                <a:moveTo>
                  <a:pt x="2628" y="0"/>
                </a:moveTo>
                <a:lnTo>
                  <a:pt x="2708" y="0"/>
                </a:lnTo>
                <a:lnTo>
                  <a:pt x="2708" y="27"/>
                </a:lnTo>
                <a:lnTo>
                  <a:pt x="2628" y="27"/>
                </a:lnTo>
                <a:lnTo>
                  <a:pt x="2628" y="0"/>
                </a:lnTo>
                <a:moveTo>
                  <a:pt x="2760" y="0"/>
                </a:moveTo>
                <a:lnTo>
                  <a:pt x="2839" y="0"/>
                </a:lnTo>
                <a:lnTo>
                  <a:pt x="2839" y="27"/>
                </a:lnTo>
                <a:lnTo>
                  <a:pt x="2760" y="27"/>
                </a:lnTo>
                <a:lnTo>
                  <a:pt x="2760" y="0"/>
                </a:lnTo>
                <a:moveTo>
                  <a:pt x="2891" y="0"/>
                </a:moveTo>
                <a:lnTo>
                  <a:pt x="2970" y="0"/>
                </a:lnTo>
                <a:lnTo>
                  <a:pt x="2970" y="27"/>
                </a:lnTo>
                <a:lnTo>
                  <a:pt x="2891" y="27"/>
                </a:lnTo>
                <a:lnTo>
                  <a:pt x="2891" y="0"/>
                </a:lnTo>
                <a:moveTo>
                  <a:pt x="3022" y="0"/>
                </a:moveTo>
                <a:lnTo>
                  <a:pt x="3102" y="0"/>
                </a:lnTo>
                <a:lnTo>
                  <a:pt x="3102" y="27"/>
                </a:lnTo>
                <a:lnTo>
                  <a:pt x="3022" y="27"/>
                </a:lnTo>
                <a:lnTo>
                  <a:pt x="3022" y="0"/>
                </a:lnTo>
                <a:moveTo>
                  <a:pt x="3154" y="0"/>
                </a:moveTo>
                <a:lnTo>
                  <a:pt x="3233" y="0"/>
                </a:lnTo>
                <a:lnTo>
                  <a:pt x="3233" y="27"/>
                </a:lnTo>
                <a:lnTo>
                  <a:pt x="3154" y="27"/>
                </a:lnTo>
                <a:lnTo>
                  <a:pt x="3154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27"/>
                </a:lnTo>
                <a:lnTo>
                  <a:pt x="3285" y="27"/>
                </a:lnTo>
                <a:lnTo>
                  <a:pt x="3285" y="0"/>
                </a:lnTo>
                <a:moveTo>
                  <a:pt x="3416" y="0"/>
                </a:moveTo>
                <a:lnTo>
                  <a:pt x="3496" y="0"/>
                </a:lnTo>
                <a:lnTo>
                  <a:pt x="3496" y="27"/>
                </a:lnTo>
                <a:lnTo>
                  <a:pt x="3416" y="27"/>
                </a:lnTo>
                <a:lnTo>
                  <a:pt x="3416" y="0"/>
                </a:lnTo>
                <a:moveTo>
                  <a:pt x="3548" y="0"/>
                </a:moveTo>
                <a:lnTo>
                  <a:pt x="3627" y="0"/>
                </a:lnTo>
                <a:lnTo>
                  <a:pt x="3627" y="27"/>
                </a:lnTo>
                <a:lnTo>
                  <a:pt x="3548" y="27"/>
                </a:lnTo>
                <a:lnTo>
                  <a:pt x="3548" y="0"/>
                </a:lnTo>
                <a:moveTo>
                  <a:pt x="3679" y="0"/>
                </a:moveTo>
                <a:lnTo>
                  <a:pt x="3758" y="0"/>
                </a:lnTo>
                <a:lnTo>
                  <a:pt x="3758" y="27"/>
                </a:lnTo>
                <a:lnTo>
                  <a:pt x="3679" y="27"/>
                </a:lnTo>
                <a:lnTo>
                  <a:pt x="3679" y="0"/>
                </a:lnTo>
                <a:moveTo>
                  <a:pt x="3810" y="0"/>
                </a:moveTo>
                <a:lnTo>
                  <a:pt x="3890" y="0"/>
                </a:lnTo>
                <a:lnTo>
                  <a:pt x="3890" y="27"/>
                </a:lnTo>
                <a:lnTo>
                  <a:pt x="3810" y="27"/>
                </a:lnTo>
                <a:lnTo>
                  <a:pt x="3810" y="0"/>
                </a:lnTo>
                <a:moveTo>
                  <a:pt x="3942" y="0"/>
                </a:moveTo>
                <a:lnTo>
                  <a:pt x="4021" y="0"/>
                </a:lnTo>
                <a:lnTo>
                  <a:pt x="4021" y="27"/>
                </a:lnTo>
                <a:lnTo>
                  <a:pt x="3942" y="27"/>
                </a:lnTo>
                <a:lnTo>
                  <a:pt x="3942" y="0"/>
                </a:lnTo>
                <a:moveTo>
                  <a:pt x="4073" y="0"/>
                </a:moveTo>
                <a:lnTo>
                  <a:pt x="4153" y="0"/>
                </a:lnTo>
                <a:lnTo>
                  <a:pt x="4153" y="27"/>
                </a:lnTo>
                <a:lnTo>
                  <a:pt x="4073" y="27"/>
                </a:lnTo>
                <a:lnTo>
                  <a:pt x="4073" y="0"/>
                </a:lnTo>
                <a:moveTo>
                  <a:pt x="4205" y="0"/>
                </a:moveTo>
                <a:lnTo>
                  <a:pt x="4284" y="0"/>
                </a:lnTo>
                <a:lnTo>
                  <a:pt x="4284" y="27"/>
                </a:lnTo>
                <a:lnTo>
                  <a:pt x="4205" y="27"/>
                </a:lnTo>
                <a:lnTo>
                  <a:pt x="4205" y="0"/>
                </a:lnTo>
                <a:moveTo>
                  <a:pt x="4336" y="0"/>
                </a:moveTo>
                <a:lnTo>
                  <a:pt x="4415" y="0"/>
                </a:lnTo>
                <a:lnTo>
                  <a:pt x="4415" y="27"/>
                </a:lnTo>
                <a:lnTo>
                  <a:pt x="4336" y="27"/>
                </a:lnTo>
                <a:lnTo>
                  <a:pt x="4336" y="0"/>
                </a:lnTo>
                <a:moveTo>
                  <a:pt x="4467" y="0"/>
                </a:moveTo>
                <a:lnTo>
                  <a:pt x="4547" y="0"/>
                </a:lnTo>
                <a:lnTo>
                  <a:pt x="4547" y="27"/>
                </a:lnTo>
                <a:lnTo>
                  <a:pt x="4467" y="27"/>
                </a:lnTo>
                <a:lnTo>
                  <a:pt x="4467" y="0"/>
                </a:lnTo>
                <a:moveTo>
                  <a:pt x="4599" y="0"/>
                </a:moveTo>
                <a:lnTo>
                  <a:pt x="4678" y="0"/>
                </a:lnTo>
                <a:lnTo>
                  <a:pt x="4678" y="27"/>
                </a:lnTo>
                <a:lnTo>
                  <a:pt x="4599" y="27"/>
                </a:lnTo>
                <a:lnTo>
                  <a:pt x="4599" y="0"/>
                </a:lnTo>
                <a:moveTo>
                  <a:pt x="4730" y="0"/>
                </a:moveTo>
                <a:lnTo>
                  <a:pt x="4809" y="0"/>
                </a:lnTo>
                <a:lnTo>
                  <a:pt x="4809" y="27"/>
                </a:lnTo>
                <a:lnTo>
                  <a:pt x="4730" y="27"/>
                </a:lnTo>
                <a:lnTo>
                  <a:pt x="4730" y="0"/>
                </a:lnTo>
                <a:moveTo>
                  <a:pt x="4861" y="0"/>
                </a:moveTo>
                <a:lnTo>
                  <a:pt x="4941" y="0"/>
                </a:lnTo>
                <a:lnTo>
                  <a:pt x="4941" y="27"/>
                </a:lnTo>
                <a:lnTo>
                  <a:pt x="4861" y="27"/>
                </a:lnTo>
                <a:lnTo>
                  <a:pt x="4861" y="0"/>
                </a:lnTo>
                <a:moveTo>
                  <a:pt x="4993" y="0"/>
                </a:moveTo>
                <a:lnTo>
                  <a:pt x="5072" y="0"/>
                </a:lnTo>
                <a:lnTo>
                  <a:pt x="5072" y="27"/>
                </a:lnTo>
                <a:lnTo>
                  <a:pt x="4993" y="27"/>
                </a:lnTo>
                <a:lnTo>
                  <a:pt x="4993" y="0"/>
                </a:lnTo>
                <a:moveTo>
                  <a:pt x="5124" y="0"/>
                </a:moveTo>
                <a:lnTo>
                  <a:pt x="5203" y="0"/>
                </a:lnTo>
                <a:lnTo>
                  <a:pt x="5203" y="27"/>
                </a:lnTo>
                <a:lnTo>
                  <a:pt x="5124" y="27"/>
                </a:lnTo>
                <a:lnTo>
                  <a:pt x="5124" y="0"/>
                </a:lnTo>
                <a:moveTo>
                  <a:pt x="5255" y="0"/>
                </a:moveTo>
                <a:lnTo>
                  <a:pt x="5335" y="0"/>
                </a:lnTo>
                <a:lnTo>
                  <a:pt x="5335" y="27"/>
                </a:lnTo>
                <a:lnTo>
                  <a:pt x="5255" y="27"/>
                </a:lnTo>
                <a:lnTo>
                  <a:pt x="5255" y="0"/>
                </a:lnTo>
                <a:moveTo>
                  <a:pt x="5387" y="0"/>
                </a:moveTo>
                <a:lnTo>
                  <a:pt x="5466" y="0"/>
                </a:lnTo>
                <a:lnTo>
                  <a:pt x="5466" y="27"/>
                </a:lnTo>
                <a:lnTo>
                  <a:pt x="5387" y="27"/>
                </a:lnTo>
                <a:lnTo>
                  <a:pt x="5387" y="0"/>
                </a:lnTo>
                <a:moveTo>
                  <a:pt x="5518" y="0"/>
                </a:moveTo>
                <a:lnTo>
                  <a:pt x="5598" y="0"/>
                </a:lnTo>
                <a:lnTo>
                  <a:pt x="5598" y="27"/>
                </a:lnTo>
                <a:lnTo>
                  <a:pt x="5518" y="27"/>
                </a:lnTo>
                <a:lnTo>
                  <a:pt x="5518" y="0"/>
                </a:lnTo>
                <a:moveTo>
                  <a:pt x="5650" y="0"/>
                </a:moveTo>
                <a:lnTo>
                  <a:pt x="5729" y="0"/>
                </a:lnTo>
                <a:lnTo>
                  <a:pt x="5729" y="27"/>
                </a:lnTo>
                <a:lnTo>
                  <a:pt x="5650" y="27"/>
                </a:lnTo>
                <a:lnTo>
                  <a:pt x="5650" y="0"/>
                </a:lnTo>
                <a:moveTo>
                  <a:pt x="5781" y="0"/>
                </a:moveTo>
                <a:lnTo>
                  <a:pt x="5860" y="0"/>
                </a:lnTo>
                <a:lnTo>
                  <a:pt x="5860" y="27"/>
                </a:lnTo>
                <a:lnTo>
                  <a:pt x="5781" y="27"/>
                </a:lnTo>
                <a:lnTo>
                  <a:pt x="5781" y="0"/>
                </a:lnTo>
                <a:moveTo>
                  <a:pt x="5912" y="0"/>
                </a:moveTo>
                <a:lnTo>
                  <a:pt x="5992" y="0"/>
                </a:lnTo>
                <a:lnTo>
                  <a:pt x="5992" y="27"/>
                </a:lnTo>
                <a:lnTo>
                  <a:pt x="5912" y="27"/>
                </a:lnTo>
                <a:lnTo>
                  <a:pt x="5912" y="0"/>
                </a:lnTo>
                <a:moveTo>
                  <a:pt x="6044" y="0"/>
                </a:moveTo>
                <a:lnTo>
                  <a:pt x="6123" y="0"/>
                </a:lnTo>
                <a:lnTo>
                  <a:pt x="6123" y="27"/>
                </a:lnTo>
                <a:lnTo>
                  <a:pt x="6044" y="27"/>
                </a:lnTo>
                <a:lnTo>
                  <a:pt x="6044" y="0"/>
                </a:lnTo>
                <a:moveTo>
                  <a:pt x="6175" y="0"/>
                </a:moveTo>
                <a:lnTo>
                  <a:pt x="6254" y="0"/>
                </a:lnTo>
                <a:lnTo>
                  <a:pt x="6254" y="27"/>
                </a:lnTo>
                <a:lnTo>
                  <a:pt x="6175" y="27"/>
                </a:lnTo>
                <a:lnTo>
                  <a:pt x="6175" y="0"/>
                </a:lnTo>
                <a:moveTo>
                  <a:pt x="6306" y="0"/>
                </a:moveTo>
                <a:lnTo>
                  <a:pt x="6386" y="0"/>
                </a:lnTo>
                <a:lnTo>
                  <a:pt x="6386" y="27"/>
                </a:lnTo>
                <a:lnTo>
                  <a:pt x="6306" y="27"/>
                </a:lnTo>
                <a:lnTo>
                  <a:pt x="6306" y="0"/>
                </a:lnTo>
                <a:moveTo>
                  <a:pt x="6438" y="0"/>
                </a:moveTo>
                <a:lnTo>
                  <a:pt x="6517" y="0"/>
                </a:lnTo>
                <a:lnTo>
                  <a:pt x="6517" y="27"/>
                </a:lnTo>
                <a:lnTo>
                  <a:pt x="6438" y="27"/>
                </a:lnTo>
                <a:lnTo>
                  <a:pt x="6438" y="0"/>
                </a:lnTo>
                <a:moveTo>
                  <a:pt x="6569" y="0"/>
                </a:moveTo>
                <a:lnTo>
                  <a:pt x="6648" y="0"/>
                </a:lnTo>
                <a:lnTo>
                  <a:pt x="6648" y="27"/>
                </a:lnTo>
                <a:lnTo>
                  <a:pt x="6569" y="27"/>
                </a:lnTo>
                <a:lnTo>
                  <a:pt x="6569" y="0"/>
                </a:lnTo>
                <a:moveTo>
                  <a:pt x="6700" y="0"/>
                </a:moveTo>
                <a:lnTo>
                  <a:pt x="6780" y="0"/>
                </a:lnTo>
                <a:lnTo>
                  <a:pt x="6780" y="27"/>
                </a:lnTo>
                <a:lnTo>
                  <a:pt x="6700" y="27"/>
                </a:lnTo>
                <a:lnTo>
                  <a:pt x="6700" y="0"/>
                </a:lnTo>
                <a:moveTo>
                  <a:pt x="6832" y="0"/>
                </a:moveTo>
                <a:lnTo>
                  <a:pt x="6911" y="0"/>
                </a:lnTo>
                <a:lnTo>
                  <a:pt x="6911" y="27"/>
                </a:lnTo>
                <a:lnTo>
                  <a:pt x="6832" y="27"/>
                </a:lnTo>
                <a:lnTo>
                  <a:pt x="6832" y="0"/>
                </a:lnTo>
                <a:moveTo>
                  <a:pt x="6963" y="0"/>
                </a:moveTo>
                <a:lnTo>
                  <a:pt x="7043" y="0"/>
                </a:lnTo>
                <a:lnTo>
                  <a:pt x="7043" y="27"/>
                </a:lnTo>
                <a:lnTo>
                  <a:pt x="6963" y="27"/>
                </a:lnTo>
                <a:lnTo>
                  <a:pt x="6963" y="0"/>
                </a:lnTo>
                <a:moveTo>
                  <a:pt x="7095" y="0"/>
                </a:moveTo>
                <a:lnTo>
                  <a:pt x="7174" y="0"/>
                </a:lnTo>
                <a:lnTo>
                  <a:pt x="7174" y="27"/>
                </a:lnTo>
                <a:lnTo>
                  <a:pt x="7095" y="27"/>
                </a:lnTo>
                <a:lnTo>
                  <a:pt x="7095" y="0"/>
                </a:lnTo>
                <a:moveTo>
                  <a:pt x="7226" y="0"/>
                </a:moveTo>
                <a:lnTo>
                  <a:pt x="7305" y="0"/>
                </a:lnTo>
                <a:lnTo>
                  <a:pt x="7305" y="27"/>
                </a:lnTo>
                <a:lnTo>
                  <a:pt x="7226" y="27"/>
                </a:lnTo>
                <a:lnTo>
                  <a:pt x="7226" y="0"/>
                </a:lnTo>
                <a:moveTo>
                  <a:pt x="7357" y="0"/>
                </a:moveTo>
                <a:lnTo>
                  <a:pt x="7437" y="0"/>
                </a:lnTo>
                <a:lnTo>
                  <a:pt x="7437" y="27"/>
                </a:lnTo>
                <a:lnTo>
                  <a:pt x="7357" y="27"/>
                </a:lnTo>
                <a:lnTo>
                  <a:pt x="7357" y="0"/>
                </a:lnTo>
                <a:moveTo>
                  <a:pt x="7489" y="0"/>
                </a:moveTo>
                <a:lnTo>
                  <a:pt x="7568" y="0"/>
                </a:lnTo>
                <a:lnTo>
                  <a:pt x="7568" y="27"/>
                </a:lnTo>
                <a:lnTo>
                  <a:pt x="7489" y="27"/>
                </a:lnTo>
                <a:lnTo>
                  <a:pt x="7489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457200" y="2332080"/>
            <a:ext cx="31280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Koppelingspeciﬁcatiestructuur doorontwikkelen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1" name=""/>
          <p:cNvSpPr/>
          <p:nvPr/>
        </p:nvSpPr>
        <p:spPr>
          <a:xfrm>
            <a:off x="3476520" y="2390760"/>
            <a:ext cx="133560" cy="190800"/>
          </a:xfrm>
          <a:custGeom>
            <a:avLst/>
            <a:gdLst/>
            <a:ahLst/>
            <a:rect l="0" t="0" r="r" b="b"/>
            <a:pathLst>
              <a:path w="371" h="530">
                <a:moveTo>
                  <a:pt x="0" y="0"/>
                </a:moveTo>
                <a:lnTo>
                  <a:pt x="371" y="0"/>
                </a:lnTo>
                <a:lnTo>
                  <a:pt x="371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457200" y="251100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3" name=""/>
          <p:cNvSpPr/>
          <p:nvPr/>
        </p:nvSpPr>
        <p:spPr>
          <a:xfrm>
            <a:off x="3628800" y="2390760"/>
            <a:ext cx="1391040" cy="190800"/>
          </a:xfrm>
          <a:custGeom>
            <a:avLst/>
            <a:gdLst/>
            <a:ahLst/>
            <a:rect l="0" t="0" r="r" b="b"/>
            <a:pathLst>
              <a:path w="3864" h="530">
                <a:moveTo>
                  <a:pt x="0" y="0"/>
                </a:moveTo>
                <a:lnTo>
                  <a:pt x="3864" y="0"/>
                </a:lnTo>
                <a:lnTo>
                  <a:pt x="3864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3524760" y="242244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5" name=""/>
          <p:cNvSpPr/>
          <p:nvPr/>
        </p:nvSpPr>
        <p:spPr>
          <a:xfrm>
            <a:off x="5099760" y="2404080"/>
            <a:ext cx="163800" cy="163800"/>
          </a:xfrm>
          <a:custGeom>
            <a:avLst/>
            <a:gdLst/>
            <a:ahLst/>
            <a:rect l="0" t="0" r="r" b="b"/>
            <a:pathLst>
              <a:path w="455" h="455">
                <a:moveTo>
                  <a:pt x="455" y="227"/>
                </a:moveTo>
                <a:cubicBezTo>
                  <a:pt x="455" y="242"/>
                  <a:pt x="454" y="257"/>
                  <a:pt x="451" y="271"/>
                </a:cubicBezTo>
                <a:cubicBezTo>
                  <a:pt x="448" y="286"/>
                  <a:pt x="444" y="300"/>
                  <a:pt x="438" y="314"/>
                </a:cubicBezTo>
                <a:cubicBezTo>
                  <a:pt x="432" y="328"/>
                  <a:pt x="425" y="341"/>
                  <a:pt x="417" y="353"/>
                </a:cubicBezTo>
                <a:cubicBezTo>
                  <a:pt x="409" y="367"/>
                  <a:pt x="399" y="378"/>
                  <a:pt x="389" y="389"/>
                </a:cubicBezTo>
                <a:cubicBezTo>
                  <a:pt x="378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8" y="454"/>
                  <a:pt x="243" y="455"/>
                  <a:pt x="228" y="455"/>
                </a:cubicBezTo>
                <a:cubicBezTo>
                  <a:pt x="213" y="455"/>
                  <a:pt x="198" y="454"/>
                  <a:pt x="183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6" y="432"/>
                  <a:pt x="113" y="425"/>
                  <a:pt x="101" y="417"/>
                </a:cubicBezTo>
                <a:cubicBezTo>
                  <a:pt x="88" y="409"/>
                  <a:pt x="77" y="399"/>
                  <a:pt x="66" y="389"/>
                </a:cubicBezTo>
                <a:cubicBezTo>
                  <a:pt x="56" y="378"/>
                  <a:pt x="46" y="367"/>
                  <a:pt x="38" y="353"/>
                </a:cubicBezTo>
                <a:cubicBezTo>
                  <a:pt x="30" y="341"/>
                  <a:pt x="23" y="328"/>
                  <a:pt x="17" y="314"/>
                </a:cubicBezTo>
                <a:cubicBezTo>
                  <a:pt x="11" y="300"/>
                  <a:pt x="7" y="286"/>
                  <a:pt x="4" y="271"/>
                </a:cubicBezTo>
                <a:cubicBezTo>
                  <a:pt x="1" y="257"/>
                  <a:pt x="0" y="242"/>
                  <a:pt x="0" y="227"/>
                </a:cubicBez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1" y="17"/>
                </a:cubicBezTo>
                <a:cubicBezTo>
                  <a:pt x="155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8" y="1"/>
                  <a:pt x="272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8" y="56"/>
                  <a:pt x="389" y="66"/>
                </a:cubicBezTo>
                <a:cubicBezTo>
                  <a:pt x="399" y="77"/>
                  <a:pt x="409" y="88"/>
                  <a:pt x="417" y="101"/>
                </a:cubicBezTo>
                <a:cubicBezTo>
                  <a:pt x="425" y="113"/>
                  <a:pt x="432" y="126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7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6" name=""/>
          <p:cNvSpPr/>
          <p:nvPr/>
        </p:nvSpPr>
        <p:spPr>
          <a:xfrm>
            <a:off x="5138640" y="243504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49"/>
                  <a:pt x="86" y="55"/>
                  <a:pt x="84" y="60"/>
                </a:cubicBezTo>
                <a:cubicBezTo>
                  <a:pt x="82" y="66"/>
                  <a:pt x="79" y="70"/>
                  <a:pt x="75" y="75"/>
                </a:cubicBezTo>
                <a:cubicBezTo>
                  <a:pt x="71" y="79"/>
                  <a:pt x="66" y="83"/>
                  <a:pt x="61" y="85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3"/>
                  <a:pt x="17" y="79"/>
                  <a:pt x="12" y="75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6" y="4"/>
                </a:cubicBezTo>
                <a:cubicBezTo>
                  <a:pt x="32" y="2"/>
                  <a:pt x="37" y="0"/>
                  <a:pt x="43" y="0"/>
                </a:cubicBezTo>
                <a:cubicBezTo>
                  <a:pt x="50" y="0"/>
                  <a:pt x="55" y="2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7" name=""/>
          <p:cNvSpPr/>
          <p:nvPr/>
        </p:nvSpPr>
        <p:spPr>
          <a:xfrm>
            <a:off x="5138640" y="250524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49"/>
                  <a:pt x="86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5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2"/>
                  <a:pt x="17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6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6" y="4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8" name=""/>
          <p:cNvSpPr/>
          <p:nvPr/>
        </p:nvSpPr>
        <p:spPr>
          <a:xfrm>
            <a:off x="5196960" y="25052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5"/>
                </a:cubicBezTo>
                <a:cubicBezTo>
                  <a:pt x="56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3" y="61"/>
                </a:cubicBezTo>
                <a:cubicBezTo>
                  <a:pt x="1" y="56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6" y="1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9" name=""/>
          <p:cNvSpPr/>
          <p:nvPr/>
        </p:nvSpPr>
        <p:spPr>
          <a:xfrm>
            <a:off x="5154120" y="246636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0" name=""/>
          <p:cNvSpPr/>
          <p:nvPr/>
        </p:nvSpPr>
        <p:spPr>
          <a:xfrm>
            <a:off x="5177520" y="2462400"/>
            <a:ext cx="35280" cy="43200"/>
          </a:xfrm>
          <a:custGeom>
            <a:avLst/>
            <a:gdLst/>
            <a:ahLst/>
            <a:rect l="0" t="0" r="r" b="b"/>
            <a:pathLst>
              <a:path fill="none" w="98" h="120">
                <a:moveTo>
                  <a:pt x="98" y="120"/>
                </a:moveTo>
                <a:lnTo>
                  <a:pt x="98" y="55"/>
                </a:lnTo>
                <a:cubicBezTo>
                  <a:pt x="98" y="48"/>
                  <a:pt x="97" y="41"/>
                  <a:pt x="94" y="35"/>
                </a:cubicBezTo>
                <a:cubicBezTo>
                  <a:pt x="92" y="28"/>
                  <a:pt x="88" y="22"/>
                  <a:pt x="83" y="17"/>
                </a:cubicBezTo>
                <a:cubicBezTo>
                  <a:pt x="77" y="12"/>
                  <a:pt x="72" y="8"/>
                  <a:pt x="65" y="5"/>
                </a:cubicBezTo>
                <a:cubicBezTo>
                  <a:pt x="58" y="2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1" name=""/>
          <p:cNvSpPr/>
          <p:nvPr/>
        </p:nvSpPr>
        <p:spPr>
          <a:xfrm>
            <a:off x="5305320" y="2562120"/>
            <a:ext cx="324000" cy="9720"/>
          </a:xfrm>
          <a:custGeom>
            <a:avLst/>
            <a:gdLst/>
            <a:ahLst/>
            <a:rect l="0" t="0" r="r" b="b"/>
            <a:pathLst>
              <a:path w="90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4" y="0"/>
                </a:moveTo>
                <a:lnTo>
                  <a:pt x="354" y="0"/>
                </a:lnTo>
                <a:lnTo>
                  <a:pt x="354" y="27"/>
                </a:lnTo>
                <a:lnTo>
                  <a:pt x="274" y="27"/>
                </a:lnTo>
                <a:lnTo>
                  <a:pt x="274" y="0"/>
                </a:lnTo>
                <a:moveTo>
                  <a:pt x="411" y="0"/>
                </a:moveTo>
                <a:lnTo>
                  <a:pt x="490" y="0"/>
                </a:lnTo>
                <a:lnTo>
                  <a:pt x="490" y="27"/>
                </a:lnTo>
                <a:lnTo>
                  <a:pt x="411" y="27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7"/>
                </a:lnTo>
                <a:lnTo>
                  <a:pt x="548" y="27"/>
                </a:lnTo>
                <a:lnTo>
                  <a:pt x="548" y="0"/>
                </a:lnTo>
                <a:moveTo>
                  <a:pt x="684" y="0"/>
                </a:moveTo>
                <a:lnTo>
                  <a:pt x="764" y="0"/>
                </a:lnTo>
                <a:lnTo>
                  <a:pt x="764" y="27"/>
                </a:lnTo>
                <a:lnTo>
                  <a:pt x="684" y="27"/>
                </a:lnTo>
                <a:lnTo>
                  <a:pt x="684" y="0"/>
                </a:lnTo>
                <a:moveTo>
                  <a:pt x="821" y="0"/>
                </a:moveTo>
                <a:lnTo>
                  <a:pt x="900" y="0"/>
                </a:lnTo>
                <a:lnTo>
                  <a:pt x="900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4272120" y="242244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10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3" name=""/>
          <p:cNvSpPr/>
          <p:nvPr/>
        </p:nvSpPr>
        <p:spPr>
          <a:xfrm>
            <a:off x="5733720" y="2562120"/>
            <a:ext cx="315000" cy="9720"/>
          </a:xfrm>
          <a:custGeom>
            <a:avLst/>
            <a:gdLst/>
            <a:ahLst/>
            <a:rect l="0" t="0" r="r" b="b"/>
            <a:pathLst>
              <a:path w="875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8" y="0"/>
                </a:moveTo>
                <a:lnTo>
                  <a:pt x="478" y="0"/>
                </a:lnTo>
                <a:lnTo>
                  <a:pt x="478" y="27"/>
                </a:lnTo>
                <a:lnTo>
                  <a:pt x="398" y="27"/>
                </a:lnTo>
                <a:lnTo>
                  <a:pt x="398" y="0"/>
                </a:lnTo>
                <a:moveTo>
                  <a:pt x="531" y="0"/>
                </a:moveTo>
                <a:lnTo>
                  <a:pt x="610" y="0"/>
                </a:lnTo>
                <a:lnTo>
                  <a:pt x="610" y="27"/>
                </a:lnTo>
                <a:lnTo>
                  <a:pt x="531" y="27"/>
                </a:lnTo>
                <a:lnTo>
                  <a:pt x="531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5302800" y="2422440"/>
            <a:ext cx="457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 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5731200" y="242244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6" name=""/>
          <p:cNvSpPr/>
          <p:nvPr/>
        </p:nvSpPr>
        <p:spPr>
          <a:xfrm>
            <a:off x="590400" y="285732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7"/>
                </a:lnTo>
                <a:lnTo>
                  <a:pt x="394" y="27"/>
                </a:lnTo>
                <a:lnTo>
                  <a:pt x="394" y="0"/>
                </a:lnTo>
                <a:moveTo>
                  <a:pt x="525" y="0"/>
                </a:moveTo>
                <a:lnTo>
                  <a:pt x="605" y="0"/>
                </a:lnTo>
                <a:lnTo>
                  <a:pt x="605" y="27"/>
                </a:lnTo>
                <a:lnTo>
                  <a:pt x="525" y="27"/>
                </a:lnTo>
                <a:lnTo>
                  <a:pt x="525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7" y="0"/>
                </a:lnTo>
                <a:lnTo>
                  <a:pt x="867" y="27"/>
                </a:lnTo>
                <a:lnTo>
                  <a:pt x="788" y="27"/>
                </a:lnTo>
                <a:lnTo>
                  <a:pt x="788" y="0"/>
                </a:lnTo>
                <a:moveTo>
                  <a:pt x="919" y="0"/>
                </a:moveTo>
                <a:lnTo>
                  <a:pt x="999" y="0"/>
                </a:lnTo>
                <a:lnTo>
                  <a:pt x="999" y="27"/>
                </a:lnTo>
                <a:lnTo>
                  <a:pt x="919" y="27"/>
                </a:lnTo>
                <a:lnTo>
                  <a:pt x="919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1" y="0"/>
                </a:lnTo>
                <a:lnTo>
                  <a:pt x="1261" y="27"/>
                </a:lnTo>
                <a:lnTo>
                  <a:pt x="1182" y="27"/>
                </a:lnTo>
                <a:lnTo>
                  <a:pt x="1182" y="0"/>
                </a:lnTo>
                <a:moveTo>
                  <a:pt x="1313" y="0"/>
                </a:moveTo>
                <a:lnTo>
                  <a:pt x="1393" y="0"/>
                </a:lnTo>
                <a:lnTo>
                  <a:pt x="1393" y="27"/>
                </a:lnTo>
                <a:lnTo>
                  <a:pt x="1313" y="27"/>
                </a:lnTo>
                <a:lnTo>
                  <a:pt x="1313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5" y="0"/>
                </a:lnTo>
                <a:lnTo>
                  <a:pt x="1655" y="27"/>
                </a:lnTo>
                <a:lnTo>
                  <a:pt x="1576" y="27"/>
                </a:lnTo>
                <a:lnTo>
                  <a:pt x="1576" y="0"/>
                </a:lnTo>
                <a:moveTo>
                  <a:pt x="1707" y="0"/>
                </a:moveTo>
                <a:lnTo>
                  <a:pt x="1787" y="0"/>
                </a:lnTo>
                <a:lnTo>
                  <a:pt x="1787" y="27"/>
                </a:lnTo>
                <a:lnTo>
                  <a:pt x="1707" y="27"/>
                </a:lnTo>
                <a:lnTo>
                  <a:pt x="1707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2" y="0"/>
                </a:lnTo>
                <a:lnTo>
                  <a:pt x="2182" y="27"/>
                </a:lnTo>
                <a:lnTo>
                  <a:pt x="2102" y="27"/>
                </a:lnTo>
                <a:lnTo>
                  <a:pt x="2102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4" y="0"/>
                </a:lnTo>
                <a:lnTo>
                  <a:pt x="2444" y="27"/>
                </a:lnTo>
                <a:lnTo>
                  <a:pt x="2365" y="27"/>
                </a:lnTo>
                <a:lnTo>
                  <a:pt x="2365" y="0"/>
                </a:lnTo>
                <a:moveTo>
                  <a:pt x="2496" y="0"/>
                </a:moveTo>
                <a:lnTo>
                  <a:pt x="2576" y="0"/>
                </a:lnTo>
                <a:lnTo>
                  <a:pt x="2576" y="27"/>
                </a:lnTo>
                <a:lnTo>
                  <a:pt x="2496" y="27"/>
                </a:lnTo>
                <a:lnTo>
                  <a:pt x="2496" y="0"/>
                </a:lnTo>
                <a:moveTo>
                  <a:pt x="2628" y="0"/>
                </a:moveTo>
                <a:lnTo>
                  <a:pt x="2707" y="0"/>
                </a:lnTo>
                <a:lnTo>
                  <a:pt x="2707" y="27"/>
                </a:lnTo>
                <a:lnTo>
                  <a:pt x="2628" y="27"/>
                </a:lnTo>
                <a:lnTo>
                  <a:pt x="2628" y="0"/>
                </a:lnTo>
                <a:moveTo>
                  <a:pt x="2759" y="0"/>
                </a:moveTo>
                <a:lnTo>
                  <a:pt x="2838" y="0"/>
                </a:lnTo>
                <a:lnTo>
                  <a:pt x="2838" y="27"/>
                </a:lnTo>
                <a:lnTo>
                  <a:pt x="2759" y="27"/>
                </a:lnTo>
                <a:lnTo>
                  <a:pt x="2759" y="0"/>
                </a:lnTo>
                <a:moveTo>
                  <a:pt x="2890" y="0"/>
                </a:moveTo>
                <a:lnTo>
                  <a:pt x="2970" y="0"/>
                </a:lnTo>
                <a:lnTo>
                  <a:pt x="2970" y="27"/>
                </a:lnTo>
                <a:lnTo>
                  <a:pt x="2890" y="27"/>
                </a:lnTo>
                <a:lnTo>
                  <a:pt x="2890" y="0"/>
                </a:lnTo>
                <a:moveTo>
                  <a:pt x="3021" y="0"/>
                </a:moveTo>
                <a:lnTo>
                  <a:pt x="3101" y="0"/>
                </a:lnTo>
                <a:lnTo>
                  <a:pt x="3101" y="27"/>
                </a:lnTo>
                <a:lnTo>
                  <a:pt x="3021" y="27"/>
                </a:lnTo>
                <a:lnTo>
                  <a:pt x="3021" y="0"/>
                </a:lnTo>
                <a:moveTo>
                  <a:pt x="3153" y="0"/>
                </a:moveTo>
                <a:lnTo>
                  <a:pt x="3232" y="0"/>
                </a:lnTo>
                <a:lnTo>
                  <a:pt x="3232" y="27"/>
                </a:lnTo>
                <a:lnTo>
                  <a:pt x="3153" y="27"/>
                </a:lnTo>
                <a:lnTo>
                  <a:pt x="3153" y="0"/>
                </a:lnTo>
                <a:moveTo>
                  <a:pt x="3284" y="0"/>
                </a:moveTo>
                <a:lnTo>
                  <a:pt x="3364" y="0"/>
                </a:lnTo>
                <a:lnTo>
                  <a:pt x="3364" y="27"/>
                </a:lnTo>
                <a:lnTo>
                  <a:pt x="3284" y="27"/>
                </a:lnTo>
                <a:lnTo>
                  <a:pt x="3284" y="0"/>
                </a:lnTo>
                <a:moveTo>
                  <a:pt x="3415" y="0"/>
                </a:moveTo>
                <a:lnTo>
                  <a:pt x="3495" y="0"/>
                </a:lnTo>
                <a:lnTo>
                  <a:pt x="3495" y="27"/>
                </a:lnTo>
                <a:lnTo>
                  <a:pt x="3415" y="27"/>
                </a:lnTo>
                <a:lnTo>
                  <a:pt x="3415" y="0"/>
                </a:lnTo>
                <a:moveTo>
                  <a:pt x="3547" y="0"/>
                </a:moveTo>
                <a:lnTo>
                  <a:pt x="3626" y="0"/>
                </a:lnTo>
                <a:lnTo>
                  <a:pt x="3626" y="27"/>
                </a:lnTo>
                <a:lnTo>
                  <a:pt x="3547" y="27"/>
                </a:lnTo>
                <a:lnTo>
                  <a:pt x="3547" y="0"/>
                </a:lnTo>
                <a:moveTo>
                  <a:pt x="3678" y="0"/>
                </a:moveTo>
                <a:lnTo>
                  <a:pt x="3758" y="0"/>
                </a:lnTo>
                <a:lnTo>
                  <a:pt x="3758" y="27"/>
                </a:lnTo>
                <a:lnTo>
                  <a:pt x="3678" y="27"/>
                </a:lnTo>
                <a:lnTo>
                  <a:pt x="3678" y="0"/>
                </a:lnTo>
                <a:moveTo>
                  <a:pt x="3809" y="0"/>
                </a:moveTo>
                <a:lnTo>
                  <a:pt x="3889" y="0"/>
                </a:lnTo>
                <a:lnTo>
                  <a:pt x="3889" y="27"/>
                </a:lnTo>
                <a:lnTo>
                  <a:pt x="3809" y="27"/>
                </a:lnTo>
                <a:lnTo>
                  <a:pt x="3809" y="0"/>
                </a:lnTo>
                <a:moveTo>
                  <a:pt x="3941" y="0"/>
                </a:moveTo>
                <a:lnTo>
                  <a:pt x="4020" y="0"/>
                </a:lnTo>
                <a:lnTo>
                  <a:pt x="4020" y="27"/>
                </a:lnTo>
                <a:lnTo>
                  <a:pt x="3941" y="27"/>
                </a:lnTo>
                <a:lnTo>
                  <a:pt x="3941" y="0"/>
                </a:lnTo>
                <a:moveTo>
                  <a:pt x="4072" y="0"/>
                </a:moveTo>
                <a:lnTo>
                  <a:pt x="4152" y="0"/>
                </a:lnTo>
                <a:lnTo>
                  <a:pt x="4152" y="27"/>
                </a:lnTo>
                <a:lnTo>
                  <a:pt x="4072" y="27"/>
                </a:lnTo>
                <a:lnTo>
                  <a:pt x="4072" y="0"/>
                </a:lnTo>
                <a:moveTo>
                  <a:pt x="4203" y="0"/>
                </a:moveTo>
                <a:lnTo>
                  <a:pt x="4283" y="0"/>
                </a:lnTo>
                <a:lnTo>
                  <a:pt x="4283" y="27"/>
                </a:lnTo>
                <a:lnTo>
                  <a:pt x="4203" y="27"/>
                </a:lnTo>
                <a:lnTo>
                  <a:pt x="4203" y="0"/>
                </a:lnTo>
                <a:moveTo>
                  <a:pt x="4335" y="0"/>
                </a:moveTo>
                <a:lnTo>
                  <a:pt x="4414" y="0"/>
                </a:lnTo>
                <a:lnTo>
                  <a:pt x="4414" y="27"/>
                </a:lnTo>
                <a:lnTo>
                  <a:pt x="4335" y="27"/>
                </a:lnTo>
                <a:lnTo>
                  <a:pt x="4335" y="0"/>
                </a:lnTo>
                <a:moveTo>
                  <a:pt x="4466" y="0"/>
                </a:moveTo>
                <a:lnTo>
                  <a:pt x="4545" y="0"/>
                </a:lnTo>
                <a:lnTo>
                  <a:pt x="4545" y="27"/>
                </a:lnTo>
                <a:lnTo>
                  <a:pt x="4466" y="27"/>
                </a:lnTo>
                <a:lnTo>
                  <a:pt x="4466" y="0"/>
                </a:lnTo>
                <a:moveTo>
                  <a:pt x="4597" y="0"/>
                </a:moveTo>
                <a:lnTo>
                  <a:pt x="4677" y="0"/>
                </a:lnTo>
                <a:lnTo>
                  <a:pt x="4677" y="27"/>
                </a:lnTo>
                <a:lnTo>
                  <a:pt x="4597" y="27"/>
                </a:lnTo>
                <a:lnTo>
                  <a:pt x="4597" y="0"/>
                </a:lnTo>
                <a:moveTo>
                  <a:pt x="4729" y="0"/>
                </a:moveTo>
                <a:lnTo>
                  <a:pt x="4808" y="0"/>
                </a:lnTo>
                <a:lnTo>
                  <a:pt x="4808" y="27"/>
                </a:lnTo>
                <a:lnTo>
                  <a:pt x="4729" y="27"/>
                </a:lnTo>
                <a:lnTo>
                  <a:pt x="4729" y="0"/>
                </a:lnTo>
                <a:moveTo>
                  <a:pt x="4860" y="0"/>
                </a:moveTo>
                <a:lnTo>
                  <a:pt x="4939" y="0"/>
                </a:lnTo>
                <a:lnTo>
                  <a:pt x="4939" y="27"/>
                </a:lnTo>
                <a:lnTo>
                  <a:pt x="4860" y="27"/>
                </a:lnTo>
                <a:lnTo>
                  <a:pt x="4860" y="0"/>
                </a:lnTo>
                <a:moveTo>
                  <a:pt x="4991" y="0"/>
                </a:moveTo>
                <a:lnTo>
                  <a:pt x="5071" y="0"/>
                </a:lnTo>
                <a:lnTo>
                  <a:pt x="5071" y="27"/>
                </a:lnTo>
                <a:lnTo>
                  <a:pt x="4991" y="27"/>
                </a:lnTo>
                <a:lnTo>
                  <a:pt x="4991" y="0"/>
                </a:lnTo>
                <a:moveTo>
                  <a:pt x="5123" y="0"/>
                </a:moveTo>
                <a:lnTo>
                  <a:pt x="5202" y="0"/>
                </a:lnTo>
                <a:lnTo>
                  <a:pt x="5202" y="27"/>
                </a:lnTo>
                <a:lnTo>
                  <a:pt x="5123" y="27"/>
                </a:lnTo>
                <a:lnTo>
                  <a:pt x="5123" y="0"/>
                </a:lnTo>
                <a:moveTo>
                  <a:pt x="5254" y="0"/>
                </a:moveTo>
                <a:lnTo>
                  <a:pt x="5333" y="0"/>
                </a:lnTo>
                <a:lnTo>
                  <a:pt x="5333" y="27"/>
                </a:lnTo>
                <a:lnTo>
                  <a:pt x="5254" y="27"/>
                </a:lnTo>
                <a:lnTo>
                  <a:pt x="5254" y="0"/>
                </a:lnTo>
                <a:moveTo>
                  <a:pt x="5385" y="0"/>
                </a:moveTo>
                <a:lnTo>
                  <a:pt x="5465" y="0"/>
                </a:lnTo>
                <a:lnTo>
                  <a:pt x="5465" y="27"/>
                </a:lnTo>
                <a:lnTo>
                  <a:pt x="5385" y="27"/>
                </a:lnTo>
                <a:lnTo>
                  <a:pt x="5385" y="0"/>
                </a:lnTo>
                <a:moveTo>
                  <a:pt x="5517" y="0"/>
                </a:moveTo>
                <a:lnTo>
                  <a:pt x="5596" y="0"/>
                </a:lnTo>
                <a:lnTo>
                  <a:pt x="5596" y="27"/>
                </a:lnTo>
                <a:lnTo>
                  <a:pt x="5517" y="27"/>
                </a:lnTo>
                <a:lnTo>
                  <a:pt x="5517" y="0"/>
                </a:lnTo>
                <a:moveTo>
                  <a:pt x="5648" y="0"/>
                </a:moveTo>
                <a:lnTo>
                  <a:pt x="5727" y="0"/>
                </a:lnTo>
                <a:lnTo>
                  <a:pt x="5727" y="27"/>
                </a:lnTo>
                <a:lnTo>
                  <a:pt x="5648" y="27"/>
                </a:lnTo>
                <a:lnTo>
                  <a:pt x="5648" y="0"/>
                </a:lnTo>
                <a:moveTo>
                  <a:pt x="5779" y="0"/>
                </a:moveTo>
                <a:lnTo>
                  <a:pt x="5859" y="0"/>
                </a:lnTo>
                <a:lnTo>
                  <a:pt x="5859" y="27"/>
                </a:lnTo>
                <a:lnTo>
                  <a:pt x="5779" y="27"/>
                </a:lnTo>
                <a:lnTo>
                  <a:pt x="5779" y="0"/>
                </a:lnTo>
                <a:moveTo>
                  <a:pt x="5911" y="0"/>
                </a:moveTo>
                <a:lnTo>
                  <a:pt x="5990" y="0"/>
                </a:lnTo>
                <a:lnTo>
                  <a:pt x="5990" y="27"/>
                </a:lnTo>
                <a:lnTo>
                  <a:pt x="5911" y="27"/>
                </a:lnTo>
                <a:lnTo>
                  <a:pt x="5911" y="0"/>
                </a:lnTo>
                <a:moveTo>
                  <a:pt x="6042" y="0"/>
                </a:moveTo>
                <a:lnTo>
                  <a:pt x="6121" y="0"/>
                </a:lnTo>
                <a:lnTo>
                  <a:pt x="6121" y="27"/>
                </a:lnTo>
                <a:lnTo>
                  <a:pt x="6042" y="27"/>
                </a:lnTo>
                <a:lnTo>
                  <a:pt x="6042" y="0"/>
                </a:lnTo>
                <a:moveTo>
                  <a:pt x="6173" y="0"/>
                </a:moveTo>
                <a:lnTo>
                  <a:pt x="6253" y="0"/>
                </a:lnTo>
                <a:lnTo>
                  <a:pt x="6253" y="27"/>
                </a:lnTo>
                <a:lnTo>
                  <a:pt x="6173" y="27"/>
                </a:lnTo>
                <a:lnTo>
                  <a:pt x="6173" y="0"/>
                </a:lnTo>
                <a:moveTo>
                  <a:pt x="6305" y="0"/>
                </a:moveTo>
                <a:lnTo>
                  <a:pt x="6384" y="0"/>
                </a:lnTo>
                <a:lnTo>
                  <a:pt x="6384" y="27"/>
                </a:lnTo>
                <a:lnTo>
                  <a:pt x="6305" y="27"/>
                </a:lnTo>
                <a:lnTo>
                  <a:pt x="6305" y="0"/>
                </a:lnTo>
                <a:moveTo>
                  <a:pt x="6436" y="0"/>
                </a:moveTo>
                <a:lnTo>
                  <a:pt x="6515" y="0"/>
                </a:lnTo>
                <a:lnTo>
                  <a:pt x="6515" y="27"/>
                </a:lnTo>
                <a:lnTo>
                  <a:pt x="6436" y="27"/>
                </a:lnTo>
                <a:lnTo>
                  <a:pt x="6436" y="0"/>
                </a:lnTo>
                <a:moveTo>
                  <a:pt x="6567" y="0"/>
                </a:moveTo>
                <a:lnTo>
                  <a:pt x="6647" y="0"/>
                </a:lnTo>
                <a:lnTo>
                  <a:pt x="6647" y="27"/>
                </a:lnTo>
                <a:lnTo>
                  <a:pt x="6567" y="27"/>
                </a:lnTo>
                <a:lnTo>
                  <a:pt x="6567" y="0"/>
                </a:lnTo>
                <a:moveTo>
                  <a:pt x="6699" y="0"/>
                </a:moveTo>
                <a:lnTo>
                  <a:pt x="6778" y="0"/>
                </a:lnTo>
                <a:lnTo>
                  <a:pt x="6778" y="27"/>
                </a:lnTo>
                <a:lnTo>
                  <a:pt x="6699" y="27"/>
                </a:lnTo>
                <a:lnTo>
                  <a:pt x="6699" y="0"/>
                </a:lnTo>
                <a:moveTo>
                  <a:pt x="6830" y="0"/>
                </a:moveTo>
                <a:lnTo>
                  <a:pt x="6909" y="0"/>
                </a:lnTo>
                <a:lnTo>
                  <a:pt x="6909" y="27"/>
                </a:lnTo>
                <a:lnTo>
                  <a:pt x="6830" y="27"/>
                </a:lnTo>
                <a:lnTo>
                  <a:pt x="6830" y="0"/>
                </a:lnTo>
                <a:moveTo>
                  <a:pt x="6961" y="0"/>
                </a:moveTo>
                <a:lnTo>
                  <a:pt x="7041" y="0"/>
                </a:lnTo>
                <a:lnTo>
                  <a:pt x="7041" y="27"/>
                </a:lnTo>
                <a:lnTo>
                  <a:pt x="6961" y="27"/>
                </a:lnTo>
                <a:lnTo>
                  <a:pt x="6961" y="0"/>
                </a:lnTo>
                <a:moveTo>
                  <a:pt x="7093" y="0"/>
                </a:moveTo>
                <a:lnTo>
                  <a:pt x="7172" y="0"/>
                </a:lnTo>
                <a:lnTo>
                  <a:pt x="7172" y="27"/>
                </a:lnTo>
                <a:lnTo>
                  <a:pt x="7093" y="27"/>
                </a:lnTo>
                <a:lnTo>
                  <a:pt x="7093" y="0"/>
                </a:lnTo>
                <a:moveTo>
                  <a:pt x="7224" y="0"/>
                </a:moveTo>
                <a:lnTo>
                  <a:pt x="7303" y="0"/>
                </a:lnTo>
                <a:lnTo>
                  <a:pt x="7303" y="27"/>
                </a:lnTo>
                <a:lnTo>
                  <a:pt x="7224" y="27"/>
                </a:lnTo>
                <a:lnTo>
                  <a:pt x="7224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457200" y="2712960"/>
            <a:ext cx="3082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Begrippenkader en informatiemodel verdiepen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8" name=""/>
          <p:cNvSpPr/>
          <p:nvPr/>
        </p:nvSpPr>
        <p:spPr>
          <a:xfrm>
            <a:off x="3476520" y="2761920"/>
            <a:ext cx="2152800" cy="191160"/>
          </a:xfrm>
          <a:custGeom>
            <a:avLst/>
            <a:gdLst/>
            <a:ahLst/>
            <a:rect l="0" t="0" r="r" b="b"/>
            <a:pathLst>
              <a:path w="5980" h="531">
                <a:moveTo>
                  <a:pt x="0" y="0"/>
                </a:moveTo>
                <a:lnTo>
                  <a:pt x="5980" y="0"/>
                </a:lnTo>
                <a:lnTo>
                  <a:pt x="5980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457200" y="2882160"/>
            <a:ext cx="27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meta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0" name=""/>
          <p:cNvSpPr/>
          <p:nvPr/>
        </p:nvSpPr>
        <p:spPr>
          <a:xfrm>
            <a:off x="5709240" y="2775600"/>
            <a:ext cx="163800" cy="163800"/>
          </a:xfrm>
          <a:custGeom>
            <a:avLst/>
            <a:gdLst/>
            <a:ahLst/>
            <a:rect l="0" t="0" r="r" b="b"/>
            <a:pathLst>
              <a:path w="455" h="455">
                <a:moveTo>
                  <a:pt x="455" y="227"/>
                </a:moveTo>
                <a:cubicBezTo>
                  <a:pt x="455" y="243"/>
                  <a:pt x="454" y="258"/>
                  <a:pt x="451" y="272"/>
                </a:cubicBezTo>
                <a:cubicBezTo>
                  <a:pt x="448" y="287"/>
                  <a:pt x="444" y="301"/>
                  <a:pt x="438" y="315"/>
                </a:cubicBezTo>
                <a:cubicBezTo>
                  <a:pt x="432" y="329"/>
                  <a:pt x="425" y="342"/>
                  <a:pt x="417" y="354"/>
                </a:cubicBezTo>
                <a:cubicBezTo>
                  <a:pt x="409" y="367"/>
                  <a:pt x="399" y="378"/>
                  <a:pt x="389" y="389"/>
                </a:cubicBezTo>
                <a:cubicBezTo>
                  <a:pt x="378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3" y="451"/>
                </a:cubicBezTo>
                <a:cubicBezTo>
                  <a:pt x="257" y="454"/>
                  <a:pt x="242" y="455"/>
                  <a:pt x="227" y="455"/>
                </a:cubicBezTo>
                <a:cubicBezTo>
                  <a:pt x="212" y="455"/>
                  <a:pt x="197" y="454"/>
                  <a:pt x="183" y="451"/>
                </a:cubicBezTo>
                <a:cubicBezTo>
                  <a:pt x="168" y="448"/>
                  <a:pt x="154" y="444"/>
                  <a:pt x="140" y="438"/>
                </a:cubicBezTo>
                <a:cubicBezTo>
                  <a:pt x="126" y="432"/>
                  <a:pt x="113" y="425"/>
                  <a:pt x="101" y="417"/>
                </a:cubicBezTo>
                <a:cubicBezTo>
                  <a:pt x="88" y="409"/>
                  <a:pt x="77" y="399"/>
                  <a:pt x="66" y="389"/>
                </a:cubicBezTo>
                <a:cubicBezTo>
                  <a:pt x="56" y="378"/>
                  <a:pt x="46" y="367"/>
                  <a:pt x="38" y="354"/>
                </a:cubicBezTo>
                <a:cubicBezTo>
                  <a:pt x="30" y="342"/>
                  <a:pt x="23" y="329"/>
                  <a:pt x="17" y="315"/>
                </a:cubicBezTo>
                <a:cubicBezTo>
                  <a:pt x="11" y="301"/>
                  <a:pt x="7" y="287"/>
                  <a:pt x="4" y="272"/>
                </a:cubicBezTo>
                <a:cubicBezTo>
                  <a:pt x="1" y="258"/>
                  <a:pt x="0" y="243"/>
                  <a:pt x="0" y="227"/>
                </a:cubicBez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cubicBezTo>
                  <a:pt x="242" y="0"/>
                  <a:pt x="257" y="1"/>
                  <a:pt x="273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8" y="56"/>
                  <a:pt x="389" y="66"/>
                </a:cubicBezTo>
                <a:cubicBezTo>
                  <a:pt x="399" y="77"/>
                  <a:pt x="409" y="88"/>
                  <a:pt x="417" y="101"/>
                </a:cubicBezTo>
                <a:cubicBezTo>
                  <a:pt x="425" y="113"/>
                  <a:pt x="432" y="126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7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1" name=""/>
          <p:cNvSpPr/>
          <p:nvPr/>
        </p:nvSpPr>
        <p:spPr>
          <a:xfrm>
            <a:off x="5748120" y="28065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5"/>
                  <a:pt x="84" y="60"/>
                </a:cubicBezTo>
                <a:cubicBezTo>
                  <a:pt x="82" y="65"/>
                  <a:pt x="79" y="70"/>
                  <a:pt x="75" y="75"/>
                </a:cubicBezTo>
                <a:cubicBezTo>
                  <a:pt x="70" y="79"/>
                  <a:pt x="65" y="82"/>
                  <a:pt x="60" y="85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0"/>
                  <a:pt x="6" y="65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4"/>
                </a:cubicBezTo>
                <a:cubicBezTo>
                  <a:pt x="65" y="6"/>
                  <a:pt x="70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2" name=""/>
          <p:cNvSpPr/>
          <p:nvPr/>
        </p:nvSpPr>
        <p:spPr>
          <a:xfrm>
            <a:off x="5748120" y="28767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0" y="79"/>
                  <a:pt x="65" y="82"/>
                  <a:pt x="60" y="84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3" y="61"/>
                </a:cubicBezTo>
                <a:cubicBezTo>
                  <a:pt x="1" y="56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5" y="6"/>
                  <a:pt x="70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3" name=""/>
          <p:cNvSpPr/>
          <p:nvPr/>
        </p:nvSpPr>
        <p:spPr>
          <a:xfrm>
            <a:off x="5806440" y="28767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6"/>
                  <a:pt x="85" y="61"/>
                </a:cubicBezTo>
                <a:cubicBezTo>
                  <a:pt x="83" y="66"/>
                  <a:pt x="78" y="71"/>
                  <a:pt x="74" y="75"/>
                </a:cubicBezTo>
                <a:cubicBezTo>
                  <a:pt x="70" y="79"/>
                  <a:pt x="66" y="82"/>
                  <a:pt x="60" y="84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4" y="61"/>
                </a:cubicBezTo>
                <a:cubicBezTo>
                  <a:pt x="2" y="56"/>
                  <a:pt x="0" y="49"/>
                  <a:pt x="0" y="43"/>
                </a:cubicBezTo>
                <a:cubicBezTo>
                  <a:pt x="0" y="38"/>
                  <a:pt x="2" y="32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0" y="9"/>
                  <a:pt x="74" y="13"/>
                </a:cubicBezTo>
                <a:cubicBezTo>
                  <a:pt x="78" y="17"/>
                  <a:pt x="83" y="22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4" name=""/>
          <p:cNvSpPr/>
          <p:nvPr/>
        </p:nvSpPr>
        <p:spPr>
          <a:xfrm>
            <a:off x="5763600" y="283788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5" name=""/>
          <p:cNvSpPr/>
          <p:nvPr/>
        </p:nvSpPr>
        <p:spPr>
          <a:xfrm>
            <a:off x="5787000" y="2833920"/>
            <a:ext cx="35640" cy="43200"/>
          </a:xfrm>
          <a:custGeom>
            <a:avLst/>
            <a:gdLst/>
            <a:ahLst/>
            <a:rect l="0" t="0" r="r" b="b"/>
            <a:pathLst>
              <a:path fill="none" w="99" h="120">
                <a:moveTo>
                  <a:pt x="99" y="120"/>
                </a:moveTo>
                <a:lnTo>
                  <a:pt x="99" y="55"/>
                </a:lnTo>
                <a:cubicBezTo>
                  <a:pt x="99" y="48"/>
                  <a:pt x="97" y="40"/>
                  <a:pt x="95" y="33"/>
                </a:cubicBezTo>
                <a:cubicBezTo>
                  <a:pt x="92" y="27"/>
                  <a:pt x="88" y="21"/>
                  <a:pt x="83" y="16"/>
                </a:cubicBezTo>
                <a:cubicBezTo>
                  <a:pt x="78" y="11"/>
                  <a:pt x="71" y="7"/>
                  <a:pt x="64" y="4"/>
                </a:cubicBezTo>
                <a:cubicBezTo>
                  <a:pt x="58" y="1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6" name=""/>
          <p:cNvSpPr/>
          <p:nvPr/>
        </p:nvSpPr>
        <p:spPr>
          <a:xfrm>
            <a:off x="5914800" y="2933640"/>
            <a:ext cx="324360" cy="9720"/>
          </a:xfrm>
          <a:custGeom>
            <a:avLst/>
            <a:gdLst/>
            <a:ahLst/>
            <a:rect l="0" t="0" r="r" b="b"/>
            <a:pathLst>
              <a:path w="901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5" y="0"/>
                </a:moveTo>
                <a:lnTo>
                  <a:pt x="354" y="0"/>
                </a:lnTo>
                <a:lnTo>
                  <a:pt x="354" y="27"/>
                </a:lnTo>
                <a:lnTo>
                  <a:pt x="275" y="27"/>
                </a:lnTo>
                <a:lnTo>
                  <a:pt x="275" y="0"/>
                </a:lnTo>
                <a:moveTo>
                  <a:pt x="411" y="0"/>
                </a:moveTo>
                <a:lnTo>
                  <a:pt x="491" y="0"/>
                </a:lnTo>
                <a:lnTo>
                  <a:pt x="491" y="27"/>
                </a:lnTo>
                <a:lnTo>
                  <a:pt x="411" y="27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7"/>
                </a:lnTo>
                <a:lnTo>
                  <a:pt x="548" y="27"/>
                </a:lnTo>
                <a:lnTo>
                  <a:pt x="548" y="0"/>
                </a:lnTo>
                <a:moveTo>
                  <a:pt x="685" y="0"/>
                </a:moveTo>
                <a:lnTo>
                  <a:pt x="764" y="0"/>
                </a:lnTo>
                <a:lnTo>
                  <a:pt x="764" y="27"/>
                </a:lnTo>
                <a:lnTo>
                  <a:pt x="685" y="27"/>
                </a:lnTo>
                <a:lnTo>
                  <a:pt x="685" y="0"/>
                </a:lnTo>
                <a:moveTo>
                  <a:pt x="821" y="0"/>
                </a:moveTo>
                <a:lnTo>
                  <a:pt x="901" y="0"/>
                </a:lnTo>
                <a:lnTo>
                  <a:pt x="901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4505040" y="28033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17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5916600" y="279360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225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9" name=""/>
          <p:cNvSpPr/>
          <p:nvPr/>
        </p:nvSpPr>
        <p:spPr>
          <a:xfrm>
            <a:off x="6343560" y="2933640"/>
            <a:ext cx="343080" cy="9720"/>
          </a:xfrm>
          <a:custGeom>
            <a:avLst/>
            <a:gdLst/>
            <a:ahLst/>
            <a:rect l="0" t="0" r="r" b="b"/>
            <a:pathLst>
              <a:path w="95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4" y="0"/>
                </a:moveTo>
                <a:lnTo>
                  <a:pt x="204" y="0"/>
                </a:lnTo>
                <a:lnTo>
                  <a:pt x="204" y="27"/>
                </a:lnTo>
                <a:lnTo>
                  <a:pt x="124" y="27"/>
                </a:lnTo>
                <a:lnTo>
                  <a:pt x="124" y="0"/>
                </a:lnTo>
                <a:moveTo>
                  <a:pt x="249" y="0"/>
                </a:moveTo>
                <a:lnTo>
                  <a:pt x="329" y="0"/>
                </a:lnTo>
                <a:lnTo>
                  <a:pt x="329" y="27"/>
                </a:lnTo>
                <a:lnTo>
                  <a:pt x="249" y="27"/>
                </a:lnTo>
                <a:lnTo>
                  <a:pt x="249" y="0"/>
                </a:lnTo>
                <a:moveTo>
                  <a:pt x="374" y="0"/>
                </a:moveTo>
                <a:lnTo>
                  <a:pt x="453" y="0"/>
                </a:lnTo>
                <a:lnTo>
                  <a:pt x="453" y="27"/>
                </a:lnTo>
                <a:lnTo>
                  <a:pt x="374" y="27"/>
                </a:lnTo>
                <a:lnTo>
                  <a:pt x="374" y="0"/>
                </a:lnTo>
                <a:moveTo>
                  <a:pt x="499" y="0"/>
                </a:moveTo>
                <a:lnTo>
                  <a:pt x="578" y="0"/>
                </a:lnTo>
                <a:lnTo>
                  <a:pt x="578" y="27"/>
                </a:lnTo>
                <a:lnTo>
                  <a:pt x="499" y="27"/>
                </a:lnTo>
                <a:lnTo>
                  <a:pt x="499" y="0"/>
                </a:lnTo>
                <a:moveTo>
                  <a:pt x="623" y="0"/>
                </a:moveTo>
                <a:lnTo>
                  <a:pt x="703" y="0"/>
                </a:lnTo>
                <a:lnTo>
                  <a:pt x="703" y="27"/>
                </a:lnTo>
                <a:lnTo>
                  <a:pt x="623" y="27"/>
                </a:lnTo>
                <a:lnTo>
                  <a:pt x="623" y="0"/>
                </a:lnTo>
                <a:moveTo>
                  <a:pt x="748" y="0"/>
                </a:moveTo>
                <a:lnTo>
                  <a:pt x="828" y="0"/>
                </a:lnTo>
                <a:lnTo>
                  <a:pt x="828" y="27"/>
                </a:lnTo>
                <a:lnTo>
                  <a:pt x="748" y="27"/>
                </a:lnTo>
                <a:lnTo>
                  <a:pt x="748" y="0"/>
                </a:lnTo>
                <a:moveTo>
                  <a:pt x="873" y="0"/>
                </a:moveTo>
                <a:lnTo>
                  <a:pt x="953" y="0"/>
                </a:lnTo>
                <a:lnTo>
                  <a:pt x="953" y="27"/>
                </a:lnTo>
                <a:lnTo>
                  <a:pt x="873" y="27"/>
                </a:lnTo>
                <a:lnTo>
                  <a:pt x="87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6278400" y="280332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1" name=""/>
          <p:cNvSpPr/>
          <p:nvPr/>
        </p:nvSpPr>
        <p:spPr>
          <a:xfrm>
            <a:off x="456840" y="32479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7"/>
                </a:lnTo>
                <a:lnTo>
                  <a:pt x="394" y="27"/>
                </a:lnTo>
                <a:lnTo>
                  <a:pt x="394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7"/>
                </a:lnTo>
                <a:lnTo>
                  <a:pt x="526" y="27"/>
                </a:lnTo>
                <a:lnTo>
                  <a:pt x="526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8" y="0"/>
                </a:lnTo>
                <a:lnTo>
                  <a:pt x="868" y="27"/>
                </a:lnTo>
                <a:lnTo>
                  <a:pt x="788" y="27"/>
                </a:lnTo>
                <a:lnTo>
                  <a:pt x="788" y="0"/>
                </a:lnTo>
                <a:moveTo>
                  <a:pt x="920" y="0"/>
                </a:moveTo>
                <a:lnTo>
                  <a:pt x="999" y="0"/>
                </a:lnTo>
                <a:lnTo>
                  <a:pt x="999" y="27"/>
                </a:lnTo>
                <a:lnTo>
                  <a:pt x="920" y="27"/>
                </a:lnTo>
                <a:lnTo>
                  <a:pt x="920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3" y="0"/>
                </a:moveTo>
                <a:lnTo>
                  <a:pt x="1393" y="0"/>
                </a:lnTo>
                <a:lnTo>
                  <a:pt x="1393" y="27"/>
                </a:lnTo>
                <a:lnTo>
                  <a:pt x="1313" y="27"/>
                </a:lnTo>
                <a:lnTo>
                  <a:pt x="1313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5" y="0"/>
                </a:lnTo>
                <a:lnTo>
                  <a:pt x="1655" y="27"/>
                </a:lnTo>
                <a:lnTo>
                  <a:pt x="1576" y="27"/>
                </a:lnTo>
                <a:lnTo>
                  <a:pt x="1576" y="0"/>
                </a:lnTo>
                <a:moveTo>
                  <a:pt x="1707" y="0"/>
                </a:moveTo>
                <a:lnTo>
                  <a:pt x="1787" y="0"/>
                </a:lnTo>
                <a:lnTo>
                  <a:pt x="1787" y="27"/>
                </a:lnTo>
                <a:lnTo>
                  <a:pt x="1707" y="27"/>
                </a:lnTo>
                <a:lnTo>
                  <a:pt x="1707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49" y="0"/>
                </a:lnTo>
                <a:lnTo>
                  <a:pt x="2049" y="27"/>
                </a:lnTo>
                <a:lnTo>
                  <a:pt x="1970" y="27"/>
                </a:lnTo>
                <a:lnTo>
                  <a:pt x="1970" y="0"/>
                </a:lnTo>
                <a:moveTo>
                  <a:pt x="2101" y="0"/>
                </a:moveTo>
                <a:lnTo>
                  <a:pt x="2181" y="0"/>
                </a:lnTo>
                <a:lnTo>
                  <a:pt x="2181" y="27"/>
                </a:lnTo>
                <a:lnTo>
                  <a:pt x="2101" y="27"/>
                </a:lnTo>
                <a:lnTo>
                  <a:pt x="2101" y="0"/>
                </a:lnTo>
                <a:moveTo>
                  <a:pt x="2232" y="0"/>
                </a:moveTo>
                <a:lnTo>
                  <a:pt x="2313" y="0"/>
                </a:lnTo>
                <a:lnTo>
                  <a:pt x="2313" y="27"/>
                </a:lnTo>
                <a:lnTo>
                  <a:pt x="2232" y="27"/>
                </a:lnTo>
                <a:lnTo>
                  <a:pt x="2232" y="0"/>
                </a:lnTo>
                <a:moveTo>
                  <a:pt x="2365" y="0"/>
                </a:moveTo>
                <a:lnTo>
                  <a:pt x="2444" y="0"/>
                </a:lnTo>
                <a:lnTo>
                  <a:pt x="2444" y="27"/>
                </a:lnTo>
                <a:lnTo>
                  <a:pt x="2365" y="27"/>
                </a:lnTo>
                <a:lnTo>
                  <a:pt x="2365" y="0"/>
                </a:lnTo>
                <a:moveTo>
                  <a:pt x="2496" y="0"/>
                </a:moveTo>
                <a:lnTo>
                  <a:pt x="2575" y="0"/>
                </a:lnTo>
                <a:lnTo>
                  <a:pt x="2575" y="27"/>
                </a:lnTo>
                <a:lnTo>
                  <a:pt x="2496" y="27"/>
                </a:lnTo>
                <a:lnTo>
                  <a:pt x="2496" y="0"/>
                </a:lnTo>
                <a:moveTo>
                  <a:pt x="2627" y="0"/>
                </a:moveTo>
                <a:lnTo>
                  <a:pt x="2707" y="0"/>
                </a:lnTo>
                <a:lnTo>
                  <a:pt x="2707" y="27"/>
                </a:lnTo>
                <a:lnTo>
                  <a:pt x="2627" y="27"/>
                </a:lnTo>
                <a:lnTo>
                  <a:pt x="2627" y="0"/>
                </a:lnTo>
                <a:moveTo>
                  <a:pt x="2759" y="0"/>
                </a:moveTo>
                <a:lnTo>
                  <a:pt x="2838" y="0"/>
                </a:lnTo>
                <a:lnTo>
                  <a:pt x="2838" y="27"/>
                </a:lnTo>
                <a:lnTo>
                  <a:pt x="2759" y="27"/>
                </a:lnTo>
                <a:lnTo>
                  <a:pt x="2759" y="0"/>
                </a:lnTo>
                <a:moveTo>
                  <a:pt x="2890" y="0"/>
                </a:moveTo>
                <a:lnTo>
                  <a:pt x="2969" y="0"/>
                </a:lnTo>
                <a:lnTo>
                  <a:pt x="2969" y="27"/>
                </a:lnTo>
                <a:lnTo>
                  <a:pt x="2890" y="27"/>
                </a:lnTo>
                <a:lnTo>
                  <a:pt x="2890" y="0"/>
                </a:lnTo>
                <a:moveTo>
                  <a:pt x="3021" y="0"/>
                </a:moveTo>
                <a:lnTo>
                  <a:pt x="3101" y="0"/>
                </a:lnTo>
                <a:lnTo>
                  <a:pt x="3101" y="27"/>
                </a:lnTo>
                <a:lnTo>
                  <a:pt x="3021" y="27"/>
                </a:lnTo>
                <a:lnTo>
                  <a:pt x="3021" y="0"/>
                </a:lnTo>
                <a:moveTo>
                  <a:pt x="3153" y="0"/>
                </a:moveTo>
                <a:lnTo>
                  <a:pt x="3232" y="0"/>
                </a:lnTo>
                <a:lnTo>
                  <a:pt x="3232" y="27"/>
                </a:lnTo>
                <a:lnTo>
                  <a:pt x="3153" y="27"/>
                </a:lnTo>
                <a:lnTo>
                  <a:pt x="3153" y="0"/>
                </a:lnTo>
                <a:moveTo>
                  <a:pt x="3284" y="0"/>
                </a:moveTo>
                <a:lnTo>
                  <a:pt x="3363" y="0"/>
                </a:lnTo>
                <a:lnTo>
                  <a:pt x="3363" y="27"/>
                </a:lnTo>
                <a:lnTo>
                  <a:pt x="3284" y="27"/>
                </a:lnTo>
                <a:lnTo>
                  <a:pt x="3284" y="0"/>
                </a:lnTo>
                <a:moveTo>
                  <a:pt x="3415" y="0"/>
                </a:moveTo>
                <a:lnTo>
                  <a:pt x="3494" y="0"/>
                </a:lnTo>
                <a:lnTo>
                  <a:pt x="3494" y="27"/>
                </a:lnTo>
                <a:lnTo>
                  <a:pt x="3415" y="27"/>
                </a:lnTo>
                <a:lnTo>
                  <a:pt x="3415" y="0"/>
                </a:lnTo>
                <a:moveTo>
                  <a:pt x="3546" y="0"/>
                </a:moveTo>
                <a:lnTo>
                  <a:pt x="3626" y="0"/>
                </a:lnTo>
                <a:lnTo>
                  <a:pt x="3626" y="27"/>
                </a:lnTo>
                <a:lnTo>
                  <a:pt x="3546" y="27"/>
                </a:lnTo>
                <a:lnTo>
                  <a:pt x="3546" y="0"/>
                </a:lnTo>
                <a:moveTo>
                  <a:pt x="3678" y="0"/>
                </a:moveTo>
                <a:lnTo>
                  <a:pt x="3757" y="0"/>
                </a:lnTo>
                <a:lnTo>
                  <a:pt x="3757" y="27"/>
                </a:lnTo>
                <a:lnTo>
                  <a:pt x="3678" y="27"/>
                </a:lnTo>
                <a:lnTo>
                  <a:pt x="3678" y="0"/>
                </a:lnTo>
                <a:moveTo>
                  <a:pt x="3809" y="0"/>
                </a:moveTo>
                <a:lnTo>
                  <a:pt x="3888" y="0"/>
                </a:lnTo>
                <a:lnTo>
                  <a:pt x="3888" y="27"/>
                </a:lnTo>
                <a:lnTo>
                  <a:pt x="3809" y="27"/>
                </a:lnTo>
                <a:lnTo>
                  <a:pt x="3809" y="0"/>
                </a:lnTo>
                <a:moveTo>
                  <a:pt x="3940" y="0"/>
                </a:moveTo>
                <a:lnTo>
                  <a:pt x="4020" y="0"/>
                </a:lnTo>
                <a:lnTo>
                  <a:pt x="4020" y="27"/>
                </a:lnTo>
                <a:lnTo>
                  <a:pt x="3940" y="27"/>
                </a:lnTo>
                <a:lnTo>
                  <a:pt x="3940" y="0"/>
                </a:lnTo>
                <a:moveTo>
                  <a:pt x="4072" y="0"/>
                </a:moveTo>
                <a:lnTo>
                  <a:pt x="4151" y="0"/>
                </a:lnTo>
                <a:lnTo>
                  <a:pt x="4151" y="27"/>
                </a:lnTo>
                <a:lnTo>
                  <a:pt x="4072" y="27"/>
                </a:lnTo>
                <a:lnTo>
                  <a:pt x="4072" y="0"/>
                </a:lnTo>
                <a:moveTo>
                  <a:pt x="4203" y="0"/>
                </a:moveTo>
                <a:lnTo>
                  <a:pt x="4282" y="0"/>
                </a:lnTo>
                <a:lnTo>
                  <a:pt x="4282" y="27"/>
                </a:lnTo>
                <a:lnTo>
                  <a:pt x="4203" y="27"/>
                </a:lnTo>
                <a:lnTo>
                  <a:pt x="4203" y="0"/>
                </a:lnTo>
                <a:moveTo>
                  <a:pt x="4334" y="0"/>
                </a:moveTo>
                <a:lnTo>
                  <a:pt x="4414" y="0"/>
                </a:lnTo>
                <a:lnTo>
                  <a:pt x="4414" y="27"/>
                </a:lnTo>
                <a:lnTo>
                  <a:pt x="4334" y="27"/>
                </a:lnTo>
                <a:lnTo>
                  <a:pt x="4334" y="0"/>
                </a:lnTo>
                <a:moveTo>
                  <a:pt x="4465" y="0"/>
                </a:moveTo>
                <a:lnTo>
                  <a:pt x="4545" y="0"/>
                </a:lnTo>
                <a:lnTo>
                  <a:pt x="4545" y="27"/>
                </a:lnTo>
                <a:lnTo>
                  <a:pt x="4465" y="27"/>
                </a:lnTo>
                <a:lnTo>
                  <a:pt x="4465" y="0"/>
                </a:lnTo>
                <a:moveTo>
                  <a:pt x="4597" y="0"/>
                </a:moveTo>
                <a:lnTo>
                  <a:pt x="4676" y="0"/>
                </a:lnTo>
                <a:lnTo>
                  <a:pt x="4676" y="27"/>
                </a:lnTo>
                <a:lnTo>
                  <a:pt x="4597" y="27"/>
                </a:lnTo>
                <a:lnTo>
                  <a:pt x="4597" y="0"/>
                </a:lnTo>
                <a:moveTo>
                  <a:pt x="4728" y="0"/>
                </a:moveTo>
                <a:lnTo>
                  <a:pt x="4807" y="0"/>
                </a:lnTo>
                <a:lnTo>
                  <a:pt x="4807" y="27"/>
                </a:lnTo>
                <a:lnTo>
                  <a:pt x="4728" y="27"/>
                </a:lnTo>
                <a:lnTo>
                  <a:pt x="4728" y="0"/>
                </a:lnTo>
                <a:moveTo>
                  <a:pt x="4859" y="0"/>
                </a:moveTo>
                <a:lnTo>
                  <a:pt x="4939" y="0"/>
                </a:lnTo>
                <a:lnTo>
                  <a:pt x="4939" y="27"/>
                </a:lnTo>
                <a:lnTo>
                  <a:pt x="4859" y="27"/>
                </a:lnTo>
                <a:lnTo>
                  <a:pt x="4859" y="0"/>
                </a:lnTo>
                <a:moveTo>
                  <a:pt x="4991" y="0"/>
                </a:moveTo>
                <a:lnTo>
                  <a:pt x="5070" y="0"/>
                </a:lnTo>
                <a:lnTo>
                  <a:pt x="5070" y="27"/>
                </a:lnTo>
                <a:lnTo>
                  <a:pt x="4991" y="27"/>
                </a:lnTo>
                <a:lnTo>
                  <a:pt x="4991" y="0"/>
                </a:lnTo>
                <a:moveTo>
                  <a:pt x="5122" y="0"/>
                </a:moveTo>
                <a:lnTo>
                  <a:pt x="5201" y="0"/>
                </a:lnTo>
                <a:lnTo>
                  <a:pt x="5201" y="27"/>
                </a:lnTo>
                <a:lnTo>
                  <a:pt x="5122" y="27"/>
                </a:lnTo>
                <a:lnTo>
                  <a:pt x="5122" y="0"/>
                </a:lnTo>
                <a:moveTo>
                  <a:pt x="5253" y="0"/>
                </a:moveTo>
                <a:lnTo>
                  <a:pt x="5333" y="0"/>
                </a:lnTo>
                <a:lnTo>
                  <a:pt x="5333" y="27"/>
                </a:lnTo>
                <a:lnTo>
                  <a:pt x="5253" y="27"/>
                </a:lnTo>
                <a:lnTo>
                  <a:pt x="5253" y="0"/>
                </a:lnTo>
                <a:moveTo>
                  <a:pt x="5385" y="0"/>
                </a:moveTo>
                <a:lnTo>
                  <a:pt x="5464" y="0"/>
                </a:lnTo>
                <a:lnTo>
                  <a:pt x="5464" y="27"/>
                </a:lnTo>
                <a:lnTo>
                  <a:pt x="5385" y="27"/>
                </a:lnTo>
                <a:lnTo>
                  <a:pt x="5385" y="0"/>
                </a:lnTo>
                <a:moveTo>
                  <a:pt x="5516" y="0"/>
                </a:moveTo>
                <a:lnTo>
                  <a:pt x="5595" y="0"/>
                </a:lnTo>
                <a:lnTo>
                  <a:pt x="5595" y="27"/>
                </a:lnTo>
                <a:lnTo>
                  <a:pt x="5516" y="27"/>
                </a:lnTo>
                <a:lnTo>
                  <a:pt x="5516" y="0"/>
                </a:lnTo>
                <a:moveTo>
                  <a:pt x="5647" y="0"/>
                </a:moveTo>
                <a:lnTo>
                  <a:pt x="5726" y="0"/>
                </a:lnTo>
                <a:lnTo>
                  <a:pt x="5726" y="27"/>
                </a:lnTo>
                <a:lnTo>
                  <a:pt x="5647" y="27"/>
                </a:lnTo>
                <a:lnTo>
                  <a:pt x="5647" y="0"/>
                </a:lnTo>
                <a:moveTo>
                  <a:pt x="5778" y="0"/>
                </a:moveTo>
                <a:lnTo>
                  <a:pt x="5858" y="0"/>
                </a:lnTo>
                <a:lnTo>
                  <a:pt x="5858" y="27"/>
                </a:lnTo>
                <a:lnTo>
                  <a:pt x="5778" y="27"/>
                </a:lnTo>
                <a:lnTo>
                  <a:pt x="5778" y="0"/>
                </a:lnTo>
                <a:moveTo>
                  <a:pt x="5910" y="0"/>
                </a:moveTo>
                <a:lnTo>
                  <a:pt x="5989" y="0"/>
                </a:lnTo>
                <a:lnTo>
                  <a:pt x="5989" y="27"/>
                </a:lnTo>
                <a:lnTo>
                  <a:pt x="5910" y="27"/>
                </a:lnTo>
                <a:lnTo>
                  <a:pt x="5910" y="0"/>
                </a:lnTo>
                <a:moveTo>
                  <a:pt x="6041" y="0"/>
                </a:moveTo>
                <a:lnTo>
                  <a:pt x="6120" y="0"/>
                </a:lnTo>
                <a:lnTo>
                  <a:pt x="6120" y="27"/>
                </a:lnTo>
                <a:lnTo>
                  <a:pt x="6041" y="27"/>
                </a:lnTo>
                <a:lnTo>
                  <a:pt x="6041" y="0"/>
                </a:lnTo>
                <a:moveTo>
                  <a:pt x="6172" y="0"/>
                </a:moveTo>
                <a:lnTo>
                  <a:pt x="6252" y="0"/>
                </a:lnTo>
                <a:lnTo>
                  <a:pt x="6252" y="27"/>
                </a:lnTo>
                <a:lnTo>
                  <a:pt x="6172" y="27"/>
                </a:lnTo>
                <a:lnTo>
                  <a:pt x="6172" y="0"/>
                </a:lnTo>
                <a:moveTo>
                  <a:pt x="6304" y="0"/>
                </a:moveTo>
                <a:lnTo>
                  <a:pt x="6383" y="0"/>
                </a:lnTo>
                <a:lnTo>
                  <a:pt x="6383" y="27"/>
                </a:lnTo>
                <a:lnTo>
                  <a:pt x="6304" y="27"/>
                </a:lnTo>
                <a:lnTo>
                  <a:pt x="6304" y="0"/>
                </a:lnTo>
                <a:moveTo>
                  <a:pt x="6435" y="0"/>
                </a:moveTo>
                <a:lnTo>
                  <a:pt x="6514" y="0"/>
                </a:lnTo>
                <a:lnTo>
                  <a:pt x="6514" y="27"/>
                </a:lnTo>
                <a:lnTo>
                  <a:pt x="6435" y="27"/>
                </a:lnTo>
                <a:lnTo>
                  <a:pt x="6435" y="0"/>
                </a:lnTo>
                <a:moveTo>
                  <a:pt x="6566" y="0"/>
                </a:moveTo>
                <a:lnTo>
                  <a:pt x="6646" y="0"/>
                </a:lnTo>
                <a:lnTo>
                  <a:pt x="6646" y="27"/>
                </a:lnTo>
                <a:lnTo>
                  <a:pt x="6566" y="27"/>
                </a:lnTo>
                <a:lnTo>
                  <a:pt x="6566" y="0"/>
                </a:lnTo>
                <a:moveTo>
                  <a:pt x="6697" y="0"/>
                </a:moveTo>
                <a:lnTo>
                  <a:pt x="6777" y="0"/>
                </a:lnTo>
                <a:lnTo>
                  <a:pt x="6777" y="27"/>
                </a:lnTo>
                <a:lnTo>
                  <a:pt x="6697" y="27"/>
                </a:lnTo>
                <a:lnTo>
                  <a:pt x="6697" y="0"/>
                </a:lnTo>
                <a:moveTo>
                  <a:pt x="6829" y="0"/>
                </a:moveTo>
                <a:lnTo>
                  <a:pt x="6908" y="0"/>
                </a:lnTo>
                <a:lnTo>
                  <a:pt x="6908" y="27"/>
                </a:lnTo>
                <a:lnTo>
                  <a:pt x="6829" y="27"/>
                </a:lnTo>
                <a:lnTo>
                  <a:pt x="6829" y="0"/>
                </a:lnTo>
                <a:moveTo>
                  <a:pt x="6960" y="0"/>
                </a:moveTo>
                <a:lnTo>
                  <a:pt x="7039" y="0"/>
                </a:lnTo>
                <a:lnTo>
                  <a:pt x="7039" y="27"/>
                </a:lnTo>
                <a:lnTo>
                  <a:pt x="6960" y="27"/>
                </a:lnTo>
                <a:lnTo>
                  <a:pt x="696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6345000" y="279360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233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457200" y="3103560"/>
            <a:ext cx="2800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Leerroute-refactor met harness-waarborgen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4" name=""/>
          <p:cNvSpPr/>
          <p:nvPr/>
        </p:nvSpPr>
        <p:spPr>
          <a:xfrm>
            <a:off x="3476520" y="3076560"/>
            <a:ext cx="409680" cy="190800"/>
          </a:xfrm>
          <a:custGeom>
            <a:avLst/>
            <a:gdLst/>
            <a:ahLst/>
            <a:rect l="0" t="0" r="r" b="b"/>
            <a:pathLst>
              <a:path w="1138" h="530">
                <a:moveTo>
                  <a:pt x="0" y="0"/>
                </a:moveTo>
                <a:lnTo>
                  <a:pt x="1138" y="0"/>
                </a:lnTo>
                <a:lnTo>
                  <a:pt x="1138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3019320" y="312048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6" name=""/>
          <p:cNvSpPr/>
          <p:nvPr/>
        </p:nvSpPr>
        <p:spPr>
          <a:xfrm>
            <a:off x="3904920" y="3076560"/>
            <a:ext cx="410040" cy="190800"/>
          </a:xfrm>
          <a:custGeom>
            <a:avLst/>
            <a:gdLst/>
            <a:ahLst/>
            <a:rect l="0" t="0" r="r" b="b"/>
            <a:pathLst>
              <a:path w="1139" h="530">
                <a:moveTo>
                  <a:pt x="0" y="0"/>
                </a:moveTo>
                <a:lnTo>
                  <a:pt x="1139" y="0"/>
                </a:lnTo>
                <a:lnTo>
                  <a:pt x="1139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3645360" y="31176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8" name=""/>
          <p:cNvSpPr/>
          <p:nvPr/>
        </p:nvSpPr>
        <p:spPr>
          <a:xfrm>
            <a:off x="456840" y="3504960"/>
            <a:ext cx="2419920" cy="10440"/>
          </a:xfrm>
          <a:custGeom>
            <a:avLst/>
            <a:gdLst/>
            <a:ahLst/>
            <a:rect l="0" t="0" r="r" b="b"/>
            <a:pathLst>
              <a:path w="6722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3" y="0"/>
                </a:moveTo>
                <a:lnTo>
                  <a:pt x="213" y="0"/>
                </a:lnTo>
                <a:lnTo>
                  <a:pt x="213" y="29"/>
                </a:lnTo>
                <a:lnTo>
                  <a:pt x="133" y="29"/>
                </a:lnTo>
                <a:lnTo>
                  <a:pt x="133" y="0"/>
                </a:lnTo>
                <a:moveTo>
                  <a:pt x="266" y="0"/>
                </a:moveTo>
                <a:lnTo>
                  <a:pt x="346" y="0"/>
                </a:lnTo>
                <a:lnTo>
                  <a:pt x="346" y="29"/>
                </a:lnTo>
                <a:lnTo>
                  <a:pt x="266" y="29"/>
                </a:lnTo>
                <a:lnTo>
                  <a:pt x="266" y="0"/>
                </a:lnTo>
                <a:moveTo>
                  <a:pt x="399" y="0"/>
                </a:moveTo>
                <a:lnTo>
                  <a:pt x="478" y="0"/>
                </a:lnTo>
                <a:lnTo>
                  <a:pt x="478" y="29"/>
                </a:lnTo>
                <a:lnTo>
                  <a:pt x="399" y="29"/>
                </a:lnTo>
                <a:lnTo>
                  <a:pt x="399" y="0"/>
                </a:lnTo>
                <a:moveTo>
                  <a:pt x="532" y="0"/>
                </a:moveTo>
                <a:lnTo>
                  <a:pt x="611" y="0"/>
                </a:lnTo>
                <a:lnTo>
                  <a:pt x="611" y="29"/>
                </a:lnTo>
                <a:lnTo>
                  <a:pt x="532" y="29"/>
                </a:lnTo>
                <a:lnTo>
                  <a:pt x="532" y="0"/>
                </a:lnTo>
                <a:moveTo>
                  <a:pt x="665" y="0"/>
                </a:moveTo>
                <a:lnTo>
                  <a:pt x="744" y="0"/>
                </a:lnTo>
                <a:lnTo>
                  <a:pt x="744" y="29"/>
                </a:lnTo>
                <a:lnTo>
                  <a:pt x="665" y="29"/>
                </a:lnTo>
                <a:lnTo>
                  <a:pt x="665" y="0"/>
                </a:lnTo>
                <a:moveTo>
                  <a:pt x="797" y="0"/>
                </a:moveTo>
                <a:lnTo>
                  <a:pt x="877" y="0"/>
                </a:lnTo>
                <a:lnTo>
                  <a:pt x="877" y="29"/>
                </a:lnTo>
                <a:lnTo>
                  <a:pt x="797" y="29"/>
                </a:lnTo>
                <a:lnTo>
                  <a:pt x="797" y="0"/>
                </a:lnTo>
                <a:moveTo>
                  <a:pt x="930" y="0"/>
                </a:moveTo>
                <a:lnTo>
                  <a:pt x="1010" y="0"/>
                </a:lnTo>
                <a:lnTo>
                  <a:pt x="1010" y="29"/>
                </a:lnTo>
                <a:lnTo>
                  <a:pt x="930" y="29"/>
                </a:lnTo>
                <a:lnTo>
                  <a:pt x="930" y="0"/>
                </a:lnTo>
                <a:moveTo>
                  <a:pt x="1063" y="0"/>
                </a:moveTo>
                <a:lnTo>
                  <a:pt x="1142" y="0"/>
                </a:lnTo>
                <a:lnTo>
                  <a:pt x="1142" y="29"/>
                </a:lnTo>
                <a:lnTo>
                  <a:pt x="1063" y="29"/>
                </a:lnTo>
                <a:lnTo>
                  <a:pt x="1063" y="0"/>
                </a:lnTo>
                <a:moveTo>
                  <a:pt x="1196" y="0"/>
                </a:moveTo>
                <a:lnTo>
                  <a:pt x="1275" y="0"/>
                </a:lnTo>
                <a:lnTo>
                  <a:pt x="1275" y="29"/>
                </a:lnTo>
                <a:lnTo>
                  <a:pt x="1196" y="29"/>
                </a:lnTo>
                <a:lnTo>
                  <a:pt x="1196" y="0"/>
                </a:lnTo>
                <a:moveTo>
                  <a:pt x="1329" y="0"/>
                </a:moveTo>
                <a:lnTo>
                  <a:pt x="1408" y="0"/>
                </a:lnTo>
                <a:lnTo>
                  <a:pt x="1408" y="29"/>
                </a:lnTo>
                <a:lnTo>
                  <a:pt x="1329" y="29"/>
                </a:lnTo>
                <a:lnTo>
                  <a:pt x="1329" y="0"/>
                </a:lnTo>
                <a:moveTo>
                  <a:pt x="1462" y="0"/>
                </a:moveTo>
                <a:lnTo>
                  <a:pt x="1541" y="0"/>
                </a:lnTo>
                <a:lnTo>
                  <a:pt x="1541" y="29"/>
                </a:lnTo>
                <a:lnTo>
                  <a:pt x="1462" y="29"/>
                </a:lnTo>
                <a:lnTo>
                  <a:pt x="1462" y="0"/>
                </a:lnTo>
                <a:moveTo>
                  <a:pt x="1594" y="0"/>
                </a:moveTo>
                <a:lnTo>
                  <a:pt x="1674" y="0"/>
                </a:lnTo>
                <a:lnTo>
                  <a:pt x="1674" y="29"/>
                </a:lnTo>
                <a:lnTo>
                  <a:pt x="1594" y="29"/>
                </a:lnTo>
                <a:lnTo>
                  <a:pt x="1594" y="0"/>
                </a:lnTo>
                <a:moveTo>
                  <a:pt x="1727" y="0"/>
                </a:moveTo>
                <a:lnTo>
                  <a:pt x="1807" y="0"/>
                </a:lnTo>
                <a:lnTo>
                  <a:pt x="1807" y="29"/>
                </a:lnTo>
                <a:lnTo>
                  <a:pt x="1727" y="29"/>
                </a:lnTo>
                <a:lnTo>
                  <a:pt x="1727" y="0"/>
                </a:lnTo>
                <a:moveTo>
                  <a:pt x="1860" y="0"/>
                </a:moveTo>
                <a:lnTo>
                  <a:pt x="1939" y="0"/>
                </a:lnTo>
                <a:lnTo>
                  <a:pt x="1939" y="29"/>
                </a:lnTo>
                <a:lnTo>
                  <a:pt x="1860" y="29"/>
                </a:lnTo>
                <a:lnTo>
                  <a:pt x="1860" y="0"/>
                </a:lnTo>
                <a:moveTo>
                  <a:pt x="1993" y="0"/>
                </a:moveTo>
                <a:lnTo>
                  <a:pt x="2072" y="0"/>
                </a:lnTo>
                <a:lnTo>
                  <a:pt x="2072" y="29"/>
                </a:lnTo>
                <a:lnTo>
                  <a:pt x="1993" y="29"/>
                </a:lnTo>
                <a:lnTo>
                  <a:pt x="1993" y="0"/>
                </a:lnTo>
                <a:moveTo>
                  <a:pt x="2127" y="0"/>
                </a:moveTo>
                <a:lnTo>
                  <a:pt x="2206" y="0"/>
                </a:lnTo>
                <a:lnTo>
                  <a:pt x="2206" y="29"/>
                </a:lnTo>
                <a:lnTo>
                  <a:pt x="2127" y="29"/>
                </a:lnTo>
                <a:lnTo>
                  <a:pt x="2127" y="0"/>
                </a:lnTo>
                <a:moveTo>
                  <a:pt x="2259" y="0"/>
                </a:moveTo>
                <a:lnTo>
                  <a:pt x="2339" y="0"/>
                </a:lnTo>
                <a:lnTo>
                  <a:pt x="2339" y="29"/>
                </a:lnTo>
                <a:lnTo>
                  <a:pt x="2259" y="29"/>
                </a:lnTo>
                <a:lnTo>
                  <a:pt x="2259" y="0"/>
                </a:lnTo>
                <a:moveTo>
                  <a:pt x="2392" y="0"/>
                </a:moveTo>
                <a:lnTo>
                  <a:pt x="2472" y="0"/>
                </a:lnTo>
                <a:lnTo>
                  <a:pt x="2472" y="29"/>
                </a:lnTo>
                <a:lnTo>
                  <a:pt x="2392" y="29"/>
                </a:lnTo>
                <a:lnTo>
                  <a:pt x="2392" y="0"/>
                </a:lnTo>
                <a:moveTo>
                  <a:pt x="2525" y="0"/>
                </a:moveTo>
                <a:lnTo>
                  <a:pt x="2604" y="0"/>
                </a:lnTo>
                <a:lnTo>
                  <a:pt x="2604" y="29"/>
                </a:lnTo>
                <a:lnTo>
                  <a:pt x="2525" y="29"/>
                </a:lnTo>
                <a:lnTo>
                  <a:pt x="2525" y="0"/>
                </a:lnTo>
                <a:moveTo>
                  <a:pt x="2658" y="0"/>
                </a:moveTo>
                <a:lnTo>
                  <a:pt x="2737" y="0"/>
                </a:lnTo>
                <a:lnTo>
                  <a:pt x="2737" y="29"/>
                </a:lnTo>
                <a:lnTo>
                  <a:pt x="2658" y="29"/>
                </a:lnTo>
                <a:lnTo>
                  <a:pt x="2658" y="0"/>
                </a:lnTo>
                <a:moveTo>
                  <a:pt x="2791" y="0"/>
                </a:moveTo>
                <a:lnTo>
                  <a:pt x="2870" y="0"/>
                </a:lnTo>
                <a:lnTo>
                  <a:pt x="2870" y="29"/>
                </a:lnTo>
                <a:lnTo>
                  <a:pt x="2791" y="29"/>
                </a:lnTo>
                <a:lnTo>
                  <a:pt x="2791" y="0"/>
                </a:lnTo>
                <a:moveTo>
                  <a:pt x="2924" y="0"/>
                </a:moveTo>
                <a:lnTo>
                  <a:pt x="3003" y="0"/>
                </a:lnTo>
                <a:lnTo>
                  <a:pt x="3003" y="29"/>
                </a:lnTo>
                <a:lnTo>
                  <a:pt x="2924" y="29"/>
                </a:lnTo>
                <a:lnTo>
                  <a:pt x="2924" y="0"/>
                </a:lnTo>
                <a:moveTo>
                  <a:pt x="3056" y="0"/>
                </a:moveTo>
                <a:lnTo>
                  <a:pt x="3136" y="0"/>
                </a:lnTo>
                <a:lnTo>
                  <a:pt x="3136" y="29"/>
                </a:lnTo>
                <a:lnTo>
                  <a:pt x="3056" y="29"/>
                </a:lnTo>
                <a:lnTo>
                  <a:pt x="3056" y="0"/>
                </a:lnTo>
                <a:moveTo>
                  <a:pt x="3189" y="0"/>
                </a:moveTo>
                <a:lnTo>
                  <a:pt x="3269" y="0"/>
                </a:lnTo>
                <a:lnTo>
                  <a:pt x="3269" y="29"/>
                </a:lnTo>
                <a:lnTo>
                  <a:pt x="3189" y="29"/>
                </a:lnTo>
                <a:lnTo>
                  <a:pt x="3189" y="0"/>
                </a:lnTo>
                <a:moveTo>
                  <a:pt x="3322" y="0"/>
                </a:moveTo>
                <a:lnTo>
                  <a:pt x="3401" y="0"/>
                </a:lnTo>
                <a:lnTo>
                  <a:pt x="3401" y="29"/>
                </a:lnTo>
                <a:lnTo>
                  <a:pt x="3322" y="29"/>
                </a:lnTo>
                <a:lnTo>
                  <a:pt x="3322" y="0"/>
                </a:lnTo>
                <a:moveTo>
                  <a:pt x="3455" y="0"/>
                </a:moveTo>
                <a:lnTo>
                  <a:pt x="3534" y="0"/>
                </a:lnTo>
                <a:lnTo>
                  <a:pt x="3534" y="29"/>
                </a:lnTo>
                <a:lnTo>
                  <a:pt x="3455" y="29"/>
                </a:lnTo>
                <a:lnTo>
                  <a:pt x="3455" y="0"/>
                </a:lnTo>
                <a:moveTo>
                  <a:pt x="3588" y="0"/>
                </a:moveTo>
                <a:lnTo>
                  <a:pt x="3667" y="0"/>
                </a:lnTo>
                <a:lnTo>
                  <a:pt x="3667" y="29"/>
                </a:lnTo>
                <a:lnTo>
                  <a:pt x="3588" y="29"/>
                </a:lnTo>
                <a:lnTo>
                  <a:pt x="3588" y="0"/>
                </a:lnTo>
                <a:moveTo>
                  <a:pt x="3720" y="0"/>
                </a:moveTo>
                <a:lnTo>
                  <a:pt x="3800" y="0"/>
                </a:lnTo>
                <a:lnTo>
                  <a:pt x="3800" y="29"/>
                </a:lnTo>
                <a:lnTo>
                  <a:pt x="3720" y="29"/>
                </a:lnTo>
                <a:lnTo>
                  <a:pt x="3720" y="0"/>
                </a:lnTo>
                <a:moveTo>
                  <a:pt x="3853" y="0"/>
                </a:moveTo>
                <a:lnTo>
                  <a:pt x="3933" y="0"/>
                </a:lnTo>
                <a:lnTo>
                  <a:pt x="3933" y="29"/>
                </a:lnTo>
                <a:lnTo>
                  <a:pt x="3853" y="29"/>
                </a:lnTo>
                <a:lnTo>
                  <a:pt x="3853" y="0"/>
                </a:lnTo>
                <a:moveTo>
                  <a:pt x="3986" y="0"/>
                </a:moveTo>
                <a:lnTo>
                  <a:pt x="4066" y="0"/>
                </a:lnTo>
                <a:lnTo>
                  <a:pt x="4066" y="29"/>
                </a:lnTo>
                <a:lnTo>
                  <a:pt x="3986" y="29"/>
                </a:lnTo>
                <a:lnTo>
                  <a:pt x="3986" y="0"/>
                </a:lnTo>
                <a:moveTo>
                  <a:pt x="4119" y="0"/>
                </a:moveTo>
                <a:lnTo>
                  <a:pt x="4198" y="0"/>
                </a:lnTo>
                <a:lnTo>
                  <a:pt x="4198" y="29"/>
                </a:lnTo>
                <a:lnTo>
                  <a:pt x="4119" y="29"/>
                </a:lnTo>
                <a:lnTo>
                  <a:pt x="4119" y="0"/>
                </a:lnTo>
                <a:moveTo>
                  <a:pt x="4252" y="0"/>
                </a:moveTo>
                <a:lnTo>
                  <a:pt x="4331" y="0"/>
                </a:lnTo>
                <a:lnTo>
                  <a:pt x="4331" y="29"/>
                </a:lnTo>
                <a:lnTo>
                  <a:pt x="4252" y="29"/>
                </a:lnTo>
                <a:lnTo>
                  <a:pt x="4252" y="0"/>
                </a:lnTo>
                <a:moveTo>
                  <a:pt x="4385" y="0"/>
                </a:moveTo>
                <a:lnTo>
                  <a:pt x="4464" y="0"/>
                </a:lnTo>
                <a:lnTo>
                  <a:pt x="4464" y="29"/>
                </a:lnTo>
                <a:lnTo>
                  <a:pt x="4385" y="29"/>
                </a:lnTo>
                <a:lnTo>
                  <a:pt x="4385" y="0"/>
                </a:lnTo>
                <a:moveTo>
                  <a:pt x="4517" y="0"/>
                </a:moveTo>
                <a:lnTo>
                  <a:pt x="4597" y="0"/>
                </a:lnTo>
                <a:lnTo>
                  <a:pt x="4597" y="29"/>
                </a:lnTo>
                <a:lnTo>
                  <a:pt x="4517" y="29"/>
                </a:lnTo>
                <a:lnTo>
                  <a:pt x="4517" y="0"/>
                </a:lnTo>
                <a:moveTo>
                  <a:pt x="4650" y="0"/>
                </a:moveTo>
                <a:lnTo>
                  <a:pt x="4730" y="0"/>
                </a:lnTo>
                <a:lnTo>
                  <a:pt x="4730" y="29"/>
                </a:lnTo>
                <a:lnTo>
                  <a:pt x="4650" y="29"/>
                </a:lnTo>
                <a:lnTo>
                  <a:pt x="4650" y="0"/>
                </a:lnTo>
                <a:moveTo>
                  <a:pt x="4783" y="0"/>
                </a:moveTo>
                <a:lnTo>
                  <a:pt x="4862" y="0"/>
                </a:lnTo>
                <a:lnTo>
                  <a:pt x="4862" y="29"/>
                </a:lnTo>
                <a:lnTo>
                  <a:pt x="4783" y="29"/>
                </a:lnTo>
                <a:lnTo>
                  <a:pt x="4783" y="0"/>
                </a:lnTo>
                <a:moveTo>
                  <a:pt x="4916" y="0"/>
                </a:moveTo>
                <a:lnTo>
                  <a:pt x="4995" y="0"/>
                </a:lnTo>
                <a:lnTo>
                  <a:pt x="4995" y="29"/>
                </a:lnTo>
                <a:lnTo>
                  <a:pt x="4916" y="29"/>
                </a:lnTo>
                <a:lnTo>
                  <a:pt x="4916" y="0"/>
                </a:lnTo>
                <a:moveTo>
                  <a:pt x="5049" y="0"/>
                </a:moveTo>
                <a:lnTo>
                  <a:pt x="5128" y="0"/>
                </a:lnTo>
                <a:lnTo>
                  <a:pt x="5128" y="29"/>
                </a:lnTo>
                <a:lnTo>
                  <a:pt x="5049" y="29"/>
                </a:lnTo>
                <a:lnTo>
                  <a:pt x="5049" y="0"/>
                </a:lnTo>
                <a:moveTo>
                  <a:pt x="5182" y="0"/>
                </a:moveTo>
                <a:lnTo>
                  <a:pt x="5261" y="0"/>
                </a:lnTo>
                <a:lnTo>
                  <a:pt x="5261" y="29"/>
                </a:lnTo>
                <a:lnTo>
                  <a:pt x="5182" y="29"/>
                </a:lnTo>
                <a:lnTo>
                  <a:pt x="5182" y="0"/>
                </a:lnTo>
                <a:moveTo>
                  <a:pt x="5314" y="0"/>
                </a:moveTo>
                <a:lnTo>
                  <a:pt x="5394" y="0"/>
                </a:lnTo>
                <a:lnTo>
                  <a:pt x="5394" y="29"/>
                </a:lnTo>
                <a:lnTo>
                  <a:pt x="5314" y="29"/>
                </a:lnTo>
                <a:lnTo>
                  <a:pt x="5314" y="0"/>
                </a:lnTo>
                <a:moveTo>
                  <a:pt x="5447" y="0"/>
                </a:moveTo>
                <a:lnTo>
                  <a:pt x="5527" y="0"/>
                </a:lnTo>
                <a:lnTo>
                  <a:pt x="5527" y="29"/>
                </a:lnTo>
                <a:lnTo>
                  <a:pt x="5447" y="29"/>
                </a:lnTo>
                <a:lnTo>
                  <a:pt x="5447" y="0"/>
                </a:lnTo>
                <a:moveTo>
                  <a:pt x="5580" y="0"/>
                </a:moveTo>
                <a:lnTo>
                  <a:pt x="5659" y="0"/>
                </a:lnTo>
                <a:lnTo>
                  <a:pt x="5659" y="29"/>
                </a:lnTo>
                <a:lnTo>
                  <a:pt x="5580" y="29"/>
                </a:lnTo>
                <a:lnTo>
                  <a:pt x="5580" y="0"/>
                </a:lnTo>
                <a:moveTo>
                  <a:pt x="5713" y="0"/>
                </a:moveTo>
                <a:lnTo>
                  <a:pt x="5792" y="0"/>
                </a:lnTo>
                <a:lnTo>
                  <a:pt x="5792" y="29"/>
                </a:lnTo>
                <a:lnTo>
                  <a:pt x="5713" y="29"/>
                </a:lnTo>
                <a:lnTo>
                  <a:pt x="5713" y="0"/>
                </a:lnTo>
                <a:moveTo>
                  <a:pt x="5846" y="0"/>
                </a:moveTo>
                <a:lnTo>
                  <a:pt x="5925" y="0"/>
                </a:lnTo>
                <a:lnTo>
                  <a:pt x="5925" y="29"/>
                </a:lnTo>
                <a:lnTo>
                  <a:pt x="5846" y="29"/>
                </a:lnTo>
                <a:lnTo>
                  <a:pt x="5846" y="0"/>
                </a:lnTo>
                <a:moveTo>
                  <a:pt x="5978" y="0"/>
                </a:moveTo>
                <a:lnTo>
                  <a:pt x="6058" y="0"/>
                </a:lnTo>
                <a:lnTo>
                  <a:pt x="6058" y="29"/>
                </a:lnTo>
                <a:lnTo>
                  <a:pt x="5978" y="29"/>
                </a:lnTo>
                <a:lnTo>
                  <a:pt x="5978" y="0"/>
                </a:lnTo>
                <a:moveTo>
                  <a:pt x="6111" y="0"/>
                </a:moveTo>
                <a:lnTo>
                  <a:pt x="6191" y="0"/>
                </a:lnTo>
                <a:lnTo>
                  <a:pt x="6191" y="29"/>
                </a:lnTo>
                <a:lnTo>
                  <a:pt x="6111" y="29"/>
                </a:lnTo>
                <a:lnTo>
                  <a:pt x="6111" y="0"/>
                </a:lnTo>
                <a:moveTo>
                  <a:pt x="6244" y="0"/>
                </a:moveTo>
                <a:lnTo>
                  <a:pt x="6323" y="0"/>
                </a:lnTo>
                <a:lnTo>
                  <a:pt x="6323" y="29"/>
                </a:lnTo>
                <a:lnTo>
                  <a:pt x="6244" y="29"/>
                </a:lnTo>
                <a:lnTo>
                  <a:pt x="6244" y="0"/>
                </a:lnTo>
                <a:moveTo>
                  <a:pt x="6377" y="0"/>
                </a:moveTo>
                <a:lnTo>
                  <a:pt x="6456" y="0"/>
                </a:lnTo>
                <a:lnTo>
                  <a:pt x="6456" y="29"/>
                </a:lnTo>
                <a:lnTo>
                  <a:pt x="6377" y="29"/>
                </a:lnTo>
                <a:lnTo>
                  <a:pt x="6377" y="0"/>
                </a:lnTo>
                <a:moveTo>
                  <a:pt x="6510" y="0"/>
                </a:moveTo>
                <a:lnTo>
                  <a:pt x="6589" y="0"/>
                </a:lnTo>
                <a:lnTo>
                  <a:pt x="6589" y="29"/>
                </a:lnTo>
                <a:lnTo>
                  <a:pt x="6510" y="29"/>
                </a:lnTo>
                <a:lnTo>
                  <a:pt x="6510" y="0"/>
                </a:lnTo>
                <a:moveTo>
                  <a:pt x="6643" y="0"/>
                </a:moveTo>
                <a:lnTo>
                  <a:pt x="6722" y="0"/>
                </a:lnTo>
                <a:lnTo>
                  <a:pt x="6722" y="29"/>
                </a:lnTo>
                <a:lnTo>
                  <a:pt x="6643" y="29"/>
                </a:lnTo>
                <a:lnTo>
                  <a:pt x="6643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4072680" y="31176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457200" y="3360600"/>
            <a:ext cx="2768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Keuzedelen kiesbaarheid en groepsindeling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1" name=""/>
          <p:cNvSpPr/>
          <p:nvPr/>
        </p:nvSpPr>
        <p:spPr>
          <a:xfrm>
            <a:off x="3476520" y="3333600"/>
            <a:ext cx="419400" cy="190800"/>
          </a:xfrm>
          <a:custGeom>
            <a:avLst/>
            <a:gdLst/>
            <a:ahLst/>
            <a:rect l="0" t="0" r="r" b="b"/>
            <a:pathLst>
              <a:path w="1165" h="530">
                <a:moveTo>
                  <a:pt x="0" y="0"/>
                </a:moveTo>
                <a:lnTo>
                  <a:pt x="1165" y="0"/>
                </a:lnTo>
                <a:lnTo>
                  <a:pt x="1165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2905200" y="33775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3" name=""/>
          <p:cNvSpPr/>
          <p:nvPr/>
        </p:nvSpPr>
        <p:spPr>
          <a:xfrm>
            <a:off x="456840" y="3762360"/>
            <a:ext cx="1734120" cy="9720"/>
          </a:xfrm>
          <a:custGeom>
            <a:avLst/>
            <a:gdLst/>
            <a:ahLst/>
            <a:rect l="0" t="0" r="r" b="b"/>
            <a:pathLst>
              <a:path w="481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7"/>
                </a:lnTo>
                <a:lnTo>
                  <a:pt x="264" y="27"/>
                </a:lnTo>
                <a:lnTo>
                  <a:pt x="264" y="0"/>
                </a:lnTo>
                <a:moveTo>
                  <a:pt x="395" y="0"/>
                </a:moveTo>
                <a:lnTo>
                  <a:pt x="475" y="0"/>
                </a:lnTo>
                <a:lnTo>
                  <a:pt x="475" y="27"/>
                </a:lnTo>
                <a:lnTo>
                  <a:pt x="395" y="27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7"/>
                </a:lnTo>
                <a:lnTo>
                  <a:pt x="527" y="27"/>
                </a:lnTo>
                <a:lnTo>
                  <a:pt x="527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7"/>
                </a:lnTo>
                <a:lnTo>
                  <a:pt x="658" y="27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7"/>
                </a:lnTo>
                <a:lnTo>
                  <a:pt x="790" y="27"/>
                </a:lnTo>
                <a:lnTo>
                  <a:pt x="790" y="0"/>
                </a:lnTo>
                <a:moveTo>
                  <a:pt x="921" y="0"/>
                </a:moveTo>
                <a:lnTo>
                  <a:pt x="1001" y="0"/>
                </a:lnTo>
                <a:lnTo>
                  <a:pt x="1001" y="27"/>
                </a:lnTo>
                <a:lnTo>
                  <a:pt x="921" y="27"/>
                </a:lnTo>
                <a:lnTo>
                  <a:pt x="921" y="0"/>
                </a:lnTo>
                <a:moveTo>
                  <a:pt x="1053" y="0"/>
                </a:moveTo>
                <a:lnTo>
                  <a:pt x="1132" y="0"/>
                </a:lnTo>
                <a:lnTo>
                  <a:pt x="1132" y="27"/>
                </a:lnTo>
                <a:lnTo>
                  <a:pt x="1053" y="27"/>
                </a:lnTo>
                <a:lnTo>
                  <a:pt x="1053" y="0"/>
                </a:lnTo>
                <a:moveTo>
                  <a:pt x="1186" y="0"/>
                </a:moveTo>
                <a:lnTo>
                  <a:pt x="1265" y="0"/>
                </a:lnTo>
                <a:lnTo>
                  <a:pt x="1265" y="27"/>
                </a:lnTo>
                <a:lnTo>
                  <a:pt x="1186" y="27"/>
                </a:lnTo>
                <a:lnTo>
                  <a:pt x="1186" y="0"/>
                </a:lnTo>
                <a:moveTo>
                  <a:pt x="1317" y="0"/>
                </a:moveTo>
                <a:lnTo>
                  <a:pt x="1396" y="0"/>
                </a:lnTo>
                <a:lnTo>
                  <a:pt x="1396" y="27"/>
                </a:lnTo>
                <a:lnTo>
                  <a:pt x="1317" y="27"/>
                </a:lnTo>
                <a:lnTo>
                  <a:pt x="1317" y="0"/>
                </a:lnTo>
                <a:moveTo>
                  <a:pt x="1449" y="0"/>
                </a:moveTo>
                <a:lnTo>
                  <a:pt x="1528" y="0"/>
                </a:lnTo>
                <a:lnTo>
                  <a:pt x="1528" y="27"/>
                </a:lnTo>
                <a:lnTo>
                  <a:pt x="1449" y="27"/>
                </a:lnTo>
                <a:lnTo>
                  <a:pt x="1449" y="0"/>
                </a:lnTo>
                <a:moveTo>
                  <a:pt x="1580" y="0"/>
                </a:moveTo>
                <a:lnTo>
                  <a:pt x="1660" y="0"/>
                </a:lnTo>
                <a:lnTo>
                  <a:pt x="1660" y="27"/>
                </a:lnTo>
                <a:lnTo>
                  <a:pt x="1580" y="27"/>
                </a:lnTo>
                <a:lnTo>
                  <a:pt x="1580" y="0"/>
                </a:lnTo>
                <a:moveTo>
                  <a:pt x="1712" y="0"/>
                </a:moveTo>
                <a:lnTo>
                  <a:pt x="1791" y="0"/>
                </a:lnTo>
                <a:lnTo>
                  <a:pt x="1791" y="27"/>
                </a:lnTo>
                <a:lnTo>
                  <a:pt x="1712" y="27"/>
                </a:lnTo>
                <a:lnTo>
                  <a:pt x="1712" y="0"/>
                </a:lnTo>
                <a:moveTo>
                  <a:pt x="1843" y="0"/>
                </a:moveTo>
                <a:lnTo>
                  <a:pt x="1923" y="0"/>
                </a:lnTo>
                <a:lnTo>
                  <a:pt x="1923" y="27"/>
                </a:lnTo>
                <a:lnTo>
                  <a:pt x="1843" y="27"/>
                </a:lnTo>
                <a:lnTo>
                  <a:pt x="1843" y="0"/>
                </a:lnTo>
                <a:moveTo>
                  <a:pt x="1975" y="0"/>
                </a:moveTo>
                <a:lnTo>
                  <a:pt x="2054" y="0"/>
                </a:lnTo>
                <a:lnTo>
                  <a:pt x="2054" y="27"/>
                </a:lnTo>
                <a:lnTo>
                  <a:pt x="1975" y="27"/>
                </a:lnTo>
                <a:lnTo>
                  <a:pt x="1975" y="0"/>
                </a:lnTo>
                <a:moveTo>
                  <a:pt x="2106" y="0"/>
                </a:moveTo>
                <a:lnTo>
                  <a:pt x="2186" y="0"/>
                </a:lnTo>
                <a:lnTo>
                  <a:pt x="2186" y="27"/>
                </a:lnTo>
                <a:lnTo>
                  <a:pt x="2106" y="27"/>
                </a:lnTo>
                <a:lnTo>
                  <a:pt x="2106" y="0"/>
                </a:lnTo>
                <a:moveTo>
                  <a:pt x="2238" y="0"/>
                </a:moveTo>
                <a:lnTo>
                  <a:pt x="2317" y="0"/>
                </a:lnTo>
                <a:lnTo>
                  <a:pt x="2317" y="27"/>
                </a:lnTo>
                <a:lnTo>
                  <a:pt x="2238" y="27"/>
                </a:lnTo>
                <a:lnTo>
                  <a:pt x="2238" y="0"/>
                </a:lnTo>
                <a:moveTo>
                  <a:pt x="2370" y="0"/>
                </a:moveTo>
                <a:lnTo>
                  <a:pt x="2449" y="0"/>
                </a:lnTo>
                <a:lnTo>
                  <a:pt x="2449" y="27"/>
                </a:lnTo>
                <a:lnTo>
                  <a:pt x="2370" y="27"/>
                </a:lnTo>
                <a:lnTo>
                  <a:pt x="2370" y="0"/>
                </a:lnTo>
                <a:moveTo>
                  <a:pt x="2501" y="0"/>
                </a:moveTo>
                <a:lnTo>
                  <a:pt x="2580" y="0"/>
                </a:lnTo>
                <a:lnTo>
                  <a:pt x="2580" y="27"/>
                </a:lnTo>
                <a:lnTo>
                  <a:pt x="2501" y="27"/>
                </a:lnTo>
                <a:lnTo>
                  <a:pt x="2501" y="0"/>
                </a:lnTo>
                <a:moveTo>
                  <a:pt x="2633" y="0"/>
                </a:moveTo>
                <a:lnTo>
                  <a:pt x="2712" y="0"/>
                </a:lnTo>
                <a:lnTo>
                  <a:pt x="2712" y="27"/>
                </a:lnTo>
                <a:lnTo>
                  <a:pt x="2633" y="27"/>
                </a:lnTo>
                <a:lnTo>
                  <a:pt x="2633" y="0"/>
                </a:lnTo>
                <a:moveTo>
                  <a:pt x="2764" y="0"/>
                </a:moveTo>
                <a:lnTo>
                  <a:pt x="2844" y="0"/>
                </a:lnTo>
                <a:lnTo>
                  <a:pt x="2844" y="27"/>
                </a:lnTo>
                <a:lnTo>
                  <a:pt x="2764" y="27"/>
                </a:lnTo>
                <a:lnTo>
                  <a:pt x="2764" y="0"/>
                </a:lnTo>
                <a:moveTo>
                  <a:pt x="2896" y="0"/>
                </a:moveTo>
                <a:lnTo>
                  <a:pt x="2975" y="0"/>
                </a:lnTo>
                <a:lnTo>
                  <a:pt x="2975" y="27"/>
                </a:lnTo>
                <a:lnTo>
                  <a:pt x="2896" y="27"/>
                </a:lnTo>
                <a:lnTo>
                  <a:pt x="2896" y="0"/>
                </a:lnTo>
                <a:moveTo>
                  <a:pt x="3027" y="0"/>
                </a:moveTo>
                <a:lnTo>
                  <a:pt x="3107" y="0"/>
                </a:lnTo>
                <a:lnTo>
                  <a:pt x="3107" y="27"/>
                </a:lnTo>
                <a:lnTo>
                  <a:pt x="3027" y="27"/>
                </a:lnTo>
                <a:lnTo>
                  <a:pt x="3027" y="0"/>
                </a:lnTo>
                <a:moveTo>
                  <a:pt x="3159" y="0"/>
                </a:moveTo>
                <a:lnTo>
                  <a:pt x="3238" y="0"/>
                </a:lnTo>
                <a:lnTo>
                  <a:pt x="3238" y="27"/>
                </a:lnTo>
                <a:lnTo>
                  <a:pt x="3159" y="27"/>
                </a:lnTo>
                <a:lnTo>
                  <a:pt x="3159" y="0"/>
                </a:lnTo>
                <a:moveTo>
                  <a:pt x="3290" y="0"/>
                </a:moveTo>
                <a:lnTo>
                  <a:pt x="3370" y="0"/>
                </a:lnTo>
                <a:lnTo>
                  <a:pt x="3370" y="27"/>
                </a:lnTo>
                <a:lnTo>
                  <a:pt x="3290" y="27"/>
                </a:lnTo>
                <a:lnTo>
                  <a:pt x="3290" y="0"/>
                </a:lnTo>
                <a:moveTo>
                  <a:pt x="3422" y="0"/>
                </a:moveTo>
                <a:lnTo>
                  <a:pt x="3501" y="0"/>
                </a:lnTo>
                <a:lnTo>
                  <a:pt x="3501" y="27"/>
                </a:lnTo>
                <a:lnTo>
                  <a:pt x="3422" y="27"/>
                </a:lnTo>
                <a:lnTo>
                  <a:pt x="3422" y="0"/>
                </a:lnTo>
                <a:moveTo>
                  <a:pt x="3554" y="0"/>
                </a:moveTo>
                <a:lnTo>
                  <a:pt x="3633" y="0"/>
                </a:lnTo>
                <a:lnTo>
                  <a:pt x="3633" y="27"/>
                </a:lnTo>
                <a:lnTo>
                  <a:pt x="3554" y="27"/>
                </a:lnTo>
                <a:lnTo>
                  <a:pt x="3554" y="0"/>
                </a:lnTo>
                <a:moveTo>
                  <a:pt x="3685" y="0"/>
                </a:moveTo>
                <a:lnTo>
                  <a:pt x="3764" y="0"/>
                </a:lnTo>
                <a:lnTo>
                  <a:pt x="3764" y="27"/>
                </a:lnTo>
                <a:lnTo>
                  <a:pt x="3685" y="27"/>
                </a:lnTo>
                <a:lnTo>
                  <a:pt x="3685" y="0"/>
                </a:lnTo>
                <a:moveTo>
                  <a:pt x="3817" y="0"/>
                </a:moveTo>
                <a:lnTo>
                  <a:pt x="3896" y="0"/>
                </a:lnTo>
                <a:lnTo>
                  <a:pt x="3896" y="27"/>
                </a:lnTo>
                <a:lnTo>
                  <a:pt x="3817" y="27"/>
                </a:lnTo>
                <a:lnTo>
                  <a:pt x="3817" y="0"/>
                </a:lnTo>
                <a:moveTo>
                  <a:pt x="3948" y="0"/>
                </a:moveTo>
                <a:lnTo>
                  <a:pt x="4028" y="0"/>
                </a:lnTo>
                <a:lnTo>
                  <a:pt x="4028" y="27"/>
                </a:lnTo>
                <a:lnTo>
                  <a:pt x="3948" y="27"/>
                </a:lnTo>
                <a:lnTo>
                  <a:pt x="3948" y="0"/>
                </a:lnTo>
                <a:moveTo>
                  <a:pt x="4080" y="0"/>
                </a:moveTo>
                <a:lnTo>
                  <a:pt x="4159" y="0"/>
                </a:lnTo>
                <a:lnTo>
                  <a:pt x="4159" y="27"/>
                </a:lnTo>
                <a:lnTo>
                  <a:pt x="4080" y="27"/>
                </a:lnTo>
                <a:lnTo>
                  <a:pt x="4080" y="0"/>
                </a:lnTo>
                <a:moveTo>
                  <a:pt x="4211" y="0"/>
                </a:moveTo>
                <a:lnTo>
                  <a:pt x="4291" y="0"/>
                </a:lnTo>
                <a:lnTo>
                  <a:pt x="4291" y="27"/>
                </a:lnTo>
                <a:lnTo>
                  <a:pt x="4211" y="27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27"/>
                </a:lnTo>
                <a:lnTo>
                  <a:pt x="4343" y="27"/>
                </a:lnTo>
                <a:lnTo>
                  <a:pt x="4343" y="0"/>
                </a:lnTo>
                <a:moveTo>
                  <a:pt x="4474" y="0"/>
                </a:moveTo>
                <a:lnTo>
                  <a:pt x="4554" y="0"/>
                </a:lnTo>
                <a:lnTo>
                  <a:pt x="4554" y="27"/>
                </a:lnTo>
                <a:lnTo>
                  <a:pt x="4474" y="27"/>
                </a:lnTo>
                <a:lnTo>
                  <a:pt x="4474" y="0"/>
                </a:lnTo>
                <a:moveTo>
                  <a:pt x="4606" y="0"/>
                </a:moveTo>
                <a:lnTo>
                  <a:pt x="4685" y="0"/>
                </a:lnTo>
                <a:lnTo>
                  <a:pt x="4685" y="27"/>
                </a:lnTo>
                <a:lnTo>
                  <a:pt x="4606" y="27"/>
                </a:lnTo>
                <a:lnTo>
                  <a:pt x="4606" y="0"/>
                </a:lnTo>
                <a:moveTo>
                  <a:pt x="4738" y="0"/>
                </a:moveTo>
                <a:lnTo>
                  <a:pt x="4817" y="0"/>
                </a:lnTo>
                <a:lnTo>
                  <a:pt x="4817" y="27"/>
                </a:lnTo>
                <a:lnTo>
                  <a:pt x="4738" y="27"/>
                </a:lnTo>
                <a:lnTo>
                  <a:pt x="4738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3650040" y="336528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457200" y="3618000"/>
            <a:ext cx="19162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Informatiestromen hoofdplaat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6" name=""/>
          <p:cNvSpPr/>
          <p:nvPr/>
        </p:nvSpPr>
        <p:spPr>
          <a:xfrm>
            <a:off x="3476520" y="3590640"/>
            <a:ext cx="581400" cy="190800"/>
          </a:xfrm>
          <a:custGeom>
            <a:avLst/>
            <a:gdLst/>
            <a:ahLst/>
            <a:rect l="0" t="0" r="r" b="b"/>
            <a:pathLst>
              <a:path w="1615" h="530">
                <a:moveTo>
                  <a:pt x="0" y="0"/>
                </a:moveTo>
                <a:lnTo>
                  <a:pt x="1615" y="0"/>
                </a:lnTo>
                <a:lnTo>
                  <a:pt x="1615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2219400" y="36349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3730680" y="362232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457200" y="3906360"/>
            <a:ext cx="9371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Stand van 14 september. Onderwerpen zijn de milestones; de balklengte is het aantal issues, groen gesloten, grijs open; het icoon markeert werk dat als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457200" y="4087440"/>
            <a:ext cx="8958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pull request ter review ligt. Oranje: staat vandaag op de agenda. Niet getoond: Agent-harness (Public, 2 open) en de interne milestones van meta.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1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1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19" name=""/>
          <p:cNvSpPr/>
          <p:nvPr/>
        </p:nvSpPr>
        <p:spPr>
          <a:xfrm>
            <a:off x="194760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2" y="332"/>
                </a:cubicBezTo>
                <a:cubicBezTo>
                  <a:pt x="548" y="351"/>
                  <a:pt x="543" y="369"/>
                  <a:pt x="536" y="385"/>
                </a:cubicBezTo>
                <a:cubicBezTo>
                  <a:pt x="529" y="402"/>
                  <a:pt x="520" y="418"/>
                  <a:pt x="510" y="434"/>
                </a:cubicBezTo>
                <a:cubicBezTo>
                  <a:pt x="500" y="449"/>
                  <a:pt x="488" y="463"/>
                  <a:pt x="475" y="476"/>
                </a:cubicBezTo>
                <a:cubicBezTo>
                  <a:pt x="463" y="489"/>
                  <a:pt x="449" y="500"/>
                  <a:pt x="433" y="510"/>
                </a:cubicBezTo>
                <a:cubicBezTo>
                  <a:pt x="417" y="520"/>
                  <a:pt x="401" y="529"/>
                  <a:pt x="384" y="536"/>
                </a:cubicBezTo>
                <a:cubicBezTo>
                  <a:pt x="368" y="543"/>
                  <a:pt x="350" y="548"/>
                  <a:pt x="332" y="552"/>
                </a:cubicBezTo>
                <a:cubicBezTo>
                  <a:pt x="314" y="555"/>
                  <a:pt x="296" y="557"/>
                  <a:pt x="278" y="557"/>
                </a:cubicBezTo>
                <a:cubicBezTo>
                  <a:pt x="260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9" y="500"/>
                  <a:pt x="94" y="489"/>
                  <a:pt x="82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9"/>
                  <a:pt x="9" y="351"/>
                  <a:pt x="6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4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cubicBezTo>
                  <a:pt x="296" y="0"/>
                  <a:pt x="314" y="2"/>
                  <a:pt x="332" y="6"/>
                </a:cubicBezTo>
                <a:cubicBezTo>
                  <a:pt x="350" y="9"/>
                  <a:pt x="368" y="15"/>
                  <a:pt x="384" y="22"/>
                </a:cubicBezTo>
                <a:cubicBezTo>
                  <a:pt x="401" y="28"/>
                  <a:pt x="417" y="37"/>
                  <a:pt x="433" y="47"/>
                </a:cubicBezTo>
                <a:cubicBezTo>
                  <a:pt x="449" y="57"/>
                  <a:pt x="463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2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0" name=""/>
          <p:cNvSpPr/>
          <p:nvPr/>
        </p:nvSpPr>
        <p:spPr>
          <a:xfrm>
            <a:off x="1990440" y="16095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6" y="95"/>
                  <a:pt x="80" y="100"/>
                  <a:pt x="73" y="103"/>
                </a:cubicBezTo>
                <a:cubicBezTo>
                  <a:pt x="67" y="105"/>
                  <a:pt x="60" y="107"/>
                  <a:pt x="53" y="107"/>
                </a:cubicBezTo>
                <a:cubicBezTo>
                  <a:pt x="46" y="107"/>
                  <a:pt x="39" y="105"/>
                  <a:pt x="33" y="103"/>
                </a:cubicBezTo>
                <a:cubicBezTo>
                  <a:pt x="26" y="100"/>
                  <a:pt x="21" y="95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7"/>
                  <a:pt x="86" y="10"/>
                  <a:pt x="92" y="15"/>
                </a:cubicBezTo>
                <a:cubicBezTo>
                  <a:pt x="97" y="20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1" name=""/>
          <p:cNvSpPr/>
          <p:nvPr/>
        </p:nvSpPr>
        <p:spPr>
          <a:xfrm>
            <a:off x="1990440" y="1704960"/>
            <a:ext cx="38520" cy="38160"/>
          </a:xfrm>
          <a:custGeom>
            <a:avLst/>
            <a:gdLst/>
            <a:ahLst/>
            <a:rect l="0" t="0" r="r" b="b"/>
            <a:pathLst>
              <a:path w="107" h="106">
                <a:moveTo>
                  <a:pt x="107" y="53"/>
                </a:moveTo>
                <a:cubicBezTo>
                  <a:pt x="107" y="60"/>
                  <a:pt x="106" y="67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2" name=""/>
          <p:cNvSpPr/>
          <p:nvPr/>
        </p:nvSpPr>
        <p:spPr>
          <a:xfrm>
            <a:off x="2071440" y="16570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4"/>
                </a:cubicBezTo>
                <a:cubicBezTo>
                  <a:pt x="100" y="81"/>
                  <a:pt x="96" y="87"/>
                  <a:pt x="92" y="92"/>
                </a:cubicBezTo>
                <a:cubicBezTo>
                  <a:pt x="87" y="97"/>
                  <a:pt x="81" y="100"/>
                  <a:pt x="73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7" y="2"/>
                  <a:pt x="73" y="4"/>
                </a:cubicBezTo>
                <a:cubicBezTo>
                  <a:pt x="81" y="7"/>
                  <a:pt x="87" y="11"/>
                  <a:pt x="92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3" name=""/>
          <p:cNvSpPr/>
          <p:nvPr/>
        </p:nvSpPr>
        <p:spPr>
          <a:xfrm>
            <a:off x="2009520" y="1647720"/>
            <a:ext cx="62280" cy="57600"/>
          </a:xfrm>
          <a:custGeom>
            <a:avLst/>
            <a:gdLst/>
            <a:ahLst/>
            <a:rect l="0" t="0" r="r" b="b"/>
            <a:pathLst>
              <a:path fill="none" w="173" h="160">
                <a:moveTo>
                  <a:pt x="0" y="0"/>
                </a:moveTo>
                <a:lnTo>
                  <a:pt x="0" y="160"/>
                </a:lnTo>
                <a:moveTo>
                  <a:pt x="0" y="79"/>
                </a:moveTo>
                <a:lnTo>
                  <a:pt x="173" y="79"/>
                </a:lnTo>
              </a:path>
            </a:pathLst>
          </a:custGeom>
          <a:ln cap="rnd" w="14040">
            <a:solidFill>
              <a:srgbClr val="ffffff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439920" y="910440"/>
            <a:ext cx="6774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er sinds 1 september is verzet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5" name=""/>
          <p:cNvSpPr/>
          <p:nvPr/>
        </p:nvSpPr>
        <p:spPr>
          <a:xfrm>
            <a:off x="3243240" y="1576080"/>
            <a:ext cx="200160" cy="200520"/>
          </a:xfrm>
          <a:custGeom>
            <a:avLst/>
            <a:gdLst/>
            <a:ahLst/>
            <a:rect l="0" t="0" r="r" b="b"/>
            <a:pathLst>
              <a:path w="556" h="557">
                <a:moveTo>
                  <a:pt x="556" y="278"/>
                </a:moveTo>
                <a:cubicBezTo>
                  <a:pt x="556" y="296"/>
                  <a:pt x="554" y="314"/>
                  <a:pt x="551" y="332"/>
                </a:cubicBezTo>
                <a:cubicBezTo>
                  <a:pt x="547" y="351"/>
                  <a:pt x="542" y="369"/>
                  <a:pt x="535" y="385"/>
                </a:cubicBezTo>
                <a:cubicBezTo>
                  <a:pt x="528" y="402"/>
                  <a:pt x="520" y="418"/>
                  <a:pt x="509" y="434"/>
                </a:cubicBezTo>
                <a:cubicBezTo>
                  <a:pt x="499" y="449"/>
                  <a:pt x="488" y="463"/>
                  <a:pt x="475" y="476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0" y="548"/>
                  <a:pt x="333" y="552"/>
                </a:cubicBezTo>
                <a:cubicBezTo>
                  <a:pt x="315" y="555"/>
                  <a:pt x="297" y="557"/>
                  <a:pt x="278" y="557"/>
                </a:cubicBezTo>
                <a:cubicBezTo>
                  <a:pt x="260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8" y="520"/>
                  <a:pt x="123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8" y="463"/>
                  <a:pt x="57" y="449"/>
                  <a:pt x="46" y="434"/>
                </a:cubicBezTo>
                <a:cubicBezTo>
                  <a:pt x="36" y="418"/>
                  <a:pt x="28" y="402"/>
                  <a:pt x="21" y="385"/>
                </a:cubicBezTo>
                <a:cubicBezTo>
                  <a:pt x="14" y="369"/>
                  <a:pt x="8" y="351"/>
                  <a:pt x="5" y="332"/>
                </a:cubicBezTo>
                <a:cubicBezTo>
                  <a:pt x="1" y="314"/>
                  <a:pt x="0" y="296"/>
                  <a:pt x="0" y="278"/>
                </a:cubicBezTo>
                <a:cubicBezTo>
                  <a:pt x="0" y="260"/>
                  <a:pt x="1" y="242"/>
                  <a:pt x="5" y="224"/>
                </a:cubicBezTo>
                <a:cubicBezTo>
                  <a:pt x="8" y="206"/>
                  <a:pt x="14" y="189"/>
                  <a:pt x="21" y="172"/>
                </a:cubicBezTo>
                <a:cubicBezTo>
                  <a:pt x="28" y="155"/>
                  <a:pt x="36" y="139"/>
                  <a:pt x="46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8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0" y="9"/>
                  <a:pt x="368" y="15"/>
                  <a:pt x="385" y="22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499" y="109"/>
                  <a:pt x="509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9"/>
                  <a:pt x="547" y="206"/>
                  <a:pt x="551" y="224"/>
                </a:cubicBezTo>
                <a:cubicBezTo>
                  <a:pt x="554" y="242"/>
                  <a:pt x="556" y="260"/>
                  <a:pt x="556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6" name=""/>
          <p:cNvSpPr/>
          <p:nvPr/>
        </p:nvSpPr>
        <p:spPr>
          <a:xfrm>
            <a:off x="3342960" y="1628640"/>
            <a:ext cx="0" cy="9504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7" name=""/>
          <p:cNvSpPr/>
          <p:nvPr/>
        </p:nvSpPr>
        <p:spPr>
          <a:xfrm>
            <a:off x="3295440" y="1676160"/>
            <a:ext cx="95400" cy="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-8280" bIns="-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2212200" y="1607040"/>
            <a:ext cx="7826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PR gemerged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9" name=""/>
          <p:cNvSpPr/>
          <p:nvPr/>
        </p:nvSpPr>
        <p:spPr>
          <a:xfrm>
            <a:off x="440496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2" y="332"/>
                </a:cubicBezTo>
                <a:cubicBezTo>
                  <a:pt x="548" y="351"/>
                  <a:pt x="543" y="369"/>
                  <a:pt x="536" y="385"/>
                </a:cubicBezTo>
                <a:cubicBezTo>
                  <a:pt x="529" y="402"/>
                  <a:pt x="520" y="418"/>
                  <a:pt x="510" y="434"/>
                </a:cubicBezTo>
                <a:cubicBezTo>
                  <a:pt x="500" y="449"/>
                  <a:pt x="489" y="463"/>
                  <a:pt x="476" y="476"/>
                </a:cubicBezTo>
                <a:cubicBezTo>
                  <a:pt x="463" y="489"/>
                  <a:pt x="449" y="500"/>
                  <a:pt x="434" y="510"/>
                </a:cubicBezTo>
                <a:cubicBezTo>
                  <a:pt x="418" y="520"/>
                  <a:pt x="402" y="529"/>
                  <a:pt x="386" y="536"/>
                </a:cubicBezTo>
                <a:cubicBezTo>
                  <a:pt x="369" y="543"/>
                  <a:pt x="351" y="548"/>
                  <a:pt x="333" y="552"/>
                </a:cubicBezTo>
                <a:cubicBezTo>
                  <a:pt x="316" y="555"/>
                  <a:pt x="298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9" y="500"/>
                  <a:pt x="95" y="489"/>
                  <a:pt x="82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8"/>
                  <a:pt x="29" y="402"/>
                  <a:pt x="22" y="385"/>
                </a:cubicBezTo>
                <a:cubicBezTo>
                  <a:pt x="15" y="369"/>
                  <a:pt x="9" y="351"/>
                  <a:pt x="6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5" y="189"/>
                  <a:pt x="22" y="172"/>
                </a:cubicBezTo>
                <a:cubicBezTo>
                  <a:pt x="29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8" y="0"/>
                  <a:pt x="316" y="2"/>
                  <a:pt x="333" y="6"/>
                </a:cubicBezTo>
                <a:cubicBezTo>
                  <a:pt x="351" y="9"/>
                  <a:pt x="369" y="15"/>
                  <a:pt x="386" y="22"/>
                </a:cubicBezTo>
                <a:cubicBezTo>
                  <a:pt x="402" y="28"/>
                  <a:pt x="418" y="37"/>
                  <a:pt x="434" y="47"/>
                </a:cubicBezTo>
                <a:cubicBezTo>
                  <a:pt x="449" y="57"/>
                  <a:pt x="463" y="69"/>
                  <a:pt x="476" y="82"/>
                </a:cubicBezTo>
                <a:cubicBezTo>
                  <a:pt x="489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2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0" name=""/>
          <p:cNvSpPr/>
          <p:nvPr/>
        </p:nvSpPr>
        <p:spPr>
          <a:xfrm>
            <a:off x="4457520" y="1643040"/>
            <a:ext cx="95760" cy="71640"/>
          </a:xfrm>
          <a:custGeom>
            <a:avLst/>
            <a:gdLst/>
            <a:ahLst/>
            <a:rect l="0" t="0" r="r" b="b"/>
            <a:pathLst>
              <a:path fill="none" w="266" h="199">
                <a:moveTo>
                  <a:pt x="0" y="106"/>
                </a:moveTo>
                <a:lnTo>
                  <a:pt x="93" y="199"/>
                </a:lnTo>
                <a:lnTo>
                  <a:pt x="266" y="0"/>
                </a:lnTo>
              </a:path>
            </a:pathLst>
          </a:custGeom>
          <a:ln cap="rnd" w="16560">
            <a:solidFill>
              <a:srgbClr val="ffffff"/>
            </a:solidFill>
            <a:round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3506760" y="1607040"/>
            <a:ext cx="6940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PR geopend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2" name=""/>
          <p:cNvSpPr/>
          <p:nvPr/>
        </p:nvSpPr>
        <p:spPr>
          <a:xfrm>
            <a:off x="566244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1" y="332"/>
                </a:cubicBezTo>
                <a:cubicBezTo>
                  <a:pt x="548" y="351"/>
                  <a:pt x="542" y="369"/>
                  <a:pt x="535" y="385"/>
                </a:cubicBezTo>
                <a:cubicBezTo>
                  <a:pt x="528" y="402"/>
                  <a:pt x="520" y="418"/>
                  <a:pt x="510" y="434"/>
                </a:cubicBezTo>
                <a:cubicBezTo>
                  <a:pt x="500" y="449"/>
                  <a:pt x="488" y="463"/>
                  <a:pt x="475" y="476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5" y="552"/>
                </a:cubicBezTo>
                <a:cubicBezTo>
                  <a:pt x="207" y="548"/>
                  <a:pt x="189" y="543"/>
                  <a:pt x="172" y="536"/>
                </a:cubicBezTo>
                <a:cubicBezTo>
                  <a:pt x="156" y="529"/>
                  <a:pt x="140" y="520"/>
                  <a:pt x="124" y="510"/>
                </a:cubicBezTo>
                <a:cubicBezTo>
                  <a:pt x="109" y="500"/>
                  <a:pt x="95" y="489"/>
                  <a:pt x="81" y="476"/>
                </a:cubicBezTo>
                <a:cubicBezTo>
                  <a:pt x="68" y="463"/>
                  <a:pt x="57" y="449"/>
                  <a:pt x="47" y="434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9"/>
                  <a:pt x="9" y="351"/>
                  <a:pt x="5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40" y="37"/>
                  <a:pt x="156" y="28"/>
                  <a:pt x="172" y="22"/>
                </a:cubicBezTo>
                <a:cubicBezTo>
                  <a:pt x="189" y="15"/>
                  <a:pt x="207" y="9"/>
                  <a:pt x="225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9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3" name=""/>
          <p:cNvSpPr/>
          <p:nvPr/>
        </p:nvSpPr>
        <p:spPr>
          <a:xfrm>
            <a:off x="5762520" y="1628640"/>
            <a:ext cx="0" cy="9504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4" name=""/>
          <p:cNvSpPr/>
          <p:nvPr/>
        </p:nvSpPr>
        <p:spPr>
          <a:xfrm>
            <a:off x="5714640" y="1676160"/>
            <a:ext cx="95400" cy="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-8280" bIns="-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4668120" y="1607040"/>
            <a:ext cx="8953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issues gesloten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6" name=""/>
          <p:cNvSpPr/>
          <p:nvPr/>
        </p:nvSpPr>
        <p:spPr>
          <a:xfrm>
            <a:off x="6900840" y="1576080"/>
            <a:ext cx="200160" cy="200520"/>
          </a:xfrm>
          <a:custGeom>
            <a:avLst/>
            <a:gdLst/>
            <a:ahLst/>
            <a:rect l="0" t="0" r="r" b="b"/>
            <a:pathLst>
              <a:path w="556" h="557">
                <a:moveTo>
                  <a:pt x="556" y="278"/>
                </a:moveTo>
                <a:cubicBezTo>
                  <a:pt x="556" y="296"/>
                  <a:pt x="554" y="314"/>
                  <a:pt x="551" y="332"/>
                </a:cubicBezTo>
                <a:cubicBezTo>
                  <a:pt x="547" y="351"/>
                  <a:pt x="542" y="369"/>
                  <a:pt x="535" y="385"/>
                </a:cubicBezTo>
                <a:cubicBezTo>
                  <a:pt x="527" y="402"/>
                  <a:pt x="519" y="418"/>
                  <a:pt x="508" y="434"/>
                </a:cubicBezTo>
                <a:cubicBezTo>
                  <a:pt x="498" y="449"/>
                  <a:pt x="487" y="463"/>
                  <a:pt x="474" y="476"/>
                </a:cubicBezTo>
                <a:cubicBezTo>
                  <a:pt x="461" y="489"/>
                  <a:pt x="447" y="500"/>
                  <a:pt x="432" y="510"/>
                </a:cubicBezTo>
                <a:cubicBezTo>
                  <a:pt x="417" y="520"/>
                  <a:pt x="401" y="529"/>
                  <a:pt x="384" y="536"/>
                </a:cubicBezTo>
                <a:cubicBezTo>
                  <a:pt x="367" y="543"/>
                  <a:pt x="349" y="548"/>
                  <a:pt x="332" y="552"/>
                </a:cubicBezTo>
                <a:cubicBezTo>
                  <a:pt x="314" y="555"/>
                  <a:pt x="296" y="557"/>
                  <a:pt x="277" y="557"/>
                </a:cubicBezTo>
                <a:cubicBezTo>
                  <a:pt x="259" y="557"/>
                  <a:pt x="241" y="555"/>
                  <a:pt x="223" y="552"/>
                </a:cubicBezTo>
                <a:cubicBezTo>
                  <a:pt x="205" y="548"/>
                  <a:pt x="188" y="543"/>
                  <a:pt x="171" y="536"/>
                </a:cubicBezTo>
                <a:cubicBezTo>
                  <a:pt x="154" y="529"/>
                  <a:pt x="138" y="520"/>
                  <a:pt x="123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8" y="463"/>
                  <a:pt x="57" y="449"/>
                  <a:pt x="46" y="434"/>
                </a:cubicBezTo>
                <a:cubicBezTo>
                  <a:pt x="36" y="418"/>
                  <a:pt x="28" y="402"/>
                  <a:pt x="21" y="385"/>
                </a:cubicBezTo>
                <a:cubicBezTo>
                  <a:pt x="14" y="369"/>
                  <a:pt x="8" y="351"/>
                  <a:pt x="5" y="332"/>
                </a:cubicBezTo>
                <a:cubicBezTo>
                  <a:pt x="1" y="314"/>
                  <a:pt x="0" y="296"/>
                  <a:pt x="0" y="278"/>
                </a:cubicBezTo>
                <a:cubicBezTo>
                  <a:pt x="0" y="260"/>
                  <a:pt x="1" y="242"/>
                  <a:pt x="5" y="224"/>
                </a:cubicBezTo>
                <a:cubicBezTo>
                  <a:pt x="8" y="206"/>
                  <a:pt x="14" y="189"/>
                  <a:pt x="21" y="172"/>
                </a:cubicBezTo>
                <a:cubicBezTo>
                  <a:pt x="28" y="155"/>
                  <a:pt x="36" y="139"/>
                  <a:pt x="46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8" y="37"/>
                  <a:pt x="154" y="28"/>
                  <a:pt x="171" y="22"/>
                </a:cubicBezTo>
                <a:cubicBezTo>
                  <a:pt x="188" y="15"/>
                  <a:pt x="205" y="9"/>
                  <a:pt x="223" y="6"/>
                </a:cubicBezTo>
                <a:cubicBezTo>
                  <a:pt x="241" y="2"/>
                  <a:pt x="259" y="0"/>
                  <a:pt x="277" y="0"/>
                </a:cubicBezTo>
                <a:cubicBezTo>
                  <a:pt x="296" y="0"/>
                  <a:pt x="314" y="2"/>
                  <a:pt x="332" y="6"/>
                </a:cubicBezTo>
                <a:cubicBezTo>
                  <a:pt x="349" y="9"/>
                  <a:pt x="367" y="15"/>
                  <a:pt x="384" y="22"/>
                </a:cubicBezTo>
                <a:cubicBezTo>
                  <a:pt x="401" y="28"/>
                  <a:pt x="417" y="37"/>
                  <a:pt x="432" y="47"/>
                </a:cubicBezTo>
                <a:cubicBezTo>
                  <a:pt x="447" y="57"/>
                  <a:pt x="461" y="69"/>
                  <a:pt x="474" y="82"/>
                </a:cubicBezTo>
                <a:cubicBezTo>
                  <a:pt x="487" y="95"/>
                  <a:pt x="498" y="109"/>
                  <a:pt x="508" y="124"/>
                </a:cubicBezTo>
                <a:cubicBezTo>
                  <a:pt x="519" y="139"/>
                  <a:pt x="527" y="155"/>
                  <a:pt x="535" y="172"/>
                </a:cubicBezTo>
                <a:cubicBezTo>
                  <a:pt x="542" y="189"/>
                  <a:pt x="547" y="206"/>
                  <a:pt x="551" y="224"/>
                </a:cubicBezTo>
                <a:cubicBezTo>
                  <a:pt x="554" y="242"/>
                  <a:pt x="556" y="260"/>
                  <a:pt x="556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7" name=""/>
          <p:cNvSpPr/>
          <p:nvPr/>
        </p:nvSpPr>
        <p:spPr>
          <a:xfrm>
            <a:off x="6933960" y="1676160"/>
            <a:ext cx="133560" cy="0"/>
          </a:xfrm>
          <a:prstGeom prst="line">
            <a:avLst/>
          </a:prstGeom>
          <a:ln w="14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8" name=""/>
          <p:cNvSpPr/>
          <p:nvPr/>
        </p:nvSpPr>
        <p:spPr>
          <a:xfrm>
            <a:off x="6972120" y="1647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3" y="30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5924520" y="1607040"/>
            <a:ext cx="9028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issues geopend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0" name=""/>
          <p:cNvSpPr txBox="1"/>
          <p:nvPr/>
        </p:nvSpPr>
        <p:spPr>
          <a:xfrm>
            <a:off x="7166520" y="1607040"/>
            <a:ext cx="928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commits op dev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1" name=""/>
          <p:cNvSpPr/>
          <p:nvPr/>
        </p:nvSpPr>
        <p:spPr>
          <a:xfrm>
            <a:off x="18619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2" name=""/>
          <p:cNvSpPr/>
          <p:nvPr/>
        </p:nvSpPr>
        <p:spPr>
          <a:xfrm>
            <a:off x="18619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457200" y="2053080"/>
            <a:ext cx="4428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Public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4" name=""/>
          <p:cNvSpPr/>
          <p:nvPr/>
        </p:nvSpPr>
        <p:spPr>
          <a:xfrm>
            <a:off x="31194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5" name=""/>
          <p:cNvSpPr/>
          <p:nvPr/>
        </p:nvSpPr>
        <p:spPr>
          <a:xfrm>
            <a:off x="31194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6" name=""/>
          <p:cNvSpPr txBox="1"/>
          <p:nvPr/>
        </p:nvSpPr>
        <p:spPr>
          <a:xfrm>
            <a:off x="235296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7" name=""/>
          <p:cNvSpPr/>
          <p:nvPr/>
        </p:nvSpPr>
        <p:spPr>
          <a:xfrm>
            <a:off x="43765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8" name=""/>
          <p:cNvSpPr/>
          <p:nvPr/>
        </p:nvSpPr>
        <p:spPr>
          <a:xfrm>
            <a:off x="43765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9" name=""/>
          <p:cNvSpPr txBox="1"/>
          <p:nvPr/>
        </p:nvSpPr>
        <p:spPr>
          <a:xfrm>
            <a:off x="360936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0" name=""/>
          <p:cNvSpPr/>
          <p:nvPr/>
        </p:nvSpPr>
        <p:spPr>
          <a:xfrm>
            <a:off x="56340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1" name=""/>
          <p:cNvSpPr/>
          <p:nvPr/>
        </p:nvSpPr>
        <p:spPr>
          <a:xfrm>
            <a:off x="56340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2" name=""/>
          <p:cNvSpPr txBox="1"/>
          <p:nvPr/>
        </p:nvSpPr>
        <p:spPr>
          <a:xfrm>
            <a:off x="486612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3" name=""/>
          <p:cNvSpPr/>
          <p:nvPr/>
        </p:nvSpPr>
        <p:spPr>
          <a:xfrm>
            <a:off x="68911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4" name=""/>
          <p:cNvSpPr/>
          <p:nvPr/>
        </p:nvSpPr>
        <p:spPr>
          <a:xfrm>
            <a:off x="68911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5" name=""/>
          <p:cNvSpPr txBox="1"/>
          <p:nvPr/>
        </p:nvSpPr>
        <p:spPr>
          <a:xfrm>
            <a:off x="6070320" y="196020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12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6" name=""/>
          <p:cNvSpPr txBox="1"/>
          <p:nvPr/>
        </p:nvSpPr>
        <p:spPr>
          <a:xfrm>
            <a:off x="737460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6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7" name=""/>
          <p:cNvSpPr/>
          <p:nvPr/>
        </p:nvSpPr>
        <p:spPr>
          <a:xfrm>
            <a:off x="18619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8" name=""/>
          <p:cNvSpPr/>
          <p:nvPr/>
        </p:nvSpPr>
        <p:spPr>
          <a:xfrm>
            <a:off x="18619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9" name=""/>
          <p:cNvSpPr txBox="1"/>
          <p:nvPr/>
        </p:nvSpPr>
        <p:spPr>
          <a:xfrm>
            <a:off x="457200" y="2643480"/>
            <a:ext cx="3693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meta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0" name=""/>
          <p:cNvSpPr/>
          <p:nvPr/>
        </p:nvSpPr>
        <p:spPr>
          <a:xfrm>
            <a:off x="31194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1" name=""/>
          <p:cNvSpPr/>
          <p:nvPr/>
        </p:nvSpPr>
        <p:spPr>
          <a:xfrm>
            <a:off x="31194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2" name=""/>
          <p:cNvSpPr txBox="1"/>
          <p:nvPr/>
        </p:nvSpPr>
        <p:spPr>
          <a:xfrm>
            <a:off x="2352960" y="256032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3" name=""/>
          <p:cNvSpPr/>
          <p:nvPr/>
        </p:nvSpPr>
        <p:spPr>
          <a:xfrm>
            <a:off x="43765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4" name=""/>
          <p:cNvSpPr/>
          <p:nvPr/>
        </p:nvSpPr>
        <p:spPr>
          <a:xfrm>
            <a:off x="43765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5" name=""/>
          <p:cNvSpPr txBox="1"/>
          <p:nvPr/>
        </p:nvSpPr>
        <p:spPr>
          <a:xfrm>
            <a:off x="3604680" y="256032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6" name=""/>
          <p:cNvSpPr/>
          <p:nvPr/>
        </p:nvSpPr>
        <p:spPr>
          <a:xfrm>
            <a:off x="56340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7" name=""/>
          <p:cNvSpPr/>
          <p:nvPr/>
        </p:nvSpPr>
        <p:spPr>
          <a:xfrm>
            <a:off x="56340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8" name=""/>
          <p:cNvSpPr txBox="1"/>
          <p:nvPr/>
        </p:nvSpPr>
        <p:spPr>
          <a:xfrm>
            <a:off x="484236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11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9" name=""/>
          <p:cNvSpPr/>
          <p:nvPr/>
        </p:nvSpPr>
        <p:spPr>
          <a:xfrm>
            <a:off x="68911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0" name=""/>
          <p:cNvSpPr/>
          <p:nvPr/>
        </p:nvSpPr>
        <p:spPr>
          <a:xfrm>
            <a:off x="68911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1" name=""/>
          <p:cNvSpPr txBox="1"/>
          <p:nvPr/>
        </p:nvSpPr>
        <p:spPr>
          <a:xfrm>
            <a:off x="604152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2" name=""/>
          <p:cNvSpPr txBox="1"/>
          <p:nvPr/>
        </p:nvSpPr>
        <p:spPr>
          <a:xfrm>
            <a:off x="729360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58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457200" y="3317040"/>
            <a:ext cx="38840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Public: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overzichtsplaat en branching-diagram; redactie op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4" name=""/>
          <p:cNvSpPr txBox="1"/>
          <p:nvPr/>
        </p:nvSpPr>
        <p:spPr>
          <a:xfrm>
            <a:off x="457200" y="3545640"/>
            <a:ext cx="4065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kaderscenario leerroute 1; applicatiediensten en versionering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5" name=""/>
          <p:cNvSpPr/>
          <p:nvPr/>
        </p:nvSpPr>
        <p:spPr>
          <a:xfrm>
            <a:off x="2257200" y="3924000"/>
            <a:ext cx="381240" cy="10080"/>
          </a:xfrm>
          <a:custGeom>
            <a:avLst/>
            <a:gdLst/>
            <a:ahLst/>
            <a:rect l="0" t="0" r="r" b="b"/>
            <a:pathLst>
              <a:path w="105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8"/>
                </a:lnTo>
                <a:lnTo>
                  <a:pt x="140" y="28"/>
                </a:lnTo>
                <a:lnTo>
                  <a:pt x="140" y="0"/>
                </a:lnTo>
                <a:moveTo>
                  <a:pt x="280" y="0"/>
                </a:moveTo>
                <a:lnTo>
                  <a:pt x="359" y="0"/>
                </a:lnTo>
                <a:lnTo>
                  <a:pt x="359" y="28"/>
                </a:lnTo>
                <a:lnTo>
                  <a:pt x="280" y="28"/>
                </a:lnTo>
                <a:lnTo>
                  <a:pt x="280" y="0"/>
                </a:lnTo>
                <a:moveTo>
                  <a:pt x="420" y="0"/>
                </a:moveTo>
                <a:lnTo>
                  <a:pt x="499" y="0"/>
                </a:lnTo>
                <a:lnTo>
                  <a:pt x="499" y="28"/>
                </a:lnTo>
                <a:lnTo>
                  <a:pt x="420" y="28"/>
                </a:lnTo>
                <a:lnTo>
                  <a:pt x="420" y="0"/>
                </a:lnTo>
                <a:moveTo>
                  <a:pt x="560" y="0"/>
                </a:moveTo>
                <a:lnTo>
                  <a:pt x="640" y="0"/>
                </a:lnTo>
                <a:lnTo>
                  <a:pt x="640" y="28"/>
                </a:lnTo>
                <a:lnTo>
                  <a:pt x="560" y="28"/>
                </a:lnTo>
                <a:lnTo>
                  <a:pt x="560" y="0"/>
                </a:lnTo>
                <a:moveTo>
                  <a:pt x="700" y="0"/>
                </a:moveTo>
                <a:lnTo>
                  <a:pt x="780" y="0"/>
                </a:lnTo>
                <a:lnTo>
                  <a:pt x="780" y="28"/>
                </a:lnTo>
                <a:lnTo>
                  <a:pt x="700" y="28"/>
                </a:lnTo>
                <a:lnTo>
                  <a:pt x="700" y="0"/>
                </a:lnTo>
                <a:moveTo>
                  <a:pt x="840" y="0"/>
                </a:moveTo>
                <a:lnTo>
                  <a:pt x="920" y="0"/>
                </a:lnTo>
                <a:lnTo>
                  <a:pt x="920" y="28"/>
                </a:lnTo>
                <a:lnTo>
                  <a:pt x="840" y="28"/>
                </a:lnTo>
                <a:lnTo>
                  <a:pt x="840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8"/>
                </a:lnTo>
                <a:lnTo>
                  <a:pt x="980" y="28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457200" y="3774240"/>
            <a:ext cx="2547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op een branch, 63 bestanden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7" name=""/>
          <p:cNvSpPr txBox="1"/>
          <p:nvPr/>
        </p:nvSpPr>
        <p:spPr>
          <a:xfrm>
            <a:off x="4368240" y="3317040"/>
            <a:ext cx="3539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meta: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deck van 1 september met PowerPoint-export;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8" name=""/>
          <p:cNvSpPr txBox="1"/>
          <p:nvPr/>
        </p:nvSpPr>
        <p:spPr>
          <a:xfrm>
            <a:off x="4368240" y="3545640"/>
            <a:ext cx="4056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Nederlands als voertaal; lezerspersona’s; informatiemodel 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9" name=""/>
          <p:cNvSpPr/>
          <p:nvPr/>
        </p:nvSpPr>
        <p:spPr>
          <a:xfrm>
            <a:off x="6000480" y="3924000"/>
            <a:ext cx="390960" cy="10080"/>
          </a:xfrm>
          <a:custGeom>
            <a:avLst/>
            <a:gdLst/>
            <a:ahLst/>
            <a:rect l="0" t="0" r="r" b="b"/>
            <a:pathLst>
              <a:path w="108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26" y="0"/>
                </a:moveTo>
                <a:lnTo>
                  <a:pt x="206" y="0"/>
                </a:lnTo>
                <a:lnTo>
                  <a:pt x="206" y="28"/>
                </a:lnTo>
                <a:lnTo>
                  <a:pt x="126" y="28"/>
                </a:lnTo>
                <a:lnTo>
                  <a:pt x="126" y="0"/>
                </a:lnTo>
                <a:moveTo>
                  <a:pt x="253" y="0"/>
                </a:moveTo>
                <a:lnTo>
                  <a:pt x="332" y="0"/>
                </a:lnTo>
                <a:lnTo>
                  <a:pt x="332" y="28"/>
                </a:lnTo>
                <a:lnTo>
                  <a:pt x="253" y="28"/>
                </a:lnTo>
                <a:lnTo>
                  <a:pt x="253" y="0"/>
                </a:lnTo>
                <a:moveTo>
                  <a:pt x="378" y="0"/>
                </a:moveTo>
                <a:lnTo>
                  <a:pt x="458" y="0"/>
                </a:lnTo>
                <a:lnTo>
                  <a:pt x="458" y="28"/>
                </a:lnTo>
                <a:lnTo>
                  <a:pt x="378" y="28"/>
                </a:lnTo>
                <a:lnTo>
                  <a:pt x="378" y="0"/>
                </a:lnTo>
                <a:moveTo>
                  <a:pt x="504" y="0"/>
                </a:moveTo>
                <a:lnTo>
                  <a:pt x="583" y="0"/>
                </a:lnTo>
                <a:lnTo>
                  <a:pt x="583" y="28"/>
                </a:lnTo>
                <a:lnTo>
                  <a:pt x="504" y="28"/>
                </a:lnTo>
                <a:lnTo>
                  <a:pt x="504" y="0"/>
                </a:lnTo>
                <a:moveTo>
                  <a:pt x="630" y="0"/>
                </a:moveTo>
                <a:lnTo>
                  <a:pt x="709" y="0"/>
                </a:lnTo>
                <a:lnTo>
                  <a:pt x="709" y="28"/>
                </a:lnTo>
                <a:lnTo>
                  <a:pt x="630" y="28"/>
                </a:lnTo>
                <a:lnTo>
                  <a:pt x="630" y="0"/>
                </a:lnTo>
                <a:moveTo>
                  <a:pt x="755" y="0"/>
                </a:moveTo>
                <a:lnTo>
                  <a:pt x="835" y="0"/>
                </a:lnTo>
                <a:lnTo>
                  <a:pt x="835" y="28"/>
                </a:lnTo>
                <a:lnTo>
                  <a:pt x="755" y="28"/>
                </a:lnTo>
                <a:lnTo>
                  <a:pt x="755" y="0"/>
                </a:lnTo>
                <a:moveTo>
                  <a:pt x="881" y="0"/>
                </a:moveTo>
                <a:lnTo>
                  <a:pt x="960" y="0"/>
                </a:lnTo>
                <a:lnTo>
                  <a:pt x="960" y="28"/>
                </a:lnTo>
                <a:lnTo>
                  <a:pt x="881" y="28"/>
                </a:lnTo>
                <a:lnTo>
                  <a:pt x="881" y="0"/>
                </a:lnTo>
                <a:moveTo>
                  <a:pt x="1007" y="0"/>
                </a:moveTo>
                <a:lnTo>
                  <a:pt x="1086" y="0"/>
                </a:lnTo>
                <a:lnTo>
                  <a:pt x="1086" y="28"/>
                </a:lnTo>
                <a:lnTo>
                  <a:pt x="1007" y="28"/>
                </a:lnTo>
                <a:lnTo>
                  <a:pt x="100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0" name=""/>
          <p:cNvSpPr txBox="1"/>
          <p:nvPr/>
        </p:nvSpPr>
        <p:spPr>
          <a:xfrm>
            <a:off x="4368240" y="3774240"/>
            <a:ext cx="4080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begrippenlijst, 28 commits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225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), gepubliceerd naar Public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1" name=""/>
          <p:cNvSpPr/>
          <p:nvPr/>
        </p:nvSpPr>
        <p:spPr>
          <a:xfrm>
            <a:off x="4410000" y="4152600"/>
            <a:ext cx="381240" cy="10080"/>
          </a:xfrm>
          <a:custGeom>
            <a:avLst/>
            <a:gdLst/>
            <a:ahLst/>
            <a:rect l="0" t="0" r="r" b="b"/>
            <a:pathLst>
              <a:path w="105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8"/>
                </a:lnTo>
                <a:lnTo>
                  <a:pt x="140" y="28"/>
                </a:lnTo>
                <a:lnTo>
                  <a:pt x="140" y="0"/>
                </a:lnTo>
                <a:moveTo>
                  <a:pt x="279" y="0"/>
                </a:moveTo>
                <a:lnTo>
                  <a:pt x="359" y="0"/>
                </a:lnTo>
                <a:lnTo>
                  <a:pt x="359" y="28"/>
                </a:lnTo>
                <a:lnTo>
                  <a:pt x="279" y="28"/>
                </a:lnTo>
                <a:lnTo>
                  <a:pt x="279" y="0"/>
                </a:lnTo>
                <a:moveTo>
                  <a:pt x="419" y="0"/>
                </a:moveTo>
                <a:lnTo>
                  <a:pt x="499" y="0"/>
                </a:lnTo>
                <a:lnTo>
                  <a:pt x="499" y="28"/>
                </a:lnTo>
                <a:lnTo>
                  <a:pt x="419" y="28"/>
                </a:lnTo>
                <a:lnTo>
                  <a:pt x="419" y="0"/>
                </a:lnTo>
                <a:moveTo>
                  <a:pt x="559" y="0"/>
                </a:moveTo>
                <a:lnTo>
                  <a:pt x="638" y="0"/>
                </a:lnTo>
                <a:lnTo>
                  <a:pt x="638" y="28"/>
                </a:lnTo>
                <a:lnTo>
                  <a:pt x="559" y="28"/>
                </a:lnTo>
                <a:lnTo>
                  <a:pt x="559" y="0"/>
                </a:lnTo>
                <a:moveTo>
                  <a:pt x="699" y="0"/>
                </a:moveTo>
                <a:lnTo>
                  <a:pt x="778" y="0"/>
                </a:lnTo>
                <a:lnTo>
                  <a:pt x="778" y="28"/>
                </a:lnTo>
                <a:lnTo>
                  <a:pt x="699" y="28"/>
                </a:lnTo>
                <a:lnTo>
                  <a:pt x="699" y="0"/>
                </a:lnTo>
                <a:moveTo>
                  <a:pt x="839" y="0"/>
                </a:moveTo>
                <a:lnTo>
                  <a:pt x="918" y="0"/>
                </a:lnTo>
                <a:lnTo>
                  <a:pt x="918" y="28"/>
                </a:lnTo>
                <a:lnTo>
                  <a:pt x="839" y="28"/>
                </a:lnTo>
                <a:lnTo>
                  <a:pt x="839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8"/>
                </a:lnTo>
                <a:lnTo>
                  <a:pt x="980" y="28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3" name=""/>
          <p:cNvSpPr txBox="1"/>
          <p:nvPr/>
        </p:nvSpPr>
        <p:spPr>
          <a:xfrm>
            <a:off x="4368240" y="4002840"/>
            <a:ext cx="567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8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9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91" name=""/>
          <p:cNvSpPr/>
          <p:nvPr/>
        </p:nvSpPr>
        <p:spPr>
          <a:xfrm>
            <a:off x="456840" y="1476360"/>
            <a:ext cx="4086720" cy="2648160"/>
          </a:xfrm>
          <a:custGeom>
            <a:avLst/>
            <a:gdLst/>
            <a:ahLst/>
            <a:rect l="0" t="0" r="r" b="b"/>
            <a:pathLst>
              <a:path w="11352" h="7356">
                <a:moveTo>
                  <a:pt x="0" y="0"/>
                </a:moveTo>
                <a:lnTo>
                  <a:pt x="11352" y="0"/>
                </a:lnTo>
                <a:lnTo>
                  <a:pt x="11352" y="7356"/>
                </a:lnTo>
                <a:lnTo>
                  <a:pt x="0" y="7356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2" name=""/>
          <p:cNvSpPr/>
          <p:nvPr/>
        </p:nvSpPr>
        <p:spPr>
          <a:xfrm>
            <a:off x="456840" y="1476360"/>
            <a:ext cx="4086720" cy="38160"/>
          </a:xfrm>
          <a:custGeom>
            <a:avLst/>
            <a:gdLst/>
            <a:ahLst/>
            <a:rect l="0" t="0" r="r" b="b"/>
            <a:pathLst>
              <a:path w="11352" h="106">
                <a:moveTo>
                  <a:pt x="0" y="0"/>
                </a:moveTo>
                <a:lnTo>
                  <a:pt x="11352" y="0"/>
                </a:lnTo>
                <a:lnTo>
                  <a:pt x="11352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3" name=""/>
          <p:cNvSpPr/>
          <p:nvPr/>
        </p:nvSpPr>
        <p:spPr>
          <a:xfrm>
            <a:off x="456840" y="4114440"/>
            <a:ext cx="4086720" cy="10080"/>
          </a:xfrm>
          <a:custGeom>
            <a:avLst/>
            <a:gdLst/>
            <a:ahLst/>
            <a:rect l="0" t="0" r="r" b="b"/>
            <a:pathLst>
              <a:path w="11352" h="28">
                <a:moveTo>
                  <a:pt x="0" y="0"/>
                </a:moveTo>
                <a:lnTo>
                  <a:pt x="11352" y="0"/>
                </a:lnTo>
                <a:lnTo>
                  <a:pt x="113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4" name=""/>
          <p:cNvSpPr/>
          <p:nvPr/>
        </p:nvSpPr>
        <p:spPr>
          <a:xfrm>
            <a:off x="4533840" y="1476360"/>
            <a:ext cx="9720" cy="2648160"/>
          </a:xfrm>
          <a:custGeom>
            <a:avLst/>
            <a:gdLst/>
            <a:ahLst/>
            <a:rect l="0" t="0" r="r" b="b"/>
            <a:pathLst>
              <a:path w="27" h="7356">
                <a:moveTo>
                  <a:pt x="0" y="105"/>
                </a:moveTo>
                <a:lnTo>
                  <a:pt x="0" y="7356"/>
                </a:lnTo>
                <a:lnTo>
                  <a:pt x="27" y="7356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5" name=""/>
          <p:cNvSpPr/>
          <p:nvPr/>
        </p:nvSpPr>
        <p:spPr>
          <a:xfrm>
            <a:off x="456840" y="1476360"/>
            <a:ext cx="10080" cy="2648160"/>
          </a:xfrm>
          <a:custGeom>
            <a:avLst/>
            <a:gdLst/>
            <a:ahLst/>
            <a:rect l="0" t="0" r="r" b="b"/>
            <a:pathLst>
              <a:path w="28" h="7356">
                <a:moveTo>
                  <a:pt x="0" y="0"/>
                </a:moveTo>
                <a:lnTo>
                  <a:pt x="0" y="7356"/>
                </a:lnTo>
                <a:lnTo>
                  <a:pt x="28" y="7356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6" name=""/>
          <p:cNvSpPr txBox="1"/>
          <p:nvPr/>
        </p:nvSpPr>
        <p:spPr>
          <a:xfrm>
            <a:off x="439920" y="786600"/>
            <a:ext cx="5555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Voorstel voor de prioritering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7" name=""/>
          <p:cNvSpPr/>
          <p:nvPr/>
        </p:nvSpPr>
        <p:spPr>
          <a:xfrm>
            <a:off x="647640" y="219060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6"/>
                  <a:pt x="974" y="924"/>
                  <a:pt x="948" y="949"/>
                </a:cubicBezTo>
                <a:cubicBezTo>
                  <a:pt x="922" y="975"/>
                  <a:pt x="894" y="998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4"/>
                  <a:pt x="664" y="1101"/>
                </a:cubicBezTo>
                <a:cubicBezTo>
                  <a:pt x="628" y="1109"/>
                  <a:pt x="592" y="1112"/>
                  <a:pt x="555" y="1112"/>
                </a:cubicBezTo>
                <a:cubicBezTo>
                  <a:pt x="519" y="1112"/>
                  <a:pt x="483" y="1109"/>
                  <a:pt x="447" y="1101"/>
                </a:cubicBezTo>
                <a:cubicBezTo>
                  <a:pt x="411" y="1094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8"/>
                  <a:pt x="188" y="975"/>
                  <a:pt x="162" y="949"/>
                </a:cubicBezTo>
                <a:cubicBezTo>
                  <a:pt x="137" y="924"/>
                  <a:pt x="114" y="896"/>
                  <a:pt x="93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7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7" y="412"/>
                  <a:pt x="28" y="378"/>
                  <a:pt x="42" y="344"/>
                </a:cubicBezTo>
                <a:cubicBezTo>
                  <a:pt x="56" y="310"/>
                  <a:pt x="73" y="278"/>
                  <a:pt x="93" y="248"/>
                </a:cubicBezTo>
                <a:cubicBezTo>
                  <a:pt x="114" y="218"/>
                  <a:pt x="137" y="189"/>
                  <a:pt x="162" y="164"/>
                </a:cubicBezTo>
                <a:cubicBezTo>
                  <a:pt x="188" y="138"/>
                  <a:pt x="216" y="115"/>
                  <a:pt x="247" y="95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6" y="29"/>
                  <a:pt x="411" y="18"/>
                  <a:pt x="447" y="11"/>
                </a:cubicBezTo>
                <a:cubicBezTo>
                  <a:pt x="483" y="3"/>
                  <a:pt x="519" y="0"/>
                  <a:pt x="555" y="0"/>
                </a:cubicBezTo>
                <a:cubicBezTo>
                  <a:pt x="592" y="0"/>
                  <a:pt x="628" y="3"/>
                  <a:pt x="664" y="11"/>
                </a:cubicBezTo>
                <a:cubicBezTo>
                  <a:pt x="699" y="18"/>
                  <a:pt x="734" y="29"/>
                  <a:pt x="768" y="43"/>
                </a:cubicBezTo>
                <a:cubicBezTo>
                  <a:pt x="802" y="57"/>
                  <a:pt x="834" y="74"/>
                  <a:pt x="864" y="95"/>
                </a:cubicBezTo>
                <a:cubicBezTo>
                  <a:pt x="894" y="115"/>
                  <a:pt x="922" y="138"/>
                  <a:pt x="948" y="164"/>
                </a:cubicBezTo>
                <a:cubicBezTo>
                  <a:pt x="974" y="189"/>
                  <a:pt x="998" y="218"/>
                  <a:pt x="1018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4" y="412"/>
                  <a:pt x="1101" y="448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8" name=""/>
          <p:cNvSpPr/>
          <p:nvPr/>
        </p:nvSpPr>
        <p:spPr>
          <a:xfrm>
            <a:off x="799920" y="2295360"/>
            <a:ext cx="162360" cy="190800"/>
          </a:xfrm>
          <a:custGeom>
            <a:avLst/>
            <a:gdLst/>
            <a:ahLst/>
            <a:rect l="0" t="0" r="r" b="b"/>
            <a:pathLst>
              <a:path w="451" h="530">
                <a:moveTo>
                  <a:pt x="0" y="0"/>
                </a:moveTo>
                <a:lnTo>
                  <a:pt x="451" y="266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9" name=""/>
          <p:cNvSpPr txBox="1"/>
          <p:nvPr/>
        </p:nvSpPr>
        <p:spPr>
          <a:xfrm>
            <a:off x="634320" y="1701720"/>
            <a:ext cx="2599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Nu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0" name=""/>
          <p:cNvSpPr/>
          <p:nvPr/>
        </p:nvSpPr>
        <p:spPr>
          <a:xfrm>
            <a:off x="3781080" y="2180880"/>
            <a:ext cx="381600" cy="10080"/>
          </a:xfrm>
          <a:custGeom>
            <a:avLst/>
            <a:gdLst/>
            <a:ahLst/>
            <a:rect l="0" t="0" r="r" b="b"/>
            <a:pathLst>
              <a:path w="1060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40" y="0"/>
                </a:moveTo>
                <a:lnTo>
                  <a:pt x="220" y="0"/>
                </a:lnTo>
                <a:lnTo>
                  <a:pt x="220" y="28"/>
                </a:lnTo>
                <a:lnTo>
                  <a:pt x="140" y="28"/>
                </a:lnTo>
                <a:lnTo>
                  <a:pt x="140" y="0"/>
                </a:lnTo>
                <a:moveTo>
                  <a:pt x="280" y="0"/>
                </a:moveTo>
                <a:lnTo>
                  <a:pt x="360" y="0"/>
                </a:lnTo>
                <a:lnTo>
                  <a:pt x="360" y="28"/>
                </a:lnTo>
                <a:lnTo>
                  <a:pt x="280" y="28"/>
                </a:lnTo>
                <a:lnTo>
                  <a:pt x="280" y="0"/>
                </a:lnTo>
                <a:moveTo>
                  <a:pt x="420" y="0"/>
                </a:moveTo>
                <a:lnTo>
                  <a:pt x="499" y="0"/>
                </a:lnTo>
                <a:lnTo>
                  <a:pt x="499" y="28"/>
                </a:lnTo>
                <a:lnTo>
                  <a:pt x="420" y="28"/>
                </a:lnTo>
                <a:lnTo>
                  <a:pt x="420" y="0"/>
                </a:lnTo>
                <a:moveTo>
                  <a:pt x="560" y="0"/>
                </a:moveTo>
                <a:lnTo>
                  <a:pt x="640" y="0"/>
                </a:lnTo>
                <a:lnTo>
                  <a:pt x="640" y="28"/>
                </a:lnTo>
                <a:lnTo>
                  <a:pt x="560" y="28"/>
                </a:lnTo>
                <a:lnTo>
                  <a:pt x="560" y="0"/>
                </a:lnTo>
                <a:moveTo>
                  <a:pt x="701" y="0"/>
                </a:moveTo>
                <a:lnTo>
                  <a:pt x="780" y="0"/>
                </a:lnTo>
                <a:lnTo>
                  <a:pt x="780" y="28"/>
                </a:lnTo>
                <a:lnTo>
                  <a:pt x="701" y="28"/>
                </a:lnTo>
                <a:lnTo>
                  <a:pt x="701" y="0"/>
                </a:lnTo>
                <a:moveTo>
                  <a:pt x="841" y="0"/>
                </a:moveTo>
                <a:lnTo>
                  <a:pt x="920" y="0"/>
                </a:lnTo>
                <a:lnTo>
                  <a:pt x="920" y="28"/>
                </a:lnTo>
                <a:lnTo>
                  <a:pt x="841" y="28"/>
                </a:lnTo>
                <a:lnTo>
                  <a:pt x="841" y="0"/>
                </a:lnTo>
                <a:moveTo>
                  <a:pt x="980" y="0"/>
                </a:moveTo>
                <a:lnTo>
                  <a:pt x="1060" y="0"/>
                </a:lnTo>
                <a:lnTo>
                  <a:pt x="1060" y="28"/>
                </a:lnTo>
                <a:lnTo>
                  <a:pt x="980" y="28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1" name=""/>
          <p:cNvSpPr/>
          <p:nvPr/>
        </p:nvSpPr>
        <p:spPr>
          <a:xfrm>
            <a:off x="1161720" y="2381040"/>
            <a:ext cx="429120" cy="10080"/>
          </a:xfrm>
          <a:custGeom>
            <a:avLst/>
            <a:gdLst/>
            <a:ahLst/>
            <a:rect l="0" t="0" r="r" b="b"/>
            <a:pathLst>
              <a:path w="119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9" y="0"/>
                </a:moveTo>
                <a:lnTo>
                  <a:pt x="219" y="0"/>
                </a:lnTo>
                <a:lnTo>
                  <a:pt x="219" y="28"/>
                </a:lnTo>
                <a:lnTo>
                  <a:pt x="139" y="28"/>
                </a:lnTo>
                <a:lnTo>
                  <a:pt x="139" y="0"/>
                </a:lnTo>
                <a:moveTo>
                  <a:pt x="278" y="0"/>
                </a:moveTo>
                <a:lnTo>
                  <a:pt x="358" y="0"/>
                </a:lnTo>
                <a:lnTo>
                  <a:pt x="358" y="28"/>
                </a:lnTo>
                <a:lnTo>
                  <a:pt x="278" y="28"/>
                </a:lnTo>
                <a:lnTo>
                  <a:pt x="278" y="0"/>
                </a:lnTo>
                <a:moveTo>
                  <a:pt x="417" y="0"/>
                </a:moveTo>
                <a:lnTo>
                  <a:pt x="497" y="0"/>
                </a:lnTo>
                <a:lnTo>
                  <a:pt x="497" y="28"/>
                </a:lnTo>
                <a:lnTo>
                  <a:pt x="417" y="28"/>
                </a:lnTo>
                <a:lnTo>
                  <a:pt x="417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695" y="0"/>
                </a:moveTo>
                <a:lnTo>
                  <a:pt x="774" y="0"/>
                </a:lnTo>
                <a:lnTo>
                  <a:pt x="774" y="28"/>
                </a:lnTo>
                <a:lnTo>
                  <a:pt x="695" y="28"/>
                </a:lnTo>
                <a:lnTo>
                  <a:pt x="695" y="0"/>
                </a:lnTo>
                <a:moveTo>
                  <a:pt x="834" y="0"/>
                </a:moveTo>
                <a:lnTo>
                  <a:pt x="913" y="0"/>
                </a:lnTo>
                <a:lnTo>
                  <a:pt x="913" y="28"/>
                </a:lnTo>
                <a:lnTo>
                  <a:pt x="834" y="28"/>
                </a:lnTo>
                <a:lnTo>
                  <a:pt x="834" y="0"/>
                </a:lnTo>
                <a:moveTo>
                  <a:pt x="974" y="0"/>
                </a:moveTo>
                <a:lnTo>
                  <a:pt x="1053" y="0"/>
                </a:lnTo>
                <a:lnTo>
                  <a:pt x="1053" y="28"/>
                </a:lnTo>
                <a:lnTo>
                  <a:pt x="974" y="28"/>
                </a:lnTo>
                <a:lnTo>
                  <a:pt x="974" y="0"/>
                </a:lnTo>
                <a:moveTo>
                  <a:pt x="1113" y="0"/>
                </a:moveTo>
                <a:lnTo>
                  <a:pt x="1192" y="0"/>
                </a:lnTo>
                <a:lnTo>
                  <a:pt x="1192" y="28"/>
                </a:lnTo>
                <a:lnTo>
                  <a:pt x="1113" y="28"/>
                </a:lnTo>
                <a:lnTo>
                  <a:pt x="111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2" name=""/>
          <p:cNvSpPr txBox="1"/>
          <p:nvPr/>
        </p:nvSpPr>
        <p:spPr>
          <a:xfrm>
            <a:off x="1159920" y="2008800"/>
            <a:ext cx="3474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Review op de pull requests: versionering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3" name=""/>
          <p:cNvSpPr/>
          <p:nvPr/>
        </p:nvSpPr>
        <p:spPr>
          <a:xfrm>
            <a:off x="3105000" y="23810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8"/>
                </a:lnTo>
                <a:lnTo>
                  <a:pt x="264" y="28"/>
                </a:lnTo>
                <a:lnTo>
                  <a:pt x="264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1" y="0"/>
                </a:lnTo>
                <a:lnTo>
                  <a:pt x="741" y="28"/>
                </a:lnTo>
                <a:lnTo>
                  <a:pt x="661" y="28"/>
                </a:lnTo>
                <a:lnTo>
                  <a:pt x="661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8"/>
                </a:lnTo>
                <a:lnTo>
                  <a:pt x="1058" y="28"/>
                </a:lnTo>
                <a:lnTo>
                  <a:pt x="1058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8"/>
                </a:lnTo>
                <a:lnTo>
                  <a:pt x="1191" y="28"/>
                </a:lnTo>
                <a:lnTo>
                  <a:pt x="1191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8"/>
                </a:lnTo>
                <a:lnTo>
                  <a:pt x="1323" y="28"/>
                </a:lnTo>
                <a:lnTo>
                  <a:pt x="1323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8"/>
                </a:lnTo>
                <a:lnTo>
                  <a:pt x="1455" y="28"/>
                </a:lnTo>
                <a:lnTo>
                  <a:pt x="1455" y="0"/>
                </a:lnTo>
                <a:moveTo>
                  <a:pt x="1587" y="0"/>
                </a:moveTo>
                <a:lnTo>
                  <a:pt x="1667" y="0"/>
                </a:lnTo>
                <a:lnTo>
                  <a:pt x="1667" y="28"/>
                </a:lnTo>
                <a:lnTo>
                  <a:pt x="1587" y="28"/>
                </a:lnTo>
                <a:lnTo>
                  <a:pt x="1587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8"/>
                </a:lnTo>
                <a:lnTo>
                  <a:pt x="1720" y="28"/>
                </a:lnTo>
                <a:lnTo>
                  <a:pt x="1720" y="0"/>
                </a:lnTo>
                <a:moveTo>
                  <a:pt x="1853" y="0"/>
                </a:moveTo>
                <a:lnTo>
                  <a:pt x="1932" y="0"/>
                </a:lnTo>
                <a:lnTo>
                  <a:pt x="1932" y="28"/>
                </a:lnTo>
                <a:lnTo>
                  <a:pt x="1853" y="28"/>
                </a:lnTo>
                <a:lnTo>
                  <a:pt x="1853" y="0"/>
                </a:lnTo>
                <a:moveTo>
                  <a:pt x="1985" y="0"/>
                </a:moveTo>
                <a:lnTo>
                  <a:pt x="2065" y="0"/>
                </a:lnTo>
                <a:lnTo>
                  <a:pt x="2065" y="28"/>
                </a:lnTo>
                <a:lnTo>
                  <a:pt x="1985" y="28"/>
                </a:lnTo>
                <a:lnTo>
                  <a:pt x="1985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8"/>
                </a:lnTo>
                <a:lnTo>
                  <a:pt x="2118" y="28"/>
                </a:lnTo>
                <a:lnTo>
                  <a:pt x="2118" y="0"/>
                </a:lnTo>
                <a:moveTo>
                  <a:pt x="2250" y="0"/>
                </a:moveTo>
                <a:lnTo>
                  <a:pt x="2329" y="0"/>
                </a:lnTo>
                <a:lnTo>
                  <a:pt x="2329" y="28"/>
                </a:lnTo>
                <a:lnTo>
                  <a:pt x="2250" y="28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1159920" y="2208960"/>
            <a:ext cx="3317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), het informatiemodel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),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5" name=""/>
          <p:cNvSpPr/>
          <p:nvPr/>
        </p:nvSpPr>
        <p:spPr>
          <a:xfrm>
            <a:off x="1628640" y="2571480"/>
            <a:ext cx="781200" cy="10080"/>
          </a:xfrm>
          <a:custGeom>
            <a:avLst/>
            <a:gdLst/>
            <a:ahLst/>
            <a:rect l="0" t="0" r="r" b="b"/>
            <a:pathLst>
              <a:path w="2170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1" y="0"/>
                </a:moveTo>
                <a:lnTo>
                  <a:pt x="341" y="0"/>
                </a:lnTo>
                <a:lnTo>
                  <a:pt x="341" y="28"/>
                </a:lnTo>
                <a:lnTo>
                  <a:pt x="261" y="28"/>
                </a:lnTo>
                <a:lnTo>
                  <a:pt x="261" y="0"/>
                </a:lnTo>
                <a:moveTo>
                  <a:pt x="392" y="0"/>
                </a:moveTo>
                <a:lnTo>
                  <a:pt x="471" y="0"/>
                </a:lnTo>
                <a:lnTo>
                  <a:pt x="471" y="28"/>
                </a:lnTo>
                <a:lnTo>
                  <a:pt x="392" y="28"/>
                </a:lnTo>
                <a:lnTo>
                  <a:pt x="392" y="0"/>
                </a:lnTo>
                <a:moveTo>
                  <a:pt x="522" y="0"/>
                </a:moveTo>
                <a:lnTo>
                  <a:pt x="602" y="0"/>
                </a:lnTo>
                <a:lnTo>
                  <a:pt x="602" y="28"/>
                </a:lnTo>
                <a:lnTo>
                  <a:pt x="522" y="28"/>
                </a:lnTo>
                <a:lnTo>
                  <a:pt x="522" y="0"/>
                </a:lnTo>
                <a:moveTo>
                  <a:pt x="653" y="0"/>
                </a:moveTo>
                <a:lnTo>
                  <a:pt x="732" y="0"/>
                </a:lnTo>
                <a:lnTo>
                  <a:pt x="732" y="28"/>
                </a:lnTo>
                <a:lnTo>
                  <a:pt x="653" y="28"/>
                </a:lnTo>
                <a:lnTo>
                  <a:pt x="653" y="0"/>
                </a:lnTo>
                <a:moveTo>
                  <a:pt x="784" y="0"/>
                </a:moveTo>
                <a:lnTo>
                  <a:pt x="863" y="0"/>
                </a:lnTo>
                <a:lnTo>
                  <a:pt x="863" y="28"/>
                </a:lnTo>
                <a:lnTo>
                  <a:pt x="784" y="28"/>
                </a:lnTo>
                <a:lnTo>
                  <a:pt x="784" y="0"/>
                </a:lnTo>
                <a:moveTo>
                  <a:pt x="915" y="0"/>
                </a:moveTo>
                <a:lnTo>
                  <a:pt x="995" y="0"/>
                </a:lnTo>
                <a:lnTo>
                  <a:pt x="995" y="28"/>
                </a:lnTo>
                <a:lnTo>
                  <a:pt x="915" y="28"/>
                </a:lnTo>
                <a:lnTo>
                  <a:pt x="915" y="0"/>
                </a:lnTo>
                <a:moveTo>
                  <a:pt x="1046" y="0"/>
                </a:moveTo>
                <a:lnTo>
                  <a:pt x="1125" y="0"/>
                </a:lnTo>
                <a:lnTo>
                  <a:pt x="1125" y="28"/>
                </a:lnTo>
                <a:lnTo>
                  <a:pt x="1046" y="28"/>
                </a:lnTo>
                <a:lnTo>
                  <a:pt x="1046" y="0"/>
                </a:lnTo>
                <a:moveTo>
                  <a:pt x="1177" y="0"/>
                </a:moveTo>
                <a:lnTo>
                  <a:pt x="1256" y="0"/>
                </a:lnTo>
                <a:lnTo>
                  <a:pt x="1256" y="28"/>
                </a:lnTo>
                <a:lnTo>
                  <a:pt x="1177" y="28"/>
                </a:lnTo>
                <a:lnTo>
                  <a:pt x="1177" y="0"/>
                </a:lnTo>
                <a:moveTo>
                  <a:pt x="1307" y="0"/>
                </a:moveTo>
                <a:lnTo>
                  <a:pt x="1387" y="0"/>
                </a:lnTo>
                <a:lnTo>
                  <a:pt x="1387" y="28"/>
                </a:lnTo>
                <a:lnTo>
                  <a:pt x="1307" y="28"/>
                </a:lnTo>
                <a:lnTo>
                  <a:pt x="1307" y="0"/>
                </a:lnTo>
                <a:moveTo>
                  <a:pt x="1438" y="0"/>
                </a:moveTo>
                <a:lnTo>
                  <a:pt x="1517" y="0"/>
                </a:lnTo>
                <a:lnTo>
                  <a:pt x="1517" y="28"/>
                </a:lnTo>
                <a:lnTo>
                  <a:pt x="1438" y="28"/>
                </a:lnTo>
                <a:lnTo>
                  <a:pt x="1438" y="0"/>
                </a:lnTo>
                <a:moveTo>
                  <a:pt x="1569" y="0"/>
                </a:moveTo>
                <a:lnTo>
                  <a:pt x="1648" y="0"/>
                </a:lnTo>
                <a:lnTo>
                  <a:pt x="1648" y="28"/>
                </a:lnTo>
                <a:lnTo>
                  <a:pt x="1569" y="28"/>
                </a:lnTo>
                <a:lnTo>
                  <a:pt x="1569" y="0"/>
                </a:lnTo>
                <a:moveTo>
                  <a:pt x="1699" y="0"/>
                </a:moveTo>
                <a:lnTo>
                  <a:pt x="1779" y="0"/>
                </a:lnTo>
                <a:lnTo>
                  <a:pt x="1779" y="28"/>
                </a:lnTo>
                <a:lnTo>
                  <a:pt x="1699" y="28"/>
                </a:lnTo>
                <a:lnTo>
                  <a:pt x="1699" y="0"/>
                </a:lnTo>
                <a:moveTo>
                  <a:pt x="1830" y="0"/>
                </a:moveTo>
                <a:lnTo>
                  <a:pt x="1909" y="0"/>
                </a:lnTo>
                <a:lnTo>
                  <a:pt x="1909" y="28"/>
                </a:lnTo>
                <a:lnTo>
                  <a:pt x="1830" y="28"/>
                </a:lnTo>
                <a:lnTo>
                  <a:pt x="1830" y="0"/>
                </a:lnTo>
                <a:moveTo>
                  <a:pt x="1960" y="0"/>
                </a:moveTo>
                <a:lnTo>
                  <a:pt x="2040" y="0"/>
                </a:lnTo>
                <a:lnTo>
                  <a:pt x="2040" y="28"/>
                </a:lnTo>
                <a:lnTo>
                  <a:pt x="1960" y="28"/>
                </a:lnTo>
                <a:lnTo>
                  <a:pt x="1960" y="0"/>
                </a:lnTo>
                <a:moveTo>
                  <a:pt x="2091" y="0"/>
                </a:moveTo>
                <a:lnTo>
                  <a:pt x="2170" y="0"/>
                </a:lnTo>
                <a:lnTo>
                  <a:pt x="2170" y="28"/>
                </a:lnTo>
                <a:lnTo>
                  <a:pt x="2091" y="28"/>
                </a:lnTo>
                <a:lnTo>
                  <a:pt x="209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6" name=""/>
          <p:cNvSpPr txBox="1"/>
          <p:nvPr/>
        </p:nvSpPr>
        <p:spPr>
          <a:xfrm>
            <a:off x="1159920" y="2399400"/>
            <a:ext cx="3699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v0.0.2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bij open vragen verwerken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7" name=""/>
          <p:cNvSpPr/>
          <p:nvPr/>
        </p:nvSpPr>
        <p:spPr>
          <a:xfrm>
            <a:off x="647640" y="287640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6"/>
                  <a:pt x="974" y="924"/>
                  <a:pt x="948" y="949"/>
                </a:cubicBezTo>
                <a:cubicBezTo>
                  <a:pt x="922" y="975"/>
                  <a:pt x="894" y="998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4"/>
                  <a:pt x="664" y="1101"/>
                </a:cubicBezTo>
                <a:cubicBezTo>
                  <a:pt x="628" y="1109"/>
                  <a:pt x="592" y="1112"/>
                  <a:pt x="555" y="1112"/>
                </a:cubicBezTo>
                <a:cubicBezTo>
                  <a:pt x="519" y="1112"/>
                  <a:pt x="483" y="1109"/>
                  <a:pt x="447" y="1101"/>
                </a:cubicBezTo>
                <a:cubicBezTo>
                  <a:pt x="411" y="1094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8"/>
                  <a:pt x="188" y="975"/>
                  <a:pt x="162" y="949"/>
                </a:cubicBezTo>
                <a:cubicBezTo>
                  <a:pt x="137" y="924"/>
                  <a:pt x="114" y="896"/>
                  <a:pt x="93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7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7" y="412"/>
                  <a:pt x="28" y="378"/>
                  <a:pt x="42" y="344"/>
                </a:cubicBezTo>
                <a:cubicBezTo>
                  <a:pt x="56" y="309"/>
                  <a:pt x="73" y="277"/>
                  <a:pt x="93" y="247"/>
                </a:cubicBezTo>
                <a:cubicBezTo>
                  <a:pt x="114" y="217"/>
                  <a:pt x="137" y="188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6" y="28"/>
                  <a:pt x="411" y="18"/>
                  <a:pt x="447" y="11"/>
                </a:cubicBezTo>
                <a:cubicBezTo>
                  <a:pt x="483" y="3"/>
                  <a:pt x="519" y="0"/>
                  <a:pt x="555" y="0"/>
                </a:cubicBezTo>
                <a:cubicBezTo>
                  <a:pt x="592" y="0"/>
                  <a:pt x="628" y="3"/>
                  <a:pt x="664" y="11"/>
                </a:cubicBezTo>
                <a:cubicBezTo>
                  <a:pt x="699" y="18"/>
                  <a:pt x="734" y="28"/>
                  <a:pt x="768" y="42"/>
                </a:cubicBezTo>
                <a:cubicBezTo>
                  <a:pt x="802" y="56"/>
                  <a:pt x="834" y="73"/>
                  <a:pt x="864" y="94"/>
                </a:cubicBezTo>
                <a:cubicBezTo>
                  <a:pt x="894" y="114"/>
                  <a:pt x="922" y="137"/>
                  <a:pt x="948" y="163"/>
                </a:cubicBezTo>
                <a:cubicBezTo>
                  <a:pt x="974" y="188"/>
                  <a:pt x="998" y="217"/>
                  <a:pt x="1018" y="247"/>
                </a:cubicBezTo>
                <a:cubicBezTo>
                  <a:pt x="1039" y="277"/>
                  <a:pt x="1056" y="309"/>
                  <a:pt x="1070" y="344"/>
                </a:cubicBezTo>
                <a:cubicBezTo>
                  <a:pt x="1084" y="378"/>
                  <a:pt x="1094" y="412"/>
                  <a:pt x="1101" y="448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8" name=""/>
          <p:cNvSpPr/>
          <p:nvPr/>
        </p:nvSpPr>
        <p:spPr>
          <a:xfrm>
            <a:off x="799920" y="2981160"/>
            <a:ext cx="162360" cy="190800"/>
          </a:xfrm>
          <a:custGeom>
            <a:avLst/>
            <a:gdLst/>
            <a:ahLst/>
            <a:rect l="0" t="0" r="r" b="b"/>
            <a:pathLst>
              <a:path w="451" h="530">
                <a:moveTo>
                  <a:pt x="0" y="0"/>
                </a:moveTo>
                <a:lnTo>
                  <a:pt x="451" y="265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9" name=""/>
          <p:cNvSpPr txBox="1"/>
          <p:nvPr/>
        </p:nvSpPr>
        <p:spPr>
          <a:xfrm>
            <a:off x="1159920" y="2599200"/>
            <a:ext cx="12837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opnieuw itereren)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1159920" y="2894760"/>
            <a:ext cx="28782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Student keuze regelsets toetsen aan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1" name=""/>
          <p:cNvSpPr/>
          <p:nvPr/>
        </p:nvSpPr>
        <p:spPr>
          <a:xfrm>
            <a:off x="1904760" y="3257280"/>
            <a:ext cx="648000" cy="10080"/>
          </a:xfrm>
          <a:custGeom>
            <a:avLst/>
            <a:gdLst/>
            <a:ahLst/>
            <a:rect l="0" t="0" r="r" b="b"/>
            <a:pathLst>
              <a:path w="1800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8"/>
                </a:lnTo>
                <a:lnTo>
                  <a:pt x="529" y="28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7" y="0"/>
                </a:lnTo>
                <a:lnTo>
                  <a:pt x="1007" y="28"/>
                </a:lnTo>
                <a:lnTo>
                  <a:pt x="926" y="28"/>
                </a:lnTo>
                <a:lnTo>
                  <a:pt x="926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8"/>
                </a:lnTo>
                <a:lnTo>
                  <a:pt x="1059" y="28"/>
                </a:lnTo>
                <a:lnTo>
                  <a:pt x="1059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8"/>
                </a:lnTo>
                <a:lnTo>
                  <a:pt x="1192" y="28"/>
                </a:lnTo>
                <a:lnTo>
                  <a:pt x="1192" y="0"/>
                </a:lnTo>
                <a:moveTo>
                  <a:pt x="1324" y="0"/>
                </a:moveTo>
                <a:lnTo>
                  <a:pt x="1403" y="0"/>
                </a:lnTo>
                <a:lnTo>
                  <a:pt x="1403" y="28"/>
                </a:lnTo>
                <a:lnTo>
                  <a:pt x="1324" y="28"/>
                </a:lnTo>
                <a:lnTo>
                  <a:pt x="1324" y="0"/>
                </a:lnTo>
                <a:moveTo>
                  <a:pt x="1456" y="0"/>
                </a:moveTo>
                <a:lnTo>
                  <a:pt x="1536" y="0"/>
                </a:lnTo>
                <a:lnTo>
                  <a:pt x="1536" y="28"/>
                </a:lnTo>
                <a:lnTo>
                  <a:pt x="1456" y="28"/>
                </a:lnTo>
                <a:lnTo>
                  <a:pt x="1456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8"/>
                </a:lnTo>
                <a:lnTo>
                  <a:pt x="1589" y="28"/>
                </a:lnTo>
                <a:lnTo>
                  <a:pt x="1589" y="0"/>
                </a:lnTo>
                <a:moveTo>
                  <a:pt x="1721" y="0"/>
                </a:moveTo>
                <a:lnTo>
                  <a:pt x="1800" y="0"/>
                </a:lnTo>
                <a:lnTo>
                  <a:pt x="1800" y="28"/>
                </a:lnTo>
                <a:lnTo>
                  <a:pt x="1721" y="28"/>
                </a:lnTo>
                <a:lnTo>
                  <a:pt x="17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2" name=""/>
          <p:cNvSpPr/>
          <p:nvPr/>
        </p:nvSpPr>
        <p:spPr>
          <a:xfrm>
            <a:off x="2619360" y="3257280"/>
            <a:ext cx="257400" cy="10080"/>
          </a:xfrm>
          <a:custGeom>
            <a:avLst/>
            <a:gdLst/>
            <a:ahLst/>
            <a:rect l="0" t="0" r="r" b="b"/>
            <a:pathLst>
              <a:path w="715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7" y="0"/>
                </a:moveTo>
                <a:lnTo>
                  <a:pt x="206" y="0"/>
                </a:lnTo>
                <a:lnTo>
                  <a:pt x="206" y="28"/>
                </a:lnTo>
                <a:lnTo>
                  <a:pt x="127" y="28"/>
                </a:lnTo>
                <a:lnTo>
                  <a:pt x="127" y="0"/>
                </a:lnTo>
                <a:moveTo>
                  <a:pt x="255" y="0"/>
                </a:moveTo>
                <a:lnTo>
                  <a:pt x="334" y="0"/>
                </a:lnTo>
                <a:lnTo>
                  <a:pt x="334" y="28"/>
                </a:lnTo>
                <a:lnTo>
                  <a:pt x="255" y="28"/>
                </a:lnTo>
                <a:lnTo>
                  <a:pt x="255" y="0"/>
                </a:lnTo>
                <a:moveTo>
                  <a:pt x="382" y="0"/>
                </a:moveTo>
                <a:lnTo>
                  <a:pt x="461" y="0"/>
                </a:lnTo>
                <a:lnTo>
                  <a:pt x="461" y="28"/>
                </a:lnTo>
                <a:lnTo>
                  <a:pt x="382" y="28"/>
                </a:lnTo>
                <a:lnTo>
                  <a:pt x="382" y="0"/>
                </a:lnTo>
                <a:moveTo>
                  <a:pt x="509" y="0"/>
                </a:moveTo>
                <a:lnTo>
                  <a:pt x="588" y="0"/>
                </a:lnTo>
                <a:lnTo>
                  <a:pt x="588" y="28"/>
                </a:lnTo>
                <a:lnTo>
                  <a:pt x="509" y="28"/>
                </a:lnTo>
                <a:lnTo>
                  <a:pt x="509" y="0"/>
                </a:lnTo>
                <a:moveTo>
                  <a:pt x="636" y="0"/>
                </a:moveTo>
                <a:lnTo>
                  <a:pt x="715" y="0"/>
                </a:lnTo>
                <a:lnTo>
                  <a:pt x="715" y="28"/>
                </a:lnTo>
                <a:lnTo>
                  <a:pt x="636" y="28"/>
                </a:lnTo>
                <a:lnTo>
                  <a:pt x="6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3" name=""/>
          <p:cNvSpPr/>
          <p:nvPr/>
        </p:nvSpPr>
        <p:spPr>
          <a:xfrm>
            <a:off x="2943000" y="3257280"/>
            <a:ext cx="143280" cy="10080"/>
          </a:xfrm>
          <a:custGeom>
            <a:avLst/>
            <a:gdLst/>
            <a:ahLst/>
            <a:rect l="0" t="0" r="r" b="b"/>
            <a:pathLst>
              <a:path w="398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06" y="0"/>
                </a:moveTo>
                <a:lnTo>
                  <a:pt x="185" y="0"/>
                </a:lnTo>
                <a:lnTo>
                  <a:pt x="185" y="28"/>
                </a:lnTo>
                <a:lnTo>
                  <a:pt x="106" y="28"/>
                </a:lnTo>
                <a:lnTo>
                  <a:pt x="106" y="0"/>
                </a:lnTo>
                <a:moveTo>
                  <a:pt x="212" y="0"/>
                </a:moveTo>
                <a:lnTo>
                  <a:pt x="291" y="0"/>
                </a:lnTo>
                <a:lnTo>
                  <a:pt x="291" y="28"/>
                </a:lnTo>
                <a:lnTo>
                  <a:pt x="212" y="28"/>
                </a:lnTo>
                <a:lnTo>
                  <a:pt x="212" y="0"/>
                </a:lnTo>
                <a:moveTo>
                  <a:pt x="318" y="0"/>
                </a:moveTo>
                <a:lnTo>
                  <a:pt x="398" y="0"/>
                </a:lnTo>
                <a:lnTo>
                  <a:pt x="398" y="28"/>
                </a:lnTo>
                <a:lnTo>
                  <a:pt x="318" y="28"/>
                </a:lnTo>
                <a:lnTo>
                  <a:pt x="31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4" name=""/>
          <p:cNvSpPr/>
          <p:nvPr/>
        </p:nvSpPr>
        <p:spPr>
          <a:xfrm>
            <a:off x="647640" y="346680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8" y="629"/>
                  <a:pt x="1101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8" y="865"/>
                </a:cubicBezTo>
                <a:cubicBezTo>
                  <a:pt x="998" y="895"/>
                  <a:pt x="974" y="923"/>
                  <a:pt x="948" y="950"/>
                </a:cubicBezTo>
                <a:cubicBezTo>
                  <a:pt x="922" y="976"/>
                  <a:pt x="894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5"/>
                  <a:pt x="664" y="1102"/>
                </a:cubicBezTo>
                <a:cubicBezTo>
                  <a:pt x="628" y="1109"/>
                  <a:pt x="592" y="1113"/>
                  <a:pt x="555" y="1113"/>
                </a:cubicBezTo>
                <a:cubicBezTo>
                  <a:pt x="519" y="1113"/>
                  <a:pt x="483" y="1109"/>
                  <a:pt x="447" y="1102"/>
                </a:cubicBezTo>
                <a:cubicBezTo>
                  <a:pt x="411" y="1095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9"/>
                  <a:pt x="188" y="976"/>
                  <a:pt x="162" y="950"/>
                </a:cubicBezTo>
                <a:cubicBezTo>
                  <a:pt x="137" y="923"/>
                  <a:pt x="114" y="895"/>
                  <a:pt x="93" y="865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7" y="700"/>
                  <a:pt x="10" y="664"/>
                </a:cubicBezTo>
                <a:cubicBezTo>
                  <a:pt x="3" y="629"/>
                  <a:pt x="0" y="592"/>
                  <a:pt x="0" y="556"/>
                </a:cubicBezTo>
                <a:cubicBezTo>
                  <a:pt x="0" y="519"/>
                  <a:pt x="3" y="483"/>
                  <a:pt x="10" y="448"/>
                </a:cubicBezTo>
                <a:cubicBezTo>
                  <a:pt x="17" y="412"/>
                  <a:pt x="28" y="377"/>
                  <a:pt x="42" y="343"/>
                </a:cubicBezTo>
                <a:cubicBezTo>
                  <a:pt x="56" y="310"/>
                  <a:pt x="73" y="278"/>
                  <a:pt x="93" y="247"/>
                </a:cubicBezTo>
                <a:cubicBezTo>
                  <a:pt x="114" y="217"/>
                  <a:pt x="137" y="189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6" y="29"/>
                  <a:pt x="411" y="18"/>
                  <a:pt x="447" y="11"/>
                </a:cubicBezTo>
                <a:cubicBezTo>
                  <a:pt x="483" y="4"/>
                  <a:pt x="519" y="0"/>
                  <a:pt x="555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699" y="18"/>
                  <a:pt x="734" y="29"/>
                  <a:pt x="768" y="43"/>
                </a:cubicBezTo>
                <a:cubicBezTo>
                  <a:pt x="802" y="57"/>
                  <a:pt x="834" y="74"/>
                  <a:pt x="864" y="94"/>
                </a:cubicBezTo>
                <a:cubicBezTo>
                  <a:pt x="894" y="114"/>
                  <a:pt x="922" y="137"/>
                  <a:pt x="948" y="163"/>
                </a:cubicBezTo>
                <a:cubicBezTo>
                  <a:pt x="974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1" y="448"/>
                </a:cubicBezTo>
                <a:cubicBezTo>
                  <a:pt x="1108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5" name=""/>
          <p:cNvSpPr/>
          <p:nvPr/>
        </p:nvSpPr>
        <p:spPr>
          <a:xfrm>
            <a:off x="799920" y="3571560"/>
            <a:ext cx="162360" cy="191160"/>
          </a:xfrm>
          <a:custGeom>
            <a:avLst/>
            <a:gdLst/>
            <a:ahLst/>
            <a:rect l="0" t="0" r="r" b="b"/>
            <a:pathLst>
              <a:path w="451" h="531">
                <a:moveTo>
                  <a:pt x="0" y="0"/>
                </a:moveTo>
                <a:lnTo>
                  <a:pt x="451" y="265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1159920" y="3085200"/>
            <a:ext cx="2363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scenario's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#74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#64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#1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7" name=""/>
          <p:cNvSpPr txBox="1"/>
          <p:nvPr/>
        </p:nvSpPr>
        <p:spPr>
          <a:xfrm>
            <a:off x="1159920" y="3380400"/>
            <a:ext cx="35697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Verdere uitwerking van de requirementsboom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1159920" y="3570840"/>
            <a:ext cx="3309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business-architectuur, langs de schets van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9" name=""/>
          <p:cNvSpPr/>
          <p:nvPr/>
        </p:nvSpPr>
        <p:spPr>
          <a:xfrm>
            <a:off x="4790880" y="1476360"/>
            <a:ext cx="4086720" cy="1609920"/>
          </a:xfrm>
          <a:custGeom>
            <a:avLst/>
            <a:gdLst/>
            <a:ahLst/>
            <a:rect l="0" t="0" r="r" b="b"/>
            <a:pathLst>
              <a:path w="11352" h="4472">
                <a:moveTo>
                  <a:pt x="0" y="0"/>
                </a:moveTo>
                <a:lnTo>
                  <a:pt x="11352" y="0"/>
                </a:lnTo>
                <a:lnTo>
                  <a:pt x="11352" y="4472"/>
                </a:lnTo>
                <a:lnTo>
                  <a:pt x="0" y="4472"/>
                </a:lnTo>
                <a:lnTo>
                  <a:pt x="0" y="0"/>
                </a:ln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0" name=""/>
          <p:cNvSpPr/>
          <p:nvPr/>
        </p:nvSpPr>
        <p:spPr>
          <a:xfrm>
            <a:off x="4790880" y="1476360"/>
            <a:ext cx="4086720" cy="38160"/>
          </a:xfrm>
          <a:custGeom>
            <a:avLst/>
            <a:gdLst/>
            <a:ahLst/>
            <a:rect l="0" t="0" r="r" b="b"/>
            <a:pathLst>
              <a:path w="11352" h="106">
                <a:moveTo>
                  <a:pt x="0" y="0"/>
                </a:moveTo>
                <a:lnTo>
                  <a:pt x="11352" y="0"/>
                </a:lnTo>
                <a:lnTo>
                  <a:pt x="11352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1" name=""/>
          <p:cNvSpPr/>
          <p:nvPr/>
        </p:nvSpPr>
        <p:spPr>
          <a:xfrm>
            <a:off x="4790880" y="307656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2" name=""/>
          <p:cNvSpPr/>
          <p:nvPr/>
        </p:nvSpPr>
        <p:spPr>
          <a:xfrm>
            <a:off x="8867520" y="1476360"/>
            <a:ext cx="10080" cy="1609920"/>
          </a:xfrm>
          <a:custGeom>
            <a:avLst/>
            <a:gdLst/>
            <a:ahLst/>
            <a:rect l="0" t="0" r="r" b="b"/>
            <a:pathLst>
              <a:path w="28" h="4472">
                <a:moveTo>
                  <a:pt x="0" y="105"/>
                </a:moveTo>
                <a:lnTo>
                  <a:pt x="0" y="4472"/>
                </a:lnTo>
                <a:lnTo>
                  <a:pt x="28" y="4472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3" name=""/>
          <p:cNvSpPr/>
          <p:nvPr/>
        </p:nvSpPr>
        <p:spPr>
          <a:xfrm>
            <a:off x="4790880" y="1476360"/>
            <a:ext cx="9720" cy="1609920"/>
          </a:xfrm>
          <a:custGeom>
            <a:avLst/>
            <a:gdLst/>
            <a:ahLst/>
            <a:rect l="0" t="0" r="r" b="b"/>
            <a:pathLst>
              <a:path w="27" h="4472">
                <a:moveTo>
                  <a:pt x="0" y="0"/>
                </a:moveTo>
                <a:lnTo>
                  <a:pt x="0" y="4472"/>
                </a:lnTo>
                <a:lnTo>
                  <a:pt x="27" y="4472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1159920" y="3771000"/>
            <a:ext cx="34344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Niels: van stories naar koppelvlakfunctionaliteit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5" name=""/>
          <p:cNvSpPr/>
          <p:nvPr/>
        </p:nvSpPr>
        <p:spPr>
          <a:xfrm>
            <a:off x="4971960" y="20095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6"/>
                  <a:pt x="1070" y="769"/>
                </a:cubicBezTo>
                <a:cubicBezTo>
                  <a:pt x="1056" y="803"/>
                  <a:pt x="1039" y="835"/>
                  <a:pt x="1018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6"/>
                  <a:pt x="895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5"/>
                  <a:pt x="665" y="1102"/>
                </a:cubicBezTo>
                <a:cubicBezTo>
                  <a:pt x="629" y="1109"/>
                  <a:pt x="593" y="1112"/>
                  <a:pt x="556" y="1112"/>
                </a:cubicBezTo>
                <a:cubicBezTo>
                  <a:pt x="520" y="1112"/>
                  <a:pt x="484" y="1109"/>
                  <a:pt x="448" y="1102"/>
                </a:cubicBezTo>
                <a:cubicBezTo>
                  <a:pt x="412" y="1095"/>
                  <a:pt x="377" y="1084"/>
                  <a:pt x="344" y="1070"/>
                </a:cubicBezTo>
                <a:cubicBezTo>
                  <a:pt x="310" y="1056"/>
                  <a:pt x="278" y="1039"/>
                  <a:pt x="248" y="1019"/>
                </a:cubicBezTo>
                <a:cubicBezTo>
                  <a:pt x="217" y="999"/>
                  <a:pt x="189" y="976"/>
                  <a:pt x="163" y="950"/>
                </a:cubicBezTo>
                <a:cubicBezTo>
                  <a:pt x="138" y="924"/>
                  <a:pt x="115" y="896"/>
                  <a:pt x="94" y="866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8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19"/>
                  <a:pt x="3" y="483"/>
                  <a:pt x="10" y="447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09"/>
                  <a:pt x="73" y="277"/>
                  <a:pt x="94" y="247"/>
                </a:cubicBezTo>
                <a:cubicBezTo>
                  <a:pt x="115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6"/>
                  <a:pt x="344" y="43"/>
                </a:cubicBezTo>
                <a:cubicBezTo>
                  <a:pt x="377" y="29"/>
                  <a:pt x="412" y="18"/>
                  <a:pt x="448" y="11"/>
                </a:cubicBezTo>
                <a:cubicBezTo>
                  <a:pt x="484" y="4"/>
                  <a:pt x="520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9"/>
                  <a:pt x="769" y="43"/>
                </a:cubicBezTo>
                <a:cubicBezTo>
                  <a:pt x="803" y="56"/>
                  <a:pt x="835" y="74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7"/>
                  <a:pt x="1094" y="412"/>
                  <a:pt x="1101" y="447"/>
                </a:cubicBezTo>
                <a:cubicBezTo>
                  <a:pt x="1108" y="483"/>
                  <a:pt x="1112" y="519"/>
                  <a:pt x="1112" y="557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6" name=""/>
          <p:cNvSpPr/>
          <p:nvPr/>
        </p:nvSpPr>
        <p:spPr>
          <a:xfrm>
            <a:off x="5105160" y="2114280"/>
            <a:ext cx="47880" cy="190800"/>
          </a:xfrm>
          <a:custGeom>
            <a:avLst/>
            <a:gdLst/>
            <a:ahLst/>
            <a:rect l="0" t="0" r="r" b="b"/>
            <a:pathLst>
              <a:path w="133" h="530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3" y="19"/>
                  <a:pt x="133" y="27"/>
                </a:cubicBezTo>
                <a:lnTo>
                  <a:pt x="133" y="504"/>
                </a:lnTo>
                <a:cubicBezTo>
                  <a:pt x="133" y="511"/>
                  <a:pt x="131" y="518"/>
                  <a:pt x="126" y="523"/>
                </a:cubicBezTo>
                <a:cubicBezTo>
                  <a:pt x="121" y="528"/>
                  <a:pt x="114" y="530"/>
                  <a:pt x="107" y="530"/>
                </a:cubicBezTo>
                <a:lnTo>
                  <a:pt x="28" y="530"/>
                </a:lnTo>
                <a:cubicBezTo>
                  <a:pt x="20" y="530"/>
                  <a:pt x="14" y="528"/>
                  <a:pt x="8" y="523"/>
                </a:cubicBezTo>
                <a:cubicBezTo>
                  <a:pt x="3" y="518"/>
                  <a:pt x="0" y="511"/>
                  <a:pt x="0" y="504"/>
                </a:cubicBezTo>
                <a:lnTo>
                  <a:pt x="0" y="27"/>
                </a:lnTo>
                <a:cubicBezTo>
                  <a:pt x="0" y="19"/>
                  <a:pt x="3" y="13"/>
                  <a:pt x="8" y="8"/>
                </a:cubicBezTo>
                <a:cubicBezTo>
                  <a:pt x="14" y="3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7" name=""/>
          <p:cNvSpPr/>
          <p:nvPr/>
        </p:nvSpPr>
        <p:spPr>
          <a:xfrm>
            <a:off x="5190840" y="2114280"/>
            <a:ext cx="48240" cy="190800"/>
          </a:xfrm>
          <a:custGeom>
            <a:avLst/>
            <a:gdLst/>
            <a:ahLst/>
            <a:rect l="0" t="0" r="r" b="b"/>
            <a:pathLst>
              <a:path w="134" h="530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4" y="19"/>
                  <a:pt x="134" y="27"/>
                </a:cubicBezTo>
                <a:lnTo>
                  <a:pt x="134" y="504"/>
                </a:lnTo>
                <a:cubicBezTo>
                  <a:pt x="134" y="511"/>
                  <a:pt x="131" y="518"/>
                  <a:pt x="126" y="523"/>
                </a:cubicBezTo>
                <a:cubicBezTo>
                  <a:pt x="121" y="528"/>
                  <a:pt x="114" y="530"/>
                  <a:pt x="107" y="530"/>
                </a:cubicBezTo>
                <a:lnTo>
                  <a:pt x="27" y="530"/>
                </a:lnTo>
                <a:cubicBezTo>
                  <a:pt x="19" y="530"/>
                  <a:pt x="13" y="528"/>
                  <a:pt x="8" y="523"/>
                </a:cubicBezTo>
                <a:cubicBezTo>
                  <a:pt x="3" y="518"/>
                  <a:pt x="0" y="511"/>
                  <a:pt x="0" y="504"/>
                </a:cubicBezTo>
                <a:lnTo>
                  <a:pt x="0" y="27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8" name=""/>
          <p:cNvSpPr txBox="1"/>
          <p:nvPr/>
        </p:nvSpPr>
        <p:spPr>
          <a:xfrm>
            <a:off x="4966200" y="1701720"/>
            <a:ext cx="5965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Wacht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9" name=""/>
          <p:cNvSpPr txBox="1"/>
          <p:nvPr/>
        </p:nvSpPr>
        <p:spPr>
          <a:xfrm>
            <a:off x="5491800" y="2027880"/>
            <a:ext cx="2061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Meerdere instanties van een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0" name=""/>
          <p:cNvSpPr/>
          <p:nvPr/>
        </p:nvSpPr>
        <p:spPr>
          <a:xfrm>
            <a:off x="6962760" y="2390760"/>
            <a:ext cx="638280" cy="9720"/>
          </a:xfrm>
          <a:custGeom>
            <a:avLst/>
            <a:gdLst/>
            <a:ahLst/>
            <a:rect l="0" t="0" r="r" b="b"/>
            <a:pathLst>
              <a:path w="177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7"/>
                </a:lnTo>
                <a:lnTo>
                  <a:pt x="130" y="27"/>
                </a:lnTo>
                <a:lnTo>
                  <a:pt x="130" y="0"/>
                </a:lnTo>
                <a:moveTo>
                  <a:pt x="260" y="0"/>
                </a:moveTo>
                <a:lnTo>
                  <a:pt x="339" y="0"/>
                </a:lnTo>
                <a:lnTo>
                  <a:pt x="339" y="27"/>
                </a:lnTo>
                <a:lnTo>
                  <a:pt x="260" y="27"/>
                </a:lnTo>
                <a:lnTo>
                  <a:pt x="260" y="0"/>
                </a:lnTo>
                <a:moveTo>
                  <a:pt x="390" y="0"/>
                </a:moveTo>
                <a:lnTo>
                  <a:pt x="470" y="0"/>
                </a:lnTo>
                <a:lnTo>
                  <a:pt x="470" y="27"/>
                </a:lnTo>
                <a:lnTo>
                  <a:pt x="390" y="27"/>
                </a:lnTo>
                <a:lnTo>
                  <a:pt x="390" y="0"/>
                </a:lnTo>
                <a:moveTo>
                  <a:pt x="521" y="0"/>
                </a:moveTo>
                <a:lnTo>
                  <a:pt x="600" y="0"/>
                </a:lnTo>
                <a:lnTo>
                  <a:pt x="600" y="27"/>
                </a:lnTo>
                <a:lnTo>
                  <a:pt x="521" y="27"/>
                </a:lnTo>
                <a:lnTo>
                  <a:pt x="521" y="0"/>
                </a:lnTo>
                <a:moveTo>
                  <a:pt x="651" y="0"/>
                </a:moveTo>
                <a:lnTo>
                  <a:pt x="730" y="0"/>
                </a:lnTo>
                <a:lnTo>
                  <a:pt x="730" y="27"/>
                </a:lnTo>
                <a:lnTo>
                  <a:pt x="651" y="27"/>
                </a:lnTo>
                <a:lnTo>
                  <a:pt x="651" y="0"/>
                </a:lnTo>
                <a:moveTo>
                  <a:pt x="781" y="0"/>
                </a:moveTo>
                <a:lnTo>
                  <a:pt x="860" y="0"/>
                </a:lnTo>
                <a:lnTo>
                  <a:pt x="860" y="27"/>
                </a:lnTo>
                <a:lnTo>
                  <a:pt x="781" y="27"/>
                </a:lnTo>
                <a:lnTo>
                  <a:pt x="781" y="0"/>
                </a:lnTo>
                <a:moveTo>
                  <a:pt x="911" y="0"/>
                </a:moveTo>
                <a:lnTo>
                  <a:pt x="991" y="0"/>
                </a:lnTo>
                <a:lnTo>
                  <a:pt x="991" y="27"/>
                </a:lnTo>
                <a:lnTo>
                  <a:pt x="911" y="27"/>
                </a:lnTo>
                <a:lnTo>
                  <a:pt x="911" y="0"/>
                </a:lnTo>
                <a:moveTo>
                  <a:pt x="1043" y="0"/>
                </a:moveTo>
                <a:lnTo>
                  <a:pt x="1122" y="0"/>
                </a:lnTo>
                <a:lnTo>
                  <a:pt x="1122" y="27"/>
                </a:lnTo>
                <a:lnTo>
                  <a:pt x="1043" y="27"/>
                </a:lnTo>
                <a:lnTo>
                  <a:pt x="1043" y="0"/>
                </a:lnTo>
                <a:moveTo>
                  <a:pt x="1173" y="0"/>
                </a:moveTo>
                <a:lnTo>
                  <a:pt x="1252" y="0"/>
                </a:lnTo>
                <a:lnTo>
                  <a:pt x="1252" y="27"/>
                </a:lnTo>
                <a:lnTo>
                  <a:pt x="1173" y="27"/>
                </a:lnTo>
                <a:lnTo>
                  <a:pt x="1173" y="0"/>
                </a:lnTo>
                <a:moveTo>
                  <a:pt x="1303" y="0"/>
                </a:moveTo>
                <a:lnTo>
                  <a:pt x="1382" y="0"/>
                </a:lnTo>
                <a:lnTo>
                  <a:pt x="1382" y="27"/>
                </a:lnTo>
                <a:lnTo>
                  <a:pt x="1303" y="27"/>
                </a:lnTo>
                <a:lnTo>
                  <a:pt x="1303" y="0"/>
                </a:lnTo>
                <a:moveTo>
                  <a:pt x="1433" y="0"/>
                </a:moveTo>
                <a:lnTo>
                  <a:pt x="1513" y="0"/>
                </a:lnTo>
                <a:lnTo>
                  <a:pt x="1513" y="27"/>
                </a:lnTo>
                <a:lnTo>
                  <a:pt x="1433" y="27"/>
                </a:lnTo>
                <a:lnTo>
                  <a:pt x="1433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27"/>
                </a:lnTo>
                <a:lnTo>
                  <a:pt x="1564" y="27"/>
                </a:lnTo>
                <a:lnTo>
                  <a:pt x="1564" y="0"/>
                </a:lnTo>
                <a:moveTo>
                  <a:pt x="1694" y="0"/>
                </a:moveTo>
                <a:lnTo>
                  <a:pt x="1773" y="0"/>
                </a:lnTo>
                <a:lnTo>
                  <a:pt x="1773" y="27"/>
                </a:lnTo>
                <a:lnTo>
                  <a:pt x="1694" y="27"/>
                </a:lnTo>
                <a:lnTo>
                  <a:pt x="169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1" name=""/>
          <p:cNvSpPr/>
          <p:nvPr/>
        </p:nvSpPr>
        <p:spPr>
          <a:xfrm>
            <a:off x="4971960" y="251424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7"/>
                </a:moveTo>
                <a:cubicBezTo>
                  <a:pt x="1112" y="594"/>
                  <a:pt x="1108" y="630"/>
                  <a:pt x="1101" y="666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8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6"/>
                  <a:pt x="895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5"/>
                  <a:pt x="665" y="1102"/>
                </a:cubicBezTo>
                <a:cubicBezTo>
                  <a:pt x="629" y="1109"/>
                  <a:pt x="593" y="1113"/>
                  <a:pt x="556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7" y="1084"/>
                  <a:pt x="344" y="1070"/>
                </a:cubicBezTo>
                <a:cubicBezTo>
                  <a:pt x="310" y="1056"/>
                  <a:pt x="278" y="1039"/>
                  <a:pt x="248" y="1019"/>
                </a:cubicBezTo>
                <a:cubicBezTo>
                  <a:pt x="217" y="999"/>
                  <a:pt x="189" y="976"/>
                  <a:pt x="163" y="950"/>
                </a:cubicBezTo>
                <a:cubicBezTo>
                  <a:pt x="138" y="924"/>
                  <a:pt x="115" y="896"/>
                  <a:pt x="94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8" y="701"/>
                  <a:pt x="10" y="666"/>
                </a:cubicBezTo>
                <a:cubicBezTo>
                  <a:pt x="3" y="630"/>
                  <a:pt x="0" y="594"/>
                  <a:pt x="0" y="557"/>
                </a:cubicBezTo>
                <a:cubicBezTo>
                  <a:pt x="0" y="521"/>
                  <a:pt x="3" y="485"/>
                  <a:pt x="10" y="449"/>
                </a:cubicBezTo>
                <a:cubicBezTo>
                  <a:pt x="18" y="413"/>
                  <a:pt x="28" y="378"/>
                  <a:pt x="42" y="344"/>
                </a:cubicBezTo>
                <a:cubicBezTo>
                  <a:pt x="56" y="311"/>
                  <a:pt x="73" y="279"/>
                  <a:pt x="94" y="248"/>
                </a:cubicBezTo>
                <a:cubicBezTo>
                  <a:pt x="115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7"/>
                  <a:pt x="344" y="43"/>
                </a:cubicBezTo>
                <a:cubicBezTo>
                  <a:pt x="377" y="29"/>
                  <a:pt x="412" y="18"/>
                  <a:pt x="448" y="11"/>
                </a:cubicBezTo>
                <a:cubicBezTo>
                  <a:pt x="484" y="4"/>
                  <a:pt x="520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8"/>
                </a:cubicBezTo>
                <a:cubicBezTo>
                  <a:pt x="1039" y="279"/>
                  <a:pt x="1056" y="311"/>
                  <a:pt x="1070" y="344"/>
                </a:cubicBezTo>
                <a:cubicBezTo>
                  <a:pt x="1084" y="378"/>
                  <a:pt x="1094" y="413"/>
                  <a:pt x="1101" y="449"/>
                </a:cubicBezTo>
                <a:cubicBezTo>
                  <a:pt x="1108" y="485"/>
                  <a:pt x="1112" y="521"/>
                  <a:pt x="1112" y="557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2" name=""/>
          <p:cNvSpPr/>
          <p:nvPr/>
        </p:nvSpPr>
        <p:spPr>
          <a:xfrm>
            <a:off x="5105160" y="2619360"/>
            <a:ext cx="47880" cy="190800"/>
          </a:xfrm>
          <a:custGeom>
            <a:avLst/>
            <a:gdLst/>
            <a:ahLst/>
            <a:rect l="0" t="0" r="r" b="b"/>
            <a:pathLst>
              <a:path w="133" h="530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2"/>
                  <a:pt x="126" y="7"/>
                </a:cubicBezTo>
                <a:cubicBezTo>
                  <a:pt x="131" y="12"/>
                  <a:pt x="133" y="19"/>
                  <a:pt x="133" y="26"/>
                </a:cubicBezTo>
                <a:lnTo>
                  <a:pt x="133" y="503"/>
                </a:lnTo>
                <a:cubicBezTo>
                  <a:pt x="133" y="511"/>
                  <a:pt x="131" y="517"/>
                  <a:pt x="126" y="522"/>
                </a:cubicBezTo>
                <a:cubicBezTo>
                  <a:pt x="121" y="527"/>
                  <a:pt x="114" y="530"/>
                  <a:pt x="107" y="530"/>
                </a:cubicBezTo>
                <a:lnTo>
                  <a:pt x="28" y="530"/>
                </a:lnTo>
                <a:cubicBezTo>
                  <a:pt x="20" y="530"/>
                  <a:pt x="14" y="527"/>
                  <a:pt x="8" y="522"/>
                </a:cubicBezTo>
                <a:cubicBezTo>
                  <a:pt x="3" y="517"/>
                  <a:pt x="0" y="511"/>
                  <a:pt x="0" y="503"/>
                </a:cubicBezTo>
                <a:lnTo>
                  <a:pt x="0" y="26"/>
                </a:lnTo>
                <a:cubicBezTo>
                  <a:pt x="0" y="19"/>
                  <a:pt x="3" y="12"/>
                  <a:pt x="8" y="7"/>
                </a:cubicBezTo>
                <a:cubicBezTo>
                  <a:pt x="14" y="2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3" name=""/>
          <p:cNvSpPr/>
          <p:nvPr/>
        </p:nvSpPr>
        <p:spPr>
          <a:xfrm>
            <a:off x="5190840" y="2619360"/>
            <a:ext cx="48240" cy="190800"/>
          </a:xfrm>
          <a:custGeom>
            <a:avLst/>
            <a:gdLst/>
            <a:ahLst/>
            <a:rect l="0" t="0" r="r" b="b"/>
            <a:pathLst>
              <a:path w="134" h="530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2"/>
                  <a:pt x="126" y="7"/>
                </a:cubicBezTo>
                <a:cubicBezTo>
                  <a:pt x="131" y="12"/>
                  <a:pt x="134" y="19"/>
                  <a:pt x="134" y="26"/>
                </a:cubicBezTo>
                <a:lnTo>
                  <a:pt x="134" y="503"/>
                </a:lnTo>
                <a:cubicBezTo>
                  <a:pt x="134" y="511"/>
                  <a:pt x="131" y="517"/>
                  <a:pt x="126" y="522"/>
                </a:cubicBezTo>
                <a:cubicBezTo>
                  <a:pt x="121" y="527"/>
                  <a:pt x="114" y="530"/>
                  <a:pt x="107" y="530"/>
                </a:cubicBezTo>
                <a:lnTo>
                  <a:pt x="27" y="530"/>
                </a:lnTo>
                <a:cubicBezTo>
                  <a:pt x="19" y="530"/>
                  <a:pt x="13" y="527"/>
                  <a:pt x="8" y="522"/>
                </a:cubicBezTo>
                <a:cubicBezTo>
                  <a:pt x="3" y="517"/>
                  <a:pt x="0" y="511"/>
                  <a:pt x="0" y="503"/>
                </a:cubicBezTo>
                <a:lnTo>
                  <a:pt x="0" y="26"/>
                </a:lnTo>
                <a:cubicBezTo>
                  <a:pt x="0" y="19"/>
                  <a:pt x="3" y="12"/>
                  <a:pt x="8" y="7"/>
                </a:cubicBezTo>
                <a:cubicBezTo>
                  <a:pt x="13" y="2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4" name=""/>
          <p:cNvSpPr txBox="1"/>
          <p:nvPr/>
        </p:nvSpPr>
        <p:spPr>
          <a:xfrm>
            <a:off x="5491800" y="2218320"/>
            <a:ext cx="2411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referentiecomponent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meta #80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5" name=""/>
          <p:cNvSpPr txBox="1"/>
          <p:nvPr/>
        </p:nvSpPr>
        <p:spPr>
          <a:xfrm>
            <a:off x="5491800" y="2628000"/>
            <a:ext cx="2402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Terminologie- en correctie-issues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7" name=""/>
          <p:cNvSpPr txBox="1"/>
          <p:nvPr/>
        </p:nvSpPr>
        <p:spPr>
          <a:xfrm>
            <a:off x="457200" y="4299480"/>
            <a:ext cx="58453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Status: voorstel van het kernteam. Zonder keuze blijft alles even zwaar en beweegt niets.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4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4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45" name=""/>
          <p:cNvSpPr/>
          <p:nvPr/>
        </p:nvSpPr>
        <p:spPr>
          <a:xfrm>
            <a:off x="465840" y="147528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6"/>
                </a:moveTo>
                <a:cubicBezTo>
                  <a:pt x="1011" y="539"/>
                  <a:pt x="1008" y="572"/>
                  <a:pt x="1001" y="605"/>
                </a:cubicBezTo>
                <a:cubicBezTo>
                  <a:pt x="995" y="637"/>
                  <a:pt x="985" y="669"/>
                  <a:pt x="972" y="700"/>
                </a:cubicBezTo>
                <a:cubicBezTo>
                  <a:pt x="960" y="730"/>
                  <a:pt x="944" y="759"/>
                  <a:pt x="926" y="787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5"/>
                  <a:pt x="730" y="960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0"/>
                  <a:pt x="253" y="945"/>
                  <a:pt x="225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7"/>
                </a:cubicBezTo>
                <a:cubicBezTo>
                  <a:pt x="66" y="759"/>
                  <a:pt x="51" y="730"/>
                  <a:pt x="38" y="700"/>
                </a:cubicBezTo>
                <a:cubicBezTo>
                  <a:pt x="25" y="669"/>
                  <a:pt x="16" y="637"/>
                  <a:pt x="9" y="605"/>
                </a:cubicBezTo>
                <a:cubicBezTo>
                  <a:pt x="3" y="572"/>
                  <a:pt x="0" y="539"/>
                  <a:pt x="0" y="506"/>
                </a:cubicBezTo>
                <a:cubicBezTo>
                  <a:pt x="0" y="473"/>
                  <a:pt x="3" y="439"/>
                  <a:pt x="9" y="407"/>
                </a:cubicBezTo>
                <a:cubicBezTo>
                  <a:pt x="16" y="374"/>
                  <a:pt x="25" y="343"/>
                  <a:pt x="38" y="312"/>
                </a:cubicBezTo>
                <a:cubicBezTo>
                  <a:pt x="51" y="281"/>
                  <a:pt x="66" y="252"/>
                  <a:pt x="85" y="225"/>
                </a:cubicBezTo>
                <a:cubicBezTo>
                  <a:pt x="103" y="197"/>
                  <a:pt x="124" y="172"/>
                  <a:pt x="147" y="148"/>
                </a:cubicBezTo>
                <a:cubicBezTo>
                  <a:pt x="171" y="125"/>
                  <a:pt x="196" y="104"/>
                  <a:pt x="225" y="85"/>
                </a:cubicBezTo>
                <a:cubicBezTo>
                  <a:pt x="253" y="67"/>
                  <a:pt x="282" y="51"/>
                  <a:pt x="312" y="39"/>
                </a:cubicBezTo>
                <a:cubicBezTo>
                  <a:pt x="343" y="26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9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5"/>
                  <a:pt x="863" y="148"/>
                </a:cubicBezTo>
                <a:cubicBezTo>
                  <a:pt x="886" y="172"/>
                  <a:pt x="907" y="197"/>
                  <a:pt x="926" y="225"/>
                </a:cubicBezTo>
                <a:cubicBezTo>
                  <a:pt x="944" y="252"/>
                  <a:pt x="960" y="281"/>
                  <a:pt x="972" y="312"/>
                </a:cubicBezTo>
                <a:cubicBezTo>
                  <a:pt x="985" y="343"/>
                  <a:pt x="995" y="374"/>
                  <a:pt x="1001" y="407"/>
                </a:cubicBezTo>
                <a:cubicBezTo>
                  <a:pt x="1008" y="439"/>
                  <a:pt x="1011" y="473"/>
                  <a:pt x="1011" y="50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6" name=""/>
          <p:cNvSpPr/>
          <p:nvPr/>
        </p:nvSpPr>
        <p:spPr>
          <a:xfrm>
            <a:off x="552240" y="156204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3"/>
                </a:moveTo>
                <a:cubicBezTo>
                  <a:pt x="386" y="206"/>
                  <a:pt x="385" y="218"/>
                  <a:pt x="382" y="231"/>
                </a:cubicBezTo>
                <a:cubicBezTo>
                  <a:pt x="380" y="243"/>
                  <a:pt x="376" y="255"/>
                  <a:pt x="371" y="267"/>
                </a:cubicBezTo>
                <a:cubicBezTo>
                  <a:pt x="366" y="278"/>
                  <a:pt x="361" y="289"/>
                  <a:pt x="354" y="300"/>
                </a:cubicBezTo>
                <a:cubicBezTo>
                  <a:pt x="346" y="311"/>
                  <a:pt x="339" y="320"/>
                  <a:pt x="330" y="329"/>
                </a:cubicBezTo>
                <a:cubicBezTo>
                  <a:pt x="321" y="338"/>
                  <a:pt x="311" y="346"/>
                  <a:pt x="300" y="353"/>
                </a:cubicBezTo>
                <a:cubicBezTo>
                  <a:pt x="290" y="360"/>
                  <a:pt x="279" y="366"/>
                  <a:pt x="267" y="371"/>
                </a:cubicBezTo>
                <a:cubicBezTo>
                  <a:pt x="255" y="376"/>
                  <a:pt x="243" y="379"/>
                  <a:pt x="231" y="382"/>
                </a:cubicBezTo>
                <a:cubicBezTo>
                  <a:pt x="219" y="384"/>
                  <a:pt x="206" y="386"/>
                  <a:pt x="193" y="386"/>
                </a:cubicBezTo>
                <a:cubicBezTo>
                  <a:pt x="180" y="386"/>
                  <a:pt x="167" y="384"/>
                  <a:pt x="155" y="382"/>
                </a:cubicBezTo>
                <a:cubicBezTo>
                  <a:pt x="143" y="379"/>
                  <a:pt x="131" y="376"/>
                  <a:pt x="119" y="371"/>
                </a:cubicBezTo>
                <a:cubicBezTo>
                  <a:pt x="107" y="366"/>
                  <a:pt x="96" y="360"/>
                  <a:pt x="86" y="353"/>
                </a:cubicBezTo>
                <a:cubicBezTo>
                  <a:pt x="75" y="346"/>
                  <a:pt x="65" y="338"/>
                  <a:pt x="56" y="329"/>
                </a:cubicBezTo>
                <a:cubicBezTo>
                  <a:pt x="48" y="320"/>
                  <a:pt x="40" y="311"/>
                  <a:pt x="33" y="300"/>
                </a:cubicBezTo>
                <a:cubicBezTo>
                  <a:pt x="25" y="289"/>
                  <a:pt x="20" y="278"/>
                  <a:pt x="15" y="267"/>
                </a:cubicBezTo>
                <a:cubicBezTo>
                  <a:pt x="10" y="255"/>
                  <a:pt x="6" y="243"/>
                  <a:pt x="4" y="231"/>
                </a:cubicBezTo>
                <a:cubicBezTo>
                  <a:pt x="1" y="218"/>
                  <a:pt x="0" y="206"/>
                  <a:pt x="0" y="193"/>
                </a:cubicBezTo>
                <a:cubicBezTo>
                  <a:pt x="0" y="180"/>
                  <a:pt x="1" y="168"/>
                  <a:pt x="4" y="156"/>
                </a:cubicBezTo>
                <a:cubicBezTo>
                  <a:pt x="6" y="143"/>
                  <a:pt x="10" y="131"/>
                  <a:pt x="15" y="119"/>
                </a:cubicBezTo>
                <a:cubicBezTo>
                  <a:pt x="20" y="108"/>
                  <a:pt x="25" y="97"/>
                  <a:pt x="33" y="86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6" y="32"/>
                </a:cubicBezTo>
                <a:cubicBezTo>
                  <a:pt x="96" y="25"/>
                  <a:pt x="107" y="19"/>
                  <a:pt x="119" y="14"/>
                </a:cubicBezTo>
                <a:cubicBezTo>
                  <a:pt x="131" y="9"/>
                  <a:pt x="143" y="6"/>
                  <a:pt x="155" y="3"/>
                </a:cubicBezTo>
                <a:cubicBezTo>
                  <a:pt x="167" y="1"/>
                  <a:pt x="180" y="0"/>
                  <a:pt x="193" y="0"/>
                </a:cubicBezTo>
                <a:cubicBezTo>
                  <a:pt x="206" y="0"/>
                  <a:pt x="219" y="1"/>
                  <a:pt x="231" y="3"/>
                </a:cubicBezTo>
                <a:cubicBezTo>
                  <a:pt x="243" y="6"/>
                  <a:pt x="255" y="9"/>
                  <a:pt x="267" y="14"/>
                </a:cubicBezTo>
                <a:cubicBezTo>
                  <a:pt x="279" y="19"/>
                  <a:pt x="290" y="25"/>
                  <a:pt x="300" y="32"/>
                </a:cubicBezTo>
                <a:cubicBezTo>
                  <a:pt x="311" y="39"/>
                  <a:pt x="321" y="47"/>
                  <a:pt x="330" y="56"/>
                </a:cubicBezTo>
                <a:cubicBezTo>
                  <a:pt x="339" y="65"/>
                  <a:pt x="346" y="75"/>
                  <a:pt x="354" y="86"/>
                </a:cubicBezTo>
                <a:cubicBezTo>
                  <a:pt x="361" y="97"/>
                  <a:pt x="366" y="108"/>
                  <a:pt x="371" y="119"/>
                </a:cubicBezTo>
                <a:cubicBezTo>
                  <a:pt x="376" y="131"/>
                  <a:pt x="380" y="143"/>
                  <a:pt x="382" y="156"/>
                </a:cubicBezTo>
                <a:cubicBezTo>
                  <a:pt x="385" y="168"/>
                  <a:pt x="386" y="180"/>
                  <a:pt x="386" y="193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7" name=""/>
          <p:cNvSpPr/>
          <p:nvPr/>
        </p:nvSpPr>
        <p:spPr>
          <a:xfrm>
            <a:off x="673560" y="1683000"/>
            <a:ext cx="69480" cy="6984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8" name=""/>
          <p:cNvSpPr/>
          <p:nvPr/>
        </p:nvSpPr>
        <p:spPr>
          <a:xfrm>
            <a:off x="971280" y="1276200"/>
            <a:ext cx="7906320" cy="752760"/>
          </a:xfrm>
          <a:custGeom>
            <a:avLst/>
            <a:gdLst/>
            <a:ahLst/>
            <a:rect l="0" t="0" r="r" b="b"/>
            <a:pathLst>
              <a:path w="21962" h="2091">
                <a:moveTo>
                  <a:pt x="0" y="0"/>
                </a:moveTo>
                <a:lnTo>
                  <a:pt x="21962" y="0"/>
                </a:lnTo>
                <a:lnTo>
                  <a:pt x="21962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9" name=""/>
          <p:cNvSpPr/>
          <p:nvPr/>
        </p:nvSpPr>
        <p:spPr>
          <a:xfrm>
            <a:off x="971280" y="127620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0" name=""/>
          <p:cNvSpPr/>
          <p:nvPr/>
        </p:nvSpPr>
        <p:spPr>
          <a:xfrm>
            <a:off x="971280" y="201924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1" name=""/>
          <p:cNvSpPr/>
          <p:nvPr/>
        </p:nvSpPr>
        <p:spPr>
          <a:xfrm>
            <a:off x="8867520" y="1276200"/>
            <a:ext cx="10080" cy="752760"/>
          </a:xfrm>
          <a:custGeom>
            <a:avLst/>
            <a:gdLst/>
            <a:ahLst/>
            <a:rect l="0" t="0" r="r" b="b"/>
            <a:pathLst>
              <a:path w="28" h="2091">
                <a:moveTo>
                  <a:pt x="0" y="0"/>
                </a:moveTo>
                <a:lnTo>
                  <a:pt x="28" y="0"/>
                </a:lnTo>
                <a:lnTo>
                  <a:pt x="28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2" name=""/>
          <p:cNvSpPr/>
          <p:nvPr/>
        </p:nvSpPr>
        <p:spPr>
          <a:xfrm>
            <a:off x="971280" y="1276200"/>
            <a:ext cx="48240" cy="752760"/>
          </a:xfrm>
          <a:custGeom>
            <a:avLst/>
            <a:gdLst/>
            <a:ahLst/>
            <a:rect l="0" t="0" r="r" b="b"/>
            <a:pathLst>
              <a:path w="134" h="2091">
                <a:moveTo>
                  <a:pt x="0" y="0"/>
                </a:moveTo>
                <a:lnTo>
                  <a:pt x="0" y="2091"/>
                </a:lnTo>
                <a:lnTo>
                  <a:pt x="134" y="2065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3" name=""/>
          <p:cNvSpPr txBox="1"/>
          <p:nvPr/>
        </p:nvSpPr>
        <p:spPr>
          <a:xfrm>
            <a:off x="439920" y="634320"/>
            <a:ext cx="1863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4" name=""/>
          <p:cNvSpPr/>
          <p:nvPr/>
        </p:nvSpPr>
        <p:spPr>
          <a:xfrm>
            <a:off x="1828440" y="162864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2" y="0"/>
                </a:moveTo>
                <a:lnTo>
                  <a:pt x="742" y="0"/>
                </a:lnTo>
                <a:lnTo>
                  <a:pt x="742" y="27"/>
                </a:lnTo>
                <a:lnTo>
                  <a:pt x="662" y="27"/>
                </a:lnTo>
                <a:lnTo>
                  <a:pt x="662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8" y="0"/>
                </a:moveTo>
                <a:lnTo>
                  <a:pt x="1007" y="0"/>
                </a:lnTo>
                <a:lnTo>
                  <a:pt x="1007" y="27"/>
                </a:lnTo>
                <a:lnTo>
                  <a:pt x="928" y="27"/>
                </a:lnTo>
                <a:lnTo>
                  <a:pt x="928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4" y="0"/>
                </a:moveTo>
                <a:lnTo>
                  <a:pt x="1933" y="0"/>
                </a:lnTo>
                <a:lnTo>
                  <a:pt x="1933" y="27"/>
                </a:lnTo>
                <a:lnTo>
                  <a:pt x="1854" y="27"/>
                </a:lnTo>
                <a:lnTo>
                  <a:pt x="1854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8" y="0"/>
                </a:lnTo>
                <a:lnTo>
                  <a:pt x="2198" y="27"/>
                </a:lnTo>
                <a:lnTo>
                  <a:pt x="2118" y="27"/>
                </a:lnTo>
                <a:lnTo>
                  <a:pt x="2118" y="0"/>
                </a:lnTo>
                <a:moveTo>
                  <a:pt x="2250" y="0"/>
                </a:moveTo>
                <a:lnTo>
                  <a:pt x="2330" y="0"/>
                </a:lnTo>
                <a:lnTo>
                  <a:pt x="2330" y="27"/>
                </a:lnTo>
                <a:lnTo>
                  <a:pt x="2250" y="27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1205640" y="147636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1828800" y="1456200"/>
            <a:ext cx="69332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applicatiediensten als laag en de datamodellen als eigen pakket (modulariteit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7" name=""/>
          <p:cNvSpPr/>
          <p:nvPr/>
        </p:nvSpPr>
        <p:spPr>
          <a:xfrm>
            <a:off x="465840" y="2227680"/>
            <a:ext cx="363960" cy="364320"/>
          </a:xfrm>
          <a:custGeom>
            <a:avLst/>
            <a:gdLst/>
            <a:ahLst/>
            <a:rect l="0" t="0" r="r" b="b"/>
            <a:pathLst>
              <a:path w="1011" h="1012">
                <a:moveTo>
                  <a:pt x="1011" y="506"/>
                </a:moveTo>
                <a:cubicBezTo>
                  <a:pt x="1011" y="540"/>
                  <a:pt x="1008" y="572"/>
                  <a:pt x="1001" y="605"/>
                </a:cubicBezTo>
                <a:cubicBezTo>
                  <a:pt x="995" y="638"/>
                  <a:pt x="985" y="669"/>
                  <a:pt x="972" y="700"/>
                </a:cubicBezTo>
                <a:cubicBezTo>
                  <a:pt x="960" y="730"/>
                  <a:pt x="944" y="760"/>
                  <a:pt x="926" y="787"/>
                </a:cubicBezTo>
                <a:cubicBezTo>
                  <a:pt x="907" y="815"/>
                  <a:pt x="886" y="840"/>
                  <a:pt x="863" y="864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5"/>
                  <a:pt x="730" y="960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2"/>
                  <a:pt x="506" y="1012"/>
                </a:cubicBezTo>
                <a:cubicBezTo>
                  <a:pt x="473" y="1012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0"/>
                  <a:pt x="253" y="945"/>
                  <a:pt x="225" y="926"/>
                </a:cubicBezTo>
                <a:cubicBezTo>
                  <a:pt x="196" y="908"/>
                  <a:pt x="171" y="887"/>
                  <a:pt x="147" y="864"/>
                </a:cubicBezTo>
                <a:cubicBezTo>
                  <a:pt x="124" y="840"/>
                  <a:pt x="103" y="815"/>
                  <a:pt x="85" y="787"/>
                </a:cubicBezTo>
                <a:cubicBezTo>
                  <a:pt x="66" y="760"/>
                  <a:pt x="51" y="730"/>
                  <a:pt x="38" y="700"/>
                </a:cubicBezTo>
                <a:cubicBezTo>
                  <a:pt x="25" y="669"/>
                  <a:pt x="16" y="638"/>
                  <a:pt x="9" y="605"/>
                </a:cubicBezTo>
                <a:cubicBezTo>
                  <a:pt x="3" y="572"/>
                  <a:pt x="0" y="540"/>
                  <a:pt x="0" y="506"/>
                </a:cubicBezTo>
                <a:cubicBezTo>
                  <a:pt x="0" y="473"/>
                  <a:pt x="3" y="440"/>
                  <a:pt x="9" y="408"/>
                </a:cubicBezTo>
                <a:cubicBezTo>
                  <a:pt x="16" y="374"/>
                  <a:pt x="25" y="343"/>
                  <a:pt x="38" y="312"/>
                </a:cubicBezTo>
                <a:cubicBezTo>
                  <a:pt x="51" y="282"/>
                  <a:pt x="66" y="252"/>
                  <a:pt x="85" y="225"/>
                </a:cubicBezTo>
                <a:cubicBezTo>
                  <a:pt x="103" y="197"/>
                  <a:pt x="124" y="172"/>
                  <a:pt x="147" y="148"/>
                </a:cubicBezTo>
                <a:cubicBezTo>
                  <a:pt x="171" y="125"/>
                  <a:pt x="196" y="104"/>
                  <a:pt x="225" y="85"/>
                </a:cubicBezTo>
                <a:cubicBezTo>
                  <a:pt x="253" y="67"/>
                  <a:pt x="282" y="51"/>
                  <a:pt x="312" y="39"/>
                </a:cubicBezTo>
                <a:cubicBezTo>
                  <a:pt x="343" y="26"/>
                  <a:pt x="375" y="17"/>
                  <a:pt x="407" y="10"/>
                </a:cubicBezTo>
                <a:cubicBezTo>
                  <a:pt x="440" y="4"/>
                  <a:pt x="473" y="0"/>
                  <a:pt x="506" y="0"/>
                </a:cubicBezTo>
                <a:cubicBezTo>
                  <a:pt x="539" y="0"/>
                  <a:pt x="572" y="4"/>
                  <a:pt x="604" y="10"/>
                </a:cubicBezTo>
                <a:cubicBezTo>
                  <a:pt x="637" y="17"/>
                  <a:pt x="668" y="26"/>
                  <a:pt x="699" y="39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4"/>
                  <a:pt x="839" y="125"/>
                  <a:pt x="863" y="148"/>
                </a:cubicBezTo>
                <a:cubicBezTo>
                  <a:pt x="886" y="172"/>
                  <a:pt x="907" y="197"/>
                  <a:pt x="926" y="225"/>
                </a:cubicBezTo>
                <a:cubicBezTo>
                  <a:pt x="944" y="252"/>
                  <a:pt x="960" y="282"/>
                  <a:pt x="972" y="312"/>
                </a:cubicBezTo>
                <a:cubicBezTo>
                  <a:pt x="985" y="343"/>
                  <a:pt x="995" y="374"/>
                  <a:pt x="1001" y="408"/>
                </a:cubicBezTo>
                <a:cubicBezTo>
                  <a:pt x="1008" y="440"/>
                  <a:pt x="1011" y="473"/>
                  <a:pt x="1011" y="50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8" name=""/>
          <p:cNvSpPr/>
          <p:nvPr/>
        </p:nvSpPr>
        <p:spPr>
          <a:xfrm>
            <a:off x="552240" y="231444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2"/>
                </a:moveTo>
                <a:cubicBezTo>
                  <a:pt x="386" y="205"/>
                  <a:pt x="385" y="217"/>
                  <a:pt x="382" y="230"/>
                </a:cubicBezTo>
                <a:cubicBezTo>
                  <a:pt x="380" y="242"/>
                  <a:pt x="376" y="254"/>
                  <a:pt x="371" y="266"/>
                </a:cubicBezTo>
                <a:cubicBezTo>
                  <a:pt x="366" y="278"/>
                  <a:pt x="361" y="289"/>
                  <a:pt x="354" y="300"/>
                </a:cubicBezTo>
                <a:cubicBezTo>
                  <a:pt x="346" y="311"/>
                  <a:pt x="339" y="320"/>
                  <a:pt x="330" y="329"/>
                </a:cubicBezTo>
                <a:cubicBezTo>
                  <a:pt x="321" y="338"/>
                  <a:pt x="311" y="346"/>
                  <a:pt x="300" y="353"/>
                </a:cubicBezTo>
                <a:cubicBezTo>
                  <a:pt x="290" y="360"/>
                  <a:pt x="279" y="366"/>
                  <a:pt x="267" y="371"/>
                </a:cubicBezTo>
                <a:cubicBezTo>
                  <a:pt x="255" y="376"/>
                  <a:pt x="243" y="380"/>
                  <a:pt x="231" y="382"/>
                </a:cubicBezTo>
                <a:cubicBezTo>
                  <a:pt x="219" y="384"/>
                  <a:pt x="206" y="386"/>
                  <a:pt x="193" y="386"/>
                </a:cubicBezTo>
                <a:cubicBezTo>
                  <a:pt x="180" y="386"/>
                  <a:pt x="167" y="384"/>
                  <a:pt x="155" y="382"/>
                </a:cubicBezTo>
                <a:cubicBezTo>
                  <a:pt x="143" y="380"/>
                  <a:pt x="131" y="376"/>
                  <a:pt x="119" y="371"/>
                </a:cubicBezTo>
                <a:cubicBezTo>
                  <a:pt x="107" y="366"/>
                  <a:pt x="96" y="360"/>
                  <a:pt x="86" y="353"/>
                </a:cubicBezTo>
                <a:cubicBezTo>
                  <a:pt x="75" y="346"/>
                  <a:pt x="65" y="338"/>
                  <a:pt x="56" y="329"/>
                </a:cubicBezTo>
                <a:cubicBezTo>
                  <a:pt x="48" y="320"/>
                  <a:pt x="40" y="311"/>
                  <a:pt x="33" y="300"/>
                </a:cubicBezTo>
                <a:cubicBezTo>
                  <a:pt x="25" y="289"/>
                  <a:pt x="20" y="278"/>
                  <a:pt x="15" y="266"/>
                </a:cubicBezTo>
                <a:cubicBezTo>
                  <a:pt x="10" y="254"/>
                  <a:pt x="6" y="242"/>
                  <a:pt x="4" y="230"/>
                </a:cubicBezTo>
                <a:cubicBezTo>
                  <a:pt x="1" y="217"/>
                  <a:pt x="0" y="205"/>
                  <a:pt x="0" y="192"/>
                </a:cubicBezTo>
                <a:cubicBezTo>
                  <a:pt x="0" y="180"/>
                  <a:pt x="1" y="167"/>
                  <a:pt x="4" y="155"/>
                </a:cubicBezTo>
                <a:cubicBezTo>
                  <a:pt x="6" y="142"/>
                  <a:pt x="10" y="130"/>
                  <a:pt x="15" y="119"/>
                </a:cubicBezTo>
                <a:cubicBezTo>
                  <a:pt x="20" y="107"/>
                  <a:pt x="25" y="96"/>
                  <a:pt x="33" y="85"/>
                </a:cubicBezTo>
                <a:cubicBezTo>
                  <a:pt x="40" y="75"/>
                  <a:pt x="48" y="65"/>
                  <a:pt x="56" y="56"/>
                </a:cubicBezTo>
                <a:cubicBezTo>
                  <a:pt x="65" y="47"/>
                  <a:pt x="75" y="39"/>
                  <a:pt x="86" y="32"/>
                </a:cubicBezTo>
                <a:cubicBezTo>
                  <a:pt x="96" y="25"/>
                  <a:pt x="107" y="19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7" y="1"/>
                  <a:pt x="180" y="0"/>
                  <a:pt x="193" y="0"/>
                </a:cubicBezTo>
                <a:cubicBezTo>
                  <a:pt x="206" y="0"/>
                  <a:pt x="219" y="1"/>
                  <a:pt x="231" y="4"/>
                </a:cubicBezTo>
                <a:cubicBezTo>
                  <a:pt x="243" y="6"/>
                  <a:pt x="255" y="10"/>
                  <a:pt x="267" y="15"/>
                </a:cubicBezTo>
                <a:cubicBezTo>
                  <a:pt x="279" y="19"/>
                  <a:pt x="290" y="25"/>
                  <a:pt x="300" y="32"/>
                </a:cubicBezTo>
                <a:cubicBezTo>
                  <a:pt x="311" y="39"/>
                  <a:pt x="321" y="47"/>
                  <a:pt x="330" y="56"/>
                </a:cubicBezTo>
                <a:cubicBezTo>
                  <a:pt x="339" y="65"/>
                  <a:pt x="346" y="75"/>
                  <a:pt x="354" y="85"/>
                </a:cubicBezTo>
                <a:cubicBezTo>
                  <a:pt x="361" y="96"/>
                  <a:pt x="366" y="107"/>
                  <a:pt x="371" y="119"/>
                </a:cubicBezTo>
                <a:cubicBezTo>
                  <a:pt x="376" y="130"/>
                  <a:pt x="380" y="142"/>
                  <a:pt x="382" y="155"/>
                </a:cubicBezTo>
                <a:cubicBezTo>
                  <a:pt x="385" y="167"/>
                  <a:pt x="386" y="180"/>
                  <a:pt x="386" y="192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9" name=""/>
          <p:cNvSpPr/>
          <p:nvPr/>
        </p:nvSpPr>
        <p:spPr>
          <a:xfrm>
            <a:off x="673560" y="2435760"/>
            <a:ext cx="69480" cy="6948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0" name=""/>
          <p:cNvSpPr/>
          <p:nvPr/>
        </p:nvSpPr>
        <p:spPr>
          <a:xfrm>
            <a:off x="971280" y="2143080"/>
            <a:ext cx="7906320" cy="533520"/>
          </a:xfrm>
          <a:custGeom>
            <a:avLst/>
            <a:gdLst/>
            <a:ahLst/>
            <a:rect l="0" t="0" r="r" b="b"/>
            <a:pathLst>
              <a:path w="21962" h="1482">
                <a:moveTo>
                  <a:pt x="0" y="0"/>
                </a:moveTo>
                <a:lnTo>
                  <a:pt x="21962" y="0"/>
                </a:lnTo>
                <a:lnTo>
                  <a:pt x="2196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1" name=""/>
          <p:cNvSpPr/>
          <p:nvPr/>
        </p:nvSpPr>
        <p:spPr>
          <a:xfrm>
            <a:off x="971280" y="21430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2" name=""/>
          <p:cNvSpPr/>
          <p:nvPr/>
        </p:nvSpPr>
        <p:spPr>
          <a:xfrm>
            <a:off x="971280" y="26668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3" name=""/>
          <p:cNvSpPr/>
          <p:nvPr/>
        </p:nvSpPr>
        <p:spPr>
          <a:xfrm>
            <a:off x="8867520" y="214308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4" name=""/>
          <p:cNvSpPr/>
          <p:nvPr/>
        </p:nvSpPr>
        <p:spPr>
          <a:xfrm>
            <a:off x="971280" y="2143080"/>
            <a:ext cx="48240" cy="533520"/>
          </a:xfrm>
          <a:custGeom>
            <a:avLst/>
            <a:gdLst/>
            <a:ahLst/>
            <a:rect l="0" t="0" r="r" b="b"/>
            <a:pathLst>
              <a:path w="134" h="1482">
                <a:moveTo>
                  <a:pt x="0" y="0"/>
                </a:moveTo>
                <a:lnTo>
                  <a:pt x="0" y="1482"/>
                </a:lnTo>
                <a:lnTo>
                  <a:pt x="134" y="1456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5" name=""/>
          <p:cNvSpPr txBox="1"/>
          <p:nvPr/>
        </p:nvSpPr>
        <p:spPr>
          <a:xfrm>
            <a:off x="1828800" y="1675440"/>
            <a:ext cx="954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versionering)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6" name=""/>
          <p:cNvSpPr/>
          <p:nvPr/>
        </p:nvSpPr>
        <p:spPr>
          <a:xfrm>
            <a:off x="1828440" y="249552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2" y="0"/>
                </a:moveTo>
                <a:lnTo>
                  <a:pt x="742" y="0"/>
                </a:lnTo>
                <a:lnTo>
                  <a:pt x="742" y="27"/>
                </a:lnTo>
                <a:lnTo>
                  <a:pt x="662" y="27"/>
                </a:lnTo>
                <a:lnTo>
                  <a:pt x="662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8" y="0"/>
                </a:moveTo>
                <a:lnTo>
                  <a:pt x="1007" y="0"/>
                </a:lnTo>
                <a:lnTo>
                  <a:pt x="1007" y="27"/>
                </a:lnTo>
                <a:lnTo>
                  <a:pt x="928" y="27"/>
                </a:lnTo>
                <a:lnTo>
                  <a:pt x="928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4" y="0"/>
                </a:moveTo>
                <a:lnTo>
                  <a:pt x="1933" y="0"/>
                </a:lnTo>
                <a:lnTo>
                  <a:pt x="1933" y="27"/>
                </a:lnTo>
                <a:lnTo>
                  <a:pt x="1854" y="27"/>
                </a:lnTo>
                <a:lnTo>
                  <a:pt x="1854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8" y="0"/>
                </a:lnTo>
                <a:lnTo>
                  <a:pt x="2198" y="27"/>
                </a:lnTo>
                <a:lnTo>
                  <a:pt x="2118" y="27"/>
                </a:lnTo>
                <a:lnTo>
                  <a:pt x="2118" y="0"/>
                </a:lnTo>
                <a:moveTo>
                  <a:pt x="2250" y="0"/>
                </a:moveTo>
                <a:lnTo>
                  <a:pt x="2330" y="0"/>
                </a:lnTo>
                <a:lnTo>
                  <a:pt x="2330" y="27"/>
                </a:lnTo>
                <a:lnTo>
                  <a:pt x="2250" y="27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7" name=""/>
          <p:cNvSpPr txBox="1"/>
          <p:nvPr/>
        </p:nvSpPr>
        <p:spPr>
          <a:xfrm>
            <a:off x="1205640" y="234324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8" name=""/>
          <p:cNvSpPr/>
          <p:nvPr/>
        </p:nvSpPr>
        <p:spPr>
          <a:xfrm>
            <a:off x="465840" y="287568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4"/>
                </a:cubicBezTo>
                <a:cubicBezTo>
                  <a:pt x="995" y="637"/>
                  <a:pt x="985" y="668"/>
                  <a:pt x="972" y="699"/>
                </a:cubicBezTo>
                <a:cubicBezTo>
                  <a:pt x="960" y="730"/>
                  <a:pt x="944" y="759"/>
                  <a:pt x="926" y="786"/>
                </a:cubicBezTo>
                <a:cubicBezTo>
                  <a:pt x="907" y="814"/>
                  <a:pt x="886" y="839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2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39"/>
                  <a:pt x="103" y="814"/>
                  <a:pt x="85" y="786"/>
                </a:cubicBezTo>
                <a:cubicBezTo>
                  <a:pt x="66" y="759"/>
                  <a:pt x="51" y="730"/>
                  <a:pt x="38" y="699"/>
                </a:cubicBezTo>
                <a:cubicBezTo>
                  <a:pt x="25" y="668"/>
                  <a:pt x="16" y="637"/>
                  <a:pt x="9" y="604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1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6"/>
                  <a:pt x="124" y="171"/>
                  <a:pt x="147" y="147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7"/>
                </a:cubicBezTo>
                <a:cubicBezTo>
                  <a:pt x="886" y="171"/>
                  <a:pt x="907" y="196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1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9" name=""/>
          <p:cNvSpPr/>
          <p:nvPr/>
        </p:nvSpPr>
        <p:spPr>
          <a:xfrm>
            <a:off x="552240" y="296208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3"/>
                </a:moveTo>
                <a:cubicBezTo>
                  <a:pt x="386" y="206"/>
                  <a:pt x="385" y="219"/>
                  <a:pt x="382" y="231"/>
                </a:cubicBezTo>
                <a:cubicBezTo>
                  <a:pt x="380" y="243"/>
                  <a:pt x="376" y="255"/>
                  <a:pt x="371" y="267"/>
                </a:cubicBezTo>
                <a:cubicBezTo>
                  <a:pt x="366" y="279"/>
                  <a:pt x="361" y="290"/>
                  <a:pt x="354" y="300"/>
                </a:cubicBezTo>
                <a:cubicBezTo>
                  <a:pt x="346" y="311"/>
                  <a:pt x="339" y="321"/>
                  <a:pt x="330" y="330"/>
                </a:cubicBezTo>
                <a:cubicBezTo>
                  <a:pt x="321" y="338"/>
                  <a:pt x="311" y="346"/>
                  <a:pt x="300" y="353"/>
                </a:cubicBezTo>
                <a:cubicBezTo>
                  <a:pt x="290" y="360"/>
                  <a:pt x="279" y="366"/>
                  <a:pt x="267" y="371"/>
                </a:cubicBezTo>
                <a:cubicBezTo>
                  <a:pt x="255" y="376"/>
                  <a:pt x="243" y="380"/>
                  <a:pt x="231" y="382"/>
                </a:cubicBezTo>
                <a:cubicBezTo>
                  <a:pt x="219" y="385"/>
                  <a:pt x="206" y="386"/>
                  <a:pt x="193" y="386"/>
                </a:cubicBezTo>
                <a:cubicBezTo>
                  <a:pt x="180" y="386"/>
                  <a:pt x="167" y="385"/>
                  <a:pt x="155" y="382"/>
                </a:cubicBezTo>
                <a:cubicBezTo>
                  <a:pt x="143" y="380"/>
                  <a:pt x="131" y="376"/>
                  <a:pt x="119" y="371"/>
                </a:cubicBezTo>
                <a:cubicBezTo>
                  <a:pt x="107" y="366"/>
                  <a:pt x="96" y="360"/>
                  <a:pt x="86" y="353"/>
                </a:cubicBezTo>
                <a:cubicBezTo>
                  <a:pt x="75" y="346"/>
                  <a:pt x="65" y="338"/>
                  <a:pt x="56" y="330"/>
                </a:cubicBezTo>
                <a:cubicBezTo>
                  <a:pt x="48" y="321"/>
                  <a:pt x="40" y="311"/>
                  <a:pt x="33" y="300"/>
                </a:cubicBezTo>
                <a:cubicBezTo>
                  <a:pt x="25" y="290"/>
                  <a:pt x="20" y="279"/>
                  <a:pt x="15" y="267"/>
                </a:cubicBezTo>
                <a:cubicBezTo>
                  <a:pt x="10" y="255"/>
                  <a:pt x="6" y="243"/>
                  <a:pt x="4" y="231"/>
                </a:cubicBezTo>
                <a:cubicBezTo>
                  <a:pt x="1" y="219"/>
                  <a:pt x="0" y="206"/>
                  <a:pt x="0" y="193"/>
                </a:cubicBezTo>
                <a:cubicBezTo>
                  <a:pt x="0" y="181"/>
                  <a:pt x="1" y="168"/>
                  <a:pt x="4" y="156"/>
                </a:cubicBezTo>
                <a:cubicBezTo>
                  <a:pt x="6" y="144"/>
                  <a:pt x="10" y="132"/>
                  <a:pt x="15" y="120"/>
                </a:cubicBezTo>
                <a:cubicBezTo>
                  <a:pt x="20" y="108"/>
                  <a:pt x="25" y="97"/>
                  <a:pt x="33" y="87"/>
                </a:cubicBezTo>
                <a:cubicBezTo>
                  <a:pt x="40" y="76"/>
                  <a:pt x="48" y="66"/>
                  <a:pt x="56" y="57"/>
                </a:cubicBezTo>
                <a:cubicBezTo>
                  <a:pt x="65" y="48"/>
                  <a:pt x="75" y="40"/>
                  <a:pt x="86" y="33"/>
                </a:cubicBezTo>
                <a:cubicBezTo>
                  <a:pt x="96" y="25"/>
                  <a:pt x="107" y="20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7" y="1"/>
                  <a:pt x="180" y="0"/>
                  <a:pt x="193" y="0"/>
                </a:cubicBezTo>
                <a:cubicBezTo>
                  <a:pt x="206" y="0"/>
                  <a:pt x="219" y="1"/>
                  <a:pt x="231" y="4"/>
                </a:cubicBezTo>
                <a:cubicBezTo>
                  <a:pt x="243" y="6"/>
                  <a:pt x="255" y="10"/>
                  <a:pt x="267" y="15"/>
                </a:cubicBezTo>
                <a:cubicBezTo>
                  <a:pt x="279" y="20"/>
                  <a:pt x="290" y="25"/>
                  <a:pt x="300" y="33"/>
                </a:cubicBezTo>
                <a:cubicBezTo>
                  <a:pt x="311" y="40"/>
                  <a:pt x="321" y="48"/>
                  <a:pt x="330" y="57"/>
                </a:cubicBezTo>
                <a:cubicBezTo>
                  <a:pt x="339" y="66"/>
                  <a:pt x="346" y="76"/>
                  <a:pt x="354" y="87"/>
                </a:cubicBezTo>
                <a:cubicBezTo>
                  <a:pt x="361" y="97"/>
                  <a:pt x="366" y="108"/>
                  <a:pt x="371" y="120"/>
                </a:cubicBezTo>
                <a:cubicBezTo>
                  <a:pt x="376" y="132"/>
                  <a:pt x="380" y="144"/>
                  <a:pt x="382" y="156"/>
                </a:cubicBezTo>
                <a:cubicBezTo>
                  <a:pt x="385" y="168"/>
                  <a:pt x="386" y="181"/>
                  <a:pt x="386" y="193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0" name=""/>
          <p:cNvSpPr/>
          <p:nvPr/>
        </p:nvSpPr>
        <p:spPr>
          <a:xfrm>
            <a:off x="673560" y="3083400"/>
            <a:ext cx="69480" cy="6948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1" name=""/>
          <p:cNvSpPr/>
          <p:nvPr/>
        </p:nvSpPr>
        <p:spPr>
          <a:xfrm>
            <a:off x="971280" y="2790720"/>
            <a:ext cx="7906320" cy="533520"/>
          </a:xfrm>
          <a:custGeom>
            <a:avLst/>
            <a:gdLst/>
            <a:ahLst/>
            <a:rect l="0" t="0" r="r" b="b"/>
            <a:pathLst>
              <a:path w="21962" h="1482">
                <a:moveTo>
                  <a:pt x="0" y="0"/>
                </a:moveTo>
                <a:lnTo>
                  <a:pt x="21962" y="0"/>
                </a:lnTo>
                <a:lnTo>
                  <a:pt x="2196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2" name=""/>
          <p:cNvSpPr/>
          <p:nvPr/>
        </p:nvSpPr>
        <p:spPr>
          <a:xfrm>
            <a:off x="971280" y="279072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3" name=""/>
          <p:cNvSpPr/>
          <p:nvPr/>
        </p:nvSpPr>
        <p:spPr>
          <a:xfrm>
            <a:off x="971280" y="331452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4" name=""/>
          <p:cNvSpPr/>
          <p:nvPr/>
        </p:nvSpPr>
        <p:spPr>
          <a:xfrm>
            <a:off x="8867520" y="27907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5" name=""/>
          <p:cNvSpPr/>
          <p:nvPr/>
        </p:nvSpPr>
        <p:spPr>
          <a:xfrm>
            <a:off x="971280" y="2790720"/>
            <a:ext cx="48240" cy="533520"/>
          </a:xfrm>
          <a:custGeom>
            <a:avLst/>
            <a:gdLst/>
            <a:ahLst/>
            <a:rect l="0" t="0" r="r" b="b"/>
            <a:pathLst>
              <a:path w="134" h="1482">
                <a:moveTo>
                  <a:pt x="0" y="0"/>
                </a:moveTo>
                <a:lnTo>
                  <a:pt x="0" y="1482"/>
                </a:lnTo>
                <a:lnTo>
                  <a:pt x="134" y="1456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6" name=""/>
          <p:cNvSpPr txBox="1"/>
          <p:nvPr/>
        </p:nvSpPr>
        <p:spPr>
          <a:xfrm>
            <a:off x="1828800" y="2323080"/>
            <a:ext cx="5985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het informatiemodel en de begrippen naast het eigen model leggen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7" name=""/>
          <p:cNvSpPr/>
          <p:nvPr/>
        </p:nvSpPr>
        <p:spPr>
          <a:xfrm>
            <a:off x="1828440" y="314316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2" y="0"/>
                </a:moveTo>
                <a:lnTo>
                  <a:pt x="341" y="0"/>
                </a:lnTo>
                <a:lnTo>
                  <a:pt x="341" y="27"/>
                </a:lnTo>
                <a:lnTo>
                  <a:pt x="262" y="27"/>
                </a:lnTo>
                <a:lnTo>
                  <a:pt x="262" y="0"/>
                </a:lnTo>
                <a:moveTo>
                  <a:pt x="393" y="0"/>
                </a:moveTo>
                <a:lnTo>
                  <a:pt x="473" y="0"/>
                </a:lnTo>
                <a:lnTo>
                  <a:pt x="473" y="27"/>
                </a:lnTo>
                <a:lnTo>
                  <a:pt x="393" y="27"/>
                </a:lnTo>
                <a:lnTo>
                  <a:pt x="393" y="0"/>
                </a:lnTo>
                <a:moveTo>
                  <a:pt x="524" y="0"/>
                </a:moveTo>
                <a:lnTo>
                  <a:pt x="603" y="0"/>
                </a:lnTo>
                <a:lnTo>
                  <a:pt x="603" y="27"/>
                </a:lnTo>
                <a:lnTo>
                  <a:pt x="524" y="27"/>
                </a:lnTo>
                <a:lnTo>
                  <a:pt x="524" y="0"/>
                </a:lnTo>
                <a:moveTo>
                  <a:pt x="655" y="0"/>
                </a:moveTo>
                <a:lnTo>
                  <a:pt x="734" y="0"/>
                </a:lnTo>
                <a:lnTo>
                  <a:pt x="734" y="27"/>
                </a:lnTo>
                <a:lnTo>
                  <a:pt x="655" y="27"/>
                </a:lnTo>
                <a:lnTo>
                  <a:pt x="655" y="0"/>
                </a:lnTo>
                <a:moveTo>
                  <a:pt x="785" y="0"/>
                </a:moveTo>
                <a:lnTo>
                  <a:pt x="865" y="0"/>
                </a:lnTo>
                <a:lnTo>
                  <a:pt x="865" y="27"/>
                </a:lnTo>
                <a:lnTo>
                  <a:pt x="785" y="27"/>
                </a:lnTo>
                <a:lnTo>
                  <a:pt x="785" y="0"/>
                </a:lnTo>
                <a:moveTo>
                  <a:pt x="916" y="0"/>
                </a:moveTo>
                <a:lnTo>
                  <a:pt x="995" y="0"/>
                </a:lnTo>
                <a:lnTo>
                  <a:pt x="995" y="27"/>
                </a:lnTo>
                <a:lnTo>
                  <a:pt x="916" y="27"/>
                </a:lnTo>
                <a:lnTo>
                  <a:pt x="916" y="0"/>
                </a:lnTo>
                <a:moveTo>
                  <a:pt x="1047" y="0"/>
                </a:moveTo>
                <a:lnTo>
                  <a:pt x="1126" y="0"/>
                </a:lnTo>
                <a:lnTo>
                  <a:pt x="1126" y="27"/>
                </a:lnTo>
                <a:lnTo>
                  <a:pt x="1047" y="27"/>
                </a:lnTo>
                <a:lnTo>
                  <a:pt x="1047" y="0"/>
                </a:lnTo>
                <a:moveTo>
                  <a:pt x="1177" y="0"/>
                </a:moveTo>
                <a:lnTo>
                  <a:pt x="1257" y="0"/>
                </a:lnTo>
                <a:lnTo>
                  <a:pt x="1257" y="27"/>
                </a:lnTo>
                <a:lnTo>
                  <a:pt x="1177" y="27"/>
                </a:lnTo>
                <a:lnTo>
                  <a:pt x="1177" y="0"/>
                </a:lnTo>
                <a:moveTo>
                  <a:pt x="1308" y="0"/>
                </a:moveTo>
                <a:lnTo>
                  <a:pt x="1387" y="0"/>
                </a:lnTo>
                <a:lnTo>
                  <a:pt x="1387" y="27"/>
                </a:lnTo>
                <a:lnTo>
                  <a:pt x="1308" y="27"/>
                </a:lnTo>
                <a:lnTo>
                  <a:pt x="1308" y="0"/>
                </a:lnTo>
                <a:moveTo>
                  <a:pt x="1439" y="0"/>
                </a:moveTo>
                <a:lnTo>
                  <a:pt x="1518" y="0"/>
                </a:lnTo>
                <a:lnTo>
                  <a:pt x="1518" y="27"/>
                </a:lnTo>
                <a:lnTo>
                  <a:pt x="1439" y="27"/>
                </a:lnTo>
                <a:lnTo>
                  <a:pt x="1439" y="0"/>
                </a:lnTo>
                <a:moveTo>
                  <a:pt x="1569" y="0"/>
                </a:moveTo>
                <a:lnTo>
                  <a:pt x="1649" y="0"/>
                </a:lnTo>
                <a:lnTo>
                  <a:pt x="1649" y="27"/>
                </a:lnTo>
                <a:lnTo>
                  <a:pt x="1569" y="27"/>
                </a:lnTo>
                <a:lnTo>
                  <a:pt x="1569" y="0"/>
                </a:lnTo>
                <a:moveTo>
                  <a:pt x="1700" y="0"/>
                </a:moveTo>
                <a:lnTo>
                  <a:pt x="1779" y="0"/>
                </a:lnTo>
                <a:lnTo>
                  <a:pt x="1779" y="27"/>
                </a:lnTo>
                <a:lnTo>
                  <a:pt x="1700" y="27"/>
                </a:lnTo>
                <a:lnTo>
                  <a:pt x="1700" y="0"/>
                </a:lnTo>
                <a:moveTo>
                  <a:pt x="1830" y="0"/>
                </a:moveTo>
                <a:lnTo>
                  <a:pt x="1910" y="0"/>
                </a:lnTo>
                <a:lnTo>
                  <a:pt x="1910" y="27"/>
                </a:lnTo>
                <a:lnTo>
                  <a:pt x="1830" y="27"/>
                </a:lnTo>
                <a:lnTo>
                  <a:pt x="1830" y="0"/>
                </a:lnTo>
                <a:moveTo>
                  <a:pt x="1961" y="0"/>
                </a:moveTo>
                <a:lnTo>
                  <a:pt x="2040" y="0"/>
                </a:lnTo>
                <a:lnTo>
                  <a:pt x="2040" y="27"/>
                </a:lnTo>
                <a:lnTo>
                  <a:pt x="1961" y="27"/>
                </a:lnTo>
                <a:lnTo>
                  <a:pt x="1961" y="0"/>
                </a:lnTo>
                <a:moveTo>
                  <a:pt x="2092" y="0"/>
                </a:moveTo>
                <a:lnTo>
                  <a:pt x="2171" y="0"/>
                </a:lnTo>
                <a:lnTo>
                  <a:pt x="2171" y="27"/>
                </a:lnTo>
                <a:lnTo>
                  <a:pt x="2092" y="27"/>
                </a:lnTo>
                <a:lnTo>
                  <a:pt x="209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1205640" y="299088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9" name=""/>
          <p:cNvSpPr/>
          <p:nvPr/>
        </p:nvSpPr>
        <p:spPr>
          <a:xfrm>
            <a:off x="465840" y="352332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7"/>
                  <a:pt x="972" y="698"/>
                </a:cubicBezTo>
                <a:cubicBezTo>
                  <a:pt x="960" y="729"/>
                  <a:pt x="944" y="758"/>
                  <a:pt x="926" y="785"/>
                </a:cubicBezTo>
                <a:cubicBezTo>
                  <a:pt x="907" y="813"/>
                  <a:pt x="886" y="840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2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40"/>
                  <a:pt x="103" y="813"/>
                  <a:pt x="85" y="785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7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7"/>
                  <a:pt x="124" y="171"/>
                  <a:pt x="147" y="148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8"/>
                </a:cubicBezTo>
                <a:cubicBezTo>
                  <a:pt x="886" y="171"/>
                  <a:pt x="907" y="197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0" name=""/>
          <p:cNvSpPr/>
          <p:nvPr/>
        </p:nvSpPr>
        <p:spPr>
          <a:xfrm>
            <a:off x="560880" y="3644280"/>
            <a:ext cx="173520" cy="130320"/>
          </a:xfrm>
          <a:custGeom>
            <a:avLst/>
            <a:gdLst/>
            <a:ahLst/>
            <a:rect l="0" t="0" r="r" b="b"/>
            <a:pathLst>
              <a:path fill="none" w="482" h="362">
                <a:moveTo>
                  <a:pt x="0" y="194"/>
                </a:moveTo>
                <a:lnTo>
                  <a:pt x="170" y="362"/>
                </a:lnTo>
                <a:lnTo>
                  <a:pt x="482" y="0"/>
                </a:lnTo>
              </a:path>
            </a:pathLst>
          </a:custGeom>
          <a:ln cap="rnd" w="30240">
            <a:solidFill>
              <a:srgbClr val="ffffff"/>
            </a:solidFill>
            <a:round/>
          </a:ln>
        </p:spPr>
        <p:txBody>
          <a:bodyPr lIns="15120" rIns="15120" tIns="15120" bIns="15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1" name=""/>
          <p:cNvSpPr/>
          <p:nvPr/>
        </p:nvSpPr>
        <p:spPr>
          <a:xfrm>
            <a:off x="971280" y="3438360"/>
            <a:ext cx="7906320" cy="533880"/>
          </a:xfrm>
          <a:custGeom>
            <a:avLst/>
            <a:gdLst/>
            <a:ahLst/>
            <a:rect l="0" t="0" r="r" b="b"/>
            <a:pathLst>
              <a:path w="21962" h="1483">
                <a:moveTo>
                  <a:pt x="0" y="0"/>
                </a:moveTo>
                <a:lnTo>
                  <a:pt x="21962" y="0"/>
                </a:lnTo>
                <a:lnTo>
                  <a:pt x="2196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2" name=""/>
          <p:cNvSpPr/>
          <p:nvPr/>
        </p:nvSpPr>
        <p:spPr>
          <a:xfrm>
            <a:off x="971280" y="343836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3" name=""/>
          <p:cNvSpPr/>
          <p:nvPr/>
        </p:nvSpPr>
        <p:spPr>
          <a:xfrm>
            <a:off x="971280" y="396216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4" name=""/>
          <p:cNvSpPr/>
          <p:nvPr/>
        </p:nvSpPr>
        <p:spPr>
          <a:xfrm>
            <a:off x="8867520" y="34383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5" name=""/>
          <p:cNvSpPr/>
          <p:nvPr/>
        </p:nvSpPr>
        <p:spPr>
          <a:xfrm>
            <a:off x="971280" y="3438360"/>
            <a:ext cx="48240" cy="533880"/>
          </a:xfrm>
          <a:custGeom>
            <a:avLst/>
            <a:gdLst/>
            <a:ahLst/>
            <a:rect l="0" t="0" r="r" b="b"/>
            <a:pathLst>
              <a:path w="134" h="1483">
                <a:moveTo>
                  <a:pt x="0" y="0"/>
                </a:moveTo>
                <a:lnTo>
                  <a:pt x="0" y="1483"/>
                </a:lnTo>
                <a:lnTo>
                  <a:pt x="134" y="1456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1828800" y="2970720"/>
            <a:ext cx="38379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v0.0.2 afronden: accepteren of itereren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1205640" y="3638520"/>
            <a:ext cx="526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BESLUIT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8" name=""/>
          <p:cNvSpPr/>
          <p:nvPr/>
        </p:nvSpPr>
        <p:spPr>
          <a:xfrm>
            <a:off x="465840" y="417096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6"/>
                </a:moveTo>
                <a:cubicBezTo>
                  <a:pt x="1011" y="539"/>
                  <a:pt x="1008" y="572"/>
                  <a:pt x="1001" y="605"/>
                </a:cubicBezTo>
                <a:cubicBezTo>
                  <a:pt x="995" y="637"/>
                  <a:pt x="985" y="669"/>
                  <a:pt x="972" y="699"/>
                </a:cubicBezTo>
                <a:cubicBezTo>
                  <a:pt x="960" y="730"/>
                  <a:pt x="944" y="759"/>
                  <a:pt x="926" y="787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4"/>
                  <a:pt x="730" y="960"/>
                  <a:pt x="699" y="973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3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7"/>
                </a:cubicBezTo>
                <a:cubicBezTo>
                  <a:pt x="66" y="759"/>
                  <a:pt x="51" y="730"/>
                  <a:pt x="38" y="699"/>
                </a:cubicBezTo>
                <a:cubicBezTo>
                  <a:pt x="25" y="669"/>
                  <a:pt x="16" y="637"/>
                  <a:pt x="9" y="605"/>
                </a:cubicBezTo>
                <a:cubicBezTo>
                  <a:pt x="3" y="572"/>
                  <a:pt x="0" y="539"/>
                  <a:pt x="0" y="506"/>
                </a:cubicBezTo>
                <a:cubicBezTo>
                  <a:pt x="0" y="473"/>
                  <a:pt x="3" y="440"/>
                  <a:pt x="9" y="407"/>
                </a:cubicBezTo>
                <a:cubicBezTo>
                  <a:pt x="16" y="375"/>
                  <a:pt x="25" y="343"/>
                  <a:pt x="38" y="313"/>
                </a:cubicBezTo>
                <a:cubicBezTo>
                  <a:pt x="51" y="282"/>
                  <a:pt x="66" y="253"/>
                  <a:pt x="85" y="225"/>
                </a:cubicBezTo>
                <a:cubicBezTo>
                  <a:pt x="103" y="198"/>
                  <a:pt x="124" y="172"/>
                  <a:pt x="147" y="149"/>
                </a:cubicBezTo>
                <a:cubicBezTo>
                  <a:pt x="171" y="125"/>
                  <a:pt x="196" y="104"/>
                  <a:pt x="225" y="86"/>
                </a:cubicBezTo>
                <a:cubicBezTo>
                  <a:pt x="253" y="68"/>
                  <a:pt x="282" y="52"/>
                  <a:pt x="312" y="39"/>
                </a:cubicBezTo>
                <a:cubicBezTo>
                  <a:pt x="343" y="26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9"/>
                </a:cubicBezTo>
                <a:cubicBezTo>
                  <a:pt x="730" y="52"/>
                  <a:pt x="759" y="68"/>
                  <a:pt x="786" y="86"/>
                </a:cubicBezTo>
                <a:cubicBezTo>
                  <a:pt x="814" y="104"/>
                  <a:pt x="839" y="125"/>
                  <a:pt x="863" y="149"/>
                </a:cubicBezTo>
                <a:cubicBezTo>
                  <a:pt x="886" y="172"/>
                  <a:pt x="907" y="198"/>
                  <a:pt x="926" y="225"/>
                </a:cubicBezTo>
                <a:cubicBezTo>
                  <a:pt x="944" y="253"/>
                  <a:pt x="960" y="282"/>
                  <a:pt x="972" y="313"/>
                </a:cubicBezTo>
                <a:cubicBezTo>
                  <a:pt x="985" y="343"/>
                  <a:pt x="995" y="375"/>
                  <a:pt x="1001" y="407"/>
                </a:cubicBezTo>
                <a:cubicBezTo>
                  <a:pt x="1008" y="440"/>
                  <a:pt x="1011" y="473"/>
                  <a:pt x="1011" y="50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9" name=""/>
          <p:cNvSpPr/>
          <p:nvPr/>
        </p:nvSpPr>
        <p:spPr>
          <a:xfrm>
            <a:off x="526320" y="4274640"/>
            <a:ext cx="242640" cy="191160"/>
          </a:xfrm>
          <a:custGeom>
            <a:avLst/>
            <a:gdLst/>
            <a:ahLst/>
            <a:rect l="0" t="0" r="r" b="b"/>
            <a:pathLst>
              <a:path w="674" h="531">
                <a:moveTo>
                  <a:pt x="72" y="0"/>
                </a:moveTo>
                <a:lnTo>
                  <a:pt x="602" y="0"/>
                </a:lnTo>
                <a:cubicBezTo>
                  <a:pt x="612" y="0"/>
                  <a:pt x="621" y="2"/>
                  <a:pt x="630" y="6"/>
                </a:cubicBezTo>
                <a:cubicBezTo>
                  <a:pt x="639" y="10"/>
                  <a:pt x="647" y="15"/>
                  <a:pt x="653" y="22"/>
                </a:cubicBezTo>
                <a:cubicBezTo>
                  <a:pt x="660" y="28"/>
                  <a:pt x="665" y="37"/>
                  <a:pt x="669" y="46"/>
                </a:cubicBezTo>
                <a:cubicBezTo>
                  <a:pt x="673" y="55"/>
                  <a:pt x="674" y="64"/>
                  <a:pt x="674" y="74"/>
                </a:cubicBezTo>
                <a:lnTo>
                  <a:pt x="674" y="338"/>
                </a:lnTo>
                <a:cubicBezTo>
                  <a:pt x="674" y="348"/>
                  <a:pt x="673" y="357"/>
                  <a:pt x="669" y="366"/>
                </a:cubicBezTo>
                <a:cubicBezTo>
                  <a:pt x="665" y="375"/>
                  <a:pt x="660" y="382"/>
                  <a:pt x="653" y="389"/>
                </a:cubicBezTo>
                <a:cubicBezTo>
                  <a:pt x="647" y="396"/>
                  <a:pt x="639" y="401"/>
                  <a:pt x="630" y="405"/>
                </a:cubicBezTo>
                <a:cubicBezTo>
                  <a:pt x="621" y="409"/>
                  <a:pt x="612" y="410"/>
                  <a:pt x="602" y="410"/>
                </a:cubicBezTo>
                <a:lnTo>
                  <a:pt x="314" y="410"/>
                </a:lnTo>
                <a:lnTo>
                  <a:pt x="168" y="531"/>
                </a:lnTo>
                <a:lnTo>
                  <a:pt x="168" y="410"/>
                </a:lnTo>
                <a:lnTo>
                  <a:pt x="72" y="410"/>
                </a:lnTo>
                <a:cubicBezTo>
                  <a:pt x="63" y="410"/>
                  <a:pt x="53" y="409"/>
                  <a:pt x="44" y="405"/>
                </a:cubicBezTo>
                <a:cubicBezTo>
                  <a:pt x="36" y="401"/>
                  <a:pt x="28" y="396"/>
                  <a:pt x="21" y="389"/>
                </a:cubicBezTo>
                <a:cubicBezTo>
                  <a:pt x="14" y="382"/>
                  <a:pt x="9" y="375"/>
                  <a:pt x="5" y="366"/>
                </a:cubicBezTo>
                <a:cubicBezTo>
                  <a:pt x="2" y="357"/>
                  <a:pt x="0" y="348"/>
                  <a:pt x="0" y="338"/>
                </a:cubicBezTo>
                <a:lnTo>
                  <a:pt x="0" y="74"/>
                </a:lnTo>
                <a:cubicBezTo>
                  <a:pt x="0" y="64"/>
                  <a:pt x="2" y="55"/>
                  <a:pt x="5" y="46"/>
                </a:cubicBezTo>
                <a:cubicBezTo>
                  <a:pt x="9" y="37"/>
                  <a:pt x="14" y="28"/>
                  <a:pt x="21" y="22"/>
                </a:cubicBezTo>
                <a:cubicBezTo>
                  <a:pt x="28" y="15"/>
                  <a:pt x="36" y="10"/>
                  <a:pt x="44" y="6"/>
                </a:cubicBezTo>
                <a:cubicBezTo>
                  <a:pt x="53" y="2"/>
                  <a:pt x="63" y="0"/>
                  <a:pt x="7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0" name=""/>
          <p:cNvSpPr/>
          <p:nvPr/>
        </p:nvSpPr>
        <p:spPr>
          <a:xfrm>
            <a:off x="971280" y="4086000"/>
            <a:ext cx="7906320" cy="533880"/>
          </a:xfrm>
          <a:custGeom>
            <a:avLst/>
            <a:gdLst/>
            <a:ahLst/>
            <a:rect l="0" t="0" r="r" b="b"/>
            <a:pathLst>
              <a:path w="21962" h="1483">
                <a:moveTo>
                  <a:pt x="0" y="0"/>
                </a:moveTo>
                <a:lnTo>
                  <a:pt x="21962" y="0"/>
                </a:lnTo>
                <a:lnTo>
                  <a:pt x="2196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1" name=""/>
          <p:cNvSpPr/>
          <p:nvPr/>
        </p:nvSpPr>
        <p:spPr>
          <a:xfrm>
            <a:off x="971280" y="408600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2" name=""/>
          <p:cNvSpPr/>
          <p:nvPr/>
        </p:nvSpPr>
        <p:spPr>
          <a:xfrm>
            <a:off x="971280" y="460980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3" name=""/>
          <p:cNvSpPr/>
          <p:nvPr/>
        </p:nvSpPr>
        <p:spPr>
          <a:xfrm>
            <a:off x="8867520" y="40860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4" name=""/>
          <p:cNvSpPr/>
          <p:nvPr/>
        </p:nvSpPr>
        <p:spPr>
          <a:xfrm>
            <a:off x="971280" y="4086000"/>
            <a:ext cx="48240" cy="533880"/>
          </a:xfrm>
          <a:custGeom>
            <a:avLst/>
            <a:gdLst/>
            <a:ahLst/>
            <a:rect l="0" t="0" r="r" b="b"/>
            <a:pathLst>
              <a:path w="134" h="1483">
                <a:moveTo>
                  <a:pt x="0" y="0"/>
                </a:moveTo>
                <a:lnTo>
                  <a:pt x="0" y="1483"/>
                </a:lnTo>
                <a:lnTo>
                  <a:pt x="134" y="1456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5" name=""/>
          <p:cNvSpPr txBox="1"/>
          <p:nvPr/>
        </p:nvSpPr>
        <p:spPr>
          <a:xfrm>
            <a:off x="1890720" y="3618360"/>
            <a:ext cx="60786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prioritering van het open werk: eerst de reviews, dan de student keuze regelsets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6" name=""/>
          <p:cNvSpPr txBox="1"/>
          <p:nvPr/>
        </p:nvSpPr>
        <p:spPr>
          <a:xfrm>
            <a:off x="1205640" y="4286520"/>
            <a:ext cx="3877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INPUT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1757880" y="4266360"/>
            <a:ext cx="56379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wat is er nodig om bij te komen en bij te blijven: tijd, uitleg, een sessie samen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0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0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06" name=""/>
          <p:cNvSpPr/>
          <p:nvPr/>
        </p:nvSpPr>
        <p:spPr>
          <a:xfrm>
            <a:off x="456840" y="1476360"/>
            <a:ext cx="8420760" cy="1209960"/>
          </a:xfrm>
          <a:custGeom>
            <a:avLst/>
            <a:gdLst/>
            <a:ahLst/>
            <a:rect l="0" t="0" r="r" b="b"/>
            <a:pathLst>
              <a:path w="23391" h="3361">
                <a:moveTo>
                  <a:pt x="0" y="0"/>
                </a:moveTo>
                <a:lnTo>
                  <a:pt x="23391" y="0"/>
                </a:lnTo>
                <a:lnTo>
                  <a:pt x="23391" y="3361"/>
                </a:lnTo>
                <a:lnTo>
                  <a:pt x="0" y="33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7" name=""/>
          <p:cNvSpPr/>
          <p:nvPr/>
        </p:nvSpPr>
        <p:spPr>
          <a:xfrm>
            <a:off x="456840" y="1476360"/>
            <a:ext cx="8420760" cy="38160"/>
          </a:xfrm>
          <a:custGeom>
            <a:avLst/>
            <a:gdLst/>
            <a:ahLst/>
            <a:rect l="0" t="0" r="r" b="b"/>
            <a:pathLst>
              <a:path w="23391" h="106">
                <a:moveTo>
                  <a:pt x="0" y="0"/>
                </a:moveTo>
                <a:lnTo>
                  <a:pt x="23391" y="0"/>
                </a:lnTo>
                <a:lnTo>
                  <a:pt x="2339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8" name=""/>
          <p:cNvSpPr/>
          <p:nvPr/>
        </p:nvSpPr>
        <p:spPr>
          <a:xfrm>
            <a:off x="456840" y="267624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9" name=""/>
          <p:cNvSpPr/>
          <p:nvPr/>
        </p:nvSpPr>
        <p:spPr>
          <a:xfrm>
            <a:off x="8867520" y="1476360"/>
            <a:ext cx="10080" cy="1209960"/>
          </a:xfrm>
          <a:custGeom>
            <a:avLst/>
            <a:gdLst/>
            <a:ahLst/>
            <a:rect l="0" t="0" r="r" b="b"/>
            <a:pathLst>
              <a:path w="28" h="3361">
                <a:moveTo>
                  <a:pt x="0" y="105"/>
                </a:moveTo>
                <a:lnTo>
                  <a:pt x="0" y="3361"/>
                </a:lnTo>
                <a:lnTo>
                  <a:pt x="28" y="3361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0" name=""/>
          <p:cNvSpPr/>
          <p:nvPr/>
        </p:nvSpPr>
        <p:spPr>
          <a:xfrm>
            <a:off x="456840" y="1476360"/>
            <a:ext cx="10080" cy="1209960"/>
          </a:xfrm>
          <a:custGeom>
            <a:avLst/>
            <a:gdLst/>
            <a:ahLst/>
            <a:rect l="0" t="0" r="r" b="b"/>
            <a:pathLst>
              <a:path w="28" h="3361">
                <a:moveTo>
                  <a:pt x="0" y="0"/>
                </a:moveTo>
                <a:lnTo>
                  <a:pt x="0" y="3361"/>
                </a:lnTo>
                <a:lnTo>
                  <a:pt x="28" y="3361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1" name=""/>
          <p:cNvSpPr/>
          <p:nvPr/>
        </p:nvSpPr>
        <p:spPr>
          <a:xfrm>
            <a:off x="657000" y="16477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5" y="701"/>
                  <a:pt x="1084" y="735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5"/>
                  <a:pt x="975" y="924"/>
                  <a:pt x="949" y="949"/>
                </a:cubicBezTo>
                <a:cubicBezTo>
                  <a:pt x="923" y="975"/>
                  <a:pt x="895" y="998"/>
                  <a:pt x="864" y="1018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5" y="1084"/>
                  <a:pt x="700" y="1094"/>
                  <a:pt x="664" y="1101"/>
                </a:cubicBezTo>
                <a:cubicBezTo>
                  <a:pt x="628" y="1108"/>
                  <a:pt x="592" y="1112"/>
                  <a:pt x="556" y="1112"/>
                </a:cubicBezTo>
                <a:cubicBezTo>
                  <a:pt x="519" y="1112"/>
                  <a:pt x="483" y="1108"/>
                  <a:pt x="447" y="1101"/>
                </a:cubicBezTo>
                <a:cubicBezTo>
                  <a:pt x="412" y="1094"/>
                  <a:pt x="377" y="1084"/>
                  <a:pt x="343" y="1070"/>
                </a:cubicBezTo>
                <a:cubicBezTo>
                  <a:pt x="309" y="1056"/>
                  <a:pt x="277" y="1039"/>
                  <a:pt x="247" y="1018"/>
                </a:cubicBezTo>
                <a:cubicBezTo>
                  <a:pt x="217" y="998"/>
                  <a:pt x="189" y="975"/>
                  <a:pt x="163" y="949"/>
                </a:cubicBezTo>
                <a:cubicBezTo>
                  <a:pt x="137" y="924"/>
                  <a:pt x="114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1"/>
                  <a:pt x="11" y="665"/>
                </a:cubicBezTo>
                <a:cubicBezTo>
                  <a:pt x="4" y="629"/>
                  <a:pt x="0" y="593"/>
                  <a:pt x="0" y="556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1"/>
                  <a:pt x="28" y="376"/>
                  <a:pt x="42" y="343"/>
                </a:cubicBezTo>
                <a:cubicBezTo>
                  <a:pt x="56" y="309"/>
                  <a:pt x="73" y="277"/>
                  <a:pt x="94" y="247"/>
                </a:cubicBezTo>
                <a:cubicBezTo>
                  <a:pt x="114" y="216"/>
                  <a:pt x="137" y="188"/>
                  <a:pt x="163" y="163"/>
                </a:cubicBezTo>
                <a:cubicBezTo>
                  <a:pt x="189" y="137"/>
                  <a:pt x="217" y="114"/>
                  <a:pt x="247" y="93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7" y="28"/>
                  <a:pt x="412" y="18"/>
                  <a:pt x="447" y="10"/>
                </a:cubicBezTo>
                <a:cubicBezTo>
                  <a:pt x="483" y="3"/>
                  <a:pt x="519" y="0"/>
                  <a:pt x="556" y="0"/>
                </a:cubicBezTo>
                <a:cubicBezTo>
                  <a:pt x="592" y="0"/>
                  <a:pt x="628" y="3"/>
                  <a:pt x="664" y="10"/>
                </a:cubicBezTo>
                <a:cubicBezTo>
                  <a:pt x="700" y="18"/>
                  <a:pt x="735" y="28"/>
                  <a:pt x="768" y="42"/>
                </a:cubicBezTo>
                <a:cubicBezTo>
                  <a:pt x="802" y="56"/>
                  <a:pt x="834" y="73"/>
                  <a:pt x="864" y="93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8"/>
                  <a:pt x="998" y="216"/>
                  <a:pt x="1019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6"/>
                  <a:pt x="1095" y="411"/>
                  <a:pt x="1102" y="448"/>
                </a:cubicBezTo>
                <a:cubicBezTo>
                  <a:pt x="1109" y="484"/>
                  <a:pt x="1112" y="520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2" name=""/>
          <p:cNvSpPr/>
          <p:nvPr/>
        </p:nvSpPr>
        <p:spPr>
          <a:xfrm>
            <a:off x="752400" y="1771560"/>
            <a:ext cx="209880" cy="181080"/>
          </a:xfrm>
          <a:custGeom>
            <a:avLst/>
            <a:gdLst/>
            <a:ahLst/>
            <a:rect l="0" t="0" r="r" b="b"/>
            <a:pathLst>
              <a:path w="583" h="503">
                <a:moveTo>
                  <a:pt x="53" y="0"/>
                </a:moveTo>
                <a:lnTo>
                  <a:pt x="530" y="0"/>
                </a:lnTo>
                <a:cubicBezTo>
                  <a:pt x="537" y="0"/>
                  <a:pt x="544" y="1"/>
                  <a:pt x="550" y="4"/>
                </a:cubicBezTo>
                <a:cubicBezTo>
                  <a:pt x="557" y="6"/>
                  <a:pt x="562" y="10"/>
                  <a:pt x="567" y="15"/>
                </a:cubicBezTo>
                <a:cubicBezTo>
                  <a:pt x="572" y="20"/>
                  <a:pt x="576" y="26"/>
                  <a:pt x="579" y="32"/>
                </a:cubicBezTo>
                <a:cubicBezTo>
                  <a:pt x="581" y="39"/>
                  <a:pt x="583" y="46"/>
                  <a:pt x="583" y="53"/>
                </a:cubicBezTo>
                <a:lnTo>
                  <a:pt x="583" y="451"/>
                </a:lnTo>
                <a:cubicBezTo>
                  <a:pt x="583" y="458"/>
                  <a:pt x="581" y="464"/>
                  <a:pt x="579" y="471"/>
                </a:cubicBezTo>
                <a:cubicBezTo>
                  <a:pt x="576" y="477"/>
                  <a:pt x="572" y="483"/>
                  <a:pt x="567" y="488"/>
                </a:cubicBezTo>
                <a:cubicBezTo>
                  <a:pt x="562" y="493"/>
                  <a:pt x="557" y="497"/>
                  <a:pt x="550" y="499"/>
                </a:cubicBezTo>
                <a:cubicBezTo>
                  <a:pt x="544" y="502"/>
                  <a:pt x="537" y="503"/>
                  <a:pt x="530" y="503"/>
                </a:cubicBezTo>
                <a:lnTo>
                  <a:pt x="53" y="503"/>
                </a:lnTo>
                <a:cubicBezTo>
                  <a:pt x="46" y="503"/>
                  <a:pt x="39" y="502"/>
                  <a:pt x="32" y="499"/>
                </a:cubicBezTo>
                <a:cubicBezTo>
                  <a:pt x="26" y="497"/>
                  <a:pt x="20" y="493"/>
                  <a:pt x="15" y="488"/>
                </a:cubicBezTo>
                <a:cubicBezTo>
                  <a:pt x="10" y="483"/>
                  <a:pt x="6" y="477"/>
                  <a:pt x="4" y="471"/>
                </a:cubicBezTo>
                <a:cubicBezTo>
                  <a:pt x="1" y="464"/>
                  <a:pt x="0" y="458"/>
                  <a:pt x="0" y="451"/>
                </a:cubicBezTo>
                <a:lnTo>
                  <a:pt x="0" y="53"/>
                </a:lnTo>
                <a:cubicBezTo>
                  <a:pt x="0" y="46"/>
                  <a:pt x="1" y="39"/>
                  <a:pt x="4" y="32"/>
                </a:cubicBezTo>
                <a:cubicBezTo>
                  <a:pt x="6" y="26"/>
                  <a:pt x="10" y="20"/>
                  <a:pt x="15" y="15"/>
                </a:cubicBezTo>
                <a:cubicBezTo>
                  <a:pt x="20" y="10"/>
                  <a:pt x="26" y="6"/>
                  <a:pt x="32" y="4"/>
                </a:cubicBezTo>
                <a:cubicBezTo>
                  <a:pt x="39" y="1"/>
                  <a:pt x="46" y="0"/>
                  <a:pt x="5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3" name=""/>
          <p:cNvSpPr/>
          <p:nvPr/>
        </p:nvSpPr>
        <p:spPr>
          <a:xfrm>
            <a:off x="752400" y="1771560"/>
            <a:ext cx="209880" cy="47880"/>
          </a:xfrm>
          <a:custGeom>
            <a:avLst/>
            <a:gdLst/>
            <a:ahLst/>
            <a:rect l="0" t="0" r="r" b="b"/>
            <a:pathLst>
              <a:path w="583" h="133">
                <a:moveTo>
                  <a:pt x="0" y="0"/>
                </a:moveTo>
                <a:lnTo>
                  <a:pt x="583" y="0"/>
                </a:lnTo>
                <a:lnTo>
                  <a:pt x="58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4" name=""/>
          <p:cNvSpPr/>
          <p:nvPr/>
        </p:nvSpPr>
        <p:spPr>
          <a:xfrm>
            <a:off x="790560" y="1733400"/>
            <a:ext cx="28800" cy="57600"/>
          </a:xfrm>
          <a:custGeom>
            <a:avLst/>
            <a:gdLst/>
            <a:ahLst/>
            <a:rect l="0" t="0" r="r" b="b"/>
            <a:pathLst>
              <a:path w="80" h="160">
                <a:moveTo>
                  <a:pt x="26" y="0"/>
                </a:moveTo>
                <a:lnTo>
                  <a:pt x="52" y="0"/>
                </a:lnTo>
                <a:cubicBezTo>
                  <a:pt x="61" y="0"/>
                  <a:pt x="67" y="2"/>
                  <a:pt x="72" y="9"/>
                </a:cubicBezTo>
                <a:cubicBezTo>
                  <a:pt x="77" y="14"/>
                  <a:pt x="80" y="20"/>
                  <a:pt x="80" y="27"/>
                </a:cubicBezTo>
                <a:lnTo>
                  <a:pt x="80" y="133"/>
                </a:lnTo>
                <a:cubicBezTo>
                  <a:pt x="80" y="141"/>
                  <a:pt x="77" y="147"/>
                  <a:pt x="72" y="152"/>
                </a:cubicBezTo>
                <a:cubicBezTo>
                  <a:pt x="67" y="157"/>
                  <a:pt x="61" y="160"/>
                  <a:pt x="52" y="160"/>
                </a:cubicBezTo>
                <a:lnTo>
                  <a:pt x="26" y="160"/>
                </a:lnTo>
                <a:cubicBezTo>
                  <a:pt x="19" y="160"/>
                  <a:pt x="12" y="157"/>
                  <a:pt x="7" y="152"/>
                </a:cubicBezTo>
                <a:cubicBezTo>
                  <a:pt x="2" y="147"/>
                  <a:pt x="0" y="141"/>
                  <a:pt x="0" y="133"/>
                </a:cubicBezTo>
                <a:lnTo>
                  <a:pt x="0" y="27"/>
                </a:lnTo>
                <a:cubicBezTo>
                  <a:pt x="0" y="20"/>
                  <a:pt x="2" y="14"/>
                  <a:pt x="7" y="9"/>
                </a:cubicBezTo>
                <a:cubicBezTo>
                  <a:pt x="12" y="2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5" name=""/>
          <p:cNvSpPr/>
          <p:nvPr/>
        </p:nvSpPr>
        <p:spPr>
          <a:xfrm>
            <a:off x="895320" y="1733400"/>
            <a:ext cx="28800" cy="57600"/>
          </a:xfrm>
          <a:custGeom>
            <a:avLst/>
            <a:gdLst/>
            <a:ahLst/>
            <a:rect l="0" t="0" r="r" b="b"/>
            <a:pathLst>
              <a:path w="80" h="160">
                <a:moveTo>
                  <a:pt x="27" y="0"/>
                </a:moveTo>
                <a:lnTo>
                  <a:pt x="53" y="0"/>
                </a:lnTo>
                <a:cubicBezTo>
                  <a:pt x="61" y="0"/>
                  <a:pt x="67" y="2"/>
                  <a:pt x="72" y="9"/>
                </a:cubicBezTo>
                <a:cubicBezTo>
                  <a:pt x="77" y="14"/>
                  <a:pt x="80" y="20"/>
                  <a:pt x="80" y="27"/>
                </a:cubicBezTo>
                <a:lnTo>
                  <a:pt x="80" y="133"/>
                </a:lnTo>
                <a:cubicBezTo>
                  <a:pt x="80" y="141"/>
                  <a:pt x="77" y="147"/>
                  <a:pt x="72" y="152"/>
                </a:cubicBezTo>
                <a:cubicBezTo>
                  <a:pt x="67" y="157"/>
                  <a:pt x="61" y="160"/>
                  <a:pt x="53" y="160"/>
                </a:cubicBezTo>
                <a:lnTo>
                  <a:pt x="27" y="160"/>
                </a:lnTo>
                <a:cubicBezTo>
                  <a:pt x="20" y="160"/>
                  <a:pt x="13" y="157"/>
                  <a:pt x="8" y="152"/>
                </a:cubicBezTo>
                <a:cubicBezTo>
                  <a:pt x="3" y="147"/>
                  <a:pt x="0" y="141"/>
                  <a:pt x="0" y="133"/>
                </a:cubicBezTo>
                <a:lnTo>
                  <a:pt x="0" y="27"/>
                </a:lnTo>
                <a:cubicBezTo>
                  <a:pt x="0" y="20"/>
                  <a:pt x="3" y="14"/>
                  <a:pt x="8" y="9"/>
                </a:cubicBezTo>
                <a:cubicBezTo>
                  <a:pt x="13" y="2"/>
                  <a:pt x="20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6" name=""/>
          <p:cNvSpPr/>
          <p:nvPr/>
        </p:nvSpPr>
        <p:spPr>
          <a:xfrm>
            <a:off x="790560" y="184752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0"/>
                </a:moveTo>
                <a:lnTo>
                  <a:pt x="106" y="0"/>
                </a:lnTo>
                <a:lnTo>
                  <a:pt x="10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7" name=""/>
          <p:cNvSpPr/>
          <p:nvPr/>
        </p:nvSpPr>
        <p:spPr>
          <a:xfrm>
            <a:off x="847440" y="184752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0"/>
                </a:moveTo>
                <a:lnTo>
                  <a:pt x="107" y="0"/>
                </a:lnTo>
                <a:lnTo>
                  <a:pt x="10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8" name=""/>
          <p:cNvSpPr/>
          <p:nvPr/>
        </p:nvSpPr>
        <p:spPr>
          <a:xfrm>
            <a:off x="904680" y="184752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0"/>
                </a:moveTo>
                <a:lnTo>
                  <a:pt x="107" y="0"/>
                </a:lnTo>
                <a:lnTo>
                  <a:pt x="10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9" name=""/>
          <p:cNvSpPr txBox="1"/>
          <p:nvPr/>
        </p:nvSpPr>
        <p:spPr>
          <a:xfrm>
            <a:off x="439920" y="815400"/>
            <a:ext cx="1491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Vervolg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0" name=""/>
          <p:cNvSpPr/>
          <p:nvPr/>
        </p:nvSpPr>
        <p:spPr>
          <a:xfrm>
            <a:off x="657000" y="214308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5" y="700"/>
                  <a:pt x="1084" y="735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3" y="975"/>
                  <a:pt x="895" y="998"/>
                  <a:pt x="864" y="1018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5" y="1084"/>
                  <a:pt x="700" y="1094"/>
                  <a:pt x="664" y="1101"/>
                </a:cubicBezTo>
                <a:cubicBezTo>
                  <a:pt x="628" y="1108"/>
                  <a:pt x="592" y="1112"/>
                  <a:pt x="556" y="1112"/>
                </a:cubicBezTo>
                <a:cubicBezTo>
                  <a:pt x="519" y="1112"/>
                  <a:pt x="483" y="1108"/>
                  <a:pt x="447" y="1101"/>
                </a:cubicBezTo>
                <a:cubicBezTo>
                  <a:pt x="412" y="1094"/>
                  <a:pt x="377" y="1084"/>
                  <a:pt x="343" y="1070"/>
                </a:cubicBezTo>
                <a:cubicBezTo>
                  <a:pt x="309" y="1056"/>
                  <a:pt x="277" y="1039"/>
                  <a:pt x="247" y="1018"/>
                </a:cubicBezTo>
                <a:cubicBezTo>
                  <a:pt x="217" y="998"/>
                  <a:pt x="189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0"/>
                  <a:pt x="11" y="665"/>
                </a:cubicBezTo>
                <a:cubicBezTo>
                  <a:pt x="4" y="629"/>
                  <a:pt x="0" y="593"/>
                  <a:pt x="0" y="556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4"/>
                </a:cubicBezTo>
                <a:cubicBezTo>
                  <a:pt x="56" y="310"/>
                  <a:pt x="73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3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7" y="28"/>
                  <a:pt x="412" y="17"/>
                  <a:pt x="447" y="10"/>
                </a:cubicBezTo>
                <a:cubicBezTo>
                  <a:pt x="483" y="3"/>
                  <a:pt x="519" y="0"/>
                  <a:pt x="556" y="0"/>
                </a:cubicBezTo>
                <a:cubicBezTo>
                  <a:pt x="592" y="0"/>
                  <a:pt x="628" y="3"/>
                  <a:pt x="664" y="10"/>
                </a:cubicBezTo>
                <a:cubicBezTo>
                  <a:pt x="700" y="17"/>
                  <a:pt x="735" y="28"/>
                  <a:pt x="768" y="42"/>
                </a:cubicBezTo>
                <a:cubicBezTo>
                  <a:pt x="802" y="56"/>
                  <a:pt x="834" y="73"/>
                  <a:pt x="864" y="93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7"/>
                  <a:pt x="1095" y="412"/>
                  <a:pt x="1102" y="448"/>
                </a:cubicBezTo>
                <a:cubicBezTo>
                  <a:pt x="1109" y="484"/>
                  <a:pt x="1112" y="520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1" name=""/>
          <p:cNvSpPr/>
          <p:nvPr/>
        </p:nvSpPr>
        <p:spPr>
          <a:xfrm>
            <a:off x="780840" y="2228760"/>
            <a:ext cx="152640" cy="219240"/>
          </a:xfrm>
          <a:custGeom>
            <a:avLst/>
            <a:gdLst/>
            <a:ahLst/>
            <a:rect l="0" t="0" r="r" b="b"/>
            <a:pathLst>
              <a:path w="424" h="609">
                <a:moveTo>
                  <a:pt x="213" y="0"/>
                </a:moveTo>
                <a:cubicBezTo>
                  <a:pt x="227" y="0"/>
                  <a:pt x="240" y="1"/>
                  <a:pt x="254" y="4"/>
                </a:cubicBezTo>
                <a:cubicBezTo>
                  <a:pt x="268" y="7"/>
                  <a:pt x="281" y="11"/>
                  <a:pt x="294" y="16"/>
                </a:cubicBezTo>
                <a:cubicBezTo>
                  <a:pt x="307" y="21"/>
                  <a:pt x="319" y="28"/>
                  <a:pt x="330" y="35"/>
                </a:cubicBezTo>
                <a:cubicBezTo>
                  <a:pt x="342" y="43"/>
                  <a:pt x="353" y="52"/>
                  <a:pt x="362" y="62"/>
                </a:cubicBezTo>
                <a:cubicBezTo>
                  <a:pt x="372" y="72"/>
                  <a:pt x="381" y="82"/>
                  <a:pt x="389" y="94"/>
                </a:cubicBezTo>
                <a:cubicBezTo>
                  <a:pt x="396" y="105"/>
                  <a:pt x="403" y="118"/>
                  <a:pt x="408" y="130"/>
                </a:cubicBezTo>
                <a:cubicBezTo>
                  <a:pt x="414" y="143"/>
                  <a:pt x="418" y="156"/>
                  <a:pt x="420" y="170"/>
                </a:cubicBezTo>
                <a:cubicBezTo>
                  <a:pt x="423" y="184"/>
                  <a:pt x="424" y="199"/>
                  <a:pt x="424" y="212"/>
                </a:cubicBezTo>
                <a:cubicBezTo>
                  <a:pt x="424" y="371"/>
                  <a:pt x="213" y="609"/>
                  <a:pt x="213" y="609"/>
                </a:cubicBezTo>
                <a:cubicBezTo>
                  <a:pt x="213" y="609"/>
                  <a:pt x="0" y="371"/>
                  <a:pt x="0" y="212"/>
                </a:cubicBezTo>
                <a:cubicBezTo>
                  <a:pt x="0" y="199"/>
                  <a:pt x="1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9" y="0"/>
                  <a:pt x="21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2" name=""/>
          <p:cNvSpPr/>
          <p:nvPr/>
        </p:nvSpPr>
        <p:spPr>
          <a:xfrm>
            <a:off x="828360" y="2276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1190520" y="1756440"/>
            <a:ext cx="42969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60" spc="-1" strike="noStrike">
                <a:solidFill>
                  <a:srgbClr val="3d68ec"/>
                </a:solidFill>
                <a:latin typeface="Arial"/>
                <a:ea typeface="Arial"/>
              </a:rPr>
              <a:t>Volgende sessie: woensdag 30 september 2026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4" name=""/>
          <p:cNvSpPr/>
          <p:nvPr/>
        </p:nvSpPr>
        <p:spPr>
          <a:xfrm>
            <a:off x="464760" y="288432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4"/>
                </a:moveTo>
                <a:cubicBezTo>
                  <a:pt x="910" y="484"/>
                  <a:pt x="907" y="514"/>
                  <a:pt x="902" y="543"/>
                </a:cubicBezTo>
                <a:cubicBezTo>
                  <a:pt x="896" y="572"/>
                  <a:pt x="887" y="601"/>
                  <a:pt x="876" y="629"/>
                </a:cubicBezTo>
                <a:cubicBezTo>
                  <a:pt x="864" y="657"/>
                  <a:pt x="850" y="683"/>
                  <a:pt x="834" y="708"/>
                </a:cubicBezTo>
                <a:cubicBezTo>
                  <a:pt x="817" y="733"/>
                  <a:pt x="798" y="756"/>
                  <a:pt x="777" y="777"/>
                </a:cubicBezTo>
                <a:cubicBezTo>
                  <a:pt x="756" y="798"/>
                  <a:pt x="733" y="817"/>
                  <a:pt x="708" y="833"/>
                </a:cubicBezTo>
                <a:cubicBezTo>
                  <a:pt x="683" y="850"/>
                  <a:pt x="657" y="864"/>
                  <a:pt x="630" y="875"/>
                </a:cubicBezTo>
                <a:cubicBezTo>
                  <a:pt x="602" y="887"/>
                  <a:pt x="574" y="895"/>
                  <a:pt x="544" y="901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1"/>
                </a:cubicBezTo>
                <a:cubicBezTo>
                  <a:pt x="338" y="895"/>
                  <a:pt x="309" y="887"/>
                  <a:pt x="282" y="875"/>
                </a:cubicBezTo>
                <a:cubicBezTo>
                  <a:pt x="254" y="864"/>
                  <a:pt x="228" y="850"/>
                  <a:pt x="203" y="833"/>
                </a:cubicBezTo>
                <a:cubicBezTo>
                  <a:pt x="178" y="817"/>
                  <a:pt x="155" y="798"/>
                  <a:pt x="134" y="777"/>
                </a:cubicBezTo>
                <a:cubicBezTo>
                  <a:pt x="113" y="756"/>
                  <a:pt x="94" y="733"/>
                  <a:pt x="78" y="708"/>
                </a:cubicBezTo>
                <a:cubicBezTo>
                  <a:pt x="60" y="683"/>
                  <a:pt x="46" y="657"/>
                  <a:pt x="35" y="629"/>
                </a:cubicBezTo>
                <a:cubicBezTo>
                  <a:pt x="23" y="601"/>
                  <a:pt x="15" y="572"/>
                  <a:pt x="9" y="543"/>
                </a:cubicBezTo>
                <a:cubicBezTo>
                  <a:pt x="3" y="514"/>
                  <a:pt x="0" y="484"/>
                  <a:pt x="0" y="454"/>
                </a:cubicBezTo>
                <a:cubicBezTo>
                  <a:pt x="0" y="424"/>
                  <a:pt x="3" y="395"/>
                  <a:pt x="9" y="365"/>
                </a:cubicBezTo>
                <a:cubicBezTo>
                  <a:pt x="15" y="336"/>
                  <a:pt x="23" y="308"/>
                  <a:pt x="35" y="280"/>
                </a:cubicBezTo>
                <a:cubicBezTo>
                  <a:pt x="46" y="253"/>
                  <a:pt x="60" y="226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6"/>
                </a:cubicBezTo>
                <a:cubicBezTo>
                  <a:pt x="228" y="60"/>
                  <a:pt x="254" y="46"/>
                  <a:pt x="282" y="34"/>
                </a:cubicBezTo>
                <a:cubicBezTo>
                  <a:pt x="309" y="23"/>
                  <a:pt x="338" y="14"/>
                  <a:pt x="367" y="8"/>
                </a:cubicBezTo>
                <a:cubicBezTo>
                  <a:pt x="396" y="2"/>
                  <a:pt x="426" y="0"/>
                  <a:pt x="456" y="0"/>
                </a:cubicBezTo>
                <a:cubicBezTo>
                  <a:pt x="486" y="0"/>
                  <a:pt x="515" y="2"/>
                  <a:pt x="544" y="8"/>
                </a:cubicBezTo>
                <a:cubicBezTo>
                  <a:pt x="574" y="14"/>
                  <a:pt x="602" y="23"/>
                  <a:pt x="630" y="34"/>
                </a:cubicBezTo>
                <a:cubicBezTo>
                  <a:pt x="657" y="46"/>
                  <a:pt x="683" y="60"/>
                  <a:pt x="708" y="76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6"/>
                  <a:pt x="864" y="253"/>
                  <a:pt x="876" y="280"/>
                </a:cubicBezTo>
                <a:cubicBezTo>
                  <a:pt x="887" y="308"/>
                  <a:pt x="896" y="336"/>
                  <a:pt x="902" y="365"/>
                </a:cubicBezTo>
                <a:cubicBezTo>
                  <a:pt x="907" y="395"/>
                  <a:pt x="910" y="424"/>
                  <a:pt x="910" y="454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5" name=""/>
          <p:cNvSpPr/>
          <p:nvPr/>
        </p:nvSpPr>
        <p:spPr>
          <a:xfrm>
            <a:off x="542880" y="2962080"/>
            <a:ext cx="124920" cy="124920"/>
          </a:xfrm>
          <a:custGeom>
            <a:avLst/>
            <a:gdLst/>
            <a:ahLst/>
            <a:rect l="0" t="0" r="r" b="b"/>
            <a:pathLst>
              <a:path w="347" h="347">
                <a:moveTo>
                  <a:pt x="347" y="173"/>
                </a:moveTo>
                <a:cubicBezTo>
                  <a:pt x="347" y="185"/>
                  <a:pt x="346" y="196"/>
                  <a:pt x="344" y="207"/>
                </a:cubicBezTo>
                <a:cubicBezTo>
                  <a:pt x="341" y="218"/>
                  <a:pt x="338" y="229"/>
                  <a:pt x="334" y="239"/>
                </a:cubicBezTo>
                <a:cubicBezTo>
                  <a:pt x="329" y="251"/>
                  <a:pt x="324" y="261"/>
                  <a:pt x="318" y="270"/>
                </a:cubicBezTo>
                <a:cubicBezTo>
                  <a:pt x="311" y="280"/>
                  <a:pt x="304" y="289"/>
                  <a:pt x="296" y="297"/>
                </a:cubicBezTo>
                <a:cubicBezTo>
                  <a:pt x="288" y="305"/>
                  <a:pt x="279" y="312"/>
                  <a:pt x="270" y="318"/>
                </a:cubicBezTo>
                <a:cubicBezTo>
                  <a:pt x="261" y="325"/>
                  <a:pt x="251" y="330"/>
                  <a:pt x="240" y="334"/>
                </a:cubicBezTo>
                <a:cubicBezTo>
                  <a:pt x="230" y="339"/>
                  <a:pt x="219" y="342"/>
                  <a:pt x="208" y="344"/>
                </a:cubicBezTo>
                <a:cubicBezTo>
                  <a:pt x="196" y="346"/>
                  <a:pt x="185" y="347"/>
                  <a:pt x="174" y="347"/>
                </a:cubicBezTo>
                <a:cubicBezTo>
                  <a:pt x="162" y="347"/>
                  <a:pt x="151" y="346"/>
                  <a:pt x="140" y="344"/>
                </a:cubicBezTo>
                <a:cubicBezTo>
                  <a:pt x="129" y="342"/>
                  <a:pt x="118" y="339"/>
                  <a:pt x="108" y="334"/>
                </a:cubicBezTo>
                <a:cubicBezTo>
                  <a:pt x="97" y="330"/>
                  <a:pt x="87" y="325"/>
                  <a:pt x="78" y="318"/>
                </a:cubicBezTo>
                <a:cubicBezTo>
                  <a:pt x="68" y="312"/>
                  <a:pt x="59" y="305"/>
                  <a:pt x="51" y="297"/>
                </a:cubicBezTo>
                <a:cubicBezTo>
                  <a:pt x="42" y="289"/>
                  <a:pt x="35" y="280"/>
                  <a:pt x="29" y="270"/>
                </a:cubicBezTo>
                <a:cubicBezTo>
                  <a:pt x="22" y="261"/>
                  <a:pt x="17" y="251"/>
                  <a:pt x="13" y="239"/>
                </a:cubicBezTo>
                <a:cubicBezTo>
                  <a:pt x="8" y="229"/>
                  <a:pt x="5" y="218"/>
                  <a:pt x="3" y="207"/>
                </a:cubicBezTo>
                <a:cubicBezTo>
                  <a:pt x="1" y="196"/>
                  <a:pt x="0" y="185"/>
                  <a:pt x="0" y="173"/>
                </a:cubicBezTo>
                <a:cubicBezTo>
                  <a:pt x="0" y="162"/>
                  <a:pt x="1" y="151"/>
                  <a:pt x="3" y="139"/>
                </a:cubicBezTo>
                <a:cubicBezTo>
                  <a:pt x="5" y="128"/>
                  <a:pt x="8" y="117"/>
                  <a:pt x="13" y="107"/>
                </a:cubicBezTo>
                <a:cubicBezTo>
                  <a:pt x="17" y="96"/>
                  <a:pt x="22" y="86"/>
                  <a:pt x="29" y="77"/>
                </a:cubicBezTo>
                <a:cubicBezTo>
                  <a:pt x="35" y="68"/>
                  <a:pt x="42" y="59"/>
                  <a:pt x="51" y="51"/>
                </a:cubicBezTo>
                <a:cubicBezTo>
                  <a:pt x="59" y="43"/>
                  <a:pt x="68" y="36"/>
                  <a:pt x="78" y="29"/>
                </a:cubicBezTo>
                <a:cubicBezTo>
                  <a:pt x="87" y="23"/>
                  <a:pt x="97" y="18"/>
                  <a:pt x="108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2" y="0"/>
                  <a:pt x="174" y="0"/>
                </a:cubicBezTo>
                <a:cubicBezTo>
                  <a:pt x="185" y="0"/>
                  <a:pt x="196" y="1"/>
                  <a:pt x="208" y="3"/>
                </a:cubicBezTo>
                <a:cubicBezTo>
                  <a:pt x="219" y="6"/>
                  <a:pt x="230" y="9"/>
                  <a:pt x="240" y="13"/>
                </a:cubicBezTo>
                <a:cubicBezTo>
                  <a:pt x="251" y="18"/>
                  <a:pt x="261" y="23"/>
                  <a:pt x="270" y="29"/>
                </a:cubicBezTo>
                <a:cubicBezTo>
                  <a:pt x="279" y="36"/>
                  <a:pt x="288" y="43"/>
                  <a:pt x="296" y="51"/>
                </a:cubicBezTo>
                <a:cubicBezTo>
                  <a:pt x="304" y="59"/>
                  <a:pt x="311" y="68"/>
                  <a:pt x="318" y="77"/>
                </a:cubicBezTo>
                <a:cubicBezTo>
                  <a:pt x="324" y="86"/>
                  <a:pt x="329" y="96"/>
                  <a:pt x="334" y="107"/>
                </a:cubicBezTo>
                <a:cubicBezTo>
                  <a:pt x="338" y="117"/>
                  <a:pt x="341" y="128"/>
                  <a:pt x="344" y="139"/>
                </a:cubicBezTo>
                <a:cubicBezTo>
                  <a:pt x="346" y="151"/>
                  <a:pt x="347" y="162"/>
                  <a:pt x="347" y="173"/>
                </a:cubicBezTo>
                <a:close/>
              </a:path>
            </a:pathLst>
          </a:custGeom>
          <a:noFill/>
          <a:ln w="23040">
            <a:solidFill>
              <a:srgbClr val="ffffff"/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6" name=""/>
          <p:cNvSpPr/>
          <p:nvPr/>
        </p:nvSpPr>
        <p:spPr>
          <a:xfrm>
            <a:off x="651960" y="3071160"/>
            <a:ext cx="62640" cy="62640"/>
          </a:xfrm>
          <a:prstGeom prst="line">
            <a:avLst/>
          </a:prstGeom>
          <a:ln cap="rnd" w="23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7" name=""/>
          <p:cNvSpPr txBox="1"/>
          <p:nvPr/>
        </p:nvSpPr>
        <p:spPr>
          <a:xfrm>
            <a:off x="1190520" y="2251800"/>
            <a:ext cx="17776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Amersfoort, op locatie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8" name=""/>
          <p:cNvSpPr/>
          <p:nvPr/>
        </p:nvSpPr>
        <p:spPr>
          <a:xfrm>
            <a:off x="1638000" y="31334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6" y="0"/>
                </a:moveTo>
                <a:lnTo>
                  <a:pt x="215" y="0"/>
                </a:lnTo>
                <a:lnTo>
                  <a:pt x="215" y="28"/>
                </a:lnTo>
                <a:lnTo>
                  <a:pt x="136" y="28"/>
                </a:lnTo>
                <a:lnTo>
                  <a:pt x="136" y="0"/>
                </a:lnTo>
                <a:moveTo>
                  <a:pt x="271" y="0"/>
                </a:moveTo>
                <a:lnTo>
                  <a:pt x="351" y="0"/>
                </a:lnTo>
                <a:lnTo>
                  <a:pt x="351" y="28"/>
                </a:lnTo>
                <a:lnTo>
                  <a:pt x="271" y="28"/>
                </a:lnTo>
                <a:lnTo>
                  <a:pt x="271" y="0"/>
                </a:lnTo>
                <a:moveTo>
                  <a:pt x="407" y="0"/>
                </a:moveTo>
                <a:lnTo>
                  <a:pt x="486" y="0"/>
                </a:lnTo>
                <a:lnTo>
                  <a:pt x="486" y="28"/>
                </a:lnTo>
                <a:lnTo>
                  <a:pt x="407" y="28"/>
                </a:lnTo>
                <a:lnTo>
                  <a:pt x="407" y="0"/>
                </a:lnTo>
                <a:moveTo>
                  <a:pt x="542" y="0"/>
                </a:moveTo>
                <a:lnTo>
                  <a:pt x="621" y="0"/>
                </a:lnTo>
                <a:lnTo>
                  <a:pt x="621" y="28"/>
                </a:lnTo>
                <a:lnTo>
                  <a:pt x="542" y="28"/>
                </a:lnTo>
                <a:lnTo>
                  <a:pt x="542" y="0"/>
                </a:lnTo>
                <a:moveTo>
                  <a:pt x="677" y="0"/>
                </a:moveTo>
                <a:lnTo>
                  <a:pt x="757" y="0"/>
                </a:lnTo>
                <a:lnTo>
                  <a:pt x="757" y="28"/>
                </a:lnTo>
                <a:lnTo>
                  <a:pt x="677" y="28"/>
                </a:lnTo>
                <a:lnTo>
                  <a:pt x="677" y="0"/>
                </a:lnTo>
                <a:moveTo>
                  <a:pt x="813" y="0"/>
                </a:moveTo>
                <a:lnTo>
                  <a:pt x="892" y="0"/>
                </a:lnTo>
                <a:lnTo>
                  <a:pt x="892" y="28"/>
                </a:lnTo>
                <a:lnTo>
                  <a:pt x="813" y="28"/>
                </a:lnTo>
                <a:lnTo>
                  <a:pt x="813" y="0"/>
                </a:lnTo>
                <a:moveTo>
                  <a:pt x="948" y="0"/>
                </a:moveTo>
                <a:lnTo>
                  <a:pt x="1028" y="0"/>
                </a:lnTo>
                <a:lnTo>
                  <a:pt x="1028" y="28"/>
                </a:lnTo>
                <a:lnTo>
                  <a:pt x="948" y="28"/>
                </a:lnTo>
                <a:lnTo>
                  <a:pt x="948" y="0"/>
                </a:lnTo>
                <a:moveTo>
                  <a:pt x="1084" y="0"/>
                </a:moveTo>
                <a:lnTo>
                  <a:pt x="1163" y="0"/>
                </a:lnTo>
                <a:lnTo>
                  <a:pt x="1163" y="28"/>
                </a:lnTo>
                <a:lnTo>
                  <a:pt x="1084" y="28"/>
                </a:lnTo>
                <a:lnTo>
                  <a:pt x="1084" y="0"/>
                </a:lnTo>
                <a:moveTo>
                  <a:pt x="1219" y="0"/>
                </a:moveTo>
                <a:lnTo>
                  <a:pt x="1298" y="0"/>
                </a:lnTo>
                <a:lnTo>
                  <a:pt x="1298" y="28"/>
                </a:lnTo>
                <a:lnTo>
                  <a:pt x="1219" y="28"/>
                </a:lnTo>
                <a:lnTo>
                  <a:pt x="1219" y="0"/>
                </a:lnTo>
                <a:moveTo>
                  <a:pt x="1354" y="0"/>
                </a:moveTo>
                <a:lnTo>
                  <a:pt x="1435" y="0"/>
                </a:lnTo>
                <a:lnTo>
                  <a:pt x="1435" y="28"/>
                </a:lnTo>
                <a:lnTo>
                  <a:pt x="1354" y="28"/>
                </a:lnTo>
                <a:lnTo>
                  <a:pt x="1354" y="0"/>
                </a:lnTo>
                <a:moveTo>
                  <a:pt x="1491" y="0"/>
                </a:moveTo>
                <a:lnTo>
                  <a:pt x="1570" y="0"/>
                </a:lnTo>
                <a:lnTo>
                  <a:pt x="1570" y="28"/>
                </a:lnTo>
                <a:lnTo>
                  <a:pt x="1491" y="28"/>
                </a:lnTo>
                <a:lnTo>
                  <a:pt x="1491" y="0"/>
                </a:lnTo>
                <a:moveTo>
                  <a:pt x="1626" y="0"/>
                </a:moveTo>
                <a:lnTo>
                  <a:pt x="1706" y="0"/>
                </a:lnTo>
                <a:lnTo>
                  <a:pt x="1706" y="28"/>
                </a:lnTo>
                <a:lnTo>
                  <a:pt x="1626" y="28"/>
                </a:lnTo>
                <a:lnTo>
                  <a:pt x="1626" y="0"/>
                </a:lnTo>
                <a:moveTo>
                  <a:pt x="1762" y="0"/>
                </a:moveTo>
                <a:lnTo>
                  <a:pt x="1841" y="0"/>
                </a:lnTo>
                <a:lnTo>
                  <a:pt x="1841" y="28"/>
                </a:lnTo>
                <a:lnTo>
                  <a:pt x="1762" y="28"/>
                </a:lnTo>
                <a:lnTo>
                  <a:pt x="1762" y="0"/>
                </a:lnTo>
                <a:moveTo>
                  <a:pt x="1897" y="0"/>
                </a:moveTo>
                <a:lnTo>
                  <a:pt x="1976" y="0"/>
                </a:lnTo>
                <a:lnTo>
                  <a:pt x="1976" y="28"/>
                </a:lnTo>
                <a:lnTo>
                  <a:pt x="1897" y="28"/>
                </a:lnTo>
                <a:lnTo>
                  <a:pt x="1897" y="0"/>
                </a:lnTo>
                <a:moveTo>
                  <a:pt x="2032" y="0"/>
                </a:moveTo>
                <a:lnTo>
                  <a:pt x="2112" y="0"/>
                </a:lnTo>
                <a:lnTo>
                  <a:pt x="2112" y="28"/>
                </a:lnTo>
                <a:lnTo>
                  <a:pt x="2032" y="28"/>
                </a:lnTo>
                <a:lnTo>
                  <a:pt x="2032" y="0"/>
                </a:lnTo>
                <a:moveTo>
                  <a:pt x="2168" y="0"/>
                </a:moveTo>
                <a:lnTo>
                  <a:pt x="2247" y="0"/>
                </a:lnTo>
                <a:lnTo>
                  <a:pt x="2247" y="28"/>
                </a:lnTo>
                <a:lnTo>
                  <a:pt x="2168" y="28"/>
                </a:lnTo>
                <a:lnTo>
                  <a:pt x="2168" y="0"/>
                </a:lnTo>
                <a:moveTo>
                  <a:pt x="2303" y="0"/>
                </a:moveTo>
                <a:lnTo>
                  <a:pt x="2383" y="0"/>
                </a:lnTo>
                <a:lnTo>
                  <a:pt x="2383" y="28"/>
                </a:lnTo>
                <a:lnTo>
                  <a:pt x="2303" y="28"/>
                </a:lnTo>
                <a:lnTo>
                  <a:pt x="230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9" name=""/>
          <p:cNvSpPr/>
          <p:nvPr/>
        </p:nvSpPr>
        <p:spPr>
          <a:xfrm>
            <a:off x="464760" y="333180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6"/>
                </a:moveTo>
                <a:cubicBezTo>
                  <a:pt x="910" y="486"/>
                  <a:pt x="907" y="515"/>
                  <a:pt x="902" y="544"/>
                </a:cubicBezTo>
                <a:cubicBezTo>
                  <a:pt x="896" y="574"/>
                  <a:pt x="887" y="602"/>
                  <a:pt x="876" y="630"/>
                </a:cubicBezTo>
                <a:cubicBezTo>
                  <a:pt x="864" y="657"/>
                  <a:pt x="850" y="683"/>
                  <a:pt x="834" y="708"/>
                </a:cubicBezTo>
                <a:cubicBezTo>
                  <a:pt x="817" y="733"/>
                  <a:pt x="798" y="756"/>
                  <a:pt x="777" y="777"/>
                </a:cubicBezTo>
                <a:cubicBezTo>
                  <a:pt x="756" y="798"/>
                  <a:pt x="733" y="817"/>
                  <a:pt x="708" y="834"/>
                </a:cubicBezTo>
                <a:cubicBezTo>
                  <a:pt x="683" y="850"/>
                  <a:pt x="657" y="864"/>
                  <a:pt x="630" y="876"/>
                </a:cubicBezTo>
                <a:cubicBezTo>
                  <a:pt x="602" y="887"/>
                  <a:pt x="574" y="896"/>
                  <a:pt x="544" y="902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2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4"/>
                  <a:pt x="228" y="850"/>
                  <a:pt x="203" y="834"/>
                </a:cubicBezTo>
                <a:cubicBezTo>
                  <a:pt x="178" y="817"/>
                  <a:pt x="155" y="798"/>
                  <a:pt x="134" y="777"/>
                </a:cubicBezTo>
                <a:cubicBezTo>
                  <a:pt x="113" y="756"/>
                  <a:pt x="94" y="733"/>
                  <a:pt x="78" y="708"/>
                </a:cubicBezTo>
                <a:cubicBezTo>
                  <a:pt x="60" y="683"/>
                  <a:pt x="46" y="657"/>
                  <a:pt x="35" y="630"/>
                </a:cubicBezTo>
                <a:cubicBezTo>
                  <a:pt x="23" y="602"/>
                  <a:pt x="15" y="574"/>
                  <a:pt x="9" y="544"/>
                </a:cubicBezTo>
                <a:cubicBezTo>
                  <a:pt x="3" y="515"/>
                  <a:pt x="0" y="486"/>
                  <a:pt x="0" y="456"/>
                </a:cubicBezTo>
                <a:cubicBezTo>
                  <a:pt x="0" y="426"/>
                  <a:pt x="3" y="396"/>
                  <a:pt x="9" y="367"/>
                </a:cubicBezTo>
                <a:cubicBezTo>
                  <a:pt x="15" y="338"/>
                  <a:pt x="23" y="309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9"/>
                  <a:pt x="896" y="338"/>
                  <a:pt x="902" y="367"/>
                </a:cubicBezTo>
                <a:cubicBezTo>
                  <a:pt x="907" y="396"/>
                  <a:pt x="910" y="426"/>
                  <a:pt x="910" y="4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0" name=""/>
          <p:cNvSpPr/>
          <p:nvPr/>
        </p:nvSpPr>
        <p:spPr>
          <a:xfrm>
            <a:off x="542880" y="3409920"/>
            <a:ext cx="124920" cy="124920"/>
          </a:xfrm>
          <a:custGeom>
            <a:avLst/>
            <a:gdLst/>
            <a:ahLst/>
            <a:rect l="0" t="0" r="r" b="b"/>
            <a:pathLst>
              <a:path w="347" h="347">
                <a:moveTo>
                  <a:pt x="347" y="174"/>
                </a:moveTo>
                <a:cubicBezTo>
                  <a:pt x="347" y="185"/>
                  <a:pt x="346" y="196"/>
                  <a:pt x="344" y="208"/>
                </a:cubicBezTo>
                <a:cubicBezTo>
                  <a:pt x="341" y="219"/>
                  <a:pt x="338" y="230"/>
                  <a:pt x="334" y="240"/>
                </a:cubicBezTo>
                <a:cubicBezTo>
                  <a:pt x="329" y="251"/>
                  <a:pt x="324" y="261"/>
                  <a:pt x="318" y="270"/>
                </a:cubicBezTo>
                <a:cubicBezTo>
                  <a:pt x="311" y="279"/>
                  <a:pt x="304" y="288"/>
                  <a:pt x="296" y="296"/>
                </a:cubicBezTo>
                <a:cubicBezTo>
                  <a:pt x="288" y="304"/>
                  <a:pt x="279" y="311"/>
                  <a:pt x="270" y="318"/>
                </a:cubicBezTo>
                <a:cubicBezTo>
                  <a:pt x="261" y="324"/>
                  <a:pt x="251" y="329"/>
                  <a:pt x="240" y="334"/>
                </a:cubicBezTo>
                <a:cubicBezTo>
                  <a:pt x="230" y="338"/>
                  <a:pt x="219" y="341"/>
                  <a:pt x="208" y="344"/>
                </a:cubicBezTo>
                <a:cubicBezTo>
                  <a:pt x="196" y="346"/>
                  <a:pt x="185" y="347"/>
                  <a:pt x="174" y="347"/>
                </a:cubicBezTo>
                <a:cubicBezTo>
                  <a:pt x="162" y="347"/>
                  <a:pt x="151" y="346"/>
                  <a:pt x="140" y="344"/>
                </a:cubicBezTo>
                <a:cubicBezTo>
                  <a:pt x="129" y="341"/>
                  <a:pt x="118" y="338"/>
                  <a:pt x="108" y="334"/>
                </a:cubicBezTo>
                <a:cubicBezTo>
                  <a:pt x="97" y="329"/>
                  <a:pt x="87" y="324"/>
                  <a:pt x="78" y="318"/>
                </a:cubicBezTo>
                <a:cubicBezTo>
                  <a:pt x="68" y="311"/>
                  <a:pt x="59" y="304"/>
                  <a:pt x="51" y="296"/>
                </a:cubicBezTo>
                <a:cubicBezTo>
                  <a:pt x="42" y="288"/>
                  <a:pt x="35" y="279"/>
                  <a:pt x="29" y="270"/>
                </a:cubicBezTo>
                <a:cubicBezTo>
                  <a:pt x="22" y="261"/>
                  <a:pt x="17" y="251"/>
                  <a:pt x="13" y="240"/>
                </a:cubicBezTo>
                <a:cubicBezTo>
                  <a:pt x="8" y="230"/>
                  <a:pt x="5" y="219"/>
                  <a:pt x="3" y="208"/>
                </a:cubicBezTo>
                <a:cubicBezTo>
                  <a:pt x="1" y="196"/>
                  <a:pt x="0" y="185"/>
                  <a:pt x="0" y="174"/>
                </a:cubicBezTo>
                <a:cubicBezTo>
                  <a:pt x="0" y="162"/>
                  <a:pt x="1" y="151"/>
                  <a:pt x="3" y="140"/>
                </a:cubicBezTo>
                <a:cubicBezTo>
                  <a:pt x="5" y="129"/>
                  <a:pt x="8" y="118"/>
                  <a:pt x="13" y="107"/>
                </a:cubicBezTo>
                <a:cubicBezTo>
                  <a:pt x="17" y="97"/>
                  <a:pt x="22" y="87"/>
                  <a:pt x="29" y="78"/>
                </a:cubicBezTo>
                <a:cubicBezTo>
                  <a:pt x="35" y="68"/>
                  <a:pt x="42" y="59"/>
                  <a:pt x="51" y="51"/>
                </a:cubicBezTo>
                <a:cubicBezTo>
                  <a:pt x="59" y="42"/>
                  <a:pt x="68" y="35"/>
                  <a:pt x="78" y="29"/>
                </a:cubicBezTo>
                <a:cubicBezTo>
                  <a:pt x="87" y="22"/>
                  <a:pt x="97" y="17"/>
                  <a:pt x="108" y="13"/>
                </a:cubicBezTo>
                <a:cubicBezTo>
                  <a:pt x="118" y="8"/>
                  <a:pt x="129" y="5"/>
                  <a:pt x="140" y="3"/>
                </a:cubicBezTo>
                <a:cubicBezTo>
                  <a:pt x="151" y="1"/>
                  <a:pt x="162" y="0"/>
                  <a:pt x="174" y="0"/>
                </a:cubicBezTo>
                <a:cubicBezTo>
                  <a:pt x="185" y="0"/>
                  <a:pt x="196" y="1"/>
                  <a:pt x="208" y="3"/>
                </a:cubicBezTo>
                <a:cubicBezTo>
                  <a:pt x="219" y="5"/>
                  <a:pt x="230" y="8"/>
                  <a:pt x="240" y="13"/>
                </a:cubicBezTo>
                <a:cubicBezTo>
                  <a:pt x="251" y="17"/>
                  <a:pt x="261" y="22"/>
                  <a:pt x="270" y="29"/>
                </a:cubicBezTo>
                <a:cubicBezTo>
                  <a:pt x="279" y="35"/>
                  <a:pt x="288" y="42"/>
                  <a:pt x="296" y="51"/>
                </a:cubicBezTo>
                <a:cubicBezTo>
                  <a:pt x="304" y="59"/>
                  <a:pt x="311" y="68"/>
                  <a:pt x="318" y="78"/>
                </a:cubicBezTo>
                <a:cubicBezTo>
                  <a:pt x="324" y="87"/>
                  <a:pt x="329" y="97"/>
                  <a:pt x="334" y="107"/>
                </a:cubicBezTo>
                <a:cubicBezTo>
                  <a:pt x="338" y="118"/>
                  <a:pt x="341" y="129"/>
                  <a:pt x="344" y="140"/>
                </a:cubicBezTo>
                <a:cubicBezTo>
                  <a:pt x="346" y="151"/>
                  <a:pt x="347" y="162"/>
                  <a:pt x="347" y="174"/>
                </a:cubicBezTo>
                <a:close/>
              </a:path>
            </a:pathLst>
          </a:custGeom>
          <a:noFill/>
          <a:ln w="23040">
            <a:solidFill>
              <a:srgbClr val="ffffff"/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1" name=""/>
          <p:cNvSpPr/>
          <p:nvPr/>
        </p:nvSpPr>
        <p:spPr>
          <a:xfrm>
            <a:off x="651960" y="3519000"/>
            <a:ext cx="62640" cy="62640"/>
          </a:xfrm>
          <a:prstGeom prst="line">
            <a:avLst/>
          </a:prstGeom>
          <a:ln cap="rnd" w="23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2" name=""/>
          <p:cNvSpPr txBox="1"/>
          <p:nvPr/>
        </p:nvSpPr>
        <p:spPr>
          <a:xfrm>
            <a:off x="921960" y="2957040"/>
            <a:ext cx="40482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Review op </a:t>
            </a:r>
            <a:r>
              <a:rPr b="0" lang="en-US" sz="118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: modulariteit en versionering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3" name=""/>
          <p:cNvSpPr/>
          <p:nvPr/>
        </p:nvSpPr>
        <p:spPr>
          <a:xfrm>
            <a:off x="1638000" y="35906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6" y="0"/>
                </a:moveTo>
                <a:lnTo>
                  <a:pt x="215" y="0"/>
                </a:lnTo>
                <a:lnTo>
                  <a:pt x="215" y="28"/>
                </a:lnTo>
                <a:lnTo>
                  <a:pt x="136" y="28"/>
                </a:lnTo>
                <a:lnTo>
                  <a:pt x="136" y="0"/>
                </a:lnTo>
                <a:moveTo>
                  <a:pt x="271" y="0"/>
                </a:moveTo>
                <a:lnTo>
                  <a:pt x="351" y="0"/>
                </a:lnTo>
                <a:lnTo>
                  <a:pt x="351" y="28"/>
                </a:lnTo>
                <a:lnTo>
                  <a:pt x="271" y="28"/>
                </a:lnTo>
                <a:lnTo>
                  <a:pt x="271" y="0"/>
                </a:lnTo>
                <a:moveTo>
                  <a:pt x="407" y="0"/>
                </a:moveTo>
                <a:lnTo>
                  <a:pt x="486" y="0"/>
                </a:lnTo>
                <a:lnTo>
                  <a:pt x="486" y="28"/>
                </a:lnTo>
                <a:lnTo>
                  <a:pt x="407" y="28"/>
                </a:lnTo>
                <a:lnTo>
                  <a:pt x="407" y="0"/>
                </a:lnTo>
                <a:moveTo>
                  <a:pt x="542" y="0"/>
                </a:moveTo>
                <a:lnTo>
                  <a:pt x="621" y="0"/>
                </a:lnTo>
                <a:lnTo>
                  <a:pt x="621" y="28"/>
                </a:lnTo>
                <a:lnTo>
                  <a:pt x="542" y="28"/>
                </a:lnTo>
                <a:lnTo>
                  <a:pt x="542" y="0"/>
                </a:lnTo>
                <a:moveTo>
                  <a:pt x="677" y="0"/>
                </a:moveTo>
                <a:lnTo>
                  <a:pt x="757" y="0"/>
                </a:lnTo>
                <a:lnTo>
                  <a:pt x="757" y="28"/>
                </a:lnTo>
                <a:lnTo>
                  <a:pt x="677" y="28"/>
                </a:lnTo>
                <a:lnTo>
                  <a:pt x="677" y="0"/>
                </a:lnTo>
                <a:moveTo>
                  <a:pt x="813" y="0"/>
                </a:moveTo>
                <a:lnTo>
                  <a:pt x="892" y="0"/>
                </a:lnTo>
                <a:lnTo>
                  <a:pt x="892" y="28"/>
                </a:lnTo>
                <a:lnTo>
                  <a:pt x="813" y="28"/>
                </a:lnTo>
                <a:lnTo>
                  <a:pt x="813" y="0"/>
                </a:lnTo>
                <a:moveTo>
                  <a:pt x="948" y="0"/>
                </a:moveTo>
                <a:lnTo>
                  <a:pt x="1028" y="0"/>
                </a:lnTo>
                <a:lnTo>
                  <a:pt x="1028" y="28"/>
                </a:lnTo>
                <a:lnTo>
                  <a:pt x="948" y="28"/>
                </a:lnTo>
                <a:lnTo>
                  <a:pt x="948" y="0"/>
                </a:lnTo>
                <a:moveTo>
                  <a:pt x="1084" y="0"/>
                </a:moveTo>
                <a:lnTo>
                  <a:pt x="1163" y="0"/>
                </a:lnTo>
                <a:lnTo>
                  <a:pt x="1163" y="28"/>
                </a:lnTo>
                <a:lnTo>
                  <a:pt x="1084" y="28"/>
                </a:lnTo>
                <a:lnTo>
                  <a:pt x="1084" y="0"/>
                </a:lnTo>
                <a:moveTo>
                  <a:pt x="1219" y="0"/>
                </a:moveTo>
                <a:lnTo>
                  <a:pt x="1298" y="0"/>
                </a:lnTo>
                <a:lnTo>
                  <a:pt x="1298" y="28"/>
                </a:lnTo>
                <a:lnTo>
                  <a:pt x="1219" y="28"/>
                </a:lnTo>
                <a:lnTo>
                  <a:pt x="1219" y="0"/>
                </a:lnTo>
                <a:moveTo>
                  <a:pt x="1354" y="0"/>
                </a:moveTo>
                <a:lnTo>
                  <a:pt x="1435" y="0"/>
                </a:lnTo>
                <a:lnTo>
                  <a:pt x="1435" y="28"/>
                </a:lnTo>
                <a:lnTo>
                  <a:pt x="1354" y="28"/>
                </a:lnTo>
                <a:lnTo>
                  <a:pt x="1354" y="0"/>
                </a:lnTo>
                <a:moveTo>
                  <a:pt x="1491" y="0"/>
                </a:moveTo>
                <a:lnTo>
                  <a:pt x="1570" y="0"/>
                </a:lnTo>
                <a:lnTo>
                  <a:pt x="1570" y="28"/>
                </a:lnTo>
                <a:lnTo>
                  <a:pt x="1491" y="28"/>
                </a:lnTo>
                <a:lnTo>
                  <a:pt x="1491" y="0"/>
                </a:lnTo>
                <a:moveTo>
                  <a:pt x="1626" y="0"/>
                </a:moveTo>
                <a:lnTo>
                  <a:pt x="1706" y="0"/>
                </a:lnTo>
                <a:lnTo>
                  <a:pt x="1706" y="28"/>
                </a:lnTo>
                <a:lnTo>
                  <a:pt x="1626" y="28"/>
                </a:lnTo>
                <a:lnTo>
                  <a:pt x="1626" y="0"/>
                </a:lnTo>
                <a:moveTo>
                  <a:pt x="1762" y="0"/>
                </a:moveTo>
                <a:lnTo>
                  <a:pt x="1841" y="0"/>
                </a:lnTo>
                <a:lnTo>
                  <a:pt x="1841" y="28"/>
                </a:lnTo>
                <a:lnTo>
                  <a:pt x="1762" y="28"/>
                </a:lnTo>
                <a:lnTo>
                  <a:pt x="1762" y="0"/>
                </a:lnTo>
                <a:moveTo>
                  <a:pt x="1897" y="0"/>
                </a:moveTo>
                <a:lnTo>
                  <a:pt x="1976" y="0"/>
                </a:lnTo>
                <a:lnTo>
                  <a:pt x="1976" y="28"/>
                </a:lnTo>
                <a:lnTo>
                  <a:pt x="1897" y="28"/>
                </a:lnTo>
                <a:lnTo>
                  <a:pt x="1897" y="0"/>
                </a:lnTo>
                <a:moveTo>
                  <a:pt x="2032" y="0"/>
                </a:moveTo>
                <a:lnTo>
                  <a:pt x="2112" y="0"/>
                </a:lnTo>
                <a:lnTo>
                  <a:pt x="2112" y="28"/>
                </a:lnTo>
                <a:lnTo>
                  <a:pt x="2032" y="28"/>
                </a:lnTo>
                <a:lnTo>
                  <a:pt x="2032" y="0"/>
                </a:lnTo>
                <a:moveTo>
                  <a:pt x="2168" y="0"/>
                </a:moveTo>
                <a:lnTo>
                  <a:pt x="2247" y="0"/>
                </a:lnTo>
                <a:lnTo>
                  <a:pt x="2247" y="28"/>
                </a:lnTo>
                <a:lnTo>
                  <a:pt x="2168" y="28"/>
                </a:lnTo>
                <a:lnTo>
                  <a:pt x="2168" y="0"/>
                </a:lnTo>
                <a:moveTo>
                  <a:pt x="2303" y="0"/>
                </a:moveTo>
                <a:lnTo>
                  <a:pt x="2383" y="0"/>
                </a:lnTo>
                <a:lnTo>
                  <a:pt x="2383" y="28"/>
                </a:lnTo>
                <a:lnTo>
                  <a:pt x="2303" y="28"/>
                </a:lnTo>
                <a:lnTo>
                  <a:pt x="230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4" name=""/>
          <p:cNvSpPr/>
          <p:nvPr/>
        </p:nvSpPr>
        <p:spPr>
          <a:xfrm>
            <a:off x="464760" y="378900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5"/>
                </a:moveTo>
                <a:cubicBezTo>
                  <a:pt x="910" y="485"/>
                  <a:pt x="907" y="514"/>
                  <a:pt x="902" y="543"/>
                </a:cubicBezTo>
                <a:cubicBezTo>
                  <a:pt x="896" y="573"/>
                  <a:pt x="887" y="601"/>
                  <a:pt x="876" y="629"/>
                </a:cubicBezTo>
                <a:cubicBezTo>
                  <a:pt x="864" y="656"/>
                  <a:pt x="850" y="682"/>
                  <a:pt x="834" y="707"/>
                </a:cubicBezTo>
                <a:cubicBezTo>
                  <a:pt x="817" y="732"/>
                  <a:pt x="798" y="755"/>
                  <a:pt x="777" y="776"/>
                </a:cubicBezTo>
                <a:cubicBezTo>
                  <a:pt x="756" y="797"/>
                  <a:pt x="733" y="816"/>
                  <a:pt x="708" y="833"/>
                </a:cubicBezTo>
                <a:cubicBezTo>
                  <a:pt x="683" y="850"/>
                  <a:pt x="657" y="864"/>
                  <a:pt x="630" y="876"/>
                </a:cubicBezTo>
                <a:cubicBezTo>
                  <a:pt x="602" y="887"/>
                  <a:pt x="574" y="896"/>
                  <a:pt x="544" y="902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2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4"/>
                  <a:pt x="228" y="850"/>
                  <a:pt x="203" y="833"/>
                </a:cubicBezTo>
                <a:cubicBezTo>
                  <a:pt x="178" y="816"/>
                  <a:pt x="155" y="797"/>
                  <a:pt x="134" y="776"/>
                </a:cubicBezTo>
                <a:cubicBezTo>
                  <a:pt x="113" y="755"/>
                  <a:pt x="94" y="732"/>
                  <a:pt x="78" y="707"/>
                </a:cubicBezTo>
                <a:cubicBezTo>
                  <a:pt x="60" y="682"/>
                  <a:pt x="46" y="656"/>
                  <a:pt x="35" y="629"/>
                </a:cubicBezTo>
                <a:cubicBezTo>
                  <a:pt x="23" y="601"/>
                  <a:pt x="15" y="573"/>
                  <a:pt x="9" y="543"/>
                </a:cubicBezTo>
                <a:cubicBezTo>
                  <a:pt x="3" y="514"/>
                  <a:pt x="0" y="485"/>
                  <a:pt x="0" y="455"/>
                </a:cubicBezTo>
                <a:cubicBezTo>
                  <a:pt x="0" y="425"/>
                  <a:pt x="3" y="395"/>
                  <a:pt x="9" y="366"/>
                </a:cubicBezTo>
                <a:cubicBezTo>
                  <a:pt x="15" y="337"/>
                  <a:pt x="23" y="308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8"/>
                  <a:pt x="896" y="337"/>
                  <a:pt x="902" y="366"/>
                </a:cubicBezTo>
                <a:cubicBezTo>
                  <a:pt x="907" y="395"/>
                  <a:pt x="910" y="425"/>
                  <a:pt x="910" y="45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5" name=""/>
          <p:cNvSpPr/>
          <p:nvPr/>
        </p:nvSpPr>
        <p:spPr>
          <a:xfrm>
            <a:off x="589680" y="3874680"/>
            <a:ext cx="132840" cy="156240"/>
          </a:xfrm>
          <a:custGeom>
            <a:avLst/>
            <a:gdLst/>
            <a:ahLst/>
            <a:rect l="0" t="0" r="r" b="b"/>
            <a:pathLst>
              <a:path w="369" h="434">
                <a:moveTo>
                  <a:pt x="0" y="0"/>
                </a:moveTo>
                <a:lnTo>
                  <a:pt x="369" y="217"/>
                </a:lnTo>
                <a:lnTo>
                  <a:pt x="0" y="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6" name=""/>
          <p:cNvSpPr txBox="1"/>
          <p:nvPr/>
        </p:nvSpPr>
        <p:spPr>
          <a:xfrm>
            <a:off x="921960" y="3414240"/>
            <a:ext cx="47250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Review op </a:t>
            </a:r>
            <a:r>
              <a:rPr b="0" lang="en-US" sz="118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: het informatiemodel en de begrippen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921960" y="3862080"/>
            <a:ext cx="38930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Eventueel: voorstel voor de student keuze regelsets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9" name=""/>
          <p:cNvSpPr txBox="1"/>
          <p:nvPr/>
        </p:nvSpPr>
        <p:spPr>
          <a:xfrm>
            <a:off x="457200" y="4261320"/>
            <a:ext cx="7468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Commentaar op een lopende release: in de pull request. Nieuw punt: als issue op </a:t>
            </a:r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github.com/Npuls-OKx/Public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4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4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47" name=""/>
          <p:cNvSpPr/>
          <p:nvPr/>
        </p:nvSpPr>
        <p:spPr>
          <a:xfrm>
            <a:off x="466560" y="221904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9" y="629"/>
                  <a:pt x="1102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8"/>
                  <a:pt x="803" y="1055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3"/>
                  <a:pt x="557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5"/>
                  <a:pt x="277" y="1038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8" y="700"/>
                  <a:pt x="11" y="664"/>
                </a:cubicBezTo>
                <a:cubicBezTo>
                  <a:pt x="4" y="629"/>
                  <a:pt x="0" y="592"/>
                  <a:pt x="0" y="556"/>
                </a:cubicBezTo>
                <a:cubicBezTo>
                  <a:pt x="0" y="519"/>
                  <a:pt x="4" y="483"/>
                  <a:pt x="11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8" name=""/>
          <p:cNvSpPr/>
          <p:nvPr/>
        </p:nvSpPr>
        <p:spPr>
          <a:xfrm>
            <a:off x="571320" y="2371680"/>
            <a:ext cx="190800" cy="95400"/>
          </a:xfrm>
          <a:custGeom>
            <a:avLst/>
            <a:gdLst/>
            <a:ahLst/>
            <a:rect l="0" t="0" r="r" b="b"/>
            <a:pathLst>
              <a:path fill="none" w="530" h="265">
                <a:moveTo>
                  <a:pt x="0" y="265"/>
                </a:move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2"/>
                  <a:pt x="45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6" y="0"/>
                </a:cubicBezTo>
                <a:cubicBezTo>
                  <a:pt x="283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3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6" y="117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33120">
            <a:solidFill>
              <a:srgbClr val="ffffff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9" name=""/>
          <p:cNvSpPr/>
          <p:nvPr/>
        </p:nvSpPr>
        <p:spPr>
          <a:xfrm flipV="1">
            <a:off x="666720" y="2390760"/>
            <a:ext cx="47880" cy="76320"/>
          </a:xfrm>
          <a:prstGeom prst="line">
            <a:avLst/>
          </a:prstGeom>
          <a:ln cap="rnd"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0" name=""/>
          <p:cNvSpPr/>
          <p:nvPr/>
        </p:nvSpPr>
        <p:spPr>
          <a:xfrm>
            <a:off x="642600" y="244296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8" y="93"/>
                </a:cubicBezTo>
                <a:cubicBezTo>
                  <a:pt x="124" y="101"/>
                  <a:pt x="120" y="108"/>
                  <a:pt x="113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5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5" y="93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9" y="34"/>
                  <a:pt x="14" y="27"/>
                  <a:pt x="20" y="20"/>
                </a:cubicBezTo>
                <a:cubicBezTo>
                  <a:pt x="26" y="14"/>
                  <a:pt x="33" y="8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8"/>
                  <a:pt x="107" y="14"/>
                  <a:pt x="113" y="20"/>
                </a:cubicBezTo>
                <a:cubicBezTo>
                  <a:pt x="120" y="27"/>
                  <a:pt x="124" y="34"/>
                  <a:pt x="128" y="42"/>
                </a:cubicBezTo>
                <a:cubicBezTo>
                  <a:pt x="132" y="50"/>
                  <a:pt x="134" y="58"/>
                  <a:pt x="134" y="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1" name=""/>
          <p:cNvSpPr txBox="1"/>
          <p:nvPr/>
        </p:nvSpPr>
        <p:spPr>
          <a:xfrm>
            <a:off x="439920" y="1472400"/>
            <a:ext cx="2709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gaat het?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2" name=""/>
          <p:cNvSpPr txBox="1"/>
          <p:nvPr/>
        </p:nvSpPr>
        <p:spPr>
          <a:xfrm>
            <a:off x="998280" y="2213640"/>
            <a:ext cx="27302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Welk cijfer krijgt de voortgang, 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3" name=""/>
          <p:cNvSpPr/>
          <p:nvPr/>
        </p:nvSpPr>
        <p:spPr>
          <a:xfrm>
            <a:off x="466560" y="280008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9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4" y="976"/>
                  <a:pt x="896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2"/>
                  <a:pt x="557" y="1112"/>
                </a:cubicBezTo>
                <a:cubicBezTo>
                  <a:pt x="520" y="1112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9"/>
                  <a:pt x="188" y="976"/>
                  <a:pt x="163" y="950"/>
                </a:cubicBezTo>
                <a:cubicBezTo>
                  <a:pt x="137" y="924"/>
                  <a:pt x="114" y="896"/>
                  <a:pt x="94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19"/>
                  <a:pt x="4" y="483"/>
                  <a:pt x="11" y="447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7"/>
                </a:cubicBezTo>
                <a:cubicBezTo>
                  <a:pt x="1109" y="483"/>
                  <a:pt x="1112" y="519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4" name=""/>
          <p:cNvSpPr/>
          <p:nvPr/>
        </p:nvSpPr>
        <p:spPr>
          <a:xfrm>
            <a:off x="571320" y="2933640"/>
            <a:ext cx="190800" cy="143280"/>
          </a:xfrm>
          <a:custGeom>
            <a:avLst/>
            <a:gdLst/>
            <a:ahLst/>
            <a:rect l="0" t="0" r="r" b="b"/>
            <a:pathLst>
              <a:path fill="none" w="530" h="398">
                <a:moveTo>
                  <a:pt x="0" y="211"/>
                </a:moveTo>
                <a:lnTo>
                  <a:pt x="185" y="398"/>
                </a:lnTo>
                <a:lnTo>
                  <a:pt x="530" y="0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5" name=""/>
          <p:cNvSpPr txBox="1"/>
          <p:nvPr/>
        </p:nvSpPr>
        <p:spPr>
          <a:xfrm>
            <a:off x="998280" y="2442240"/>
            <a:ext cx="73080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waarom?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6" name=""/>
          <p:cNvSpPr/>
          <p:nvPr/>
        </p:nvSpPr>
        <p:spPr>
          <a:xfrm>
            <a:off x="466560" y="33717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4"/>
                  <a:pt x="665" y="1101"/>
                </a:cubicBezTo>
                <a:cubicBezTo>
                  <a:pt x="629" y="1108"/>
                  <a:pt x="593" y="1112"/>
                  <a:pt x="557" y="1112"/>
                </a:cubicBezTo>
                <a:cubicBezTo>
                  <a:pt x="520" y="1112"/>
                  <a:pt x="484" y="1108"/>
                  <a:pt x="448" y="1101"/>
                </a:cubicBezTo>
                <a:cubicBezTo>
                  <a:pt x="412" y="1094"/>
                  <a:pt x="378" y="1084"/>
                  <a:pt x="343" y="1070"/>
                </a:cubicBezTo>
                <a:cubicBezTo>
                  <a:pt x="309" y="1056"/>
                  <a:pt x="277" y="1039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1"/>
                  <a:pt x="11" y="665"/>
                </a:cubicBezTo>
                <a:cubicBezTo>
                  <a:pt x="4" y="629"/>
                  <a:pt x="0" y="593"/>
                  <a:pt x="0" y="556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4"/>
                </a:cubicBezTo>
                <a:cubicBezTo>
                  <a:pt x="56" y="310"/>
                  <a:pt x="73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8"/>
                  <a:pt x="217" y="115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8" y="28"/>
                  <a:pt x="412" y="18"/>
                  <a:pt x="448" y="10"/>
                </a:cubicBezTo>
                <a:cubicBezTo>
                  <a:pt x="484" y="3"/>
                  <a:pt x="520" y="0"/>
                  <a:pt x="557" y="0"/>
                </a:cubicBezTo>
                <a:cubicBezTo>
                  <a:pt x="593" y="0"/>
                  <a:pt x="629" y="3"/>
                  <a:pt x="665" y="10"/>
                </a:cubicBezTo>
                <a:cubicBezTo>
                  <a:pt x="701" y="18"/>
                  <a:pt x="736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6" y="115"/>
                  <a:pt x="924" y="138"/>
                  <a:pt x="949" y="163"/>
                </a:cubicBezTo>
                <a:cubicBezTo>
                  <a:pt x="975" y="189"/>
                  <a:pt x="998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4"/>
                  <a:pt x="1112" y="520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7" name=""/>
          <p:cNvSpPr/>
          <p:nvPr/>
        </p:nvSpPr>
        <p:spPr>
          <a:xfrm flipV="1">
            <a:off x="666720" y="3485880"/>
            <a:ext cx="0" cy="181080"/>
          </a:xfrm>
          <a:prstGeom prst="line">
            <a:avLst/>
          </a:prstGeom>
          <a:ln cap="rnd" w="331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8" name=""/>
          <p:cNvSpPr/>
          <p:nvPr/>
        </p:nvSpPr>
        <p:spPr>
          <a:xfrm>
            <a:off x="590400" y="3485880"/>
            <a:ext cx="152640" cy="76680"/>
          </a:xfrm>
          <a:custGeom>
            <a:avLst/>
            <a:gdLst/>
            <a:ahLst/>
            <a:rect l="0" t="0" r="r" b="b"/>
            <a:pathLst>
              <a:path fill="none" w="424" h="213">
                <a:moveTo>
                  <a:pt x="0" y="213"/>
                </a:moveTo>
                <a:lnTo>
                  <a:pt x="212" y="0"/>
                </a:lnTo>
                <a:lnTo>
                  <a:pt x="424" y="213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998280" y="2909160"/>
            <a:ext cx="147132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ging er goed?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0" name=""/>
          <p:cNvSpPr/>
          <p:nvPr/>
        </p:nvSpPr>
        <p:spPr>
          <a:xfrm>
            <a:off x="405756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3d9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998280" y="3480480"/>
            <a:ext cx="14410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kan er beter?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2" name=""/>
          <p:cNvSpPr/>
          <p:nvPr/>
        </p:nvSpPr>
        <p:spPr>
          <a:xfrm>
            <a:off x="454320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7" y="1172"/>
                </a:cubicBezTo>
                <a:cubicBezTo>
                  <a:pt x="358" y="1165"/>
                  <a:pt x="340" y="1156"/>
                  <a:pt x="323" y="1147"/>
                </a:cubicBezTo>
                <a:cubicBezTo>
                  <a:pt x="305" y="1137"/>
                  <a:pt x="288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8" y="92"/>
                  <a:pt x="305" y="82"/>
                  <a:pt x="323" y="72"/>
                </a:cubicBezTo>
                <a:cubicBezTo>
                  <a:pt x="340" y="63"/>
                  <a:pt x="358" y="54"/>
                  <a:pt x="377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6e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42483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4038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4" name=""/>
          <p:cNvSpPr/>
          <p:nvPr/>
        </p:nvSpPr>
        <p:spPr>
          <a:xfrm>
            <a:off x="502884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2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5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90" y="1214"/>
                  <a:pt x="670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1" y="1214"/>
                  <a:pt x="511" y="1211"/>
                  <a:pt x="491" y="1207"/>
                </a:cubicBezTo>
                <a:cubicBezTo>
                  <a:pt x="472" y="1203"/>
                  <a:pt x="452" y="1198"/>
                  <a:pt x="433" y="1192"/>
                </a:cubicBezTo>
                <a:cubicBezTo>
                  <a:pt x="414" y="1187"/>
                  <a:pt x="396" y="1180"/>
                  <a:pt x="377" y="1172"/>
                </a:cubicBezTo>
                <a:cubicBezTo>
                  <a:pt x="359" y="1165"/>
                  <a:pt x="341" y="1156"/>
                  <a:pt x="323" y="1147"/>
                </a:cubicBezTo>
                <a:cubicBezTo>
                  <a:pt x="306" y="1137"/>
                  <a:pt x="289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9" y="1068"/>
                  <a:pt x="194" y="1054"/>
                  <a:pt x="180" y="1040"/>
                </a:cubicBezTo>
                <a:cubicBezTo>
                  <a:pt x="166" y="1026"/>
                  <a:pt x="152" y="1011"/>
                  <a:pt x="140" y="996"/>
                </a:cubicBezTo>
                <a:cubicBezTo>
                  <a:pt x="127" y="981"/>
                  <a:pt x="115" y="965"/>
                  <a:pt x="104" y="948"/>
                </a:cubicBezTo>
                <a:cubicBezTo>
                  <a:pt x="93" y="932"/>
                  <a:pt x="83" y="914"/>
                  <a:pt x="73" y="897"/>
                </a:cubicBezTo>
                <a:cubicBezTo>
                  <a:pt x="64" y="879"/>
                  <a:pt x="55" y="861"/>
                  <a:pt x="48" y="843"/>
                </a:cubicBezTo>
                <a:cubicBezTo>
                  <a:pt x="40" y="824"/>
                  <a:pt x="33" y="806"/>
                  <a:pt x="28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8" y="432"/>
                </a:cubicBezTo>
                <a:cubicBezTo>
                  <a:pt x="33" y="413"/>
                  <a:pt x="40" y="395"/>
                  <a:pt x="48" y="376"/>
                </a:cubicBezTo>
                <a:cubicBezTo>
                  <a:pt x="55" y="358"/>
                  <a:pt x="64" y="340"/>
                  <a:pt x="73" y="322"/>
                </a:cubicBezTo>
                <a:cubicBezTo>
                  <a:pt x="83" y="305"/>
                  <a:pt x="93" y="287"/>
                  <a:pt x="104" y="271"/>
                </a:cubicBezTo>
                <a:cubicBezTo>
                  <a:pt x="115" y="254"/>
                  <a:pt x="127" y="238"/>
                  <a:pt x="140" y="223"/>
                </a:cubicBezTo>
                <a:cubicBezTo>
                  <a:pt x="152" y="208"/>
                  <a:pt x="166" y="193"/>
                  <a:pt x="180" y="179"/>
                </a:cubicBezTo>
                <a:cubicBezTo>
                  <a:pt x="194" y="165"/>
                  <a:pt x="209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9" y="92"/>
                  <a:pt x="306" y="82"/>
                  <a:pt x="323" y="72"/>
                </a:cubicBezTo>
                <a:cubicBezTo>
                  <a:pt x="341" y="63"/>
                  <a:pt x="359" y="54"/>
                  <a:pt x="377" y="47"/>
                </a:cubicBezTo>
                <a:cubicBezTo>
                  <a:pt x="396" y="39"/>
                  <a:pt x="414" y="32"/>
                  <a:pt x="433" y="27"/>
                </a:cubicBezTo>
                <a:cubicBezTo>
                  <a:pt x="452" y="21"/>
                  <a:pt x="472" y="16"/>
                  <a:pt x="491" y="12"/>
                </a:cubicBezTo>
                <a:cubicBezTo>
                  <a:pt x="511" y="8"/>
                  <a:pt x="531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70" y="3"/>
                </a:cubicBezTo>
                <a:cubicBezTo>
                  <a:pt x="690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5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2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f8e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4720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5638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6" name=""/>
          <p:cNvSpPr/>
          <p:nvPr/>
        </p:nvSpPr>
        <p:spPr>
          <a:xfrm>
            <a:off x="5514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3" y="965"/>
                  <a:pt x="1091" y="981"/>
                  <a:pt x="1079" y="996"/>
                </a:cubicBezTo>
                <a:cubicBezTo>
                  <a:pt x="1066" y="1011"/>
                  <a:pt x="1053" y="1026"/>
                  <a:pt x="1039" y="1040"/>
                </a:cubicBezTo>
                <a:cubicBezTo>
                  <a:pt x="1025" y="1054"/>
                  <a:pt x="1010" y="1068"/>
                  <a:pt x="994" y="1080"/>
                </a:cubicBezTo>
                <a:cubicBezTo>
                  <a:pt x="979" y="1093"/>
                  <a:pt x="963" y="1105"/>
                  <a:pt x="947" y="1116"/>
                </a:cubicBezTo>
                <a:cubicBezTo>
                  <a:pt x="930" y="1127"/>
                  <a:pt x="913" y="1137"/>
                  <a:pt x="895" y="1147"/>
                </a:cubicBezTo>
                <a:cubicBezTo>
                  <a:pt x="878" y="1156"/>
                  <a:pt x="860" y="1165"/>
                  <a:pt x="841" y="1172"/>
                </a:cubicBezTo>
                <a:cubicBezTo>
                  <a:pt x="823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8" y="1219"/>
                  <a:pt x="608" y="1219"/>
                </a:cubicBezTo>
                <a:cubicBezTo>
                  <a:pt x="588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4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4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8" y="0"/>
                  <a:pt x="608" y="0"/>
                </a:cubicBezTo>
                <a:cubicBezTo>
                  <a:pt x="628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3" y="39"/>
                  <a:pt x="841" y="47"/>
                </a:cubicBezTo>
                <a:cubicBezTo>
                  <a:pt x="860" y="54"/>
                  <a:pt x="878" y="63"/>
                  <a:pt x="895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79" y="126"/>
                  <a:pt x="994" y="139"/>
                </a:cubicBezTo>
                <a:cubicBezTo>
                  <a:pt x="1010" y="151"/>
                  <a:pt x="1025" y="165"/>
                  <a:pt x="1039" y="179"/>
                </a:cubicBezTo>
                <a:cubicBezTo>
                  <a:pt x="1053" y="193"/>
                  <a:pt x="1066" y="208"/>
                  <a:pt x="1079" y="223"/>
                </a:cubicBezTo>
                <a:cubicBezTo>
                  <a:pt x="1091" y="238"/>
                  <a:pt x="1103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9f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52077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6a38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8" name=""/>
          <p:cNvSpPr/>
          <p:nvPr/>
        </p:nvSpPr>
        <p:spPr>
          <a:xfrm>
            <a:off x="6000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3" y="1105"/>
                  <a:pt x="947" y="1116"/>
                </a:cubicBezTo>
                <a:cubicBezTo>
                  <a:pt x="930" y="1127"/>
                  <a:pt x="913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3" y="1180"/>
                  <a:pt x="805" y="1187"/>
                  <a:pt x="785" y="1192"/>
                </a:cubicBezTo>
                <a:cubicBezTo>
                  <a:pt x="766" y="1198"/>
                  <a:pt x="747" y="1203"/>
                  <a:pt x="728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40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40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8" y="3"/>
                </a:cubicBezTo>
                <a:cubicBezTo>
                  <a:pt x="688" y="5"/>
                  <a:pt x="708" y="8"/>
                  <a:pt x="728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5" y="32"/>
                  <a:pt x="823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2f2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56898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7f7538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0" name=""/>
          <p:cNvSpPr/>
          <p:nvPr/>
        </p:nvSpPr>
        <p:spPr>
          <a:xfrm>
            <a:off x="6495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4" y="39"/>
                  <a:pt x="843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3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e6f0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61812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6f7538"/>
                </a:solidFill>
                <a:latin typeface="Arial"/>
                <a:ea typeface="Arial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2" name=""/>
          <p:cNvSpPr/>
          <p:nvPr/>
        </p:nvSpPr>
        <p:spPr>
          <a:xfrm>
            <a:off x="698148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9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2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7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7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2" y="305"/>
                  <a:pt x="92" y="287"/>
                  <a:pt x="103" y="271"/>
                </a:cubicBezTo>
                <a:cubicBezTo>
                  <a:pt x="114" y="254"/>
                  <a:pt x="126" y="238"/>
                  <a:pt x="139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66679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547038"/>
                </a:solidFill>
                <a:latin typeface="Arial"/>
                <a:ea typeface="Arial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4" name=""/>
          <p:cNvSpPr/>
          <p:nvPr/>
        </p:nvSpPr>
        <p:spPr>
          <a:xfrm>
            <a:off x="7467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70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5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5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70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de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7159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b49"/>
                </a:solidFill>
                <a:latin typeface="Arial"/>
                <a:ea typeface="Arial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6" name=""/>
          <p:cNvSpPr/>
          <p:nvPr/>
        </p:nvSpPr>
        <p:spPr>
          <a:xfrm>
            <a:off x="7953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1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1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2e0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76417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56663"/>
                </a:solidFill>
                <a:latin typeface="Arial"/>
                <a:ea typeface="Arial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8" name=""/>
          <p:cNvSpPr/>
          <p:nvPr/>
        </p:nvSpPr>
        <p:spPr>
          <a:xfrm>
            <a:off x="8439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1" y="787"/>
                </a:cubicBezTo>
                <a:cubicBezTo>
                  <a:pt x="1186" y="806"/>
                  <a:pt x="1179" y="824"/>
                  <a:pt x="1171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6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39" y="1040"/>
                </a:cubicBezTo>
                <a:cubicBezTo>
                  <a:pt x="1025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7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2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3" y="1105"/>
                  <a:pt x="237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0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1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7" y="709"/>
                  <a:pt x="4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4" y="530"/>
                  <a:pt x="7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1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0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7" y="126"/>
                  <a:pt x="253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2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7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5" y="165"/>
                  <a:pt x="1039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6" y="305"/>
                  <a:pt x="1146" y="322"/>
                </a:cubicBezTo>
                <a:cubicBezTo>
                  <a:pt x="1155" y="340"/>
                  <a:pt x="1164" y="358"/>
                  <a:pt x="1171" y="376"/>
                </a:cubicBezTo>
                <a:cubicBezTo>
                  <a:pt x="1179" y="395"/>
                  <a:pt x="1186" y="413"/>
                  <a:pt x="1191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b7d8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812844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d5c6b"/>
                </a:solidFill>
                <a:latin typeface="Arial"/>
                <a:ea typeface="Arial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8582040" y="277308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7506e"/>
                </a:solidFill>
                <a:latin typeface="Arial"/>
                <a:ea typeface="Arial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1" name=""/>
          <p:cNvSpPr txBox="1"/>
          <p:nvPr/>
        </p:nvSpPr>
        <p:spPr>
          <a:xfrm>
            <a:off x="4057920" y="3173040"/>
            <a:ext cx="579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niet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3" name=""/>
          <p:cNvSpPr txBox="1"/>
          <p:nvPr/>
        </p:nvSpPr>
        <p:spPr>
          <a:xfrm>
            <a:off x="8286840" y="3173040"/>
            <a:ext cx="6516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goed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8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9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