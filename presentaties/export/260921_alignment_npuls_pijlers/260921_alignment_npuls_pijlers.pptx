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jpeg" ContentType="image/jpeg"/>
  <Override PartName="/ppt/media/image6.jpeg" ContentType="image/jpe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61200" y="1909080"/>
            <a:ext cx="4494960" cy="49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59" spc="-1" strike="noStrike">
                <a:solidFill>
                  <a:srgbClr val="1a1a2e"/>
                </a:solidFill>
                <a:latin typeface="Arial"/>
                <a:ea typeface="Arial"/>
              </a:rPr>
              <a:t>OKx in samenhang</a:t>
            </a:r>
            <a:endParaRPr b="0" lang="en-US" sz="335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2033640" y="2549520"/>
            <a:ext cx="5951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AII spoor 3 · eduXchange · ontsluiten onderwijsaanbod · OKx: wat is de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2247840" y="2797200"/>
            <a:ext cx="55526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status, waar raken wij elkaar, hoe houden wij elkaar op de hoogte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271680" y="3161160"/>
            <a:ext cx="324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Leren zonder Drempels · 21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 txBox="1"/>
          <p:nvPr/>
        </p:nvSpPr>
        <p:spPr>
          <a:xfrm>
            <a:off x="3993480" y="636480"/>
            <a:ext cx="63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AGE NDA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3990960" y="1733400"/>
            <a:ext cx="324000" cy="324000"/>
          </a:xfrm>
          <a:custGeom>
            <a:avLst/>
            <a:gdLst/>
            <a:ahLst/>
            <a:rect l="0" t="0" r="r" b="b"/>
            <a:pathLst>
              <a:path w="900" h="900">
                <a:moveTo>
                  <a:pt x="900" y="451"/>
                </a:moveTo>
                <a:cubicBezTo>
                  <a:pt x="900" y="480"/>
                  <a:pt x="897" y="509"/>
                  <a:pt x="891" y="538"/>
                </a:cubicBezTo>
                <a:cubicBezTo>
                  <a:pt x="886" y="567"/>
                  <a:pt x="877" y="596"/>
                  <a:pt x="866" y="623"/>
                </a:cubicBezTo>
                <a:cubicBezTo>
                  <a:pt x="855" y="650"/>
                  <a:pt x="841" y="676"/>
                  <a:pt x="824" y="701"/>
                </a:cubicBezTo>
                <a:cubicBezTo>
                  <a:pt x="808" y="725"/>
                  <a:pt x="789" y="748"/>
                  <a:pt x="768" y="769"/>
                </a:cubicBezTo>
                <a:cubicBezTo>
                  <a:pt x="747" y="790"/>
                  <a:pt x="725" y="808"/>
                  <a:pt x="700" y="825"/>
                </a:cubicBezTo>
                <a:cubicBezTo>
                  <a:pt x="676" y="841"/>
                  <a:pt x="650" y="855"/>
                  <a:pt x="622" y="866"/>
                </a:cubicBezTo>
                <a:cubicBezTo>
                  <a:pt x="595" y="878"/>
                  <a:pt x="567" y="886"/>
                  <a:pt x="538" y="892"/>
                </a:cubicBezTo>
                <a:cubicBezTo>
                  <a:pt x="509" y="898"/>
                  <a:pt x="480" y="900"/>
                  <a:pt x="450" y="900"/>
                </a:cubicBezTo>
                <a:cubicBezTo>
                  <a:pt x="421" y="900"/>
                  <a:pt x="392" y="898"/>
                  <a:pt x="363" y="892"/>
                </a:cubicBezTo>
                <a:cubicBezTo>
                  <a:pt x="334" y="886"/>
                  <a:pt x="305" y="878"/>
                  <a:pt x="278" y="866"/>
                </a:cubicBezTo>
                <a:cubicBezTo>
                  <a:pt x="251" y="855"/>
                  <a:pt x="225" y="841"/>
                  <a:pt x="200" y="825"/>
                </a:cubicBezTo>
                <a:cubicBezTo>
                  <a:pt x="176" y="808"/>
                  <a:pt x="153" y="790"/>
                  <a:pt x="131" y="769"/>
                </a:cubicBezTo>
                <a:cubicBezTo>
                  <a:pt x="110" y="748"/>
                  <a:pt x="92" y="725"/>
                  <a:pt x="75" y="701"/>
                </a:cubicBezTo>
                <a:cubicBezTo>
                  <a:pt x="59" y="676"/>
                  <a:pt x="45" y="650"/>
                  <a:pt x="34" y="623"/>
                </a:cubicBezTo>
                <a:cubicBezTo>
                  <a:pt x="22" y="596"/>
                  <a:pt x="14" y="567"/>
                  <a:pt x="8" y="538"/>
                </a:cubicBezTo>
                <a:cubicBezTo>
                  <a:pt x="2" y="509"/>
                  <a:pt x="0" y="480"/>
                  <a:pt x="0" y="451"/>
                </a:cubicBezTo>
                <a:cubicBezTo>
                  <a:pt x="0" y="421"/>
                  <a:pt x="2" y="392"/>
                  <a:pt x="8" y="363"/>
                </a:cubicBezTo>
                <a:cubicBezTo>
                  <a:pt x="14" y="334"/>
                  <a:pt x="22" y="306"/>
                  <a:pt x="34" y="279"/>
                </a:cubicBezTo>
                <a:cubicBezTo>
                  <a:pt x="45" y="251"/>
                  <a:pt x="59" y="225"/>
                  <a:pt x="75" y="201"/>
                </a:cubicBezTo>
                <a:cubicBezTo>
                  <a:pt x="92" y="176"/>
                  <a:pt x="110" y="154"/>
                  <a:pt x="131" y="133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4" y="14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5"/>
                  <a:pt x="676" y="59"/>
                  <a:pt x="700" y="76"/>
                </a:cubicBezTo>
                <a:cubicBezTo>
                  <a:pt x="725" y="92"/>
                  <a:pt x="747" y="111"/>
                  <a:pt x="768" y="133"/>
                </a:cubicBezTo>
                <a:cubicBezTo>
                  <a:pt x="789" y="154"/>
                  <a:pt x="808" y="176"/>
                  <a:pt x="824" y="201"/>
                </a:cubicBezTo>
                <a:cubicBezTo>
                  <a:pt x="841" y="225"/>
                  <a:pt x="855" y="251"/>
                  <a:pt x="866" y="279"/>
                </a:cubicBezTo>
                <a:cubicBezTo>
                  <a:pt x="877" y="306"/>
                  <a:pt x="886" y="334"/>
                  <a:pt x="891" y="363"/>
                </a:cubicBezTo>
                <a:cubicBezTo>
                  <a:pt x="897" y="392"/>
                  <a:pt x="900" y="421"/>
                  <a:pt x="900" y="451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3978360" y="993600"/>
            <a:ext cx="201996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400" spc="-1" strike="noStrike">
                <a:solidFill>
                  <a:srgbClr val="dd784b"/>
                </a:solidFill>
                <a:latin typeface="Arial"/>
                <a:ea typeface="Arial"/>
              </a:rPr>
              <a:t>Drie vragen</a:t>
            </a:r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126680" y="18064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4439160" y="1549440"/>
            <a:ext cx="2623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is (de status van)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4439160" y="1846080"/>
            <a:ext cx="397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aanpak, focus binnen de instelling, waar de speciﬁcaties en het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/>
          <p:nvPr/>
        </p:nvSpPr>
        <p:spPr>
          <a:xfrm>
            <a:off x="3990960" y="2752560"/>
            <a:ext cx="324000" cy="324360"/>
          </a:xfrm>
          <a:custGeom>
            <a:avLst/>
            <a:gdLst/>
            <a:ahLst/>
            <a:rect l="0" t="0" r="r" b="b"/>
            <a:pathLst>
              <a:path w="900" h="901">
                <a:moveTo>
                  <a:pt x="900" y="450"/>
                </a:moveTo>
                <a:cubicBezTo>
                  <a:pt x="900" y="479"/>
                  <a:pt x="897" y="509"/>
                  <a:pt x="891" y="537"/>
                </a:cubicBezTo>
                <a:cubicBezTo>
                  <a:pt x="886" y="566"/>
                  <a:pt x="877" y="595"/>
                  <a:pt x="866" y="622"/>
                </a:cubicBezTo>
                <a:cubicBezTo>
                  <a:pt x="855" y="649"/>
                  <a:pt x="841" y="675"/>
                  <a:pt x="824" y="700"/>
                </a:cubicBezTo>
                <a:cubicBezTo>
                  <a:pt x="808" y="724"/>
                  <a:pt x="789" y="747"/>
                  <a:pt x="768" y="768"/>
                </a:cubicBezTo>
                <a:cubicBezTo>
                  <a:pt x="747" y="789"/>
                  <a:pt x="725" y="807"/>
                  <a:pt x="700" y="824"/>
                </a:cubicBezTo>
                <a:cubicBezTo>
                  <a:pt x="676" y="840"/>
                  <a:pt x="650" y="854"/>
                  <a:pt x="622" y="865"/>
                </a:cubicBezTo>
                <a:cubicBezTo>
                  <a:pt x="595" y="877"/>
                  <a:pt x="567" y="885"/>
                  <a:pt x="538" y="891"/>
                </a:cubicBezTo>
                <a:cubicBezTo>
                  <a:pt x="509" y="898"/>
                  <a:pt x="480" y="901"/>
                  <a:pt x="450" y="901"/>
                </a:cubicBezTo>
                <a:cubicBezTo>
                  <a:pt x="421" y="901"/>
                  <a:pt x="392" y="898"/>
                  <a:pt x="363" y="891"/>
                </a:cubicBezTo>
                <a:cubicBezTo>
                  <a:pt x="334" y="885"/>
                  <a:pt x="305" y="877"/>
                  <a:pt x="278" y="865"/>
                </a:cubicBezTo>
                <a:cubicBezTo>
                  <a:pt x="251" y="854"/>
                  <a:pt x="225" y="840"/>
                  <a:pt x="200" y="824"/>
                </a:cubicBezTo>
                <a:cubicBezTo>
                  <a:pt x="176" y="807"/>
                  <a:pt x="153" y="789"/>
                  <a:pt x="131" y="768"/>
                </a:cubicBezTo>
                <a:cubicBezTo>
                  <a:pt x="110" y="747"/>
                  <a:pt x="92" y="724"/>
                  <a:pt x="75" y="700"/>
                </a:cubicBezTo>
                <a:cubicBezTo>
                  <a:pt x="59" y="675"/>
                  <a:pt x="45" y="649"/>
                  <a:pt x="34" y="622"/>
                </a:cubicBezTo>
                <a:cubicBezTo>
                  <a:pt x="22" y="595"/>
                  <a:pt x="14" y="566"/>
                  <a:pt x="8" y="537"/>
                </a:cubicBezTo>
                <a:cubicBezTo>
                  <a:pt x="2" y="509"/>
                  <a:pt x="0" y="479"/>
                  <a:pt x="0" y="450"/>
                </a:cubicBezTo>
                <a:cubicBezTo>
                  <a:pt x="0" y="420"/>
                  <a:pt x="2" y="391"/>
                  <a:pt x="8" y="362"/>
                </a:cubicBezTo>
                <a:cubicBezTo>
                  <a:pt x="14" y="333"/>
                  <a:pt x="22" y="305"/>
                  <a:pt x="34" y="278"/>
                </a:cubicBezTo>
                <a:cubicBezTo>
                  <a:pt x="45" y="250"/>
                  <a:pt x="59" y="224"/>
                  <a:pt x="75" y="200"/>
                </a:cubicBezTo>
                <a:cubicBezTo>
                  <a:pt x="92" y="175"/>
                  <a:pt x="110" y="153"/>
                  <a:pt x="131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4" y="14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5"/>
                  <a:pt x="676" y="59"/>
                  <a:pt x="700" y="76"/>
                </a:cubicBezTo>
                <a:cubicBezTo>
                  <a:pt x="725" y="92"/>
                  <a:pt x="747" y="111"/>
                  <a:pt x="768" y="132"/>
                </a:cubicBezTo>
                <a:cubicBezTo>
                  <a:pt x="789" y="153"/>
                  <a:pt x="808" y="175"/>
                  <a:pt x="824" y="200"/>
                </a:cubicBezTo>
                <a:cubicBezTo>
                  <a:pt x="841" y="224"/>
                  <a:pt x="855" y="250"/>
                  <a:pt x="866" y="278"/>
                </a:cubicBezTo>
                <a:cubicBezTo>
                  <a:pt x="877" y="305"/>
                  <a:pt x="886" y="333"/>
                  <a:pt x="891" y="362"/>
                </a:cubicBezTo>
                <a:cubicBezTo>
                  <a:pt x="897" y="391"/>
                  <a:pt x="900" y="420"/>
                  <a:pt x="900" y="45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439160" y="2093760"/>
            <a:ext cx="1419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informatiemodel staan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107960" y="2825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439160" y="2454120"/>
            <a:ext cx="4462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Waar raakt OKx andere ontwikkelingen wel, 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439160" y="2701800"/>
            <a:ext cx="10810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welke niet?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4439160" y="2989080"/>
            <a:ext cx="3925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twee uitgangspunten als schot voor de boeg; AII, eduXchange,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3990960" y="3657240"/>
            <a:ext cx="324000" cy="324360"/>
          </a:xfrm>
          <a:custGeom>
            <a:avLst/>
            <a:gdLst/>
            <a:ahLst/>
            <a:rect l="0" t="0" r="r" b="b"/>
            <a:pathLst>
              <a:path w="900" h="901">
                <a:moveTo>
                  <a:pt x="900" y="451"/>
                </a:moveTo>
                <a:cubicBezTo>
                  <a:pt x="900" y="481"/>
                  <a:pt x="897" y="510"/>
                  <a:pt x="891" y="539"/>
                </a:cubicBezTo>
                <a:cubicBezTo>
                  <a:pt x="886" y="568"/>
                  <a:pt x="877" y="596"/>
                  <a:pt x="866" y="623"/>
                </a:cubicBezTo>
                <a:cubicBezTo>
                  <a:pt x="855" y="651"/>
                  <a:pt x="841" y="677"/>
                  <a:pt x="824" y="701"/>
                </a:cubicBezTo>
                <a:cubicBezTo>
                  <a:pt x="808" y="726"/>
                  <a:pt x="789" y="748"/>
                  <a:pt x="768" y="769"/>
                </a:cubicBezTo>
                <a:cubicBezTo>
                  <a:pt x="747" y="790"/>
                  <a:pt x="725" y="809"/>
                  <a:pt x="700" y="825"/>
                </a:cubicBezTo>
                <a:cubicBezTo>
                  <a:pt x="676" y="842"/>
                  <a:pt x="650" y="856"/>
                  <a:pt x="622" y="867"/>
                </a:cubicBezTo>
                <a:cubicBezTo>
                  <a:pt x="595" y="878"/>
                  <a:pt x="567" y="887"/>
                  <a:pt x="538" y="892"/>
                </a:cubicBezTo>
                <a:cubicBezTo>
                  <a:pt x="509" y="898"/>
                  <a:pt x="480" y="901"/>
                  <a:pt x="450" y="901"/>
                </a:cubicBezTo>
                <a:cubicBezTo>
                  <a:pt x="421" y="901"/>
                  <a:pt x="392" y="898"/>
                  <a:pt x="363" y="892"/>
                </a:cubicBezTo>
                <a:cubicBezTo>
                  <a:pt x="334" y="887"/>
                  <a:pt x="305" y="878"/>
                  <a:pt x="278" y="867"/>
                </a:cubicBezTo>
                <a:cubicBezTo>
                  <a:pt x="251" y="856"/>
                  <a:pt x="225" y="842"/>
                  <a:pt x="200" y="825"/>
                </a:cubicBezTo>
                <a:cubicBezTo>
                  <a:pt x="176" y="809"/>
                  <a:pt x="153" y="790"/>
                  <a:pt x="131" y="769"/>
                </a:cubicBezTo>
                <a:cubicBezTo>
                  <a:pt x="110" y="748"/>
                  <a:pt x="92" y="726"/>
                  <a:pt x="75" y="701"/>
                </a:cubicBezTo>
                <a:cubicBezTo>
                  <a:pt x="59" y="677"/>
                  <a:pt x="45" y="651"/>
                  <a:pt x="34" y="623"/>
                </a:cubicBezTo>
                <a:cubicBezTo>
                  <a:pt x="22" y="596"/>
                  <a:pt x="14" y="568"/>
                  <a:pt x="8" y="539"/>
                </a:cubicBezTo>
                <a:cubicBezTo>
                  <a:pt x="2" y="510"/>
                  <a:pt x="0" y="481"/>
                  <a:pt x="0" y="451"/>
                </a:cubicBezTo>
                <a:cubicBezTo>
                  <a:pt x="0" y="422"/>
                  <a:pt x="2" y="393"/>
                  <a:pt x="8" y="364"/>
                </a:cubicBezTo>
                <a:cubicBezTo>
                  <a:pt x="14" y="335"/>
                  <a:pt x="22" y="306"/>
                  <a:pt x="34" y="279"/>
                </a:cubicBezTo>
                <a:cubicBezTo>
                  <a:pt x="45" y="252"/>
                  <a:pt x="59" y="226"/>
                  <a:pt x="75" y="201"/>
                </a:cubicBezTo>
                <a:cubicBezTo>
                  <a:pt x="92" y="176"/>
                  <a:pt x="110" y="153"/>
                  <a:pt x="131" y="132"/>
                </a:cubicBezTo>
                <a:cubicBezTo>
                  <a:pt x="153" y="111"/>
                  <a:pt x="176" y="93"/>
                  <a:pt x="200" y="76"/>
                </a:cubicBezTo>
                <a:cubicBezTo>
                  <a:pt x="225" y="60"/>
                  <a:pt x="251" y="46"/>
                  <a:pt x="278" y="35"/>
                </a:cubicBezTo>
                <a:cubicBezTo>
                  <a:pt x="305" y="23"/>
                  <a:pt x="334" y="15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5"/>
                  <a:pt x="595" y="23"/>
                  <a:pt x="622" y="35"/>
                </a:cubicBezTo>
                <a:cubicBezTo>
                  <a:pt x="650" y="46"/>
                  <a:pt x="676" y="60"/>
                  <a:pt x="700" y="76"/>
                </a:cubicBezTo>
                <a:cubicBezTo>
                  <a:pt x="725" y="93"/>
                  <a:pt x="747" y="111"/>
                  <a:pt x="768" y="132"/>
                </a:cubicBezTo>
                <a:cubicBezTo>
                  <a:pt x="789" y="153"/>
                  <a:pt x="808" y="176"/>
                  <a:pt x="824" y="201"/>
                </a:cubicBezTo>
                <a:cubicBezTo>
                  <a:pt x="841" y="226"/>
                  <a:pt x="855" y="252"/>
                  <a:pt x="866" y="279"/>
                </a:cubicBezTo>
                <a:cubicBezTo>
                  <a:pt x="877" y="306"/>
                  <a:pt x="886" y="335"/>
                  <a:pt x="891" y="364"/>
                </a:cubicBezTo>
                <a:cubicBezTo>
                  <a:pt x="897" y="393"/>
                  <a:pt x="900" y="422"/>
                  <a:pt x="900" y="451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4439160" y="3246480"/>
            <a:ext cx="1055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catalogus, EduID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4107960" y="372096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439160" y="3597120"/>
            <a:ext cx="3522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Hoe houden wij elkaar op de hoogte?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90960" y="4238280"/>
            <a:ext cx="4429440" cy="581400"/>
          </a:xfrm>
          <a:custGeom>
            <a:avLst/>
            <a:gdLst/>
            <a:ahLst/>
            <a:rect l="0" t="0" r="r" b="b"/>
            <a:pathLst>
              <a:path w="12304" h="1615">
                <a:moveTo>
                  <a:pt x="0" y="0"/>
                </a:moveTo>
                <a:lnTo>
                  <a:pt x="12304" y="0"/>
                </a:lnTo>
                <a:lnTo>
                  <a:pt x="12304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90960" y="4238280"/>
            <a:ext cx="4429440" cy="38520"/>
          </a:xfrm>
          <a:custGeom>
            <a:avLst/>
            <a:gdLst/>
            <a:ahLst/>
            <a:rect l="0" t="0" r="r" b="b"/>
            <a:pathLst>
              <a:path w="12304" h="107">
                <a:moveTo>
                  <a:pt x="0" y="0"/>
                </a:moveTo>
                <a:lnTo>
                  <a:pt x="12304" y="0"/>
                </a:lnTo>
                <a:lnTo>
                  <a:pt x="1230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90960" y="4809960"/>
            <a:ext cx="4429440" cy="9720"/>
          </a:xfrm>
          <a:custGeom>
            <a:avLst/>
            <a:gdLst/>
            <a:ahLst/>
            <a:rect l="0" t="0" r="r" b="b"/>
            <a:pathLst>
              <a:path w="12304" h="27">
                <a:moveTo>
                  <a:pt x="0" y="0"/>
                </a:moveTo>
                <a:lnTo>
                  <a:pt x="12304" y="0"/>
                </a:lnTo>
                <a:lnTo>
                  <a:pt x="123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8410320" y="42382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106"/>
                </a:moveTo>
                <a:lnTo>
                  <a:pt x="0" y="1615"/>
                </a:lnTo>
                <a:lnTo>
                  <a:pt x="28" y="161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90960" y="423828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0" y="1615"/>
                </a:lnTo>
                <a:lnTo>
                  <a:pt x="27" y="161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439160" y="3894120"/>
            <a:ext cx="3598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gaten en onnodige overlap voorkomen; vervolgafspraken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140000" y="4375440"/>
            <a:ext cx="4539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 vandaag: aftasten waar ieder staat en waar het schuurt, en daar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140000" y="4566240"/>
            <a:ext cx="14468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afspraken van maken.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" name=""/>
          <p:cNvSpPr/>
          <p:nvPr/>
        </p:nvSpPr>
        <p:spPr>
          <a:xfrm>
            <a:off x="461880" y="1761840"/>
            <a:ext cx="1857600" cy="1414800"/>
          </a:xfrm>
          <a:custGeom>
            <a:avLst/>
            <a:gdLst/>
            <a:ahLst/>
            <a:rect l="0" t="0" r="r" b="b"/>
            <a:pathLst>
              <a:path w="5160" h="3930">
                <a:moveTo>
                  <a:pt x="0" y="3626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4856" y="0"/>
                </a:lnTo>
                <a:cubicBezTo>
                  <a:pt x="4876" y="0"/>
                  <a:pt x="4896" y="2"/>
                  <a:pt x="4915" y="5"/>
                </a:cubicBezTo>
                <a:cubicBezTo>
                  <a:pt x="4935" y="9"/>
                  <a:pt x="4954" y="14"/>
                  <a:pt x="4972" y="20"/>
                </a:cubicBezTo>
                <a:cubicBezTo>
                  <a:pt x="4991" y="27"/>
                  <a:pt x="5008" y="35"/>
                  <a:pt x="5025" y="45"/>
                </a:cubicBezTo>
                <a:cubicBezTo>
                  <a:pt x="5041" y="55"/>
                  <a:pt x="5057" y="66"/>
                  <a:pt x="5071" y="78"/>
                </a:cubicBezTo>
                <a:cubicBezTo>
                  <a:pt x="5085" y="90"/>
                  <a:pt x="5098" y="103"/>
                  <a:pt x="5109" y="118"/>
                </a:cubicBezTo>
                <a:cubicBezTo>
                  <a:pt x="5120" y="132"/>
                  <a:pt x="5129" y="148"/>
                  <a:pt x="5137" y="164"/>
                </a:cubicBezTo>
                <a:cubicBezTo>
                  <a:pt x="5145" y="180"/>
                  <a:pt x="5150" y="196"/>
                  <a:pt x="5154" y="213"/>
                </a:cubicBezTo>
                <a:cubicBezTo>
                  <a:pt x="5158" y="230"/>
                  <a:pt x="5160" y="248"/>
                  <a:pt x="5160" y="265"/>
                </a:cubicBezTo>
                <a:lnTo>
                  <a:pt x="5160" y="3626"/>
                </a:lnTo>
                <a:cubicBezTo>
                  <a:pt x="5160" y="3646"/>
                  <a:pt x="5158" y="3666"/>
                  <a:pt x="5154" y="3685"/>
                </a:cubicBezTo>
                <a:cubicBezTo>
                  <a:pt x="5150" y="3705"/>
                  <a:pt x="5145" y="3724"/>
                  <a:pt x="5137" y="3743"/>
                </a:cubicBezTo>
                <a:cubicBezTo>
                  <a:pt x="5129" y="3761"/>
                  <a:pt x="5120" y="3779"/>
                  <a:pt x="5109" y="3795"/>
                </a:cubicBezTo>
                <a:cubicBezTo>
                  <a:pt x="5098" y="3812"/>
                  <a:pt x="5085" y="3827"/>
                  <a:pt x="5071" y="3841"/>
                </a:cubicBezTo>
                <a:cubicBezTo>
                  <a:pt x="5057" y="3855"/>
                  <a:pt x="5041" y="3868"/>
                  <a:pt x="5025" y="3879"/>
                </a:cubicBezTo>
                <a:cubicBezTo>
                  <a:pt x="5008" y="3890"/>
                  <a:pt x="4991" y="3900"/>
                  <a:pt x="4972" y="3907"/>
                </a:cubicBezTo>
                <a:cubicBezTo>
                  <a:pt x="4954" y="3915"/>
                  <a:pt x="4935" y="3921"/>
                  <a:pt x="4915" y="3925"/>
                </a:cubicBezTo>
                <a:cubicBezTo>
                  <a:pt x="4896" y="3928"/>
                  <a:pt x="4876" y="3930"/>
                  <a:pt x="4856" y="3930"/>
                </a:cubicBezTo>
                <a:lnTo>
                  <a:pt x="304" y="3930"/>
                </a:lnTo>
                <a:cubicBezTo>
                  <a:pt x="284" y="3930"/>
                  <a:pt x="264" y="3928"/>
                  <a:pt x="245" y="3925"/>
                </a:cubicBezTo>
                <a:cubicBezTo>
                  <a:pt x="225" y="3921"/>
                  <a:pt x="206" y="3915"/>
                  <a:pt x="188" y="3907"/>
                </a:cubicBezTo>
                <a:cubicBezTo>
                  <a:pt x="169" y="3900"/>
                  <a:pt x="152" y="3890"/>
                  <a:pt x="135" y="3879"/>
                </a:cubicBezTo>
                <a:cubicBezTo>
                  <a:pt x="118" y="3868"/>
                  <a:pt x="103" y="3855"/>
                  <a:pt x="89" y="3841"/>
                </a:cubicBezTo>
                <a:cubicBezTo>
                  <a:pt x="75" y="3827"/>
                  <a:pt x="62" y="3812"/>
                  <a:pt x="51" y="3795"/>
                </a:cubicBezTo>
                <a:cubicBezTo>
                  <a:pt x="40" y="3779"/>
                  <a:pt x="31" y="3761"/>
                  <a:pt x="23" y="3743"/>
                </a:cubicBezTo>
                <a:cubicBezTo>
                  <a:pt x="15" y="3724"/>
                  <a:pt x="9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45684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45684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5684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5684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29360" y="1937160"/>
            <a:ext cx="183240" cy="251640"/>
          </a:xfrm>
          <a:custGeom>
            <a:avLst/>
            <a:gdLst/>
            <a:ahLst/>
            <a:rect l="0" t="0" r="r" b="b"/>
            <a:pathLst>
              <a:path w="509" h="699">
                <a:moveTo>
                  <a:pt x="254" y="699"/>
                </a:moveTo>
                <a:lnTo>
                  <a:pt x="61" y="425"/>
                </a:lnTo>
                <a:cubicBezTo>
                  <a:pt x="45" y="407"/>
                  <a:pt x="32" y="386"/>
                  <a:pt x="22" y="364"/>
                </a:cubicBezTo>
                <a:cubicBezTo>
                  <a:pt x="12" y="342"/>
                  <a:pt x="5" y="318"/>
                  <a:pt x="2" y="294"/>
                </a:cubicBezTo>
                <a:cubicBezTo>
                  <a:pt x="-1" y="270"/>
                  <a:pt x="-1" y="246"/>
                  <a:pt x="2" y="221"/>
                </a:cubicBezTo>
                <a:cubicBezTo>
                  <a:pt x="6" y="197"/>
                  <a:pt x="13" y="174"/>
                  <a:pt x="23" y="152"/>
                </a:cubicBezTo>
                <a:cubicBezTo>
                  <a:pt x="33" y="129"/>
                  <a:pt x="46" y="109"/>
                  <a:pt x="62" y="90"/>
                </a:cubicBezTo>
                <a:cubicBezTo>
                  <a:pt x="78" y="72"/>
                  <a:pt x="96" y="56"/>
                  <a:pt x="116" y="42"/>
                </a:cubicBezTo>
                <a:cubicBezTo>
                  <a:pt x="137" y="29"/>
                  <a:pt x="159" y="19"/>
                  <a:pt x="182" y="11"/>
                </a:cubicBezTo>
                <a:cubicBezTo>
                  <a:pt x="206" y="4"/>
                  <a:pt x="230" y="0"/>
                  <a:pt x="254" y="0"/>
                </a:cubicBezTo>
                <a:cubicBezTo>
                  <a:pt x="272" y="0"/>
                  <a:pt x="289" y="2"/>
                  <a:pt x="305" y="6"/>
                </a:cubicBezTo>
                <a:cubicBezTo>
                  <a:pt x="321" y="9"/>
                  <a:pt x="337" y="14"/>
                  <a:pt x="353" y="21"/>
                </a:cubicBezTo>
                <a:cubicBezTo>
                  <a:pt x="368" y="27"/>
                  <a:pt x="383" y="35"/>
                  <a:pt x="397" y="45"/>
                </a:cubicBezTo>
                <a:cubicBezTo>
                  <a:pt x="411" y="54"/>
                  <a:pt x="424" y="65"/>
                  <a:pt x="435" y="77"/>
                </a:cubicBezTo>
                <a:cubicBezTo>
                  <a:pt x="447" y="89"/>
                  <a:pt x="458" y="102"/>
                  <a:pt x="467" y="116"/>
                </a:cubicBezTo>
                <a:cubicBezTo>
                  <a:pt x="476" y="130"/>
                  <a:pt x="484" y="145"/>
                  <a:pt x="490" y="160"/>
                </a:cubicBezTo>
                <a:cubicBezTo>
                  <a:pt x="497" y="176"/>
                  <a:pt x="501" y="192"/>
                  <a:pt x="504" y="208"/>
                </a:cubicBezTo>
                <a:cubicBezTo>
                  <a:pt x="508" y="225"/>
                  <a:pt x="509" y="241"/>
                  <a:pt x="509" y="258"/>
                </a:cubicBezTo>
                <a:cubicBezTo>
                  <a:pt x="509" y="319"/>
                  <a:pt x="490" y="373"/>
                  <a:pt x="452" y="421"/>
                </a:cubicBezTo>
                <a:lnTo>
                  <a:pt x="254" y="699"/>
                </a:lnTo>
                <a:moveTo>
                  <a:pt x="254" y="64"/>
                </a:moveTo>
                <a:cubicBezTo>
                  <a:pt x="241" y="64"/>
                  <a:pt x="229" y="65"/>
                  <a:pt x="217" y="68"/>
                </a:cubicBezTo>
                <a:cubicBezTo>
                  <a:pt x="204" y="70"/>
                  <a:pt x="192" y="74"/>
                  <a:pt x="181" y="79"/>
                </a:cubicBezTo>
                <a:cubicBezTo>
                  <a:pt x="169" y="84"/>
                  <a:pt x="158" y="90"/>
                  <a:pt x="148" y="97"/>
                </a:cubicBezTo>
                <a:cubicBezTo>
                  <a:pt x="137" y="104"/>
                  <a:pt x="127" y="112"/>
                  <a:pt x="119" y="121"/>
                </a:cubicBezTo>
                <a:cubicBezTo>
                  <a:pt x="110" y="131"/>
                  <a:pt x="102" y="140"/>
                  <a:pt x="95" y="151"/>
                </a:cubicBezTo>
                <a:cubicBezTo>
                  <a:pt x="88" y="161"/>
                  <a:pt x="82" y="173"/>
                  <a:pt x="78" y="184"/>
                </a:cubicBezTo>
                <a:cubicBezTo>
                  <a:pt x="73" y="196"/>
                  <a:pt x="69" y="208"/>
                  <a:pt x="67" y="221"/>
                </a:cubicBezTo>
                <a:cubicBezTo>
                  <a:pt x="65" y="233"/>
                  <a:pt x="64" y="246"/>
                  <a:pt x="64" y="258"/>
                </a:cubicBezTo>
                <a:cubicBezTo>
                  <a:pt x="64" y="306"/>
                  <a:pt x="80" y="349"/>
                  <a:pt x="111" y="385"/>
                </a:cubicBezTo>
                <a:lnTo>
                  <a:pt x="254" y="589"/>
                </a:lnTo>
                <a:lnTo>
                  <a:pt x="402" y="381"/>
                </a:lnTo>
                <a:cubicBezTo>
                  <a:pt x="431" y="345"/>
                  <a:pt x="445" y="304"/>
                  <a:pt x="446" y="258"/>
                </a:cubicBezTo>
                <a:cubicBezTo>
                  <a:pt x="446" y="246"/>
                  <a:pt x="445" y="233"/>
                  <a:pt x="442" y="221"/>
                </a:cubicBezTo>
                <a:cubicBezTo>
                  <a:pt x="440" y="208"/>
                  <a:pt x="436" y="196"/>
                  <a:pt x="432" y="184"/>
                </a:cubicBezTo>
                <a:cubicBezTo>
                  <a:pt x="427" y="173"/>
                  <a:pt x="421" y="161"/>
                  <a:pt x="414" y="151"/>
                </a:cubicBezTo>
                <a:cubicBezTo>
                  <a:pt x="407" y="140"/>
                  <a:pt x="399" y="131"/>
                  <a:pt x="391" y="121"/>
                </a:cubicBezTo>
                <a:cubicBezTo>
                  <a:pt x="382" y="112"/>
                  <a:pt x="372" y="104"/>
                  <a:pt x="362" y="97"/>
                </a:cubicBezTo>
                <a:cubicBezTo>
                  <a:pt x="351" y="90"/>
                  <a:pt x="340" y="84"/>
                  <a:pt x="329" y="79"/>
                </a:cubicBezTo>
                <a:cubicBezTo>
                  <a:pt x="317" y="74"/>
                  <a:pt x="305" y="70"/>
                  <a:pt x="293" y="68"/>
                </a:cubicBezTo>
                <a:cubicBezTo>
                  <a:pt x="280" y="65"/>
                  <a:pt x="268" y="64"/>
                  <a:pt x="254" y="6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798120" y="1994400"/>
            <a:ext cx="46080" cy="46080"/>
          </a:xfrm>
          <a:custGeom>
            <a:avLst/>
            <a:gdLst/>
            <a:ahLst/>
            <a:rect l="0" t="0" r="r" b="b"/>
            <a:pathLst>
              <a:path w="128" h="128">
                <a:moveTo>
                  <a:pt x="128" y="63"/>
                </a:moveTo>
                <a:cubicBezTo>
                  <a:pt x="128" y="73"/>
                  <a:pt x="126" y="81"/>
                  <a:pt x="123" y="89"/>
                </a:cubicBezTo>
                <a:cubicBezTo>
                  <a:pt x="120" y="96"/>
                  <a:pt x="115" y="103"/>
                  <a:pt x="108" y="109"/>
                </a:cubicBezTo>
                <a:cubicBezTo>
                  <a:pt x="102" y="115"/>
                  <a:pt x="95" y="120"/>
                  <a:pt x="87" y="123"/>
                </a:cubicBezTo>
                <a:cubicBezTo>
                  <a:pt x="80" y="126"/>
                  <a:pt x="72" y="128"/>
                  <a:pt x="63" y="128"/>
                </a:cubicBezTo>
                <a:cubicBezTo>
                  <a:pt x="55" y="128"/>
                  <a:pt x="47" y="126"/>
                  <a:pt x="39" y="123"/>
                </a:cubicBezTo>
                <a:cubicBezTo>
                  <a:pt x="31" y="120"/>
                  <a:pt x="24" y="115"/>
                  <a:pt x="18" y="109"/>
                </a:cubicBezTo>
                <a:cubicBezTo>
                  <a:pt x="12" y="103"/>
                  <a:pt x="8" y="96"/>
                  <a:pt x="4" y="89"/>
                </a:cubicBezTo>
                <a:cubicBezTo>
                  <a:pt x="1" y="81"/>
                  <a:pt x="0" y="73"/>
                  <a:pt x="0" y="63"/>
                </a:cubicBezTo>
                <a:cubicBezTo>
                  <a:pt x="0" y="55"/>
                  <a:pt x="1" y="47"/>
                  <a:pt x="4" y="39"/>
                </a:cubicBezTo>
                <a:cubicBezTo>
                  <a:pt x="8" y="31"/>
                  <a:pt x="12" y="24"/>
                  <a:pt x="18" y="18"/>
                </a:cubicBezTo>
                <a:cubicBezTo>
                  <a:pt x="24" y="12"/>
                  <a:pt x="31" y="8"/>
                  <a:pt x="39" y="5"/>
                </a:cubicBezTo>
                <a:cubicBezTo>
                  <a:pt x="47" y="1"/>
                  <a:pt x="55" y="0"/>
                  <a:pt x="63" y="0"/>
                </a:cubicBezTo>
                <a:cubicBezTo>
                  <a:pt x="72" y="0"/>
                  <a:pt x="80" y="1"/>
                  <a:pt x="87" y="5"/>
                </a:cubicBezTo>
                <a:cubicBezTo>
                  <a:pt x="95" y="8"/>
                  <a:pt x="102" y="12"/>
                  <a:pt x="108" y="18"/>
                </a:cubicBezTo>
                <a:cubicBezTo>
                  <a:pt x="115" y="24"/>
                  <a:pt x="120" y="31"/>
                  <a:pt x="123" y="39"/>
                </a:cubicBezTo>
                <a:cubicBezTo>
                  <a:pt x="126" y="47"/>
                  <a:pt x="128" y="55"/>
                  <a:pt x="128" y="6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660960" y="2051640"/>
            <a:ext cx="320040" cy="205920"/>
          </a:xfrm>
          <a:custGeom>
            <a:avLst/>
            <a:gdLst/>
            <a:ahLst/>
            <a:rect l="0" t="0" r="r" b="b"/>
            <a:pathLst>
              <a:path w="889" h="572">
                <a:moveTo>
                  <a:pt x="826" y="0"/>
                </a:moveTo>
                <a:lnTo>
                  <a:pt x="763" y="0"/>
                </a:lnTo>
                <a:lnTo>
                  <a:pt x="763" y="63"/>
                </a:lnTo>
                <a:lnTo>
                  <a:pt x="826" y="63"/>
                </a:lnTo>
                <a:lnTo>
                  <a:pt x="826" y="508"/>
                </a:lnTo>
                <a:lnTo>
                  <a:pt x="63" y="508"/>
                </a:lnTo>
                <a:lnTo>
                  <a:pt x="63" y="63"/>
                </a:lnTo>
                <a:lnTo>
                  <a:pt x="127" y="63"/>
                </a:lnTo>
                <a:lnTo>
                  <a:pt x="127" y="0"/>
                </a:lnTo>
                <a:lnTo>
                  <a:pt x="63" y="0"/>
                </a:lnTo>
                <a:cubicBezTo>
                  <a:pt x="55" y="0"/>
                  <a:pt x="47" y="1"/>
                  <a:pt x="39" y="4"/>
                </a:cubicBezTo>
                <a:cubicBezTo>
                  <a:pt x="31" y="8"/>
                  <a:pt x="24" y="12"/>
                  <a:pt x="18" y="18"/>
                </a:cubicBezTo>
                <a:cubicBezTo>
                  <a:pt x="12" y="24"/>
                  <a:pt x="8" y="31"/>
                  <a:pt x="5" y="39"/>
                </a:cubicBezTo>
                <a:cubicBezTo>
                  <a:pt x="1" y="46"/>
                  <a:pt x="0" y="55"/>
                  <a:pt x="0" y="63"/>
                </a:cubicBezTo>
                <a:lnTo>
                  <a:pt x="0" y="508"/>
                </a:lnTo>
                <a:cubicBezTo>
                  <a:pt x="0" y="517"/>
                  <a:pt x="1" y="525"/>
                  <a:pt x="5" y="533"/>
                </a:cubicBezTo>
                <a:cubicBezTo>
                  <a:pt x="8" y="540"/>
                  <a:pt x="12" y="547"/>
                  <a:pt x="18" y="553"/>
                </a:cubicBezTo>
                <a:cubicBezTo>
                  <a:pt x="24" y="559"/>
                  <a:pt x="31" y="564"/>
                  <a:pt x="39" y="567"/>
                </a:cubicBezTo>
                <a:cubicBezTo>
                  <a:pt x="47" y="570"/>
                  <a:pt x="55" y="572"/>
                  <a:pt x="63" y="572"/>
                </a:cubicBezTo>
                <a:lnTo>
                  <a:pt x="826" y="572"/>
                </a:lnTo>
                <a:cubicBezTo>
                  <a:pt x="834" y="572"/>
                  <a:pt x="843" y="570"/>
                  <a:pt x="850" y="567"/>
                </a:cubicBezTo>
                <a:cubicBezTo>
                  <a:pt x="858" y="564"/>
                  <a:pt x="865" y="559"/>
                  <a:pt x="871" y="553"/>
                </a:cubicBezTo>
                <a:cubicBezTo>
                  <a:pt x="877" y="547"/>
                  <a:pt x="881" y="540"/>
                  <a:pt x="885" y="533"/>
                </a:cubicBezTo>
                <a:cubicBezTo>
                  <a:pt x="888" y="525"/>
                  <a:pt x="889" y="517"/>
                  <a:pt x="889" y="508"/>
                </a:cubicBezTo>
                <a:lnTo>
                  <a:pt x="889" y="63"/>
                </a:lnTo>
                <a:cubicBezTo>
                  <a:pt x="889" y="55"/>
                  <a:pt x="888" y="46"/>
                  <a:pt x="885" y="39"/>
                </a:cubicBezTo>
                <a:cubicBezTo>
                  <a:pt x="881" y="31"/>
                  <a:pt x="877" y="24"/>
                  <a:pt x="871" y="18"/>
                </a:cubicBezTo>
                <a:cubicBezTo>
                  <a:pt x="865" y="12"/>
                  <a:pt x="858" y="8"/>
                  <a:pt x="850" y="4"/>
                </a:cubicBezTo>
                <a:cubicBezTo>
                  <a:pt x="843" y="1"/>
                  <a:pt x="834" y="0"/>
                  <a:pt x="826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439920" y="986760"/>
            <a:ext cx="6566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Aanpak: van reis naar 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834840" y="2342520"/>
            <a:ext cx="1317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Negen leerroutes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982440" y="2565000"/>
            <a:ext cx="960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per leerroute een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663480" y="2727000"/>
            <a:ext cx="1646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kaderscenario: studentreis 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863640" y="2889000"/>
            <a:ext cx="116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instellingsreis samen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2643120" y="1838160"/>
            <a:ext cx="1867320" cy="1262520"/>
          </a:xfrm>
          <a:custGeom>
            <a:avLst/>
            <a:gdLst/>
            <a:ahLst/>
            <a:rect l="0" t="0" r="r" b="b"/>
            <a:pathLst>
              <a:path w="5187" h="3507">
                <a:moveTo>
                  <a:pt x="0" y="3202"/>
                </a:moveTo>
                <a:lnTo>
                  <a:pt x="0" y="266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5" y="180"/>
                  <a:pt x="23" y="164"/>
                </a:cubicBezTo>
                <a:cubicBezTo>
                  <a:pt x="30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4882" y="0"/>
                </a:lnTo>
                <a:cubicBezTo>
                  <a:pt x="4902" y="0"/>
                  <a:pt x="4922" y="2"/>
                  <a:pt x="4942" y="5"/>
                </a:cubicBezTo>
                <a:cubicBezTo>
                  <a:pt x="4961" y="8"/>
                  <a:pt x="4980" y="13"/>
                  <a:pt x="4999" y="20"/>
                </a:cubicBezTo>
                <a:cubicBezTo>
                  <a:pt x="5017" y="27"/>
                  <a:pt x="5035" y="35"/>
                  <a:pt x="5051" y="45"/>
                </a:cubicBezTo>
                <a:cubicBezTo>
                  <a:pt x="5068" y="54"/>
                  <a:pt x="5083" y="65"/>
                  <a:pt x="5097" y="77"/>
                </a:cubicBezTo>
                <a:cubicBezTo>
                  <a:pt x="5112" y="90"/>
                  <a:pt x="5124" y="103"/>
                  <a:pt x="5135" y="118"/>
                </a:cubicBezTo>
                <a:cubicBezTo>
                  <a:pt x="5146" y="132"/>
                  <a:pt x="5156" y="147"/>
                  <a:pt x="5163" y="164"/>
                </a:cubicBezTo>
                <a:cubicBezTo>
                  <a:pt x="5171" y="180"/>
                  <a:pt x="5177" y="197"/>
                  <a:pt x="5181" y="214"/>
                </a:cubicBezTo>
                <a:cubicBezTo>
                  <a:pt x="5185" y="231"/>
                  <a:pt x="5187" y="248"/>
                  <a:pt x="5187" y="266"/>
                </a:cubicBezTo>
                <a:lnTo>
                  <a:pt x="5187" y="3202"/>
                </a:lnTo>
                <a:cubicBezTo>
                  <a:pt x="5187" y="3222"/>
                  <a:pt x="5185" y="3242"/>
                  <a:pt x="5181" y="3262"/>
                </a:cubicBezTo>
                <a:cubicBezTo>
                  <a:pt x="5177" y="3281"/>
                  <a:pt x="5171" y="3300"/>
                  <a:pt x="5163" y="3319"/>
                </a:cubicBezTo>
                <a:cubicBezTo>
                  <a:pt x="5156" y="3337"/>
                  <a:pt x="5146" y="3355"/>
                  <a:pt x="5135" y="3371"/>
                </a:cubicBezTo>
                <a:cubicBezTo>
                  <a:pt x="5124" y="3388"/>
                  <a:pt x="5112" y="3403"/>
                  <a:pt x="5097" y="3418"/>
                </a:cubicBezTo>
                <a:cubicBezTo>
                  <a:pt x="5083" y="3432"/>
                  <a:pt x="5068" y="3444"/>
                  <a:pt x="5051" y="3455"/>
                </a:cubicBezTo>
                <a:cubicBezTo>
                  <a:pt x="5035" y="3467"/>
                  <a:pt x="5017" y="3476"/>
                  <a:pt x="4999" y="3484"/>
                </a:cubicBezTo>
                <a:cubicBezTo>
                  <a:pt x="4980" y="3491"/>
                  <a:pt x="4961" y="3497"/>
                  <a:pt x="4942" y="3501"/>
                </a:cubicBezTo>
                <a:cubicBezTo>
                  <a:pt x="4922" y="3505"/>
                  <a:pt x="4902" y="3507"/>
                  <a:pt x="4882" y="3507"/>
                </a:cubicBezTo>
                <a:lnTo>
                  <a:pt x="304" y="3507"/>
                </a:lnTo>
                <a:cubicBezTo>
                  <a:pt x="284" y="3507"/>
                  <a:pt x="264" y="3505"/>
                  <a:pt x="245" y="3501"/>
                </a:cubicBezTo>
                <a:cubicBezTo>
                  <a:pt x="225" y="3497"/>
                  <a:pt x="206" y="3491"/>
                  <a:pt x="188" y="3484"/>
                </a:cubicBezTo>
                <a:cubicBezTo>
                  <a:pt x="169" y="3476"/>
                  <a:pt x="152" y="3467"/>
                  <a:pt x="135" y="3455"/>
                </a:cubicBezTo>
                <a:cubicBezTo>
                  <a:pt x="118" y="3444"/>
                  <a:pt x="103" y="3432"/>
                  <a:pt x="89" y="3418"/>
                </a:cubicBezTo>
                <a:cubicBezTo>
                  <a:pt x="75" y="3403"/>
                  <a:pt x="62" y="3388"/>
                  <a:pt x="51" y="3371"/>
                </a:cubicBezTo>
                <a:cubicBezTo>
                  <a:pt x="40" y="3355"/>
                  <a:pt x="30" y="3337"/>
                  <a:pt x="23" y="3319"/>
                </a:cubicBezTo>
                <a:cubicBezTo>
                  <a:pt x="15" y="3300"/>
                  <a:pt x="9" y="3281"/>
                  <a:pt x="6" y="3262"/>
                </a:cubicBezTo>
                <a:cubicBezTo>
                  <a:pt x="2" y="3242"/>
                  <a:pt x="0" y="3222"/>
                  <a:pt x="0" y="320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263808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263808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263808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263808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2842200" y="2022840"/>
            <a:ext cx="320040" cy="320400"/>
          </a:xfrm>
          <a:custGeom>
            <a:avLst/>
            <a:gdLst/>
            <a:ahLst/>
            <a:rect l="0" t="0" r="r" b="b"/>
            <a:pathLst>
              <a:path w="889" h="890">
                <a:moveTo>
                  <a:pt x="889" y="890"/>
                </a:moveTo>
                <a:lnTo>
                  <a:pt x="826" y="890"/>
                </a:lnTo>
                <a:lnTo>
                  <a:pt x="826" y="731"/>
                </a:lnTo>
                <a:cubicBezTo>
                  <a:pt x="826" y="721"/>
                  <a:pt x="825" y="711"/>
                  <a:pt x="823" y="700"/>
                </a:cubicBezTo>
                <a:cubicBezTo>
                  <a:pt x="821" y="690"/>
                  <a:pt x="818" y="680"/>
                  <a:pt x="814" y="671"/>
                </a:cubicBezTo>
                <a:cubicBezTo>
                  <a:pt x="810" y="661"/>
                  <a:pt x="805" y="652"/>
                  <a:pt x="799" y="643"/>
                </a:cubicBezTo>
                <a:cubicBezTo>
                  <a:pt x="793" y="635"/>
                  <a:pt x="787" y="627"/>
                  <a:pt x="779" y="619"/>
                </a:cubicBezTo>
                <a:cubicBezTo>
                  <a:pt x="772" y="612"/>
                  <a:pt x="764" y="605"/>
                  <a:pt x="755" y="599"/>
                </a:cubicBezTo>
                <a:cubicBezTo>
                  <a:pt x="747" y="594"/>
                  <a:pt x="738" y="589"/>
                  <a:pt x="728" y="585"/>
                </a:cubicBezTo>
                <a:cubicBezTo>
                  <a:pt x="718" y="581"/>
                  <a:pt x="708" y="578"/>
                  <a:pt x="698" y="576"/>
                </a:cubicBezTo>
                <a:cubicBezTo>
                  <a:pt x="688" y="574"/>
                  <a:pt x="678" y="573"/>
                  <a:pt x="667" y="573"/>
                </a:cubicBezTo>
                <a:lnTo>
                  <a:pt x="667" y="509"/>
                </a:lnTo>
                <a:cubicBezTo>
                  <a:pt x="682" y="509"/>
                  <a:pt x="696" y="511"/>
                  <a:pt x="711" y="513"/>
                </a:cubicBezTo>
                <a:cubicBezTo>
                  <a:pt x="725" y="516"/>
                  <a:pt x="739" y="521"/>
                  <a:pt x="752" y="526"/>
                </a:cubicBezTo>
                <a:cubicBezTo>
                  <a:pt x="766" y="532"/>
                  <a:pt x="778" y="539"/>
                  <a:pt x="791" y="547"/>
                </a:cubicBezTo>
                <a:cubicBezTo>
                  <a:pt x="803" y="555"/>
                  <a:pt x="814" y="564"/>
                  <a:pt x="824" y="574"/>
                </a:cubicBezTo>
                <a:cubicBezTo>
                  <a:pt x="835" y="585"/>
                  <a:pt x="844" y="596"/>
                  <a:pt x="852" y="608"/>
                </a:cubicBezTo>
                <a:cubicBezTo>
                  <a:pt x="860" y="620"/>
                  <a:pt x="867" y="633"/>
                  <a:pt x="872" y="646"/>
                </a:cubicBezTo>
                <a:cubicBezTo>
                  <a:pt x="878" y="660"/>
                  <a:pt x="882" y="674"/>
                  <a:pt x="885" y="688"/>
                </a:cubicBezTo>
                <a:cubicBezTo>
                  <a:pt x="888" y="702"/>
                  <a:pt x="889" y="717"/>
                  <a:pt x="889" y="731"/>
                </a:cubicBezTo>
                <a:lnTo>
                  <a:pt x="889" y="890"/>
                </a:lnTo>
                <a:moveTo>
                  <a:pt x="635" y="890"/>
                </a:moveTo>
                <a:lnTo>
                  <a:pt x="572" y="890"/>
                </a:lnTo>
                <a:lnTo>
                  <a:pt x="572" y="731"/>
                </a:lnTo>
                <a:cubicBezTo>
                  <a:pt x="572" y="721"/>
                  <a:pt x="571" y="711"/>
                  <a:pt x="569" y="700"/>
                </a:cubicBezTo>
                <a:cubicBezTo>
                  <a:pt x="567" y="690"/>
                  <a:pt x="564" y="680"/>
                  <a:pt x="560" y="671"/>
                </a:cubicBezTo>
                <a:cubicBezTo>
                  <a:pt x="556" y="661"/>
                  <a:pt x="551" y="652"/>
                  <a:pt x="545" y="643"/>
                </a:cubicBezTo>
                <a:cubicBezTo>
                  <a:pt x="538" y="635"/>
                  <a:pt x="532" y="627"/>
                  <a:pt x="524" y="619"/>
                </a:cubicBezTo>
                <a:cubicBezTo>
                  <a:pt x="517" y="612"/>
                  <a:pt x="509" y="605"/>
                  <a:pt x="500" y="599"/>
                </a:cubicBezTo>
                <a:cubicBezTo>
                  <a:pt x="492" y="594"/>
                  <a:pt x="483" y="589"/>
                  <a:pt x="473" y="585"/>
                </a:cubicBezTo>
                <a:cubicBezTo>
                  <a:pt x="463" y="581"/>
                  <a:pt x="453" y="578"/>
                  <a:pt x="443" y="576"/>
                </a:cubicBezTo>
                <a:cubicBezTo>
                  <a:pt x="433" y="574"/>
                  <a:pt x="423" y="573"/>
                  <a:pt x="412" y="573"/>
                </a:cubicBezTo>
                <a:lnTo>
                  <a:pt x="222" y="573"/>
                </a:lnTo>
                <a:cubicBezTo>
                  <a:pt x="211" y="573"/>
                  <a:pt x="201" y="574"/>
                  <a:pt x="191" y="576"/>
                </a:cubicBezTo>
                <a:cubicBezTo>
                  <a:pt x="181" y="578"/>
                  <a:pt x="171" y="581"/>
                  <a:pt x="161" y="585"/>
                </a:cubicBezTo>
                <a:cubicBezTo>
                  <a:pt x="152" y="589"/>
                  <a:pt x="142" y="594"/>
                  <a:pt x="134" y="599"/>
                </a:cubicBezTo>
                <a:cubicBezTo>
                  <a:pt x="125" y="605"/>
                  <a:pt x="117" y="612"/>
                  <a:pt x="110" y="619"/>
                </a:cubicBezTo>
                <a:cubicBezTo>
                  <a:pt x="102" y="627"/>
                  <a:pt x="96" y="635"/>
                  <a:pt x="90" y="643"/>
                </a:cubicBezTo>
                <a:cubicBezTo>
                  <a:pt x="84" y="652"/>
                  <a:pt x="79" y="661"/>
                  <a:pt x="75" y="671"/>
                </a:cubicBezTo>
                <a:cubicBezTo>
                  <a:pt x="71" y="680"/>
                  <a:pt x="68" y="690"/>
                  <a:pt x="66" y="700"/>
                </a:cubicBezTo>
                <a:cubicBezTo>
                  <a:pt x="64" y="711"/>
                  <a:pt x="63" y="721"/>
                  <a:pt x="63" y="731"/>
                </a:cubicBezTo>
                <a:lnTo>
                  <a:pt x="63" y="890"/>
                </a:lnTo>
                <a:lnTo>
                  <a:pt x="0" y="890"/>
                </a:lnTo>
                <a:lnTo>
                  <a:pt x="0" y="731"/>
                </a:lnTo>
                <a:cubicBezTo>
                  <a:pt x="0" y="717"/>
                  <a:pt x="1" y="702"/>
                  <a:pt x="4" y="688"/>
                </a:cubicBezTo>
                <a:cubicBezTo>
                  <a:pt x="7" y="674"/>
                  <a:pt x="11" y="660"/>
                  <a:pt x="17" y="646"/>
                </a:cubicBezTo>
                <a:cubicBezTo>
                  <a:pt x="22" y="633"/>
                  <a:pt x="29" y="620"/>
                  <a:pt x="37" y="608"/>
                </a:cubicBezTo>
                <a:cubicBezTo>
                  <a:pt x="45" y="596"/>
                  <a:pt x="55" y="585"/>
                  <a:pt x="65" y="574"/>
                </a:cubicBezTo>
                <a:cubicBezTo>
                  <a:pt x="75" y="564"/>
                  <a:pt x="86" y="555"/>
                  <a:pt x="98" y="547"/>
                </a:cubicBezTo>
                <a:cubicBezTo>
                  <a:pt x="111" y="539"/>
                  <a:pt x="123" y="532"/>
                  <a:pt x="137" y="526"/>
                </a:cubicBezTo>
                <a:cubicBezTo>
                  <a:pt x="150" y="521"/>
                  <a:pt x="164" y="516"/>
                  <a:pt x="179" y="513"/>
                </a:cubicBezTo>
                <a:cubicBezTo>
                  <a:pt x="193" y="511"/>
                  <a:pt x="207" y="509"/>
                  <a:pt x="222" y="509"/>
                </a:cubicBezTo>
                <a:lnTo>
                  <a:pt x="412" y="509"/>
                </a:lnTo>
                <a:cubicBezTo>
                  <a:pt x="427" y="509"/>
                  <a:pt x="441" y="511"/>
                  <a:pt x="456" y="513"/>
                </a:cubicBezTo>
                <a:cubicBezTo>
                  <a:pt x="470" y="516"/>
                  <a:pt x="484" y="521"/>
                  <a:pt x="497" y="526"/>
                </a:cubicBezTo>
                <a:cubicBezTo>
                  <a:pt x="511" y="532"/>
                  <a:pt x="524" y="539"/>
                  <a:pt x="536" y="547"/>
                </a:cubicBezTo>
                <a:cubicBezTo>
                  <a:pt x="549" y="555"/>
                  <a:pt x="560" y="564"/>
                  <a:pt x="570" y="574"/>
                </a:cubicBezTo>
                <a:cubicBezTo>
                  <a:pt x="581" y="585"/>
                  <a:pt x="590" y="596"/>
                  <a:pt x="598" y="608"/>
                </a:cubicBezTo>
                <a:cubicBezTo>
                  <a:pt x="606" y="620"/>
                  <a:pt x="613" y="633"/>
                  <a:pt x="618" y="646"/>
                </a:cubicBezTo>
                <a:cubicBezTo>
                  <a:pt x="624" y="660"/>
                  <a:pt x="628" y="674"/>
                  <a:pt x="631" y="688"/>
                </a:cubicBezTo>
                <a:cubicBezTo>
                  <a:pt x="634" y="702"/>
                  <a:pt x="635" y="717"/>
                  <a:pt x="635" y="731"/>
                </a:cubicBezTo>
                <a:lnTo>
                  <a:pt x="635" y="890"/>
                </a:lnTo>
                <a:moveTo>
                  <a:pt x="572" y="0"/>
                </a:moveTo>
                <a:lnTo>
                  <a:pt x="572" y="64"/>
                </a:lnTo>
                <a:cubicBezTo>
                  <a:pt x="582" y="64"/>
                  <a:pt x="593" y="65"/>
                  <a:pt x="603" y="67"/>
                </a:cubicBezTo>
                <a:cubicBezTo>
                  <a:pt x="613" y="69"/>
                  <a:pt x="623" y="72"/>
                  <a:pt x="633" y="76"/>
                </a:cubicBezTo>
                <a:cubicBezTo>
                  <a:pt x="642" y="80"/>
                  <a:pt x="652" y="85"/>
                  <a:pt x="660" y="90"/>
                </a:cubicBezTo>
                <a:cubicBezTo>
                  <a:pt x="669" y="96"/>
                  <a:pt x="677" y="103"/>
                  <a:pt x="684" y="110"/>
                </a:cubicBezTo>
                <a:cubicBezTo>
                  <a:pt x="692" y="118"/>
                  <a:pt x="698" y="126"/>
                  <a:pt x="704" y="134"/>
                </a:cubicBezTo>
                <a:cubicBezTo>
                  <a:pt x="710" y="143"/>
                  <a:pt x="715" y="152"/>
                  <a:pt x="719" y="163"/>
                </a:cubicBezTo>
                <a:cubicBezTo>
                  <a:pt x="723" y="172"/>
                  <a:pt x="726" y="182"/>
                  <a:pt x="728" y="192"/>
                </a:cubicBezTo>
                <a:cubicBezTo>
                  <a:pt x="730" y="203"/>
                  <a:pt x="731" y="213"/>
                  <a:pt x="731" y="223"/>
                </a:cubicBezTo>
                <a:cubicBezTo>
                  <a:pt x="731" y="234"/>
                  <a:pt x="730" y="244"/>
                  <a:pt x="728" y="254"/>
                </a:cubicBezTo>
                <a:cubicBezTo>
                  <a:pt x="726" y="265"/>
                  <a:pt x="723" y="275"/>
                  <a:pt x="719" y="284"/>
                </a:cubicBezTo>
                <a:cubicBezTo>
                  <a:pt x="715" y="294"/>
                  <a:pt x="710" y="303"/>
                  <a:pt x="704" y="312"/>
                </a:cubicBezTo>
                <a:cubicBezTo>
                  <a:pt x="698" y="320"/>
                  <a:pt x="692" y="328"/>
                  <a:pt x="684" y="336"/>
                </a:cubicBezTo>
                <a:cubicBezTo>
                  <a:pt x="677" y="343"/>
                  <a:pt x="669" y="350"/>
                  <a:pt x="660" y="355"/>
                </a:cubicBezTo>
                <a:cubicBezTo>
                  <a:pt x="652" y="361"/>
                  <a:pt x="642" y="366"/>
                  <a:pt x="633" y="370"/>
                </a:cubicBezTo>
                <a:cubicBezTo>
                  <a:pt x="623" y="374"/>
                  <a:pt x="613" y="377"/>
                  <a:pt x="603" y="379"/>
                </a:cubicBezTo>
                <a:cubicBezTo>
                  <a:pt x="593" y="381"/>
                  <a:pt x="582" y="382"/>
                  <a:pt x="572" y="382"/>
                </a:cubicBezTo>
                <a:lnTo>
                  <a:pt x="572" y="446"/>
                </a:lnTo>
                <a:cubicBezTo>
                  <a:pt x="587" y="446"/>
                  <a:pt x="601" y="444"/>
                  <a:pt x="615" y="441"/>
                </a:cubicBezTo>
                <a:cubicBezTo>
                  <a:pt x="630" y="439"/>
                  <a:pt x="644" y="434"/>
                  <a:pt x="657" y="429"/>
                </a:cubicBezTo>
                <a:cubicBezTo>
                  <a:pt x="671" y="423"/>
                  <a:pt x="683" y="416"/>
                  <a:pt x="695" y="408"/>
                </a:cubicBezTo>
                <a:cubicBezTo>
                  <a:pt x="708" y="400"/>
                  <a:pt x="719" y="391"/>
                  <a:pt x="729" y="381"/>
                </a:cubicBezTo>
                <a:cubicBezTo>
                  <a:pt x="739" y="370"/>
                  <a:pt x="749" y="359"/>
                  <a:pt x="757" y="347"/>
                </a:cubicBezTo>
                <a:cubicBezTo>
                  <a:pt x="765" y="335"/>
                  <a:pt x="772" y="322"/>
                  <a:pt x="777" y="308"/>
                </a:cubicBezTo>
                <a:cubicBezTo>
                  <a:pt x="783" y="295"/>
                  <a:pt x="787" y="281"/>
                  <a:pt x="790" y="267"/>
                </a:cubicBezTo>
                <a:cubicBezTo>
                  <a:pt x="793" y="252"/>
                  <a:pt x="794" y="238"/>
                  <a:pt x="794" y="223"/>
                </a:cubicBezTo>
                <a:cubicBezTo>
                  <a:pt x="794" y="209"/>
                  <a:pt x="793" y="194"/>
                  <a:pt x="790" y="180"/>
                </a:cubicBezTo>
                <a:cubicBezTo>
                  <a:pt x="787" y="166"/>
                  <a:pt x="783" y="151"/>
                  <a:pt x="777" y="137"/>
                </a:cubicBezTo>
                <a:cubicBezTo>
                  <a:pt x="772" y="124"/>
                  <a:pt x="765" y="111"/>
                  <a:pt x="757" y="99"/>
                </a:cubicBezTo>
                <a:cubicBezTo>
                  <a:pt x="749" y="87"/>
                  <a:pt x="739" y="76"/>
                  <a:pt x="729" y="65"/>
                </a:cubicBezTo>
                <a:cubicBezTo>
                  <a:pt x="719" y="55"/>
                  <a:pt x="708" y="46"/>
                  <a:pt x="695" y="38"/>
                </a:cubicBezTo>
                <a:cubicBezTo>
                  <a:pt x="683" y="30"/>
                  <a:pt x="671" y="23"/>
                  <a:pt x="657" y="17"/>
                </a:cubicBezTo>
                <a:cubicBezTo>
                  <a:pt x="644" y="12"/>
                  <a:pt x="630" y="7"/>
                  <a:pt x="615" y="5"/>
                </a:cubicBezTo>
                <a:cubicBezTo>
                  <a:pt x="601" y="2"/>
                  <a:pt x="587" y="0"/>
                  <a:pt x="572" y="0"/>
                </a:cubicBezTo>
                <a:moveTo>
                  <a:pt x="317" y="64"/>
                </a:moveTo>
                <a:cubicBezTo>
                  <a:pt x="327" y="64"/>
                  <a:pt x="338" y="65"/>
                  <a:pt x="348" y="67"/>
                </a:cubicBezTo>
                <a:cubicBezTo>
                  <a:pt x="358" y="69"/>
                  <a:pt x="368" y="72"/>
                  <a:pt x="378" y="76"/>
                </a:cubicBezTo>
                <a:cubicBezTo>
                  <a:pt x="387" y="80"/>
                  <a:pt x="397" y="85"/>
                  <a:pt x="405" y="90"/>
                </a:cubicBezTo>
                <a:cubicBezTo>
                  <a:pt x="414" y="96"/>
                  <a:pt x="422" y="103"/>
                  <a:pt x="429" y="110"/>
                </a:cubicBezTo>
                <a:cubicBezTo>
                  <a:pt x="437" y="118"/>
                  <a:pt x="443" y="126"/>
                  <a:pt x="449" y="134"/>
                </a:cubicBezTo>
                <a:cubicBezTo>
                  <a:pt x="455" y="143"/>
                  <a:pt x="460" y="152"/>
                  <a:pt x="464" y="163"/>
                </a:cubicBezTo>
                <a:cubicBezTo>
                  <a:pt x="468" y="172"/>
                  <a:pt x="471" y="182"/>
                  <a:pt x="473" y="192"/>
                </a:cubicBezTo>
                <a:cubicBezTo>
                  <a:pt x="475" y="203"/>
                  <a:pt x="476" y="213"/>
                  <a:pt x="476" y="223"/>
                </a:cubicBezTo>
                <a:cubicBezTo>
                  <a:pt x="476" y="234"/>
                  <a:pt x="475" y="244"/>
                  <a:pt x="473" y="254"/>
                </a:cubicBezTo>
                <a:cubicBezTo>
                  <a:pt x="471" y="265"/>
                  <a:pt x="468" y="275"/>
                  <a:pt x="464" y="284"/>
                </a:cubicBezTo>
                <a:cubicBezTo>
                  <a:pt x="460" y="294"/>
                  <a:pt x="455" y="303"/>
                  <a:pt x="449" y="312"/>
                </a:cubicBezTo>
                <a:cubicBezTo>
                  <a:pt x="443" y="320"/>
                  <a:pt x="437" y="328"/>
                  <a:pt x="429" y="336"/>
                </a:cubicBezTo>
                <a:cubicBezTo>
                  <a:pt x="422" y="343"/>
                  <a:pt x="414" y="350"/>
                  <a:pt x="405" y="355"/>
                </a:cubicBezTo>
                <a:cubicBezTo>
                  <a:pt x="397" y="361"/>
                  <a:pt x="387" y="366"/>
                  <a:pt x="378" y="370"/>
                </a:cubicBezTo>
                <a:cubicBezTo>
                  <a:pt x="368" y="374"/>
                  <a:pt x="358" y="377"/>
                  <a:pt x="348" y="379"/>
                </a:cubicBezTo>
                <a:cubicBezTo>
                  <a:pt x="338" y="381"/>
                  <a:pt x="327" y="382"/>
                  <a:pt x="317" y="382"/>
                </a:cubicBezTo>
                <a:cubicBezTo>
                  <a:pt x="307" y="382"/>
                  <a:pt x="296" y="381"/>
                  <a:pt x="286" y="379"/>
                </a:cubicBezTo>
                <a:cubicBezTo>
                  <a:pt x="276" y="377"/>
                  <a:pt x="266" y="374"/>
                  <a:pt x="256" y="370"/>
                </a:cubicBezTo>
                <a:cubicBezTo>
                  <a:pt x="247" y="366"/>
                  <a:pt x="238" y="361"/>
                  <a:pt x="229" y="355"/>
                </a:cubicBezTo>
                <a:cubicBezTo>
                  <a:pt x="220" y="350"/>
                  <a:pt x="212" y="343"/>
                  <a:pt x="205" y="336"/>
                </a:cubicBezTo>
                <a:cubicBezTo>
                  <a:pt x="197" y="328"/>
                  <a:pt x="191" y="320"/>
                  <a:pt x="185" y="312"/>
                </a:cubicBezTo>
                <a:cubicBezTo>
                  <a:pt x="179" y="303"/>
                  <a:pt x="174" y="294"/>
                  <a:pt x="170" y="284"/>
                </a:cubicBezTo>
                <a:cubicBezTo>
                  <a:pt x="166" y="275"/>
                  <a:pt x="163" y="265"/>
                  <a:pt x="161" y="254"/>
                </a:cubicBezTo>
                <a:cubicBezTo>
                  <a:pt x="159" y="244"/>
                  <a:pt x="158" y="234"/>
                  <a:pt x="158" y="223"/>
                </a:cubicBezTo>
                <a:cubicBezTo>
                  <a:pt x="158" y="213"/>
                  <a:pt x="159" y="203"/>
                  <a:pt x="161" y="192"/>
                </a:cubicBezTo>
                <a:cubicBezTo>
                  <a:pt x="163" y="182"/>
                  <a:pt x="166" y="172"/>
                  <a:pt x="170" y="163"/>
                </a:cubicBezTo>
                <a:cubicBezTo>
                  <a:pt x="174" y="152"/>
                  <a:pt x="179" y="143"/>
                  <a:pt x="185" y="134"/>
                </a:cubicBezTo>
                <a:cubicBezTo>
                  <a:pt x="191" y="126"/>
                  <a:pt x="197" y="118"/>
                  <a:pt x="205" y="110"/>
                </a:cubicBezTo>
                <a:cubicBezTo>
                  <a:pt x="212" y="103"/>
                  <a:pt x="220" y="96"/>
                  <a:pt x="229" y="90"/>
                </a:cubicBezTo>
                <a:cubicBezTo>
                  <a:pt x="238" y="85"/>
                  <a:pt x="247" y="80"/>
                  <a:pt x="256" y="76"/>
                </a:cubicBezTo>
                <a:cubicBezTo>
                  <a:pt x="266" y="72"/>
                  <a:pt x="276" y="69"/>
                  <a:pt x="286" y="67"/>
                </a:cubicBezTo>
                <a:cubicBezTo>
                  <a:pt x="296" y="65"/>
                  <a:pt x="307" y="64"/>
                  <a:pt x="317" y="64"/>
                </a:cubicBezTo>
                <a:moveTo>
                  <a:pt x="317" y="0"/>
                </a:moveTo>
                <a:cubicBezTo>
                  <a:pt x="302" y="0"/>
                  <a:pt x="288" y="2"/>
                  <a:pt x="274" y="5"/>
                </a:cubicBezTo>
                <a:cubicBezTo>
                  <a:pt x="259" y="7"/>
                  <a:pt x="246" y="12"/>
                  <a:pt x="232" y="17"/>
                </a:cubicBezTo>
                <a:cubicBezTo>
                  <a:pt x="219" y="23"/>
                  <a:pt x="206" y="30"/>
                  <a:pt x="194" y="38"/>
                </a:cubicBezTo>
                <a:cubicBezTo>
                  <a:pt x="181" y="46"/>
                  <a:pt x="170" y="55"/>
                  <a:pt x="160" y="65"/>
                </a:cubicBezTo>
                <a:cubicBezTo>
                  <a:pt x="150" y="76"/>
                  <a:pt x="140" y="87"/>
                  <a:pt x="132" y="99"/>
                </a:cubicBezTo>
                <a:cubicBezTo>
                  <a:pt x="124" y="111"/>
                  <a:pt x="117" y="124"/>
                  <a:pt x="112" y="137"/>
                </a:cubicBezTo>
                <a:cubicBezTo>
                  <a:pt x="106" y="151"/>
                  <a:pt x="102" y="166"/>
                  <a:pt x="99" y="180"/>
                </a:cubicBezTo>
                <a:cubicBezTo>
                  <a:pt x="96" y="194"/>
                  <a:pt x="95" y="209"/>
                  <a:pt x="95" y="223"/>
                </a:cubicBezTo>
                <a:cubicBezTo>
                  <a:pt x="95" y="238"/>
                  <a:pt x="96" y="252"/>
                  <a:pt x="99" y="267"/>
                </a:cubicBezTo>
                <a:cubicBezTo>
                  <a:pt x="102" y="281"/>
                  <a:pt x="106" y="295"/>
                  <a:pt x="112" y="308"/>
                </a:cubicBezTo>
                <a:cubicBezTo>
                  <a:pt x="117" y="322"/>
                  <a:pt x="124" y="335"/>
                  <a:pt x="132" y="347"/>
                </a:cubicBezTo>
                <a:cubicBezTo>
                  <a:pt x="140" y="359"/>
                  <a:pt x="150" y="370"/>
                  <a:pt x="160" y="381"/>
                </a:cubicBezTo>
                <a:cubicBezTo>
                  <a:pt x="170" y="391"/>
                  <a:pt x="181" y="400"/>
                  <a:pt x="194" y="408"/>
                </a:cubicBezTo>
                <a:cubicBezTo>
                  <a:pt x="206" y="416"/>
                  <a:pt x="219" y="423"/>
                  <a:pt x="232" y="429"/>
                </a:cubicBezTo>
                <a:cubicBezTo>
                  <a:pt x="246" y="434"/>
                  <a:pt x="259" y="439"/>
                  <a:pt x="274" y="441"/>
                </a:cubicBezTo>
                <a:cubicBezTo>
                  <a:pt x="288" y="444"/>
                  <a:pt x="302" y="446"/>
                  <a:pt x="317" y="446"/>
                </a:cubicBezTo>
                <a:cubicBezTo>
                  <a:pt x="332" y="446"/>
                  <a:pt x="346" y="444"/>
                  <a:pt x="360" y="441"/>
                </a:cubicBezTo>
                <a:cubicBezTo>
                  <a:pt x="375" y="439"/>
                  <a:pt x="389" y="434"/>
                  <a:pt x="402" y="429"/>
                </a:cubicBezTo>
                <a:cubicBezTo>
                  <a:pt x="416" y="423"/>
                  <a:pt x="428" y="416"/>
                  <a:pt x="441" y="408"/>
                </a:cubicBezTo>
                <a:cubicBezTo>
                  <a:pt x="453" y="400"/>
                  <a:pt x="464" y="391"/>
                  <a:pt x="474" y="381"/>
                </a:cubicBezTo>
                <a:cubicBezTo>
                  <a:pt x="485" y="370"/>
                  <a:pt x="494" y="359"/>
                  <a:pt x="502" y="347"/>
                </a:cubicBezTo>
                <a:cubicBezTo>
                  <a:pt x="510" y="335"/>
                  <a:pt x="517" y="322"/>
                  <a:pt x="522" y="308"/>
                </a:cubicBezTo>
                <a:cubicBezTo>
                  <a:pt x="528" y="295"/>
                  <a:pt x="532" y="281"/>
                  <a:pt x="535" y="267"/>
                </a:cubicBezTo>
                <a:cubicBezTo>
                  <a:pt x="538" y="252"/>
                  <a:pt x="539" y="238"/>
                  <a:pt x="539" y="223"/>
                </a:cubicBezTo>
                <a:cubicBezTo>
                  <a:pt x="539" y="209"/>
                  <a:pt x="538" y="194"/>
                  <a:pt x="535" y="180"/>
                </a:cubicBezTo>
                <a:cubicBezTo>
                  <a:pt x="532" y="166"/>
                  <a:pt x="528" y="151"/>
                  <a:pt x="522" y="137"/>
                </a:cubicBezTo>
                <a:cubicBezTo>
                  <a:pt x="517" y="124"/>
                  <a:pt x="510" y="111"/>
                  <a:pt x="502" y="99"/>
                </a:cubicBezTo>
                <a:cubicBezTo>
                  <a:pt x="494" y="87"/>
                  <a:pt x="485" y="76"/>
                  <a:pt x="474" y="65"/>
                </a:cubicBezTo>
                <a:cubicBezTo>
                  <a:pt x="464" y="55"/>
                  <a:pt x="453" y="46"/>
                  <a:pt x="441" y="38"/>
                </a:cubicBezTo>
                <a:cubicBezTo>
                  <a:pt x="428" y="30"/>
                  <a:pt x="416" y="23"/>
                  <a:pt x="402" y="17"/>
                </a:cubicBezTo>
                <a:cubicBezTo>
                  <a:pt x="389" y="12"/>
                  <a:pt x="375" y="7"/>
                  <a:pt x="360" y="5"/>
                </a:cubicBezTo>
                <a:cubicBezTo>
                  <a:pt x="346" y="2"/>
                  <a:pt x="332" y="0"/>
                  <a:pt x="317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2388240" y="233100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3037320" y="2418840"/>
            <a:ext cx="1261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Koploperscholen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2880360" y="2651040"/>
            <a:ext cx="1616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user stories uit de praktijk, in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3394800" y="2812680"/>
            <a:ext cx="381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PoC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824360" y="1838160"/>
            <a:ext cx="1866960" cy="1262520"/>
          </a:xfrm>
          <a:custGeom>
            <a:avLst/>
            <a:gdLst/>
            <a:ahLst/>
            <a:rect l="0" t="0" r="r" b="b"/>
            <a:pathLst>
              <a:path w="5186" h="3507">
                <a:moveTo>
                  <a:pt x="0" y="3202"/>
                </a:moveTo>
                <a:lnTo>
                  <a:pt x="0" y="266"/>
                </a:lnTo>
                <a:cubicBezTo>
                  <a:pt x="0" y="248"/>
                  <a:pt x="2" y="231"/>
                  <a:pt x="5" y="214"/>
                </a:cubicBezTo>
                <a:cubicBezTo>
                  <a:pt x="9" y="197"/>
                  <a:pt x="15" y="180"/>
                  <a:pt x="23" y="164"/>
                </a:cubicBezTo>
                <a:cubicBezTo>
                  <a:pt x="30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5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4882" y="0"/>
                </a:lnTo>
                <a:cubicBezTo>
                  <a:pt x="4902" y="0"/>
                  <a:pt x="4922" y="2"/>
                  <a:pt x="4942" y="5"/>
                </a:cubicBezTo>
                <a:cubicBezTo>
                  <a:pt x="4961" y="8"/>
                  <a:pt x="4980" y="13"/>
                  <a:pt x="4999" y="20"/>
                </a:cubicBezTo>
                <a:cubicBezTo>
                  <a:pt x="5017" y="27"/>
                  <a:pt x="5035" y="35"/>
                  <a:pt x="5051" y="45"/>
                </a:cubicBezTo>
                <a:cubicBezTo>
                  <a:pt x="5068" y="54"/>
                  <a:pt x="5083" y="65"/>
                  <a:pt x="5097" y="77"/>
                </a:cubicBezTo>
                <a:cubicBezTo>
                  <a:pt x="5111" y="90"/>
                  <a:pt x="5124" y="103"/>
                  <a:pt x="5135" y="118"/>
                </a:cubicBezTo>
                <a:cubicBezTo>
                  <a:pt x="5146" y="132"/>
                  <a:pt x="5156" y="147"/>
                  <a:pt x="5163" y="164"/>
                </a:cubicBezTo>
                <a:cubicBezTo>
                  <a:pt x="5171" y="180"/>
                  <a:pt x="5177" y="197"/>
                  <a:pt x="5181" y="214"/>
                </a:cubicBezTo>
                <a:cubicBezTo>
                  <a:pt x="5185" y="231"/>
                  <a:pt x="5186" y="248"/>
                  <a:pt x="5186" y="266"/>
                </a:cubicBezTo>
                <a:lnTo>
                  <a:pt x="5186" y="3202"/>
                </a:lnTo>
                <a:cubicBezTo>
                  <a:pt x="5186" y="3222"/>
                  <a:pt x="5185" y="3242"/>
                  <a:pt x="5181" y="3262"/>
                </a:cubicBezTo>
                <a:cubicBezTo>
                  <a:pt x="5177" y="3281"/>
                  <a:pt x="5171" y="3300"/>
                  <a:pt x="5163" y="3319"/>
                </a:cubicBezTo>
                <a:cubicBezTo>
                  <a:pt x="5156" y="3337"/>
                  <a:pt x="5146" y="3355"/>
                  <a:pt x="5135" y="3371"/>
                </a:cubicBezTo>
                <a:cubicBezTo>
                  <a:pt x="5124" y="3388"/>
                  <a:pt x="5111" y="3403"/>
                  <a:pt x="5097" y="3418"/>
                </a:cubicBezTo>
                <a:cubicBezTo>
                  <a:pt x="5083" y="3432"/>
                  <a:pt x="5068" y="3444"/>
                  <a:pt x="5051" y="3455"/>
                </a:cubicBezTo>
                <a:cubicBezTo>
                  <a:pt x="5035" y="3467"/>
                  <a:pt x="5017" y="3476"/>
                  <a:pt x="4999" y="3484"/>
                </a:cubicBezTo>
                <a:cubicBezTo>
                  <a:pt x="4980" y="3491"/>
                  <a:pt x="4961" y="3497"/>
                  <a:pt x="4942" y="3501"/>
                </a:cubicBezTo>
                <a:cubicBezTo>
                  <a:pt x="4922" y="3505"/>
                  <a:pt x="4902" y="3507"/>
                  <a:pt x="4882" y="3507"/>
                </a:cubicBezTo>
                <a:lnTo>
                  <a:pt x="304" y="3507"/>
                </a:lnTo>
                <a:cubicBezTo>
                  <a:pt x="284" y="3507"/>
                  <a:pt x="264" y="3505"/>
                  <a:pt x="245" y="3501"/>
                </a:cubicBezTo>
                <a:cubicBezTo>
                  <a:pt x="225" y="3497"/>
                  <a:pt x="206" y="3491"/>
                  <a:pt x="187" y="3484"/>
                </a:cubicBezTo>
                <a:cubicBezTo>
                  <a:pt x="169" y="3476"/>
                  <a:pt x="151" y="3467"/>
                  <a:pt x="135" y="3455"/>
                </a:cubicBezTo>
                <a:cubicBezTo>
                  <a:pt x="118" y="3444"/>
                  <a:pt x="103" y="3432"/>
                  <a:pt x="89" y="3418"/>
                </a:cubicBezTo>
                <a:cubicBezTo>
                  <a:pt x="75" y="3403"/>
                  <a:pt x="62" y="3388"/>
                  <a:pt x="51" y="3371"/>
                </a:cubicBezTo>
                <a:cubicBezTo>
                  <a:pt x="40" y="3355"/>
                  <a:pt x="30" y="3337"/>
                  <a:pt x="23" y="3319"/>
                </a:cubicBezTo>
                <a:cubicBezTo>
                  <a:pt x="15" y="3300"/>
                  <a:pt x="9" y="3281"/>
                  <a:pt x="5" y="3262"/>
                </a:cubicBezTo>
                <a:cubicBezTo>
                  <a:pt x="2" y="3242"/>
                  <a:pt x="0" y="3222"/>
                  <a:pt x="0" y="320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81932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81932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81932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4819320" y="1819080"/>
            <a:ext cx="1877040" cy="1286280"/>
          </a:xfrm>
          <a:custGeom>
            <a:avLst/>
            <a:gdLst/>
            <a:ahLst/>
            <a:rect l="0" t="0" r="r" b="b"/>
            <a:pathLst>
              <a:path w="5214" h="3573">
                <a:moveTo>
                  <a:pt x="0" y="0"/>
                </a:moveTo>
                <a:lnTo>
                  <a:pt x="5214" y="0"/>
                </a:lnTo>
                <a:lnTo>
                  <a:pt x="5214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5023440" y="2022840"/>
            <a:ext cx="319320" cy="320400"/>
          </a:xfrm>
          <a:custGeom>
            <a:avLst/>
            <a:gdLst/>
            <a:ahLst/>
            <a:rect l="0" t="0" r="r" b="b"/>
            <a:pathLst>
              <a:path w="887" h="890">
                <a:moveTo>
                  <a:pt x="612" y="92"/>
                </a:moveTo>
                <a:lnTo>
                  <a:pt x="469" y="7"/>
                </a:lnTo>
                <a:cubicBezTo>
                  <a:pt x="460" y="3"/>
                  <a:pt x="454" y="0"/>
                  <a:pt x="444" y="0"/>
                </a:cubicBezTo>
                <a:cubicBezTo>
                  <a:pt x="434" y="0"/>
                  <a:pt x="428" y="3"/>
                  <a:pt x="422" y="7"/>
                </a:cubicBezTo>
                <a:lnTo>
                  <a:pt x="279" y="92"/>
                </a:lnTo>
                <a:cubicBezTo>
                  <a:pt x="263" y="102"/>
                  <a:pt x="254" y="118"/>
                  <a:pt x="254" y="134"/>
                </a:cubicBezTo>
                <a:lnTo>
                  <a:pt x="254" y="312"/>
                </a:lnTo>
                <a:cubicBezTo>
                  <a:pt x="254" y="328"/>
                  <a:pt x="263" y="344"/>
                  <a:pt x="276" y="354"/>
                </a:cubicBezTo>
                <a:lnTo>
                  <a:pt x="419" y="439"/>
                </a:lnTo>
                <a:cubicBezTo>
                  <a:pt x="425" y="442"/>
                  <a:pt x="434" y="446"/>
                  <a:pt x="441" y="446"/>
                </a:cubicBezTo>
                <a:cubicBezTo>
                  <a:pt x="447" y="446"/>
                  <a:pt x="457" y="442"/>
                  <a:pt x="463" y="439"/>
                </a:cubicBezTo>
                <a:lnTo>
                  <a:pt x="606" y="354"/>
                </a:lnTo>
                <a:cubicBezTo>
                  <a:pt x="619" y="344"/>
                  <a:pt x="628" y="331"/>
                  <a:pt x="628" y="312"/>
                </a:cubicBezTo>
                <a:lnTo>
                  <a:pt x="628" y="134"/>
                </a:lnTo>
                <a:cubicBezTo>
                  <a:pt x="634" y="118"/>
                  <a:pt x="625" y="102"/>
                  <a:pt x="612" y="92"/>
                </a:cubicBezTo>
                <a:moveTo>
                  <a:pt x="571" y="303"/>
                </a:moveTo>
                <a:lnTo>
                  <a:pt x="444" y="379"/>
                </a:lnTo>
                <a:lnTo>
                  <a:pt x="317" y="303"/>
                </a:lnTo>
                <a:lnTo>
                  <a:pt x="317" y="143"/>
                </a:lnTo>
                <a:lnTo>
                  <a:pt x="444" y="67"/>
                </a:lnTo>
                <a:lnTo>
                  <a:pt x="571" y="143"/>
                </a:lnTo>
                <a:lnTo>
                  <a:pt x="571" y="303"/>
                </a:lnTo>
                <a:moveTo>
                  <a:pt x="867" y="538"/>
                </a:moveTo>
                <a:lnTo>
                  <a:pt x="724" y="452"/>
                </a:lnTo>
                <a:cubicBezTo>
                  <a:pt x="715" y="449"/>
                  <a:pt x="708" y="446"/>
                  <a:pt x="699" y="446"/>
                </a:cubicBezTo>
                <a:cubicBezTo>
                  <a:pt x="689" y="446"/>
                  <a:pt x="683" y="449"/>
                  <a:pt x="677" y="452"/>
                </a:cubicBezTo>
                <a:lnTo>
                  <a:pt x="533" y="538"/>
                </a:lnTo>
                <a:cubicBezTo>
                  <a:pt x="520" y="547"/>
                  <a:pt x="511" y="560"/>
                  <a:pt x="511" y="579"/>
                </a:cubicBezTo>
                <a:lnTo>
                  <a:pt x="511" y="757"/>
                </a:lnTo>
                <a:cubicBezTo>
                  <a:pt x="511" y="773"/>
                  <a:pt x="520" y="788"/>
                  <a:pt x="533" y="798"/>
                </a:cubicBezTo>
                <a:lnTo>
                  <a:pt x="677" y="884"/>
                </a:lnTo>
                <a:cubicBezTo>
                  <a:pt x="683" y="887"/>
                  <a:pt x="693" y="890"/>
                  <a:pt x="699" y="890"/>
                </a:cubicBezTo>
                <a:cubicBezTo>
                  <a:pt x="705" y="890"/>
                  <a:pt x="715" y="887"/>
                  <a:pt x="721" y="884"/>
                </a:cubicBezTo>
                <a:lnTo>
                  <a:pt x="864" y="798"/>
                </a:lnTo>
                <a:cubicBezTo>
                  <a:pt x="877" y="788"/>
                  <a:pt x="886" y="776"/>
                  <a:pt x="886" y="757"/>
                </a:cubicBezTo>
                <a:lnTo>
                  <a:pt x="886" y="579"/>
                </a:lnTo>
                <a:cubicBezTo>
                  <a:pt x="889" y="563"/>
                  <a:pt x="880" y="547"/>
                  <a:pt x="867" y="538"/>
                </a:cubicBezTo>
                <a:moveTo>
                  <a:pt x="826" y="747"/>
                </a:moveTo>
                <a:lnTo>
                  <a:pt x="699" y="823"/>
                </a:lnTo>
                <a:lnTo>
                  <a:pt x="571" y="747"/>
                </a:lnTo>
                <a:lnTo>
                  <a:pt x="571" y="588"/>
                </a:lnTo>
                <a:lnTo>
                  <a:pt x="699" y="512"/>
                </a:lnTo>
                <a:lnTo>
                  <a:pt x="826" y="588"/>
                </a:lnTo>
                <a:lnTo>
                  <a:pt x="826" y="747"/>
                </a:lnTo>
                <a:moveTo>
                  <a:pt x="358" y="538"/>
                </a:moveTo>
                <a:lnTo>
                  <a:pt x="215" y="452"/>
                </a:lnTo>
                <a:cubicBezTo>
                  <a:pt x="206" y="449"/>
                  <a:pt x="200" y="446"/>
                  <a:pt x="190" y="446"/>
                </a:cubicBezTo>
                <a:cubicBezTo>
                  <a:pt x="181" y="446"/>
                  <a:pt x="174" y="449"/>
                  <a:pt x="168" y="452"/>
                </a:cubicBezTo>
                <a:lnTo>
                  <a:pt x="25" y="538"/>
                </a:lnTo>
                <a:cubicBezTo>
                  <a:pt x="9" y="547"/>
                  <a:pt x="0" y="563"/>
                  <a:pt x="0" y="579"/>
                </a:cubicBezTo>
                <a:lnTo>
                  <a:pt x="0" y="757"/>
                </a:lnTo>
                <a:cubicBezTo>
                  <a:pt x="0" y="773"/>
                  <a:pt x="9" y="788"/>
                  <a:pt x="22" y="798"/>
                </a:cubicBezTo>
                <a:lnTo>
                  <a:pt x="165" y="884"/>
                </a:lnTo>
                <a:cubicBezTo>
                  <a:pt x="174" y="887"/>
                  <a:pt x="181" y="890"/>
                  <a:pt x="190" y="890"/>
                </a:cubicBezTo>
                <a:cubicBezTo>
                  <a:pt x="200" y="890"/>
                  <a:pt x="206" y="887"/>
                  <a:pt x="212" y="884"/>
                </a:cubicBezTo>
                <a:lnTo>
                  <a:pt x="355" y="798"/>
                </a:lnTo>
                <a:cubicBezTo>
                  <a:pt x="368" y="788"/>
                  <a:pt x="377" y="776"/>
                  <a:pt x="377" y="757"/>
                </a:cubicBezTo>
                <a:lnTo>
                  <a:pt x="377" y="579"/>
                </a:lnTo>
                <a:cubicBezTo>
                  <a:pt x="381" y="563"/>
                  <a:pt x="371" y="547"/>
                  <a:pt x="358" y="538"/>
                </a:cubicBezTo>
                <a:moveTo>
                  <a:pt x="317" y="747"/>
                </a:moveTo>
                <a:lnTo>
                  <a:pt x="190" y="823"/>
                </a:lnTo>
                <a:lnTo>
                  <a:pt x="63" y="747"/>
                </a:lnTo>
                <a:lnTo>
                  <a:pt x="63" y="588"/>
                </a:lnTo>
                <a:lnTo>
                  <a:pt x="190" y="512"/>
                </a:lnTo>
                <a:lnTo>
                  <a:pt x="317" y="588"/>
                </a:lnTo>
                <a:lnTo>
                  <a:pt x="317" y="747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571640" y="233100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5030280" y="2418840"/>
            <a:ext cx="1729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Modulaire bouwstenen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5030280" y="2651040"/>
            <a:ext cx="1654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generieke stories, herleidbaar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5320800" y="2812680"/>
            <a:ext cx="101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naar de leerroutes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7014960" y="1761840"/>
            <a:ext cx="1857600" cy="1414800"/>
          </a:xfrm>
          <a:custGeom>
            <a:avLst/>
            <a:gdLst/>
            <a:ahLst/>
            <a:rect l="0" t="0" r="r" b="b"/>
            <a:pathLst>
              <a:path w="5160" h="3930">
                <a:moveTo>
                  <a:pt x="0" y="3626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10" y="196"/>
                  <a:pt x="16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3"/>
                  <a:pt x="75" y="90"/>
                  <a:pt x="89" y="78"/>
                </a:cubicBezTo>
                <a:cubicBezTo>
                  <a:pt x="103" y="66"/>
                  <a:pt x="119" y="55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5" y="2"/>
                  <a:pt x="284" y="0"/>
                  <a:pt x="304" y="0"/>
                </a:cubicBezTo>
                <a:lnTo>
                  <a:pt x="4856" y="0"/>
                </a:lnTo>
                <a:cubicBezTo>
                  <a:pt x="4876" y="0"/>
                  <a:pt x="4896" y="2"/>
                  <a:pt x="4916" y="5"/>
                </a:cubicBezTo>
                <a:cubicBezTo>
                  <a:pt x="4935" y="9"/>
                  <a:pt x="4954" y="14"/>
                  <a:pt x="4973" y="20"/>
                </a:cubicBezTo>
                <a:cubicBezTo>
                  <a:pt x="4991" y="27"/>
                  <a:pt x="5009" y="35"/>
                  <a:pt x="5025" y="45"/>
                </a:cubicBezTo>
                <a:cubicBezTo>
                  <a:pt x="5042" y="55"/>
                  <a:pt x="5057" y="66"/>
                  <a:pt x="5071" y="78"/>
                </a:cubicBezTo>
                <a:cubicBezTo>
                  <a:pt x="5085" y="90"/>
                  <a:pt x="5098" y="103"/>
                  <a:pt x="5109" y="118"/>
                </a:cubicBezTo>
                <a:cubicBezTo>
                  <a:pt x="5120" y="132"/>
                  <a:pt x="5130" y="148"/>
                  <a:pt x="5137" y="164"/>
                </a:cubicBezTo>
                <a:cubicBezTo>
                  <a:pt x="5145" y="180"/>
                  <a:pt x="5151" y="196"/>
                  <a:pt x="5155" y="213"/>
                </a:cubicBezTo>
                <a:cubicBezTo>
                  <a:pt x="5158" y="230"/>
                  <a:pt x="5160" y="248"/>
                  <a:pt x="5160" y="265"/>
                </a:cubicBezTo>
                <a:lnTo>
                  <a:pt x="5160" y="3626"/>
                </a:lnTo>
                <a:cubicBezTo>
                  <a:pt x="5160" y="3646"/>
                  <a:pt x="5158" y="3666"/>
                  <a:pt x="5155" y="3685"/>
                </a:cubicBezTo>
                <a:cubicBezTo>
                  <a:pt x="5151" y="3705"/>
                  <a:pt x="5145" y="3724"/>
                  <a:pt x="5137" y="3743"/>
                </a:cubicBezTo>
                <a:cubicBezTo>
                  <a:pt x="5130" y="3761"/>
                  <a:pt x="5120" y="3779"/>
                  <a:pt x="5109" y="3795"/>
                </a:cubicBezTo>
                <a:cubicBezTo>
                  <a:pt x="5098" y="3812"/>
                  <a:pt x="5085" y="3827"/>
                  <a:pt x="5071" y="3841"/>
                </a:cubicBezTo>
                <a:cubicBezTo>
                  <a:pt x="5057" y="3855"/>
                  <a:pt x="5042" y="3868"/>
                  <a:pt x="5025" y="3879"/>
                </a:cubicBezTo>
                <a:cubicBezTo>
                  <a:pt x="5009" y="3890"/>
                  <a:pt x="4991" y="3900"/>
                  <a:pt x="4973" y="3907"/>
                </a:cubicBezTo>
                <a:cubicBezTo>
                  <a:pt x="4954" y="3915"/>
                  <a:pt x="4935" y="3921"/>
                  <a:pt x="4916" y="3925"/>
                </a:cubicBezTo>
                <a:cubicBezTo>
                  <a:pt x="4896" y="3928"/>
                  <a:pt x="4876" y="3930"/>
                  <a:pt x="4856" y="3930"/>
                </a:cubicBezTo>
                <a:lnTo>
                  <a:pt x="304" y="3930"/>
                </a:lnTo>
                <a:cubicBezTo>
                  <a:pt x="284" y="3930"/>
                  <a:pt x="265" y="3928"/>
                  <a:pt x="245" y="3925"/>
                </a:cubicBezTo>
                <a:cubicBezTo>
                  <a:pt x="225" y="3921"/>
                  <a:pt x="206" y="3915"/>
                  <a:pt x="188" y="3907"/>
                </a:cubicBezTo>
                <a:cubicBezTo>
                  <a:pt x="169" y="3900"/>
                  <a:pt x="152" y="3890"/>
                  <a:pt x="135" y="3879"/>
                </a:cubicBezTo>
                <a:cubicBezTo>
                  <a:pt x="119" y="3868"/>
                  <a:pt x="103" y="3855"/>
                  <a:pt x="89" y="3841"/>
                </a:cubicBezTo>
                <a:cubicBezTo>
                  <a:pt x="75" y="3827"/>
                  <a:pt x="62" y="3812"/>
                  <a:pt x="51" y="3795"/>
                </a:cubicBezTo>
                <a:cubicBezTo>
                  <a:pt x="40" y="3779"/>
                  <a:pt x="31" y="3761"/>
                  <a:pt x="23" y="3743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701028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701028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701028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7010280" y="1742760"/>
            <a:ext cx="1867320" cy="1438920"/>
          </a:xfrm>
          <a:custGeom>
            <a:avLst/>
            <a:gdLst/>
            <a:ahLst/>
            <a:rect l="0" t="0" r="r" b="b"/>
            <a:pathLst>
              <a:path w="5187" h="3997">
                <a:moveTo>
                  <a:pt x="0" y="0"/>
                </a:moveTo>
                <a:lnTo>
                  <a:pt x="5187" y="0"/>
                </a:lnTo>
                <a:lnTo>
                  <a:pt x="5187" y="3997"/>
                </a:lnTo>
                <a:lnTo>
                  <a:pt x="0" y="399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7250400" y="1937160"/>
            <a:ext cx="228600" cy="320400"/>
          </a:xfrm>
          <a:custGeom>
            <a:avLst/>
            <a:gdLst/>
            <a:ahLst/>
            <a:rect l="0" t="0" r="r" b="b"/>
            <a:pathLst>
              <a:path w="635" h="890">
                <a:moveTo>
                  <a:pt x="626" y="232"/>
                </a:moveTo>
                <a:lnTo>
                  <a:pt x="403" y="10"/>
                </a:lnTo>
                <a:cubicBezTo>
                  <a:pt x="396" y="3"/>
                  <a:pt x="390" y="0"/>
                  <a:pt x="380" y="0"/>
                </a:cubicBezTo>
                <a:lnTo>
                  <a:pt x="63" y="0"/>
                </a:lnTo>
                <a:cubicBezTo>
                  <a:pt x="28" y="0"/>
                  <a:pt x="0" y="29"/>
                  <a:pt x="0" y="64"/>
                </a:cubicBezTo>
                <a:lnTo>
                  <a:pt x="0" y="826"/>
                </a:lnTo>
                <a:cubicBezTo>
                  <a:pt x="0" y="861"/>
                  <a:pt x="28" y="890"/>
                  <a:pt x="63" y="890"/>
                </a:cubicBezTo>
                <a:lnTo>
                  <a:pt x="572" y="890"/>
                </a:lnTo>
                <a:cubicBezTo>
                  <a:pt x="607" y="890"/>
                  <a:pt x="635" y="861"/>
                  <a:pt x="635" y="826"/>
                </a:cubicBezTo>
                <a:lnTo>
                  <a:pt x="635" y="254"/>
                </a:lnTo>
                <a:cubicBezTo>
                  <a:pt x="635" y="245"/>
                  <a:pt x="632" y="238"/>
                  <a:pt x="626" y="232"/>
                </a:cubicBezTo>
                <a:moveTo>
                  <a:pt x="380" y="76"/>
                </a:moveTo>
                <a:lnTo>
                  <a:pt x="559" y="254"/>
                </a:lnTo>
                <a:lnTo>
                  <a:pt x="380" y="254"/>
                </a:lnTo>
                <a:lnTo>
                  <a:pt x="380" y="76"/>
                </a:lnTo>
                <a:moveTo>
                  <a:pt x="572" y="826"/>
                </a:moveTo>
                <a:lnTo>
                  <a:pt x="63" y="826"/>
                </a:lnTo>
                <a:lnTo>
                  <a:pt x="63" y="64"/>
                </a:lnTo>
                <a:lnTo>
                  <a:pt x="317" y="64"/>
                </a:lnTo>
                <a:lnTo>
                  <a:pt x="317" y="254"/>
                </a:lnTo>
                <a:cubicBezTo>
                  <a:pt x="317" y="289"/>
                  <a:pt x="346" y="318"/>
                  <a:pt x="380" y="318"/>
                </a:cubicBezTo>
                <a:lnTo>
                  <a:pt x="572" y="318"/>
                </a:lnTo>
                <a:lnTo>
                  <a:pt x="572" y="826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7296120" y="2097360"/>
            <a:ext cx="137160" cy="91440"/>
          </a:xfrm>
          <a:custGeom>
            <a:avLst/>
            <a:gdLst/>
            <a:ahLst/>
            <a:rect l="0" t="0" r="r" b="b"/>
            <a:pathLst>
              <a:path w="381" h="254">
                <a:moveTo>
                  <a:pt x="0" y="191"/>
                </a:moveTo>
                <a:lnTo>
                  <a:pt x="381" y="191"/>
                </a:lnTo>
                <a:lnTo>
                  <a:pt x="381" y="254"/>
                </a:lnTo>
                <a:lnTo>
                  <a:pt x="0" y="254"/>
                </a:lnTo>
                <a:lnTo>
                  <a:pt x="0" y="191"/>
                </a:lnTo>
                <a:moveTo>
                  <a:pt x="0" y="0"/>
                </a:moveTo>
                <a:lnTo>
                  <a:pt x="381" y="0"/>
                </a:lnTo>
                <a:lnTo>
                  <a:pt x="381" y="63"/>
                </a:lnTo>
                <a:lnTo>
                  <a:pt x="0" y="6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6755040" y="233100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7518240" y="2342520"/>
            <a:ext cx="957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Speciﬁcaties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7203960" y="2565000"/>
            <a:ext cx="162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techniekagnostisch, modulair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213680" y="2727000"/>
            <a:ext cx="1639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uit bouwblokken, openbaar in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56840" y="3400200"/>
            <a:ext cx="4115160" cy="867240"/>
          </a:xfrm>
          <a:custGeom>
            <a:avLst/>
            <a:gdLst/>
            <a:ahLst/>
            <a:rect l="0" t="0" r="r" b="b"/>
            <a:pathLst>
              <a:path w="11431" h="2409">
                <a:moveTo>
                  <a:pt x="0" y="0"/>
                </a:moveTo>
                <a:lnTo>
                  <a:pt x="11431" y="0"/>
                </a:lnTo>
                <a:lnTo>
                  <a:pt x="11431" y="2409"/>
                </a:lnTo>
                <a:lnTo>
                  <a:pt x="0" y="24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56840" y="3400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456840" y="42573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4562280" y="3400200"/>
            <a:ext cx="9720" cy="867240"/>
          </a:xfrm>
          <a:custGeom>
            <a:avLst/>
            <a:gdLst/>
            <a:ahLst/>
            <a:rect l="0" t="0" r="r" b="b"/>
            <a:pathLst>
              <a:path w="27" h="2409">
                <a:moveTo>
                  <a:pt x="0" y="106"/>
                </a:moveTo>
                <a:lnTo>
                  <a:pt x="0" y="2409"/>
                </a:lnTo>
                <a:lnTo>
                  <a:pt x="27" y="240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456840" y="3400200"/>
            <a:ext cx="10080" cy="867240"/>
          </a:xfrm>
          <a:custGeom>
            <a:avLst/>
            <a:gdLst/>
            <a:ahLst/>
            <a:rect l="0" t="0" r="r" b="b"/>
            <a:pathLst>
              <a:path w="28" h="2409">
                <a:moveTo>
                  <a:pt x="0" y="0"/>
                </a:moveTo>
                <a:lnTo>
                  <a:pt x="0" y="2409"/>
                </a:lnTo>
                <a:lnTo>
                  <a:pt x="28" y="240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7765920" y="2889000"/>
            <a:ext cx="381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GitHub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19200" y="3558960"/>
            <a:ext cx="4283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Leerroutes 1 tot 3 eerst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, mbo eerst. De reis van de student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619200" y="3768480"/>
            <a:ext cx="4315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die van de instelling bepalen samen wat er wanneer tussen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762440" y="3400200"/>
            <a:ext cx="4115160" cy="867240"/>
          </a:xfrm>
          <a:custGeom>
            <a:avLst/>
            <a:gdLst/>
            <a:ahLst/>
            <a:rect l="0" t="0" r="r" b="b"/>
            <a:pathLst>
              <a:path w="11431" h="2409">
                <a:moveTo>
                  <a:pt x="0" y="0"/>
                </a:moveTo>
                <a:lnTo>
                  <a:pt x="11431" y="0"/>
                </a:lnTo>
                <a:lnTo>
                  <a:pt x="11431" y="2409"/>
                </a:lnTo>
                <a:lnTo>
                  <a:pt x="0" y="24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762440" y="3400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762440" y="42573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3400200"/>
            <a:ext cx="10080" cy="867240"/>
          </a:xfrm>
          <a:custGeom>
            <a:avLst/>
            <a:gdLst/>
            <a:ahLst/>
            <a:rect l="0" t="0" r="r" b="b"/>
            <a:pathLst>
              <a:path w="28" h="2409">
                <a:moveTo>
                  <a:pt x="0" y="106"/>
                </a:moveTo>
                <a:lnTo>
                  <a:pt x="0" y="2409"/>
                </a:lnTo>
                <a:lnTo>
                  <a:pt x="28" y="240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762440" y="3400200"/>
            <a:ext cx="9720" cy="867240"/>
          </a:xfrm>
          <a:custGeom>
            <a:avLst/>
            <a:gdLst/>
            <a:ahLst/>
            <a:rect l="0" t="0" r="r" b="b"/>
            <a:pathLst>
              <a:path w="27" h="2409">
                <a:moveTo>
                  <a:pt x="0" y="0"/>
                </a:moveTo>
                <a:lnTo>
                  <a:pt x="0" y="2409"/>
                </a:lnTo>
                <a:lnTo>
                  <a:pt x="27" y="2409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19200" y="3987360"/>
            <a:ext cx="1346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 beweegt.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4920480" y="3558960"/>
            <a:ext cx="4092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OKx speciﬁceert het koppelvlak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; de applicatie is van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4920480" y="3768480"/>
            <a:ext cx="4403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leverancier. Elke eis is terug te volgen naar de story waar hij uit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4920480" y="3987360"/>
            <a:ext cx="395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komt.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7" name="" descr=""/>
          <p:cNvPicPr/>
          <p:nvPr/>
        </p:nvPicPr>
        <p:blipFill>
          <a:blip r:embed="rId1"/>
          <a:stretch/>
        </p:blipFill>
        <p:spPr>
          <a:xfrm>
            <a:off x="1143000" y="237960"/>
            <a:ext cx="7048080" cy="4609800"/>
          </a:xfrm>
          <a:prstGeom prst="rect">
            <a:avLst/>
          </a:prstGeom>
          <a:ln w="0">
            <a:noFill/>
          </a:ln>
        </p:spPr>
      </p:pic>
      <p:sp>
        <p:nvSpPr>
          <p:cNvPr id="15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690480" y="4916160"/>
            <a:ext cx="8800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Van de PoC-school (links) via het gedeelde perspectief naar de OKx-architectuur met de kerngroep techniek (rechts). Schets van Niels, concept.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7" name=""/>
          <p:cNvSpPr txBox="1"/>
          <p:nvPr/>
        </p:nvSpPr>
        <p:spPr>
          <a:xfrm>
            <a:off x="439920" y="672480"/>
            <a:ext cx="9778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is OKx: standaardkoppelingen binnen de deur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61880" y="1895400"/>
            <a:ext cx="1857600" cy="1252800"/>
          </a:xfrm>
          <a:custGeom>
            <a:avLst/>
            <a:gdLst/>
            <a:ahLst/>
            <a:rect l="0" t="0" r="r" b="b"/>
            <a:pathLst>
              <a:path w="5160" h="3480">
                <a:moveTo>
                  <a:pt x="0" y="3175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4856" y="0"/>
                </a:lnTo>
                <a:cubicBezTo>
                  <a:pt x="4876" y="0"/>
                  <a:pt x="4896" y="1"/>
                  <a:pt x="4915" y="5"/>
                </a:cubicBezTo>
                <a:cubicBezTo>
                  <a:pt x="4935" y="8"/>
                  <a:pt x="4954" y="13"/>
                  <a:pt x="4972" y="20"/>
                </a:cubicBezTo>
                <a:cubicBezTo>
                  <a:pt x="4991" y="26"/>
                  <a:pt x="5008" y="35"/>
                  <a:pt x="5025" y="44"/>
                </a:cubicBezTo>
                <a:cubicBezTo>
                  <a:pt x="5041" y="54"/>
                  <a:pt x="5057" y="65"/>
                  <a:pt x="5071" y="77"/>
                </a:cubicBezTo>
                <a:cubicBezTo>
                  <a:pt x="5085" y="89"/>
                  <a:pt x="5098" y="103"/>
                  <a:pt x="5109" y="117"/>
                </a:cubicBezTo>
                <a:cubicBezTo>
                  <a:pt x="5120" y="132"/>
                  <a:pt x="5129" y="147"/>
                  <a:pt x="5137" y="163"/>
                </a:cubicBezTo>
                <a:cubicBezTo>
                  <a:pt x="5145" y="179"/>
                  <a:pt x="5150" y="196"/>
                  <a:pt x="5154" y="213"/>
                </a:cubicBezTo>
                <a:cubicBezTo>
                  <a:pt x="5158" y="230"/>
                  <a:pt x="5160" y="247"/>
                  <a:pt x="5160" y="264"/>
                </a:cubicBezTo>
                <a:lnTo>
                  <a:pt x="5160" y="3175"/>
                </a:lnTo>
                <a:cubicBezTo>
                  <a:pt x="5160" y="3195"/>
                  <a:pt x="5158" y="3214"/>
                  <a:pt x="5154" y="3234"/>
                </a:cubicBezTo>
                <a:cubicBezTo>
                  <a:pt x="5150" y="3254"/>
                  <a:pt x="5145" y="3273"/>
                  <a:pt x="5137" y="3291"/>
                </a:cubicBezTo>
                <a:cubicBezTo>
                  <a:pt x="5129" y="3310"/>
                  <a:pt x="5120" y="3327"/>
                  <a:pt x="5109" y="3344"/>
                </a:cubicBezTo>
                <a:cubicBezTo>
                  <a:pt x="5098" y="3360"/>
                  <a:pt x="5085" y="3376"/>
                  <a:pt x="5071" y="3390"/>
                </a:cubicBezTo>
                <a:cubicBezTo>
                  <a:pt x="5057" y="3404"/>
                  <a:pt x="5041" y="3417"/>
                  <a:pt x="5025" y="3428"/>
                </a:cubicBezTo>
                <a:cubicBezTo>
                  <a:pt x="5008" y="3440"/>
                  <a:pt x="4991" y="3449"/>
                  <a:pt x="4972" y="3457"/>
                </a:cubicBezTo>
                <a:cubicBezTo>
                  <a:pt x="4954" y="3464"/>
                  <a:pt x="4935" y="3470"/>
                  <a:pt x="4915" y="3474"/>
                </a:cubicBezTo>
                <a:cubicBezTo>
                  <a:pt x="4896" y="3478"/>
                  <a:pt x="4876" y="3480"/>
                  <a:pt x="4856" y="3480"/>
                </a:cubicBezTo>
                <a:lnTo>
                  <a:pt x="304" y="3480"/>
                </a:lnTo>
                <a:cubicBezTo>
                  <a:pt x="284" y="3480"/>
                  <a:pt x="264" y="3478"/>
                  <a:pt x="245" y="3474"/>
                </a:cubicBezTo>
                <a:cubicBezTo>
                  <a:pt x="225" y="3470"/>
                  <a:pt x="206" y="3464"/>
                  <a:pt x="188" y="3457"/>
                </a:cubicBezTo>
                <a:cubicBezTo>
                  <a:pt x="169" y="3449"/>
                  <a:pt x="152" y="3440"/>
                  <a:pt x="135" y="3428"/>
                </a:cubicBezTo>
                <a:cubicBezTo>
                  <a:pt x="118" y="3417"/>
                  <a:pt x="103" y="3404"/>
                  <a:pt x="89" y="3390"/>
                </a:cubicBezTo>
                <a:cubicBezTo>
                  <a:pt x="75" y="3376"/>
                  <a:pt x="62" y="3360"/>
                  <a:pt x="51" y="3344"/>
                </a:cubicBezTo>
                <a:cubicBezTo>
                  <a:pt x="40" y="3327"/>
                  <a:pt x="31" y="3310"/>
                  <a:pt x="23" y="3291"/>
                </a:cubicBezTo>
                <a:cubicBezTo>
                  <a:pt x="15" y="3273"/>
                  <a:pt x="9" y="3254"/>
                  <a:pt x="6" y="3234"/>
                </a:cubicBezTo>
                <a:cubicBezTo>
                  <a:pt x="2" y="3214"/>
                  <a:pt x="0" y="3195"/>
                  <a:pt x="0" y="317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456840" y="1876320"/>
            <a:ext cx="1867320" cy="1276560"/>
          </a:xfrm>
          <a:custGeom>
            <a:avLst/>
            <a:gdLst/>
            <a:ahLst/>
            <a:rect l="0" t="0" r="r" b="b"/>
            <a:pathLst>
              <a:path w="5187" h="3546">
                <a:moveTo>
                  <a:pt x="0" y="0"/>
                </a:moveTo>
                <a:lnTo>
                  <a:pt x="5187" y="0"/>
                </a:lnTo>
                <a:lnTo>
                  <a:pt x="5187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56840" y="1876320"/>
            <a:ext cx="1867320" cy="1276560"/>
          </a:xfrm>
          <a:custGeom>
            <a:avLst/>
            <a:gdLst/>
            <a:ahLst/>
            <a:rect l="0" t="0" r="r" b="b"/>
            <a:pathLst>
              <a:path w="5187" h="3546">
                <a:moveTo>
                  <a:pt x="0" y="0"/>
                </a:moveTo>
                <a:lnTo>
                  <a:pt x="5187" y="0"/>
                </a:lnTo>
                <a:lnTo>
                  <a:pt x="5187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56840" y="1876320"/>
            <a:ext cx="1867320" cy="1276560"/>
          </a:xfrm>
          <a:custGeom>
            <a:avLst/>
            <a:gdLst/>
            <a:ahLst/>
            <a:rect l="0" t="0" r="r" b="b"/>
            <a:pathLst>
              <a:path w="5187" h="3546">
                <a:moveTo>
                  <a:pt x="0" y="0"/>
                </a:moveTo>
                <a:lnTo>
                  <a:pt x="5187" y="0"/>
                </a:lnTo>
                <a:lnTo>
                  <a:pt x="5187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456840" y="1876320"/>
            <a:ext cx="1867320" cy="1276560"/>
          </a:xfrm>
          <a:custGeom>
            <a:avLst/>
            <a:gdLst/>
            <a:ahLst/>
            <a:rect l="0" t="0" r="r" b="b"/>
            <a:pathLst>
              <a:path w="5187" h="3546">
                <a:moveTo>
                  <a:pt x="0" y="0"/>
                </a:moveTo>
                <a:lnTo>
                  <a:pt x="5187" y="0"/>
                </a:lnTo>
                <a:lnTo>
                  <a:pt x="5187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60960" y="2070720"/>
            <a:ext cx="320040" cy="320040"/>
          </a:xfrm>
          <a:custGeom>
            <a:avLst/>
            <a:gdLst/>
            <a:ahLst/>
            <a:rect l="0" t="0" r="r" b="b"/>
            <a:pathLst>
              <a:path w="889" h="889">
                <a:moveTo>
                  <a:pt x="445" y="0"/>
                </a:moveTo>
                <a:cubicBezTo>
                  <a:pt x="416" y="0"/>
                  <a:pt x="387" y="2"/>
                  <a:pt x="357" y="8"/>
                </a:cubicBezTo>
                <a:cubicBezTo>
                  <a:pt x="329" y="14"/>
                  <a:pt x="301" y="23"/>
                  <a:pt x="274" y="34"/>
                </a:cubicBezTo>
                <a:cubicBezTo>
                  <a:pt x="247" y="46"/>
                  <a:pt x="221" y="59"/>
                  <a:pt x="197" y="75"/>
                </a:cubicBezTo>
                <a:cubicBezTo>
                  <a:pt x="173" y="92"/>
                  <a:pt x="150" y="110"/>
                  <a:pt x="130" y="131"/>
                </a:cubicBezTo>
                <a:cubicBezTo>
                  <a:pt x="109" y="151"/>
                  <a:pt x="91" y="174"/>
                  <a:pt x="75" y="198"/>
                </a:cubicBezTo>
                <a:cubicBezTo>
                  <a:pt x="58" y="222"/>
                  <a:pt x="45" y="248"/>
                  <a:pt x="34" y="275"/>
                </a:cubicBezTo>
                <a:cubicBezTo>
                  <a:pt x="22" y="302"/>
                  <a:pt x="14" y="330"/>
                  <a:pt x="8" y="358"/>
                </a:cubicBezTo>
                <a:cubicBezTo>
                  <a:pt x="3" y="387"/>
                  <a:pt x="0" y="416"/>
                  <a:pt x="0" y="445"/>
                </a:cubicBezTo>
                <a:cubicBezTo>
                  <a:pt x="0" y="474"/>
                  <a:pt x="3" y="503"/>
                  <a:pt x="8" y="532"/>
                </a:cubicBezTo>
                <a:cubicBezTo>
                  <a:pt x="14" y="560"/>
                  <a:pt x="22" y="588"/>
                  <a:pt x="34" y="615"/>
                </a:cubicBezTo>
                <a:cubicBezTo>
                  <a:pt x="45" y="642"/>
                  <a:pt x="58" y="668"/>
                  <a:pt x="75" y="692"/>
                </a:cubicBezTo>
                <a:cubicBezTo>
                  <a:pt x="91" y="716"/>
                  <a:pt x="109" y="739"/>
                  <a:pt x="130" y="759"/>
                </a:cubicBezTo>
                <a:cubicBezTo>
                  <a:pt x="150" y="780"/>
                  <a:pt x="173" y="798"/>
                  <a:pt x="197" y="814"/>
                </a:cubicBezTo>
                <a:cubicBezTo>
                  <a:pt x="221" y="831"/>
                  <a:pt x="247" y="844"/>
                  <a:pt x="274" y="855"/>
                </a:cubicBezTo>
                <a:cubicBezTo>
                  <a:pt x="301" y="867"/>
                  <a:pt x="329" y="875"/>
                  <a:pt x="357" y="881"/>
                </a:cubicBezTo>
                <a:cubicBezTo>
                  <a:pt x="387" y="886"/>
                  <a:pt x="416" y="889"/>
                  <a:pt x="445" y="889"/>
                </a:cubicBezTo>
                <a:cubicBezTo>
                  <a:pt x="474" y="889"/>
                  <a:pt x="503" y="886"/>
                  <a:pt x="532" y="881"/>
                </a:cubicBezTo>
                <a:cubicBezTo>
                  <a:pt x="560" y="875"/>
                  <a:pt x="588" y="867"/>
                  <a:pt x="615" y="855"/>
                </a:cubicBezTo>
                <a:cubicBezTo>
                  <a:pt x="642" y="844"/>
                  <a:pt x="668" y="831"/>
                  <a:pt x="692" y="814"/>
                </a:cubicBezTo>
                <a:cubicBezTo>
                  <a:pt x="716" y="798"/>
                  <a:pt x="739" y="780"/>
                  <a:pt x="759" y="759"/>
                </a:cubicBezTo>
                <a:cubicBezTo>
                  <a:pt x="780" y="739"/>
                  <a:pt x="798" y="716"/>
                  <a:pt x="815" y="692"/>
                </a:cubicBezTo>
                <a:cubicBezTo>
                  <a:pt x="831" y="668"/>
                  <a:pt x="844" y="642"/>
                  <a:pt x="856" y="615"/>
                </a:cubicBezTo>
                <a:cubicBezTo>
                  <a:pt x="867" y="588"/>
                  <a:pt x="875" y="560"/>
                  <a:pt x="881" y="532"/>
                </a:cubicBezTo>
                <a:cubicBezTo>
                  <a:pt x="887" y="503"/>
                  <a:pt x="889" y="474"/>
                  <a:pt x="889" y="445"/>
                </a:cubicBezTo>
                <a:cubicBezTo>
                  <a:pt x="889" y="416"/>
                  <a:pt x="887" y="387"/>
                  <a:pt x="881" y="358"/>
                </a:cubicBezTo>
                <a:cubicBezTo>
                  <a:pt x="875" y="330"/>
                  <a:pt x="867" y="302"/>
                  <a:pt x="856" y="275"/>
                </a:cubicBezTo>
                <a:cubicBezTo>
                  <a:pt x="844" y="248"/>
                  <a:pt x="831" y="222"/>
                  <a:pt x="815" y="198"/>
                </a:cubicBezTo>
                <a:cubicBezTo>
                  <a:pt x="798" y="174"/>
                  <a:pt x="780" y="151"/>
                  <a:pt x="759" y="131"/>
                </a:cubicBezTo>
                <a:cubicBezTo>
                  <a:pt x="739" y="110"/>
                  <a:pt x="716" y="92"/>
                  <a:pt x="692" y="75"/>
                </a:cubicBezTo>
                <a:cubicBezTo>
                  <a:pt x="668" y="59"/>
                  <a:pt x="642" y="46"/>
                  <a:pt x="615" y="34"/>
                </a:cubicBezTo>
                <a:cubicBezTo>
                  <a:pt x="588" y="23"/>
                  <a:pt x="560" y="14"/>
                  <a:pt x="532" y="8"/>
                </a:cubicBezTo>
                <a:cubicBezTo>
                  <a:pt x="503" y="2"/>
                  <a:pt x="474" y="0"/>
                  <a:pt x="445" y="0"/>
                </a:cubicBezTo>
                <a:moveTo>
                  <a:pt x="381" y="622"/>
                </a:moveTo>
                <a:lnTo>
                  <a:pt x="222" y="464"/>
                </a:lnTo>
                <a:lnTo>
                  <a:pt x="272" y="413"/>
                </a:lnTo>
                <a:lnTo>
                  <a:pt x="381" y="521"/>
                </a:lnTo>
                <a:lnTo>
                  <a:pt x="617" y="286"/>
                </a:lnTo>
                <a:lnTo>
                  <a:pt x="667" y="337"/>
                </a:lnTo>
                <a:lnTo>
                  <a:pt x="381" y="622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439920" y="1053360"/>
            <a:ext cx="322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de instelling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720720" y="2475720"/>
            <a:ext cx="1628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Informatiemodel v0.1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687240" y="2698560"/>
            <a:ext cx="1590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zeven begrippen, gemapt op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1163520" y="2860560"/>
            <a:ext cx="498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OEAPI v6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2643120" y="1790640"/>
            <a:ext cx="1867320" cy="1452960"/>
          </a:xfrm>
          <a:custGeom>
            <a:avLst/>
            <a:gdLst/>
            <a:ahLst/>
            <a:rect l="0" t="0" r="r" b="b"/>
            <a:pathLst>
              <a:path w="5187" h="4036">
                <a:moveTo>
                  <a:pt x="0" y="3731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4882" y="0"/>
                </a:lnTo>
                <a:cubicBezTo>
                  <a:pt x="4902" y="0"/>
                  <a:pt x="4922" y="1"/>
                  <a:pt x="4942" y="5"/>
                </a:cubicBezTo>
                <a:cubicBezTo>
                  <a:pt x="4961" y="8"/>
                  <a:pt x="4980" y="13"/>
                  <a:pt x="4999" y="20"/>
                </a:cubicBezTo>
                <a:cubicBezTo>
                  <a:pt x="5017" y="26"/>
                  <a:pt x="5035" y="35"/>
                  <a:pt x="5051" y="44"/>
                </a:cubicBezTo>
                <a:cubicBezTo>
                  <a:pt x="5068" y="54"/>
                  <a:pt x="5083" y="65"/>
                  <a:pt x="5097" y="77"/>
                </a:cubicBezTo>
                <a:cubicBezTo>
                  <a:pt x="5112" y="89"/>
                  <a:pt x="5124" y="103"/>
                  <a:pt x="5135" y="117"/>
                </a:cubicBezTo>
                <a:cubicBezTo>
                  <a:pt x="5146" y="132"/>
                  <a:pt x="5156" y="147"/>
                  <a:pt x="5163" y="163"/>
                </a:cubicBezTo>
                <a:cubicBezTo>
                  <a:pt x="5171" y="179"/>
                  <a:pt x="5177" y="196"/>
                  <a:pt x="5181" y="213"/>
                </a:cubicBezTo>
                <a:cubicBezTo>
                  <a:pt x="5185" y="230"/>
                  <a:pt x="5187" y="247"/>
                  <a:pt x="5187" y="264"/>
                </a:cubicBezTo>
                <a:lnTo>
                  <a:pt x="5187" y="3731"/>
                </a:lnTo>
                <a:cubicBezTo>
                  <a:pt x="5187" y="3751"/>
                  <a:pt x="5185" y="3771"/>
                  <a:pt x="5181" y="3791"/>
                </a:cubicBezTo>
                <a:cubicBezTo>
                  <a:pt x="5177" y="3810"/>
                  <a:pt x="5171" y="3829"/>
                  <a:pt x="5163" y="3848"/>
                </a:cubicBezTo>
                <a:cubicBezTo>
                  <a:pt x="5156" y="3866"/>
                  <a:pt x="5146" y="3884"/>
                  <a:pt x="5135" y="3900"/>
                </a:cubicBezTo>
                <a:cubicBezTo>
                  <a:pt x="5124" y="3917"/>
                  <a:pt x="5112" y="3932"/>
                  <a:pt x="5097" y="3946"/>
                </a:cubicBezTo>
                <a:cubicBezTo>
                  <a:pt x="5083" y="3961"/>
                  <a:pt x="5068" y="3973"/>
                  <a:pt x="5051" y="3984"/>
                </a:cubicBezTo>
                <a:cubicBezTo>
                  <a:pt x="5035" y="3995"/>
                  <a:pt x="5017" y="4005"/>
                  <a:pt x="4999" y="4012"/>
                </a:cubicBezTo>
                <a:cubicBezTo>
                  <a:pt x="4980" y="4020"/>
                  <a:pt x="4961" y="4026"/>
                  <a:pt x="4942" y="4030"/>
                </a:cubicBezTo>
                <a:cubicBezTo>
                  <a:pt x="4922" y="4034"/>
                  <a:pt x="4902" y="4036"/>
                  <a:pt x="4882" y="4036"/>
                </a:cubicBezTo>
                <a:lnTo>
                  <a:pt x="304" y="4036"/>
                </a:lnTo>
                <a:cubicBezTo>
                  <a:pt x="284" y="4036"/>
                  <a:pt x="264" y="4034"/>
                  <a:pt x="245" y="4030"/>
                </a:cubicBezTo>
                <a:cubicBezTo>
                  <a:pt x="225" y="4026"/>
                  <a:pt x="206" y="4020"/>
                  <a:pt x="188" y="4012"/>
                </a:cubicBezTo>
                <a:cubicBezTo>
                  <a:pt x="169" y="4005"/>
                  <a:pt x="152" y="3995"/>
                  <a:pt x="135" y="3984"/>
                </a:cubicBezTo>
                <a:cubicBezTo>
                  <a:pt x="118" y="3973"/>
                  <a:pt x="103" y="3961"/>
                  <a:pt x="89" y="3946"/>
                </a:cubicBezTo>
                <a:cubicBezTo>
                  <a:pt x="75" y="3932"/>
                  <a:pt x="62" y="3917"/>
                  <a:pt x="51" y="3900"/>
                </a:cubicBezTo>
                <a:cubicBezTo>
                  <a:pt x="40" y="3884"/>
                  <a:pt x="30" y="3866"/>
                  <a:pt x="23" y="3848"/>
                </a:cubicBezTo>
                <a:cubicBezTo>
                  <a:pt x="15" y="3829"/>
                  <a:pt x="9" y="3810"/>
                  <a:pt x="6" y="3791"/>
                </a:cubicBezTo>
                <a:cubicBezTo>
                  <a:pt x="2" y="3771"/>
                  <a:pt x="0" y="3751"/>
                  <a:pt x="0" y="373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2638080" y="1771560"/>
            <a:ext cx="1877040" cy="1476720"/>
          </a:xfrm>
          <a:custGeom>
            <a:avLst/>
            <a:gdLst/>
            <a:ahLst/>
            <a:rect l="0" t="0" r="r" b="b"/>
            <a:pathLst>
              <a:path w="5214" h="4102">
                <a:moveTo>
                  <a:pt x="0" y="0"/>
                </a:moveTo>
                <a:lnTo>
                  <a:pt x="5214" y="0"/>
                </a:lnTo>
                <a:lnTo>
                  <a:pt x="5214" y="4102"/>
                </a:lnTo>
                <a:lnTo>
                  <a:pt x="0" y="4102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2638080" y="1771560"/>
            <a:ext cx="1877040" cy="1476720"/>
          </a:xfrm>
          <a:custGeom>
            <a:avLst/>
            <a:gdLst/>
            <a:ahLst/>
            <a:rect l="0" t="0" r="r" b="b"/>
            <a:pathLst>
              <a:path w="5214" h="4102">
                <a:moveTo>
                  <a:pt x="0" y="0"/>
                </a:moveTo>
                <a:lnTo>
                  <a:pt x="5214" y="0"/>
                </a:lnTo>
                <a:lnTo>
                  <a:pt x="5214" y="4102"/>
                </a:lnTo>
                <a:lnTo>
                  <a:pt x="0" y="410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2638080" y="1771560"/>
            <a:ext cx="1877040" cy="1476720"/>
          </a:xfrm>
          <a:custGeom>
            <a:avLst/>
            <a:gdLst/>
            <a:ahLst/>
            <a:rect l="0" t="0" r="r" b="b"/>
            <a:pathLst>
              <a:path w="5214" h="4102">
                <a:moveTo>
                  <a:pt x="0" y="0"/>
                </a:moveTo>
                <a:lnTo>
                  <a:pt x="5214" y="0"/>
                </a:lnTo>
                <a:lnTo>
                  <a:pt x="5214" y="4102"/>
                </a:lnTo>
                <a:lnTo>
                  <a:pt x="0" y="410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2638080" y="1771560"/>
            <a:ext cx="1877040" cy="1476720"/>
          </a:xfrm>
          <a:custGeom>
            <a:avLst/>
            <a:gdLst/>
            <a:ahLst/>
            <a:rect l="0" t="0" r="r" b="b"/>
            <a:pathLst>
              <a:path w="5214" h="4102">
                <a:moveTo>
                  <a:pt x="0" y="0"/>
                </a:moveTo>
                <a:lnTo>
                  <a:pt x="5214" y="0"/>
                </a:lnTo>
                <a:lnTo>
                  <a:pt x="5214" y="4102"/>
                </a:lnTo>
                <a:lnTo>
                  <a:pt x="0" y="410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2830680" y="2000160"/>
            <a:ext cx="343440" cy="251640"/>
          </a:xfrm>
          <a:custGeom>
            <a:avLst/>
            <a:gdLst/>
            <a:ahLst/>
            <a:rect l="0" t="0" r="r" b="b"/>
            <a:pathLst>
              <a:path w="954" h="699">
                <a:moveTo>
                  <a:pt x="951" y="338"/>
                </a:moveTo>
                <a:cubicBezTo>
                  <a:pt x="942" y="314"/>
                  <a:pt x="931" y="291"/>
                  <a:pt x="918" y="268"/>
                </a:cubicBezTo>
                <a:cubicBezTo>
                  <a:pt x="906" y="246"/>
                  <a:pt x="891" y="225"/>
                  <a:pt x="876" y="204"/>
                </a:cubicBezTo>
                <a:cubicBezTo>
                  <a:pt x="860" y="184"/>
                  <a:pt x="843" y="165"/>
                  <a:pt x="824" y="147"/>
                </a:cubicBezTo>
                <a:cubicBezTo>
                  <a:pt x="806" y="129"/>
                  <a:pt x="786" y="113"/>
                  <a:pt x="765" y="98"/>
                </a:cubicBezTo>
                <a:cubicBezTo>
                  <a:pt x="744" y="83"/>
                  <a:pt x="722" y="70"/>
                  <a:pt x="699" y="58"/>
                </a:cubicBezTo>
                <a:cubicBezTo>
                  <a:pt x="676" y="46"/>
                  <a:pt x="653" y="36"/>
                  <a:pt x="628" y="28"/>
                </a:cubicBezTo>
                <a:cubicBezTo>
                  <a:pt x="604" y="19"/>
                  <a:pt x="579" y="13"/>
                  <a:pt x="554" y="8"/>
                </a:cubicBezTo>
                <a:cubicBezTo>
                  <a:pt x="528" y="4"/>
                  <a:pt x="503" y="1"/>
                  <a:pt x="477" y="0"/>
                </a:cubicBezTo>
                <a:cubicBezTo>
                  <a:pt x="451" y="1"/>
                  <a:pt x="426" y="4"/>
                  <a:pt x="400" y="8"/>
                </a:cubicBezTo>
                <a:cubicBezTo>
                  <a:pt x="375" y="13"/>
                  <a:pt x="350" y="19"/>
                  <a:pt x="326" y="28"/>
                </a:cubicBezTo>
                <a:cubicBezTo>
                  <a:pt x="302" y="36"/>
                  <a:pt x="278" y="46"/>
                  <a:pt x="255" y="58"/>
                </a:cubicBezTo>
                <a:cubicBezTo>
                  <a:pt x="232" y="70"/>
                  <a:pt x="209" y="83"/>
                  <a:pt x="188" y="98"/>
                </a:cubicBezTo>
                <a:cubicBezTo>
                  <a:pt x="167" y="113"/>
                  <a:pt x="148" y="129"/>
                  <a:pt x="129" y="147"/>
                </a:cubicBezTo>
                <a:cubicBezTo>
                  <a:pt x="110" y="165"/>
                  <a:pt x="93" y="184"/>
                  <a:pt x="77" y="204"/>
                </a:cubicBezTo>
                <a:cubicBezTo>
                  <a:pt x="62" y="225"/>
                  <a:pt x="47" y="246"/>
                  <a:pt x="35" y="268"/>
                </a:cubicBezTo>
                <a:cubicBezTo>
                  <a:pt x="22" y="291"/>
                  <a:pt x="11" y="314"/>
                  <a:pt x="2" y="338"/>
                </a:cubicBezTo>
                <a:cubicBezTo>
                  <a:pt x="-1" y="345"/>
                  <a:pt x="-1" y="352"/>
                  <a:pt x="2" y="360"/>
                </a:cubicBezTo>
                <a:cubicBezTo>
                  <a:pt x="11" y="385"/>
                  <a:pt x="22" y="408"/>
                  <a:pt x="35" y="430"/>
                </a:cubicBezTo>
                <a:cubicBezTo>
                  <a:pt x="47" y="453"/>
                  <a:pt x="62" y="474"/>
                  <a:pt x="77" y="494"/>
                </a:cubicBezTo>
                <a:cubicBezTo>
                  <a:pt x="93" y="515"/>
                  <a:pt x="110" y="534"/>
                  <a:pt x="129" y="552"/>
                </a:cubicBezTo>
                <a:cubicBezTo>
                  <a:pt x="148" y="570"/>
                  <a:pt x="167" y="586"/>
                  <a:pt x="188" y="601"/>
                </a:cubicBezTo>
                <a:cubicBezTo>
                  <a:pt x="209" y="616"/>
                  <a:pt x="232" y="629"/>
                  <a:pt x="255" y="641"/>
                </a:cubicBezTo>
                <a:cubicBezTo>
                  <a:pt x="278" y="653"/>
                  <a:pt x="302" y="663"/>
                  <a:pt x="326" y="671"/>
                </a:cubicBezTo>
                <a:cubicBezTo>
                  <a:pt x="350" y="679"/>
                  <a:pt x="375" y="686"/>
                  <a:pt x="400" y="691"/>
                </a:cubicBezTo>
                <a:cubicBezTo>
                  <a:pt x="426" y="695"/>
                  <a:pt x="451" y="698"/>
                  <a:pt x="477" y="699"/>
                </a:cubicBezTo>
                <a:cubicBezTo>
                  <a:pt x="503" y="698"/>
                  <a:pt x="528" y="695"/>
                  <a:pt x="554" y="691"/>
                </a:cubicBezTo>
                <a:cubicBezTo>
                  <a:pt x="579" y="686"/>
                  <a:pt x="604" y="679"/>
                  <a:pt x="628" y="671"/>
                </a:cubicBezTo>
                <a:cubicBezTo>
                  <a:pt x="653" y="663"/>
                  <a:pt x="676" y="653"/>
                  <a:pt x="699" y="641"/>
                </a:cubicBezTo>
                <a:cubicBezTo>
                  <a:pt x="722" y="629"/>
                  <a:pt x="744" y="616"/>
                  <a:pt x="765" y="601"/>
                </a:cubicBezTo>
                <a:cubicBezTo>
                  <a:pt x="786" y="586"/>
                  <a:pt x="806" y="570"/>
                  <a:pt x="824" y="552"/>
                </a:cubicBezTo>
                <a:cubicBezTo>
                  <a:pt x="843" y="534"/>
                  <a:pt x="860" y="515"/>
                  <a:pt x="876" y="494"/>
                </a:cubicBezTo>
                <a:cubicBezTo>
                  <a:pt x="891" y="474"/>
                  <a:pt x="906" y="453"/>
                  <a:pt x="918" y="430"/>
                </a:cubicBezTo>
                <a:cubicBezTo>
                  <a:pt x="931" y="408"/>
                  <a:pt x="942" y="385"/>
                  <a:pt x="951" y="360"/>
                </a:cubicBezTo>
                <a:cubicBezTo>
                  <a:pt x="954" y="352"/>
                  <a:pt x="954" y="345"/>
                  <a:pt x="951" y="338"/>
                </a:cubicBezTo>
                <a:moveTo>
                  <a:pt x="477" y="636"/>
                </a:moveTo>
                <a:cubicBezTo>
                  <a:pt x="309" y="636"/>
                  <a:pt x="130" y="511"/>
                  <a:pt x="66" y="349"/>
                </a:cubicBezTo>
                <a:cubicBezTo>
                  <a:pt x="130" y="188"/>
                  <a:pt x="309" y="63"/>
                  <a:pt x="477" y="63"/>
                </a:cubicBezTo>
                <a:cubicBezTo>
                  <a:pt x="645" y="63"/>
                  <a:pt x="823" y="188"/>
                  <a:pt x="887" y="349"/>
                </a:cubicBezTo>
                <a:cubicBezTo>
                  <a:pt x="823" y="511"/>
                  <a:pt x="645" y="636"/>
                  <a:pt x="477" y="636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2933640" y="2057040"/>
            <a:ext cx="137160" cy="137520"/>
          </a:xfrm>
          <a:custGeom>
            <a:avLst/>
            <a:gdLst/>
            <a:ahLst/>
            <a:rect l="0" t="0" r="r" b="b"/>
            <a:pathLst>
              <a:path w="381" h="382">
                <a:moveTo>
                  <a:pt x="191" y="0"/>
                </a:moveTo>
                <a:cubicBezTo>
                  <a:pt x="179" y="0"/>
                  <a:pt x="166" y="2"/>
                  <a:pt x="154" y="4"/>
                </a:cubicBezTo>
                <a:cubicBezTo>
                  <a:pt x="142" y="7"/>
                  <a:pt x="130" y="10"/>
                  <a:pt x="118" y="15"/>
                </a:cubicBezTo>
                <a:cubicBezTo>
                  <a:pt x="107" y="20"/>
                  <a:pt x="96" y="26"/>
                  <a:pt x="85" y="33"/>
                </a:cubicBezTo>
                <a:cubicBezTo>
                  <a:pt x="75" y="39"/>
                  <a:pt x="65" y="47"/>
                  <a:pt x="56" y="56"/>
                </a:cubicBezTo>
                <a:cubicBezTo>
                  <a:pt x="48" y="65"/>
                  <a:pt x="40" y="75"/>
                  <a:pt x="33" y="85"/>
                </a:cubicBezTo>
                <a:cubicBezTo>
                  <a:pt x="26" y="95"/>
                  <a:pt x="19" y="106"/>
                  <a:pt x="14" y="118"/>
                </a:cubicBezTo>
                <a:cubicBezTo>
                  <a:pt x="9" y="130"/>
                  <a:pt x="6" y="141"/>
                  <a:pt x="3" y="154"/>
                </a:cubicBezTo>
                <a:cubicBezTo>
                  <a:pt x="1" y="166"/>
                  <a:pt x="0" y="179"/>
                  <a:pt x="0" y="192"/>
                </a:cubicBezTo>
                <a:cubicBezTo>
                  <a:pt x="0" y="204"/>
                  <a:pt x="1" y="217"/>
                  <a:pt x="3" y="229"/>
                </a:cubicBezTo>
                <a:cubicBezTo>
                  <a:pt x="6" y="241"/>
                  <a:pt x="9" y="253"/>
                  <a:pt x="14" y="265"/>
                </a:cubicBezTo>
                <a:cubicBezTo>
                  <a:pt x="19" y="276"/>
                  <a:pt x="26" y="287"/>
                  <a:pt x="33" y="298"/>
                </a:cubicBezTo>
                <a:cubicBezTo>
                  <a:pt x="40" y="308"/>
                  <a:pt x="48" y="318"/>
                  <a:pt x="56" y="327"/>
                </a:cubicBezTo>
                <a:cubicBezTo>
                  <a:pt x="65" y="335"/>
                  <a:pt x="75" y="343"/>
                  <a:pt x="85" y="350"/>
                </a:cubicBezTo>
                <a:cubicBezTo>
                  <a:pt x="96" y="357"/>
                  <a:pt x="107" y="363"/>
                  <a:pt x="118" y="368"/>
                </a:cubicBezTo>
                <a:cubicBezTo>
                  <a:pt x="130" y="373"/>
                  <a:pt x="142" y="376"/>
                  <a:pt x="154" y="379"/>
                </a:cubicBezTo>
                <a:cubicBezTo>
                  <a:pt x="166" y="381"/>
                  <a:pt x="179" y="382"/>
                  <a:pt x="191" y="382"/>
                </a:cubicBezTo>
                <a:cubicBezTo>
                  <a:pt x="204" y="382"/>
                  <a:pt x="216" y="381"/>
                  <a:pt x="228" y="379"/>
                </a:cubicBezTo>
                <a:cubicBezTo>
                  <a:pt x="240" y="376"/>
                  <a:pt x="252" y="373"/>
                  <a:pt x="264" y="368"/>
                </a:cubicBezTo>
                <a:cubicBezTo>
                  <a:pt x="275" y="363"/>
                  <a:pt x="286" y="357"/>
                  <a:pt x="297" y="350"/>
                </a:cubicBezTo>
                <a:cubicBezTo>
                  <a:pt x="307" y="343"/>
                  <a:pt x="317" y="335"/>
                  <a:pt x="326" y="327"/>
                </a:cubicBezTo>
                <a:cubicBezTo>
                  <a:pt x="335" y="318"/>
                  <a:pt x="342" y="308"/>
                  <a:pt x="349" y="298"/>
                </a:cubicBezTo>
                <a:cubicBezTo>
                  <a:pt x="356" y="287"/>
                  <a:pt x="362" y="276"/>
                  <a:pt x="367" y="265"/>
                </a:cubicBezTo>
                <a:cubicBezTo>
                  <a:pt x="372" y="253"/>
                  <a:pt x="375" y="241"/>
                  <a:pt x="378" y="229"/>
                </a:cubicBezTo>
                <a:cubicBezTo>
                  <a:pt x="380" y="217"/>
                  <a:pt x="381" y="204"/>
                  <a:pt x="381" y="192"/>
                </a:cubicBezTo>
                <a:cubicBezTo>
                  <a:pt x="381" y="179"/>
                  <a:pt x="380" y="166"/>
                  <a:pt x="378" y="154"/>
                </a:cubicBezTo>
                <a:cubicBezTo>
                  <a:pt x="375" y="141"/>
                  <a:pt x="372" y="130"/>
                  <a:pt x="367" y="118"/>
                </a:cubicBezTo>
                <a:cubicBezTo>
                  <a:pt x="362" y="106"/>
                  <a:pt x="356" y="95"/>
                  <a:pt x="349" y="85"/>
                </a:cubicBezTo>
                <a:cubicBezTo>
                  <a:pt x="342" y="75"/>
                  <a:pt x="335" y="65"/>
                  <a:pt x="326" y="56"/>
                </a:cubicBezTo>
                <a:cubicBezTo>
                  <a:pt x="317" y="47"/>
                  <a:pt x="307" y="39"/>
                  <a:pt x="297" y="33"/>
                </a:cubicBezTo>
                <a:cubicBezTo>
                  <a:pt x="286" y="26"/>
                  <a:pt x="275" y="20"/>
                  <a:pt x="264" y="15"/>
                </a:cubicBezTo>
                <a:cubicBezTo>
                  <a:pt x="252" y="10"/>
                  <a:pt x="240" y="7"/>
                  <a:pt x="228" y="4"/>
                </a:cubicBezTo>
                <a:cubicBezTo>
                  <a:pt x="216" y="2"/>
                  <a:pt x="204" y="0"/>
                  <a:pt x="191" y="0"/>
                </a:cubicBezTo>
                <a:moveTo>
                  <a:pt x="191" y="319"/>
                </a:moveTo>
                <a:cubicBezTo>
                  <a:pt x="174" y="319"/>
                  <a:pt x="158" y="316"/>
                  <a:pt x="142" y="309"/>
                </a:cubicBezTo>
                <a:cubicBezTo>
                  <a:pt x="127" y="303"/>
                  <a:pt x="113" y="294"/>
                  <a:pt x="101" y="282"/>
                </a:cubicBezTo>
                <a:cubicBezTo>
                  <a:pt x="89" y="270"/>
                  <a:pt x="80" y="256"/>
                  <a:pt x="74" y="240"/>
                </a:cubicBezTo>
                <a:cubicBezTo>
                  <a:pt x="67" y="225"/>
                  <a:pt x="64" y="209"/>
                  <a:pt x="64" y="192"/>
                </a:cubicBezTo>
                <a:cubicBezTo>
                  <a:pt x="64" y="174"/>
                  <a:pt x="67" y="158"/>
                  <a:pt x="74" y="142"/>
                </a:cubicBezTo>
                <a:cubicBezTo>
                  <a:pt x="80" y="127"/>
                  <a:pt x="89" y="113"/>
                  <a:pt x="101" y="101"/>
                </a:cubicBezTo>
                <a:cubicBezTo>
                  <a:pt x="113" y="89"/>
                  <a:pt x="127" y="80"/>
                  <a:pt x="142" y="74"/>
                </a:cubicBezTo>
                <a:cubicBezTo>
                  <a:pt x="158" y="67"/>
                  <a:pt x="174" y="64"/>
                  <a:pt x="191" y="64"/>
                </a:cubicBezTo>
                <a:cubicBezTo>
                  <a:pt x="208" y="64"/>
                  <a:pt x="224" y="67"/>
                  <a:pt x="240" y="74"/>
                </a:cubicBezTo>
                <a:cubicBezTo>
                  <a:pt x="255" y="80"/>
                  <a:pt x="269" y="89"/>
                  <a:pt x="281" y="101"/>
                </a:cubicBezTo>
                <a:cubicBezTo>
                  <a:pt x="293" y="113"/>
                  <a:pt x="302" y="127"/>
                  <a:pt x="308" y="142"/>
                </a:cubicBezTo>
                <a:cubicBezTo>
                  <a:pt x="315" y="158"/>
                  <a:pt x="318" y="174"/>
                  <a:pt x="318" y="192"/>
                </a:cubicBezTo>
                <a:cubicBezTo>
                  <a:pt x="318" y="209"/>
                  <a:pt x="315" y="225"/>
                  <a:pt x="308" y="240"/>
                </a:cubicBezTo>
                <a:cubicBezTo>
                  <a:pt x="302" y="256"/>
                  <a:pt x="293" y="270"/>
                  <a:pt x="281" y="282"/>
                </a:cubicBezTo>
                <a:cubicBezTo>
                  <a:pt x="269" y="294"/>
                  <a:pt x="255" y="303"/>
                  <a:pt x="240" y="309"/>
                </a:cubicBezTo>
                <a:cubicBezTo>
                  <a:pt x="224" y="316"/>
                  <a:pt x="208" y="319"/>
                  <a:pt x="191" y="319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2388240" y="238824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2837520" y="2370960"/>
            <a:ext cx="1698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Koppelvlakspeciﬁcatie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3375720" y="2571120"/>
            <a:ext cx="466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v0.0.2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2946960" y="2793600"/>
            <a:ext cx="144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 review bij de kerngroep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3361320" y="2965320"/>
            <a:ext cx="47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techniek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824360" y="1809720"/>
            <a:ext cx="1866960" cy="1414800"/>
          </a:xfrm>
          <a:custGeom>
            <a:avLst/>
            <a:gdLst/>
            <a:ahLst/>
            <a:rect l="0" t="0" r="r" b="b"/>
            <a:pathLst>
              <a:path w="5186" h="3930">
                <a:moveTo>
                  <a:pt x="0" y="3625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6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4882" y="0"/>
                </a:lnTo>
                <a:cubicBezTo>
                  <a:pt x="4902" y="0"/>
                  <a:pt x="4922" y="1"/>
                  <a:pt x="4942" y="5"/>
                </a:cubicBezTo>
                <a:cubicBezTo>
                  <a:pt x="4961" y="8"/>
                  <a:pt x="4980" y="13"/>
                  <a:pt x="4999" y="20"/>
                </a:cubicBezTo>
                <a:cubicBezTo>
                  <a:pt x="5017" y="26"/>
                  <a:pt x="5035" y="35"/>
                  <a:pt x="5051" y="44"/>
                </a:cubicBezTo>
                <a:cubicBezTo>
                  <a:pt x="5068" y="54"/>
                  <a:pt x="5083" y="65"/>
                  <a:pt x="5097" y="77"/>
                </a:cubicBezTo>
                <a:cubicBezTo>
                  <a:pt x="5111" y="89"/>
                  <a:pt x="5124" y="103"/>
                  <a:pt x="5135" y="117"/>
                </a:cubicBezTo>
                <a:cubicBezTo>
                  <a:pt x="5146" y="132"/>
                  <a:pt x="5156" y="147"/>
                  <a:pt x="5163" y="163"/>
                </a:cubicBezTo>
                <a:cubicBezTo>
                  <a:pt x="5171" y="179"/>
                  <a:pt x="5177" y="196"/>
                  <a:pt x="5181" y="213"/>
                </a:cubicBezTo>
                <a:cubicBezTo>
                  <a:pt x="5185" y="230"/>
                  <a:pt x="5186" y="247"/>
                  <a:pt x="5186" y="264"/>
                </a:cubicBezTo>
                <a:lnTo>
                  <a:pt x="5186" y="3625"/>
                </a:lnTo>
                <a:cubicBezTo>
                  <a:pt x="5186" y="3645"/>
                  <a:pt x="5185" y="3665"/>
                  <a:pt x="5181" y="3685"/>
                </a:cubicBezTo>
                <a:cubicBezTo>
                  <a:pt x="5177" y="3704"/>
                  <a:pt x="5171" y="3723"/>
                  <a:pt x="5163" y="3742"/>
                </a:cubicBezTo>
                <a:cubicBezTo>
                  <a:pt x="5156" y="3760"/>
                  <a:pt x="5146" y="3778"/>
                  <a:pt x="5135" y="3794"/>
                </a:cubicBezTo>
                <a:cubicBezTo>
                  <a:pt x="5124" y="3811"/>
                  <a:pt x="5111" y="3826"/>
                  <a:pt x="5097" y="3841"/>
                </a:cubicBezTo>
                <a:cubicBezTo>
                  <a:pt x="5083" y="3855"/>
                  <a:pt x="5068" y="3867"/>
                  <a:pt x="5051" y="3878"/>
                </a:cubicBezTo>
                <a:cubicBezTo>
                  <a:pt x="5035" y="3889"/>
                  <a:pt x="5017" y="3899"/>
                  <a:pt x="4999" y="3906"/>
                </a:cubicBezTo>
                <a:cubicBezTo>
                  <a:pt x="4980" y="3914"/>
                  <a:pt x="4961" y="3920"/>
                  <a:pt x="4942" y="3924"/>
                </a:cubicBezTo>
                <a:cubicBezTo>
                  <a:pt x="4922" y="3928"/>
                  <a:pt x="4902" y="3930"/>
                  <a:pt x="4882" y="3930"/>
                </a:cubicBezTo>
                <a:lnTo>
                  <a:pt x="304" y="3930"/>
                </a:lnTo>
                <a:cubicBezTo>
                  <a:pt x="284" y="3930"/>
                  <a:pt x="264" y="3928"/>
                  <a:pt x="245" y="3924"/>
                </a:cubicBezTo>
                <a:cubicBezTo>
                  <a:pt x="225" y="3920"/>
                  <a:pt x="206" y="3914"/>
                  <a:pt x="187" y="3906"/>
                </a:cubicBezTo>
                <a:cubicBezTo>
                  <a:pt x="169" y="3899"/>
                  <a:pt x="151" y="3889"/>
                  <a:pt x="135" y="3878"/>
                </a:cubicBezTo>
                <a:cubicBezTo>
                  <a:pt x="118" y="3867"/>
                  <a:pt x="103" y="3855"/>
                  <a:pt x="89" y="3841"/>
                </a:cubicBezTo>
                <a:cubicBezTo>
                  <a:pt x="75" y="3826"/>
                  <a:pt x="62" y="3811"/>
                  <a:pt x="51" y="3794"/>
                </a:cubicBezTo>
                <a:cubicBezTo>
                  <a:pt x="40" y="3778"/>
                  <a:pt x="30" y="3760"/>
                  <a:pt x="23" y="3742"/>
                </a:cubicBezTo>
                <a:cubicBezTo>
                  <a:pt x="15" y="3723"/>
                  <a:pt x="9" y="3704"/>
                  <a:pt x="5" y="3685"/>
                </a:cubicBezTo>
                <a:cubicBezTo>
                  <a:pt x="2" y="3665"/>
                  <a:pt x="0" y="3645"/>
                  <a:pt x="0" y="36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4819320" y="1790640"/>
            <a:ext cx="1877040" cy="1438560"/>
          </a:xfrm>
          <a:custGeom>
            <a:avLst/>
            <a:gdLst/>
            <a:ahLst/>
            <a:rect l="0" t="0" r="r" b="b"/>
            <a:pathLst>
              <a:path w="5214" h="3996">
                <a:moveTo>
                  <a:pt x="0" y="0"/>
                </a:moveTo>
                <a:lnTo>
                  <a:pt x="5214" y="0"/>
                </a:lnTo>
                <a:lnTo>
                  <a:pt x="5214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4819320" y="1790640"/>
            <a:ext cx="1877040" cy="1438560"/>
          </a:xfrm>
          <a:custGeom>
            <a:avLst/>
            <a:gdLst/>
            <a:ahLst/>
            <a:rect l="0" t="0" r="r" b="b"/>
            <a:pathLst>
              <a:path w="5214" h="3996">
                <a:moveTo>
                  <a:pt x="0" y="0"/>
                </a:moveTo>
                <a:lnTo>
                  <a:pt x="5214" y="0"/>
                </a:lnTo>
                <a:lnTo>
                  <a:pt x="5214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4819320" y="1790640"/>
            <a:ext cx="1877040" cy="1438560"/>
          </a:xfrm>
          <a:custGeom>
            <a:avLst/>
            <a:gdLst/>
            <a:ahLst/>
            <a:rect l="0" t="0" r="r" b="b"/>
            <a:pathLst>
              <a:path w="5214" h="3996">
                <a:moveTo>
                  <a:pt x="0" y="0"/>
                </a:moveTo>
                <a:lnTo>
                  <a:pt x="5214" y="0"/>
                </a:lnTo>
                <a:lnTo>
                  <a:pt x="5214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4819320" y="1790640"/>
            <a:ext cx="1877040" cy="1438560"/>
          </a:xfrm>
          <a:custGeom>
            <a:avLst/>
            <a:gdLst/>
            <a:ahLst/>
            <a:rect l="0" t="0" r="r" b="b"/>
            <a:pathLst>
              <a:path w="5214" h="3996">
                <a:moveTo>
                  <a:pt x="0" y="0"/>
                </a:moveTo>
                <a:lnTo>
                  <a:pt x="5214" y="0"/>
                </a:lnTo>
                <a:lnTo>
                  <a:pt x="5214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5046120" y="1984680"/>
            <a:ext cx="274680" cy="297720"/>
          </a:xfrm>
          <a:custGeom>
            <a:avLst/>
            <a:gdLst/>
            <a:ahLst/>
            <a:rect l="0" t="0" r="r" b="b"/>
            <a:pathLst>
              <a:path w="763" h="827">
                <a:moveTo>
                  <a:pt x="699" y="64"/>
                </a:moveTo>
                <a:lnTo>
                  <a:pt x="572" y="64"/>
                </a:lnTo>
                <a:lnTo>
                  <a:pt x="572" y="0"/>
                </a:lnTo>
                <a:lnTo>
                  <a:pt x="509" y="0"/>
                </a:lnTo>
                <a:lnTo>
                  <a:pt x="509" y="64"/>
                </a:lnTo>
                <a:lnTo>
                  <a:pt x="255" y="64"/>
                </a:lnTo>
                <a:lnTo>
                  <a:pt x="255" y="0"/>
                </a:lnTo>
                <a:lnTo>
                  <a:pt x="192" y="0"/>
                </a:lnTo>
                <a:lnTo>
                  <a:pt x="192" y="64"/>
                </a:lnTo>
                <a:lnTo>
                  <a:pt x="65" y="64"/>
                </a:lnTo>
                <a:cubicBezTo>
                  <a:pt x="29" y="64"/>
                  <a:pt x="0" y="92"/>
                  <a:pt x="0" y="127"/>
                </a:cubicBezTo>
                <a:lnTo>
                  <a:pt x="0" y="763"/>
                </a:lnTo>
                <a:cubicBezTo>
                  <a:pt x="0" y="798"/>
                  <a:pt x="29" y="827"/>
                  <a:pt x="65" y="827"/>
                </a:cubicBezTo>
                <a:lnTo>
                  <a:pt x="699" y="827"/>
                </a:lnTo>
                <a:cubicBezTo>
                  <a:pt x="734" y="827"/>
                  <a:pt x="763" y="798"/>
                  <a:pt x="763" y="763"/>
                </a:cubicBezTo>
                <a:lnTo>
                  <a:pt x="763" y="127"/>
                </a:lnTo>
                <a:cubicBezTo>
                  <a:pt x="763" y="92"/>
                  <a:pt x="734" y="64"/>
                  <a:pt x="699" y="64"/>
                </a:cubicBezTo>
                <a:moveTo>
                  <a:pt x="699" y="763"/>
                </a:moveTo>
                <a:lnTo>
                  <a:pt x="65" y="763"/>
                </a:lnTo>
                <a:lnTo>
                  <a:pt x="65" y="318"/>
                </a:lnTo>
                <a:lnTo>
                  <a:pt x="699" y="318"/>
                </a:lnTo>
                <a:lnTo>
                  <a:pt x="699" y="763"/>
                </a:lnTo>
                <a:moveTo>
                  <a:pt x="699" y="254"/>
                </a:moveTo>
                <a:lnTo>
                  <a:pt x="65" y="254"/>
                </a:lnTo>
                <a:lnTo>
                  <a:pt x="65" y="127"/>
                </a:lnTo>
                <a:lnTo>
                  <a:pt x="192" y="127"/>
                </a:lnTo>
                <a:lnTo>
                  <a:pt x="192" y="191"/>
                </a:lnTo>
                <a:lnTo>
                  <a:pt x="255" y="191"/>
                </a:lnTo>
                <a:lnTo>
                  <a:pt x="255" y="127"/>
                </a:lnTo>
                <a:lnTo>
                  <a:pt x="509" y="127"/>
                </a:lnTo>
                <a:lnTo>
                  <a:pt x="509" y="191"/>
                </a:lnTo>
                <a:lnTo>
                  <a:pt x="572" y="191"/>
                </a:lnTo>
                <a:lnTo>
                  <a:pt x="572" y="127"/>
                </a:lnTo>
                <a:lnTo>
                  <a:pt x="699" y="127"/>
                </a:lnTo>
                <a:lnTo>
                  <a:pt x="699" y="25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571640" y="238824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306400" y="2390040"/>
            <a:ext cx="10494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30 september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015880" y="2612880"/>
            <a:ext cx="1669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voorbeelduitwerking leerroute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5015880" y="2774880"/>
            <a:ext cx="1751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1 naast het eigen model van de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5463720" y="2946240"/>
            <a:ext cx="637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instellingen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7014960" y="1895400"/>
            <a:ext cx="1857600" cy="1252800"/>
          </a:xfrm>
          <a:custGeom>
            <a:avLst/>
            <a:gdLst/>
            <a:ahLst/>
            <a:rect l="0" t="0" r="r" b="b"/>
            <a:pathLst>
              <a:path w="5160" h="3480">
                <a:moveTo>
                  <a:pt x="0" y="3175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4856" y="0"/>
                </a:lnTo>
                <a:cubicBezTo>
                  <a:pt x="4876" y="0"/>
                  <a:pt x="4896" y="1"/>
                  <a:pt x="4916" y="5"/>
                </a:cubicBezTo>
                <a:cubicBezTo>
                  <a:pt x="4935" y="8"/>
                  <a:pt x="4954" y="13"/>
                  <a:pt x="4973" y="20"/>
                </a:cubicBezTo>
                <a:cubicBezTo>
                  <a:pt x="4991" y="26"/>
                  <a:pt x="5009" y="35"/>
                  <a:pt x="5025" y="44"/>
                </a:cubicBezTo>
                <a:cubicBezTo>
                  <a:pt x="5042" y="54"/>
                  <a:pt x="5057" y="65"/>
                  <a:pt x="5071" y="77"/>
                </a:cubicBezTo>
                <a:cubicBezTo>
                  <a:pt x="5085" y="89"/>
                  <a:pt x="5098" y="103"/>
                  <a:pt x="5109" y="117"/>
                </a:cubicBezTo>
                <a:cubicBezTo>
                  <a:pt x="5120" y="132"/>
                  <a:pt x="5130" y="147"/>
                  <a:pt x="5137" y="163"/>
                </a:cubicBezTo>
                <a:cubicBezTo>
                  <a:pt x="5145" y="179"/>
                  <a:pt x="5151" y="196"/>
                  <a:pt x="5155" y="213"/>
                </a:cubicBezTo>
                <a:cubicBezTo>
                  <a:pt x="5158" y="230"/>
                  <a:pt x="5160" y="247"/>
                  <a:pt x="5160" y="264"/>
                </a:cubicBezTo>
                <a:lnTo>
                  <a:pt x="5160" y="3175"/>
                </a:lnTo>
                <a:cubicBezTo>
                  <a:pt x="5160" y="3195"/>
                  <a:pt x="5158" y="3214"/>
                  <a:pt x="5155" y="3234"/>
                </a:cubicBezTo>
                <a:cubicBezTo>
                  <a:pt x="5151" y="3254"/>
                  <a:pt x="5145" y="3273"/>
                  <a:pt x="5137" y="3291"/>
                </a:cubicBezTo>
                <a:cubicBezTo>
                  <a:pt x="5130" y="3310"/>
                  <a:pt x="5120" y="3327"/>
                  <a:pt x="5109" y="3344"/>
                </a:cubicBezTo>
                <a:cubicBezTo>
                  <a:pt x="5098" y="3360"/>
                  <a:pt x="5085" y="3376"/>
                  <a:pt x="5071" y="3390"/>
                </a:cubicBezTo>
                <a:cubicBezTo>
                  <a:pt x="5057" y="3404"/>
                  <a:pt x="5042" y="3417"/>
                  <a:pt x="5025" y="3428"/>
                </a:cubicBezTo>
                <a:cubicBezTo>
                  <a:pt x="5009" y="3440"/>
                  <a:pt x="4991" y="3449"/>
                  <a:pt x="4973" y="3457"/>
                </a:cubicBezTo>
                <a:cubicBezTo>
                  <a:pt x="4954" y="3464"/>
                  <a:pt x="4935" y="3470"/>
                  <a:pt x="4916" y="3474"/>
                </a:cubicBezTo>
                <a:cubicBezTo>
                  <a:pt x="4896" y="3478"/>
                  <a:pt x="4876" y="3480"/>
                  <a:pt x="4856" y="3480"/>
                </a:cubicBezTo>
                <a:lnTo>
                  <a:pt x="304" y="3480"/>
                </a:lnTo>
                <a:cubicBezTo>
                  <a:pt x="284" y="3480"/>
                  <a:pt x="265" y="3478"/>
                  <a:pt x="245" y="3474"/>
                </a:cubicBezTo>
                <a:cubicBezTo>
                  <a:pt x="225" y="3470"/>
                  <a:pt x="206" y="3464"/>
                  <a:pt x="188" y="3457"/>
                </a:cubicBezTo>
                <a:cubicBezTo>
                  <a:pt x="169" y="3449"/>
                  <a:pt x="152" y="3440"/>
                  <a:pt x="135" y="3428"/>
                </a:cubicBezTo>
                <a:cubicBezTo>
                  <a:pt x="119" y="3417"/>
                  <a:pt x="103" y="3404"/>
                  <a:pt x="89" y="3390"/>
                </a:cubicBezTo>
                <a:cubicBezTo>
                  <a:pt x="75" y="3376"/>
                  <a:pt x="62" y="3360"/>
                  <a:pt x="51" y="3344"/>
                </a:cubicBezTo>
                <a:cubicBezTo>
                  <a:pt x="40" y="3327"/>
                  <a:pt x="31" y="3310"/>
                  <a:pt x="23" y="3291"/>
                </a:cubicBezTo>
                <a:cubicBezTo>
                  <a:pt x="16" y="3273"/>
                  <a:pt x="10" y="3254"/>
                  <a:pt x="6" y="3234"/>
                </a:cubicBezTo>
                <a:cubicBezTo>
                  <a:pt x="2" y="3214"/>
                  <a:pt x="0" y="3195"/>
                  <a:pt x="0" y="317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7010280" y="1876320"/>
            <a:ext cx="1867320" cy="1276560"/>
          </a:xfrm>
          <a:custGeom>
            <a:avLst/>
            <a:gdLst/>
            <a:ahLst/>
            <a:rect l="0" t="0" r="r" b="b"/>
            <a:pathLst>
              <a:path w="5187" h="3546">
                <a:moveTo>
                  <a:pt x="0" y="0"/>
                </a:moveTo>
                <a:lnTo>
                  <a:pt x="5187" y="0"/>
                </a:lnTo>
                <a:lnTo>
                  <a:pt x="5187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7010280" y="1876320"/>
            <a:ext cx="1867320" cy="1276560"/>
          </a:xfrm>
          <a:custGeom>
            <a:avLst/>
            <a:gdLst/>
            <a:ahLst/>
            <a:rect l="0" t="0" r="r" b="b"/>
            <a:pathLst>
              <a:path w="5187" h="3546">
                <a:moveTo>
                  <a:pt x="0" y="0"/>
                </a:moveTo>
                <a:lnTo>
                  <a:pt x="5187" y="0"/>
                </a:lnTo>
                <a:lnTo>
                  <a:pt x="5187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7010280" y="1876320"/>
            <a:ext cx="1867320" cy="1276560"/>
          </a:xfrm>
          <a:custGeom>
            <a:avLst/>
            <a:gdLst/>
            <a:ahLst/>
            <a:rect l="0" t="0" r="r" b="b"/>
            <a:pathLst>
              <a:path w="5187" h="3546">
                <a:moveTo>
                  <a:pt x="0" y="0"/>
                </a:moveTo>
                <a:lnTo>
                  <a:pt x="5187" y="0"/>
                </a:lnTo>
                <a:lnTo>
                  <a:pt x="5187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7010280" y="1876320"/>
            <a:ext cx="1867320" cy="1276560"/>
          </a:xfrm>
          <a:custGeom>
            <a:avLst/>
            <a:gdLst/>
            <a:ahLst/>
            <a:rect l="0" t="0" r="r" b="b"/>
            <a:pathLst>
              <a:path w="5187" h="3546">
                <a:moveTo>
                  <a:pt x="0" y="0"/>
                </a:moveTo>
                <a:lnTo>
                  <a:pt x="5187" y="0"/>
                </a:lnTo>
                <a:lnTo>
                  <a:pt x="5187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7204680" y="2070720"/>
            <a:ext cx="319680" cy="321120"/>
          </a:xfrm>
          <a:custGeom>
            <a:avLst/>
            <a:gdLst/>
            <a:ahLst/>
            <a:rect l="0" t="0" r="r" b="b"/>
            <a:pathLst>
              <a:path w="888" h="892">
                <a:moveTo>
                  <a:pt x="320" y="0"/>
                </a:moveTo>
                <a:cubicBezTo>
                  <a:pt x="258" y="-1"/>
                  <a:pt x="201" y="16"/>
                  <a:pt x="149" y="51"/>
                </a:cubicBezTo>
                <a:lnTo>
                  <a:pt x="352" y="254"/>
                </a:lnTo>
                <a:cubicBezTo>
                  <a:pt x="359" y="260"/>
                  <a:pt x="364" y="267"/>
                  <a:pt x="368" y="275"/>
                </a:cubicBezTo>
                <a:cubicBezTo>
                  <a:pt x="372" y="283"/>
                  <a:pt x="375" y="292"/>
                  <a:pt x="375" y="301"/>
                </a:cubicBezTo>
                <a:cubicBezTo>
                  <a:pt x="376" y="310"/>
                  <a:pt x="375" y="318"/>
                  <a:pt x="372" y="327"/>
                </a:cubicBezTo>
                <a:cubicBezTo>
                  <a:pt x="369" y="335"/>
                  <a:pt x="364" y="343"/>
                  <a:pt x="358" y="350"/>
                </a:cubicBezTo>
                <a:cubicBezTo>
                  <a:pt x="352" y="356"/>
                  <a:pt x="344" y="360"/>
                  <a:pt x="335" y="363"/>
                </a:cubicBezTo>
                <a:cubicBezTo>
                  <a:pt x="327" y="366"/>
                  <a:pt x="318" y="367"/>
                  <a:pt x="309" y="367"/>
                </a:cubicBezTo>
                <a:cubicBezTo>
                  <a:pt x="300" y="366"/>
                  <a:pt x="292" y="364"/>
                  <a:pt x="284" y="360"/>
                </a:cubicBezTo>
                <a:cubicBezTo>
                  <a:pt x="276" y="356"/>
                  <a:pt x="269" y="350"/>
                  <a:pt x="263" y="343"/>
                </a:cubicBezTo>
                <a:lnTo>
                  <a:pt x="54" y="140"/>
                </a:lnTo>
                <a:cubicBezTo>
                  <a:pt x="16" y="195"/>
                  <a:pt x="-2" y="255"/>
                  <a:pt x="0" y="321"/>
                </a:cubicBezTo>
                <a:cubicBezTo>
                  <a:pt x="0" y="342"/>
                  <a:pt x="2" y="363"/>
                  <a:pt x="6" y="384"/>
                </a:cubicBezTo>
                <a:cubicBezTo>
                  <a:pt x="10" y="404"/>
                  <a:pt x="16" y="424"/>
                  <a:pt x="24" y="444"/>
                </a:cubicBezTo>
                <a:cubicBezTo>
                  <a:pt x="32" y="463"/>
                  <a:pt x="42" y="481"/>
                  <a:pt x="54" y="499"/>
                </a:cubicBezTo>
                <a:cubicBezTo>
                  <a:pt x="66" y="516"/>
                  <a:pt x="79" y="533"/>
                  <a:pt x="94" y="547"/>
                </a:cubicBezTo>
                <a:cubicBezTo>
                  <a:pt x="109" y="562"/>
                  <a:pt x="125" y="576"/>
                  <a:pt x="142" y="587"/>
                </a:cubicBezTo>
                <a:cubicBezTo>
                  <a:pt x="160" y="599"/>
                  <a:pt x="178" y="609"/>
                  <a:pt x="198" y="617"/>
                </a:cubicBezTo>
                <a:cubicBezTo>
                  <a:pt x="217" y="625"/>
                  <a:pt x="237" y="631"/>
                  <a:pt x="258" y="635"/>
                </a:cubicBezTo>
                <a:cubicBezTo>
                  <a:pt x="278" y="640"/>
                  <a:pt x="299" y="642"/>
                  <a:pt x="320" y="642"/>
                </a:cubicBezTo>
                <a:cubicBezTo>
                  <a:pt x="348" y="642"/>
                  <a:pt x="376" y="639"/>
                  <a:pt x="403" y="632"/>
                </a:cubicBezTo>
                <a:lnTo>
                  <a:pt x="615" y="845"/>
                </a:lnTo>
                <a:cubicBezTo>
                  <a:pt x="623" y="852"/>
                  <a:pt x="631" y="859"/>
                  <a:pt x="640" y="865"/>
                </a:cubicBezTo>
                <a:cubicBezTo>
                  <a:pt x="648" y="871"/>
                  <a:pt x="657" y="875"/>
                  <a:pt x="667" y="879"/>
                </a:cubicBezTo>
                <a:cubicBezTo>
                  <a:pt x="677" y="883"/>
                  <a:pt x="687" y="886"/>
                  <a:pt x="697" y="888"/>
                </a:cubicBezTo>
                <a:cubicBezTo>
                  <a:pt x="707" y="891"/>
                  <a:pt x="718" y="892"/>
                  <a:pt x="728" y="892"/>
                </a:cubicBezTo>
                <a:cubicBezTo>
                  <a:pt x="739" y="892"/>
                  <a:pt x="749" y="891"/>
                  <a:pt x="759" y="888"/>
                </a:cubicBezTo>
                <a:cubicBezTo>
                  <a:pt x="769" y="886"/>
                  <a:pt x="779" y="883"/>
                  <a:pt x="789" y="879"/>
                </a:cubicBezTo>
                <a:cubicBezTo>
                  <a:pt x="799" y="875"/>
                  <a:pt x="808" y="871"/>
                  <a:pt x="817" y="865"/>
                </a:cubicBezTo>
                <a:cubicBezTo>
                  <a:pt x="825" y="859"/>
                  <a:pt x="834" y="852"/>
                  <a:pt x="842" y="845"/>
                </a:cubicBezTo>
                <a:cubicBezTo>
                  <a:pt x="849" y="837"/>
                  <a:pt x="856" y="829"/>
                  <a:pt x="862" y="821"/>
                </a:cubicBezTo>
                <a:cubicBezTo>
                  <a:pt x="867" y="812"/>
                  <a:pt x="872" y="803"/>
                  <a:pt x="876" y="793"/>
                </a:cubicBezTo>
                <a:cubicBezTo>
                  <a:pt x="880" y="784"/>
                  <a:pt x="883" y="774"/>
                  <a:pt x="885" y="763"/>
                </a:cubicBezTo>
                <a:cubicBezTo>
                  <a:pt x="887" y="753"/>
                  <a:pt x="888" y="743"/>
                  <a:pt x="888" y="732"/>
                </a:cubicBezTo>
                <a:cubicBezTo>
                  <a:pt x="888" y="722"/>
                  <a:pt x="887" y="711"/>
                  <a:pt x="885" y="701"/>
                </a:cubicBezTo>
                <a:cubicBezTo>
                  <a:pt x="883" y="691"/>
                  <a:pt x="880" y="681"/>
                  <a:pt x="876" y="671"/>
                </a:cubicBezTo>
                <a:cubicBezTo>
                  <a:pt x="872" y="662"/>
                  <a:pt x="867" y="652"/>
                  <a:pt x="862" y="644"/>
                </a:cubicBezTo>
                <a:cubicBezTo>
                  <a:pt x="856" y="635"/>
                  <a:pt x="849" y="627"/>
                  <a:pt x="842" y="619"/>
                </a:cubicBezTo>
                <a:lnTo>
                  <a:pt x="628" y="407"/>
                </a:lnTo>
                <a:cubicBezTo>
                  <a:pt x="635" y="380"/>
                  <a:pt x="638" y="352"/>
                  <a:pt x="638" y="324"/>
                </a:cubicBezTo>
                <a:cubicBezTo>
                  <a:pt x="638" y="303"/>
                  <a:pt x="636" y="282"/>
                  <a:pt x="633" y="261"/>
                </a:cubicBezTo>
                <a:cubicBezTo>
                  <a:pt x="629" y="241"/>
                  <a:pt x="623" y="220"/>
                  <a:pt x="615" y="201"/>
                </a:cubicBezTo>
                <a:cubicBezTo>
                  <a:pt x="607" y="181"/>
                  <a:pt x="598" y="163"/>
                  <a:pt x="586" y="145"/>
                </a:cubicBezTo>
                <a:cubicBezTo>
                  <a:pt x="575" y="127"/>
                  <a:pt x="562" y="111"/>
                  <a:pt x="547" y="96"/>
                </a:cubicBezTo>
                <a:cubicBezTo>
                  <a:pt x="532" y="81"/>
                  <a:pt x="516" y="67"/>
                  <a:pt x="499" y="55"/>
                </a:cubicBezTo>
                <a:cubicBezTo>
                  <a:pt x="481" y="43"/>
                  <a:pt x="463" y="32"/>
                  <a:pt x="443" y="24"/>
                </a:cubicBezTo>
                <a:cubicBezTo>
                  <a:pt x="424" y="16"/>
                  <a:pt x="404" y="10"/>
                  <a:pt x="383" y="6"/>
                </a:cubicBezTo>
                <a:cubicBezTo>
                  <a:pt x="362" y="2"/>
                  <a:pt x="341" y="0"/>
                  <a:pt x="320" y="0"/>
                </a:cubicBezTo>
                <a:moveTo>
                  <a:pt x="574" y="321"/>
                </a:moveTo>
                <a:cubicBezTo>
                  <a:pt x="574" y="344"/>
                  <a:pt x="571" y="366"/>
                  <a:pt x="565" y="388"/>
                </a:cubicBezTo>
                <a:lnTo>
                  <a:pt x="555" y="423"/>
                </a:lnTo>
                <a:lnTo>
                  <a:pt x="580" y="448"/>
                </a:lnTo>
                <a:lnTo>
                  <a:pt x="793" y="661"/>
                </a:lnTo>
                <a:cubicBezTo>
                  <a:pt x="812" y="679"/>
                  <a:pt x="822" y="701"/>
                  <a:pt x="822" y="727"/>
                </a:cubicBezTo>
                <a:cubicBezTo>
                  <a:pt x="822" y="754"/>
                  <a:pt x="813" y="776"/>
                  <a:pt x="793" y="794"/>
                </a:cubicBezTo>
                <a:cubicBezTo>
                  <a:pt x="784" y="803"/>
                  <a:pt x="774" y="810"/>
                  <a:pt x="763" y="815"/>
                </a:cubicBezTo>
                <a:cubicBezTo>
                  <a:pt x="751" y="820"/>
                  <a:pt x="739" y="823"/>
                  <a:pt x="726" y="823"/>
                </a:cubicBezTo>
                <a:cubicBezTo>
                  <a:pt x="714" y="823"/>
                  <a:pt x="702" y="820"/>
                  <a:pt x="690" y="815"/>
                </a:cubicBezTo>
                <a:cubicBezTo>
                  <a:pt x="679" y="810"/>
                  <a:pt x="668" y="803"/>
                  <a:pt x="660" y="794"/>
                </a:cubicBezTo>
                <a:lnTo>
                  <a:pt x="447" y="581"/>
                </a:lnTo>
                <a:lnTo>
                  <a:pt x="422" y="556"/>
                </a:lnTo>
                <a:lnTo>
                  <a:pt x="387" y="566"/>
                </a:lnTo>
                <a:cubicBezTo>
                  <a:pt x="365" y="572"/>
                  <a:pt x="343" y="575"/>
                  <a:pt x="320" y="575"/>
                </a:cubicBezTo>
                <a:cubicBezTo>
                  <a:pt x="286" y="575"/>
                  <a:pt x="254" y="569"/>
                  <a:pt x="223" y="556"/>
                </a:cubicBezTo>
                <a:cubicBezTo>
                  <a:pt x="191" y="543"/>
                  <a:pt x="164" y="525"/>
                  <a:pt x="139" y="502"/>
                </a:cubicBezTo>
                <a:cubicBezTo>
                  <a:pt x="114" y="479"/>
                  <a:pt x="95" y="451"/>
                  <a:pt x="82" y="420"/>
                </a:cubicBezTo>
                <a:cubicBezTo>
                  <a:pt x="69" y="388"/>
                  <a:pt x="62" y="355"/>
                  <a:pt x="63" y="321"/>
                </a:cubicBezTo>
                <a:cubicBezTo>
                  <a:pt x="63" y="297"/>
                  <a:pt x="66" y="274"/>
                  <a:pt x="73" y="251"/>
                </a:cubicBezTo>
                <a:lnTo>
                  <a:pt x="212" y="391"/>
                </a:lnTo>
                <a:cubicBezTo>
                  <a:pt x="224" y="404"/>
                  <a:pt x="238" y="414"/>
                  <a:pt x="254" y="421"/>
                </a:cubicBezTo>
                <a:cubicBezTo>
                  <a:pt x="270" y="429"/>
                  <a:pt x="287" y="433"/>
                  <a:pt x="305" y="433"/>
                </a:cubicBezTo>
                <a:cubicBezTo>
                  <a:pt x="322" y="434"/>
                  <a:pt x="339" y="431"/>
                  <a:pt x="356" y="425"/>
                </a:cubicBezTo>
                <a:cubicBezTo>
                  <a:pt x="372" y="419"/>
                  <a:pt x="387" y="409"/>
                  <a:pt x="400" y="397"/>
                </a:cubicBezTo>
                <a:cubicBezTo>
                  <a:pt x="412" y="385"/>
                  <a:pt x="421" y="370"/>
                  <a:pt x="427" y="353"/>
                </a:cubicBezTo>
                <a:cubicBezTo>
                  <a:pt x="433" y="337"/>
                  <a:pt x="436" y="320"/>
                  <a:pt x="436" y="302"/>
                </a:cubicBezTo>
                <a:cubicBezTo>
                  <a:pt x="435" y="285"/>
                  <a:pt x="431" y="268"/>
                  <a:pt x="424" y="252"/>
                </a:cubicBezTo>
                <a:cubicBezTo>
                  <a:pt x="416" y="236"/>
                  <a:pt x="406" y="222"/>
                  <a:pt x="393" y="210"/>
                </a:cubicBezTo>
                <a:lnTo>
                  <a:pt x="254" y="70"/>
                </a:lnTo>
                <a:cubicBezTo>
                  <a:pt x="274" y="64"/>
                  <a:pt x="295" y="61"/>
                  <a:pt x="317" y="61"/>
                </a:cubicBezTo>
                <a:cubicBezTo>
                  <a:pt x="351" y="61"/>
                  <a:pt x="383" y="67"/>
                  <a:pt x="414" y="80"/>
                </a:cubicBezTo>
                <a:cubicBezTo>
                  <a:pt x="446" y="93"/>
                  <a:pt x="474" y="111"/>
                  <a:pt x="498" y="134"/>
                </a:cubicBezTo>
                <a:cubicBezTo>
                  <a:pt x="522" y="159"/>
                  <a:pt x="541" y="188"/>
                  <a:pt x="554" y="220"/>
                </a:cubicBezTo>
                <a:cubicBezTo>
                  <a:pt x="567" y="252"/>
                  <a:pt x="574" y="286"/>
                  <a:pt x="574" y="321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6755040" y="238824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7380360" y="2475720"/>
            <a:ext cx="1369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Bouwen en testen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7446960" y="2698560"/>
            <a:ext cx="1114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via de scholen, door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56840" y="3466800"/>
            <a:ext cx="4115160" cy="1114920"/>
          </a:xfrm>
          <a:custGeom>
            <a:avLst/>
            <a:gdLst/>
            <a:ahLst/>
            <a:rect l="0" t="0" r="r" b="b"/>
            <a:pathLst>
              <a:path w="11431" h="3097">
                <a:moveTo>
                  <a:pt x="0" y="0"/>
                </a:moveTo>
                <a:lnTo>
                  <a:pt x="11431" y="0"/>
                </a:lnTo>
                <a:lnTo>
                  <a:pt x="11431" y="3097"/>
                </a:lnTo>
                <a:lnTo>
                  <a:pt x="0" y="30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56840" y="34668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456840" y="457164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4562280" y="3466800"/>
            <a:ext cx="9720" cy="1114920"/>
          </a:xfrm>
          <a:custGeom>
            <a:avLst/>
            <a:gdLst/>
            <a:ahLst/>
            <a:rect l="0" t="0" r="r" b="b"/>
            <a:pathLst>
              <a:path w="27" h="3097">
                <a:moveTo>
                  <a:pt x="0" y="106"/>
                </a:moveTo>
                <a:lnTo>
                  <a:pt x="0" y="3097"/>
                </a:lnTo>
                <a:lnTo>
                  <a:pt x="27" y="30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456840" y="3466800"/>
            <a:ext cx="10080" cy="1114920"/>
          </a:xfrm>
          <a:custGeom>
            <a:avLst/>
            <a:gdLst/>
            <a:ahLst/>
            <a:rect l="0" t="0" r="r" b="b"/>
            <a:pathLst>
              <a:path w="28" h="3097">
                <a:moveTo>
                  <a:pt x="0" y="0"/>
                </a:moveTo>
                <a:lnTo>
                  <a:pt x="0" y="3097"/>
                </a:lnTo>
                <a:lnTo>
                  <a:pt x="28" y="30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633960" y="3605760"/>
            <a:ext cx="208080" cy="208080"/>
          </a:xfrm>
          <a:custGeom>
            <a:avLst/>
            <a:gdLst/>
            <a:ahLst/>
            <a:rect l="0" t="0" r="r" b="b"/>
            <a:pathLst>
              <a:path w="578" h="578">
                <a:moveTo>
                  <a:pt x="537" y="0"/>
                </a:moveTo>
                <a:lnTo>
                  <a:pt x="289" y="0"/>
                </a:lnTo>
                <a:cubicBezTo>
                  <a:pt x="284" y="0"/>
                  <a:pt x="279" y="1"/>
                  <a:pt x="274" y="3"/>
                </a:cubicBezTo>
                <a:cubicBezTo>
                  <a:pt x="269" y="5"/>
                  <a:pt x="264" y="8"/>
                  <a:pt x="260" y="12"/>
                </a:cubicBezTo>
                <a:cubicBezTo>
                  <a:pt x="255" y="16"/>
                  <a:pt x="252" y="20"/>
                  <a:pt x="250" y="25"/>
                </a:cubicBezTo>
                <a:cubicBezTo>
                  <a:pt x="248" y="30"/>
                  <a:pt x="247" y="35"/>
                  <a:pt x="247" y="41"/>
                </a:cubicBezTo>
                <a:lnTo>
                  <a:pt x="247" y="248"/>
                </a:lnTo>
                <a:lnTo>
                  <a:pt x="41" y="248"/>
                </a:lnTo>
                <a:cubicBezTo>
                  <a:pt x="35" y="248"/>
                  <a:pt x="30" y="249"/>
                  <a:pt x="25" y="251"/>
                </a:cubicBezTo>
                <a:cubicBezTo>
                  <a:pt x="20" y="253"/>
                  <a:pt x="16" y="256"/>
                  <a:pt x="12" y="260"/>
                </a:cubicBezTo>
                <a:cubicBezTo>
                  <a:pt x="8" y="264"/>
                  <a:pt x="5" y="269"/>
                  <a:pt x="3" y="274"/>
                </a:cubicBezTo>
                <a:cubicBezTo>
                  <a:pt x="1" y="279"/>
                  <a:pt x="0" y="284"/>
                  <a:pt x="0" y="289"/>
                </a:cubicBezTo>
                <a:lnTo>
                  <a:pt x="0" y="578"/>
                </a:lnTo>
                <a:lnTo>
                  <a:pt x="578" y="578"/>
                </a:lnTo>
                <a:lnTo>
                  <a:pt x="578" y="41"/>
                </a:lnTo>
                <a:cubicBezTo>
                  <a:pt x="578" y="35"/>
                  <a:pt x="577" y="30"/>
                  <a:pt x="575" y="25"/>
                </a:cubicBezTo>
                <a:cubicBezTo>
                  <a:pt x="573" y="20"/>
                  <a:pt x="570" y="16"/>
                  <a:pt x="566" y="12"/>
                </a:cubicBezTo>
                <a:cubicBezTo>
                  <a:pt x="562" y="8"/>
                  <a:pt x="558" y="5"/>
                  <a:pt x="553" y="3"/>
                </a:cubicBezTo>
                <a:cubicBezTo>
                  <a:pt x="548" y="1"/>
                  <a:pt x="542" y="0"/>
                  <a:pt x="537" y="0"/>
                </a:cubicBezTo>
                <a:moveTo>
                  <a:pt x="144" y="537"/>
                </a:moveTo>
                <a:lnTo>
                  <a:pt x="144" y="393"/>
                </a:lnTo>
                <a:lnTo>
                  <a:pt x="227" y="393"/>
                </a:lnTo>
                <a:lnTo>
                  <a:pt x="227" y="537"/>
                </a:lnTo>
                <a:lnTo>
                  <a:pt x="144" y="537"/>
                </a:lnTo>
                <a:moveTo>
                  <a:pt x="537" y="537"/>
                </a:moveTo>
                <a:lnTo>
                  <a:pt x="269" y="537"/>
                </a:lnTo>
                <a:lnTo>
                  <a:pt x="269" y="372"/>
                </a:lnTo>
                <a:cubicBezTo>
                  <a:pt x="269" y="366"/>
                  <a:pt x="267" y="361"/>
                  <a:pt x="263" y="357"/>
                </a:cubicBezTo>
                <a:cubicBezTo>
                  <a:pt x="258" y="353"/>
                  <a:pt x="253" y="351"/>
                  <a:pt x="247" y="351"/>
                </a:cubicBezTo>
                <a:lnTo>
                  <a:pt x="123" y="351"/>
                </a:lnTo>
                <a:cubicBezTo>
                  <a:pt x="118" y="351"/>
                  <a:pt x="113" y="353"/>
                  <a:pt x="109" y="357"/>
                </a:cubicBezTo>
                <a:cubicBezTo>
                  <a:pt x="105" y="361"/>
                  <a:pt x="103" y="366"/>
                  <a:pt x="103" y="372"/>
                </a:cubicBezTo>
                <a:lnTo>
                  <a:pt x="103" y="537"/>
                </a:lnTo>
                <a:lnTo>
                  <a:pt x="41" y="537"/>
                </a:lnTo>
                <a:lnTo>
                  <a:pt x="41" y="289"/>
                </a:lnTo>
                <a:lnTo>
                  <a:pt x="289" y="289"/>
                </a:lnTo>
                <a:lnTo>
                  <a:pt x="289" y="41"/>
                </a:lnTo>
                <a:lnTo>
                  <a:pt x="537" y="41"/>
                </a:lnTo>
                <a:lnTo>
                  <a:pt x="537" y="53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752760" y="3650040"/>
            <a:ext cx="59760" cy="104400"/>
          </a:xfrm>
          <a:custGeom>
            <a:avLst/>
            <a:gdLst/>
            <a:ahLst/>
            <a:rect l="0" t="0" r="r" b="b"/>
            <a:pathLst>
              <a:path w="166" h="290">
                <a:moveTo>
                  <a:pt x="0" y="0"/>
                </a:moveTo>
                <a:lnTo>
                  <a:pt x="41" y="0"/>
                </a:lnTo>
                <a:lnTo>
                  <a:pt x="41" y="42"/>
                </a:lnTo>
                <a:lnTo>
                  <a:pt x="0" y="42"/>
                </a:lnTo>
                <a:lnTo>
                  <a:pt x="0" y="0"/>
                </a:lnTo>
                <a:moveTo>
                  <a:pt x="123" y="0"/>
                </a:moveTo>
                <a:lnTo>
                  <a:pt x="166" y="0"/>
                </a:lnTo>
                <a:lnTo>
                  <a:pt x="166" y="42"/>
                </a:lnTo>
                <a:lnTo>
                  <a:pt x="123" y="42"/>
                </a:lnTo>
                <a:lnTo>
                  <a:pt x="123" y="0"/>
                </a:lnTo>
                <a:moveTo>
                  <a:pt x="0" y="125"/>
                </a:moveTo>
                <a:lnTo>
                  <a:pt x="41" y="125"/>
                </a:lnTo>
                <a:lnTo>
                  <a:pt x="41" y="166"/>
                </a:lnTo>
                <a:lnTo>
                  <a:pt x="0" y="166"/>
                </a:lnTo>
                <a:lnTo>
                  <a:pt x="0" y="125"/>
                </a:lnTo>
                <a:moveTo>
                  <a:pt x="123" y="125"/>
                </a:moveTo>
                <a:lnTo>
                  <a:pt x="166" y="125"/>
                </a:lnTo>
                <a:lnTo>
                  <a:pt x="166" y="166"/>
                </a:lnTo>
                <a:lnTo>
                  <a:pt x="123" y="166"/>
                </a:lnTo>
                <a:lnTo>
                  <a:pt x="123" y="125"/>
                </a:lnTo>
                <a:moveTo>
                  <a:pt x="0" y="249"/>
                </a:moveTo>
                <a:lnTo>
                  <a:pt x="41" y="249"/>
                </a:lnTo>
                <a:lnTo>
                  <a:pt x="41" y="290"/>
                </a:lnTo>
                <a:lnTo>
                  <a:pt x="0" y="290"/>
                </a:lnTo>
                <a:lnTo>
                  <a:pt x="0" y="249"/>
                </a:lnTo>
                <a:moveTo>
                  <a:pt x="123" y="249"/>
                </a:moveTo>
                <a:lnTo>
                  <a:pt x="166" y="249"/>
                </a:lnTo>
                <a:lnTo>
                  <a:pt x="166" y="290"/>
                </a:lnTo>
                <a:lnTo>
                  <a:pt x="123" y="290"/>
                </a:lnTo>
                <a:lnTo>
                  <a:pt x="123" y="24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7642080" y="286056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leveranciers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856800" y="3663360"/>
            <a:ext cx="345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Binnen de deur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: catalogus, planning en rooster,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619200" y="3882600"/>
            <a:ext cx="4094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studentkeuze, kernregistratie en studentvolgsysteem, LMS,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619200" y="4092120"/>
            <a:ext cx="4147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examinering. De pijlen ertussen zijn de koppelingen die OKx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4762440" y="3466800"/>
            <a:ext cx="4115160" cy="905400"/>
          </a:xfrm>
          <a:custGeom>
            <a:avLst/>
            <a:gdLst/>
            <a:ahLst/>
            <a:rect l="0" t="0" r="r" b="b"/>
            <a:pathLst>
              <a:path w="11431" h="2515">
                <a:moveTo>
                  <a:pt x="0" y="0"/>
                </a:moveTo>
                <a:lnTo>
                  <a:pt x="11431" y="0"/>
                </a:lnTo>
                <a:lnTo>
                  <a:pt x="11431" y="2515"/>
                </a:lnTo>
                <a:lnTo>
                  <a:pt x="0" y="25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4762440" y="34668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4762440" y="43621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8867520" y="3466800"/>
            <a:ext cx="10080" cy="905400"/>
          </a:xfrm>
          <a:custGeom>
            <a:avLst/>
            <a:gdLst/>
            <a:ahLst/>
            <a:rect l="0" t="0" r="r" b="b"/>
            <a:pathLst>
              <a:path w="28" h="2515">
                <a:moveTo>
                  <a:pt x="0" y="106"/>
                </a:moveTo>
                <a:lnTo>
                  <a:pt x="0" y="2515"/>
                </a:lnTo>
                <a:lnTo>
                  <a:pt x="28" y="251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4762440" y="3466800"/>
            <a:ext cx="9720" cy="905400"/>
          </a:xfrm>
          <a:custGeom>
            <a:avLst/>
            <a:gdLst/>
            <a:ahLst/>
            <a:rect l="0" t="0" r="r" b="b"/>
            <a:pathLst>
              <a:path w="27" h="2515">
                <a:moveTo>
                  <a:pt x="0" y="0"/>
                </a:moveTo>
                <a:lnTo>
                  <a:pt x="0" y="2515"/>
                </a:lnTo>
                <a:lnTo>
                  <a:pt x="27" y="251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4991040" y="3648600"/>
            <a:ext cx="104400" cy="165240"/>
          </a:xfrm>
          <a:custGeom>
            <a:avLst/>
            <a:gdLst/>
            <a:ahLst/>
            <a:rect l="0" t="0" r="r" b="b"/>
            <a:pathLst>
              <a:path w="290" h="459">
                <a:moveTo>
                  <a:pt x="124" y="87"/>
                </a:moveTo>
                <a:lnTo>
                  <a:pt x="166" y="87"/>
                </a:lnTo>
                <a:lnTo>
                  <a:pt x="166" y="459"/>
                </a:lnTo>
                <a:lnTo>
                  <a:pt x="124" y="459"/>
                </a:lnTo>
                <a:lnTo>
                  <a:pt x="124" y="87"/>
                </a:lnTo>
                <a:moveTo>
                  <a:pt x="48" y="216"/>
                </a:moveTo>
                <a:cubicBezTo>
                  <a:pt x="41" y="209"/>
                  <a:pt x="34" y="202"/>
                  <a:pt x="28" y="194"/>
                </a:cubicBezTo>
                <a:cubicBezTo>
                  <a:pt x="22" y="186"/>
                  <a:pt x="17" y="177"/>
                  <a:pt x="13" y="167"/>
                </a:cubicBezTo>
                <a:cubicBezTo>
                  <a:pt x="8" y="157"/>
                  <a:pt x="5" y="148"/>
                  <a:pt x="3" y="138"/>
                </a:cubicBezTo>
                <a:cubicBezTo>
                  <a:pt x="1" y="128"/>
                  <a:pt x="0" y="118"/>
                  <a:pt x="0" y="108"/>
                </a:cubicBezTo>
                <a:cubicBezTo>
                  <a:pt x="0" y="97"/>
                  <a:pt x="1" y="87"/>
                  <a:pt x="3" y="77"/>
                </a:cubicBezTo>
                <a:cubicBezTo>
                  <a:pt x="5" y="67"/>
                  <a:pt x="8" y="58"/>
                  <a:pt x="13" y="49"/>
                </a:cubicBezTo>
                <a:cubicBezTo>
                  <a:pt x="17" y="39"/>
                  <a:pt x="22" y="30"/>
                  <a:pt x="28" y="22"/>
                </a:cubicBezTo>
                <a:cubicBezTo>
                  <a:pt x="34" y="14"/>
                  <a:pt x="41" y="7"/>
                  <a:pt x="48" y="0"/>
                </a:cubicBezTo>
                <a:lnTo>
                  <a:pt x="76" y="31"/>
                </a:lnTo>
                <a:cubicBezTo>
                  <a:pt x="70" y="35"/>
                  <a:pt x="66" y="41"/>
                  <a:pt x="61" y="47"/>
                </a:cubicBezTo>
                <a:cubicBezTo>
                  <a:pt x="57" y="52"/>
                  <a:pt x="53" y="59"/>
                  <a:pt x="50" y="65"/>
                </a:cubicBezTo>
                <a:cubicBezTo>
                  <a:pt x="47" y="72"/>
                  <a:pt x="45" y="79"/>
                  <a:pt x="44" y="86"/>
                </a:cubicBezTo>
                <a:cubicBezTo>
                  <a:pt x="42" y="93"/>
                  <a:pt x="41" y="100"/>
                  <a:pt x="41" y="108"/>
                </a:cubicBezTo>
                <a:cubicBezTo>
                  <a:pt x="41" y="115"/>
                  <a:pt x="42" y="122"/>
                  <a:pt x="44" y="129"/>
                </a:cubicBezTo>
                <a:cubicBezTo>
                  <a:pt x="45" y="136"/>
                  <a:pt x="47" y="143"/>
                  <a:pt x="50" y="150"/>
                </a:cubicBezTo>
                <a:cubicBezTo>
                  <a:pt x="53" y="156"/>
                  <a:pt x="57" y="163"/>
                  <a:pt x="61" y="168"/>
                </a:cubicBezTo>
                <a:cubicBezTo>
                  <a:pt x="66" y="175"/>
                  <a:pt x="70" y="181"/>
                  <a:pt x="76" y="185"/>
                </a:cubicBezTo>
                <a:lnTo>
                  <a:pt x="48" y="216"/>
                </a:lnTo>
                <a:moveTo>
                  <a:pt x="242" y="216"/>
                </a:moveTo>
                <a:lnTo>
                  <a:pt x="214" y="185"/>
                </a:lnTo>
                <a:cubicBezTo>
                  <a:pt x="220" y="181"/>
                  <a:pt x="225" y="175"/>
                  <a:pt x="229" y="168"/>
                </a:cubicBezTo>
                <a:cubicBezTo>
                  <a:pt x="233" y="163"/>
                  <a:pt x="237" y="156"/>
                  <a:pt x="240" y="150"/>
                </a:cubicBezTo>
                <a:cubicBezTo>
                  <a:pt x="243" y="143"/>
                  <a:pt x="245" y="136"/>
                  <a:pt x="246" y="129"/>
                </a:cubicBezTo>
                <a:cubicBezTo>
                  <a:pt x="248" y="122"/>
                  <a:pt x="249" y="115"/>
                  <a:pt x="249" y="108"/>
                </a:cubicBezTo>
                <a:cubicBezTo>
                  <a:pt x="249" y="100"/>
                  <a:pt x="248" y="93"/>
                  <a:pt x="246" y="86"/>
                </a:cubicBezTo>
                <a:cubicBezTo>
                  <a:pt x="245" y="79"/>
                  <a:pt x="243" y="72"/>
                  <a:pt x="240" y="65"/>
                </a:cubicBezTo>
                <a:cubicBezTo>
                  <a:pt x="237" y="59"/>
                  <a:pt x="233" y="52"/>
                  <a:pt x="229" y="47"/>
                </a:cubicBezTo>
                <a:cubicBezTo>
                  <a:pt x="225" y="41"/>
                  <a:pt x="220" y="35"/>
                  <a:pt x="214" y="31"/>
                </a:cubicBezTo>
                <a:lnTo>
                  <a:pt x="242" y="0"/>
                </a:lnTo>
                <a:cubicBezTo>
                  <a:pt x="249" y="7"/>
                  <a:pt x="256" y="14"/>
                  <a:pt x="262" y="22"/>
                </a:cubicBezTo>
                <a:cubicBezTo>
                  <a:pt x="268" y="30"/>
                  <a:pt x="273" y="39"/>
                  <a:pt x="278" y="49"/>
                </a:cubicBezTo>
                <a:cubicBezTo>
                  <a:pt x="282" y="58"/>
                  <a:pt x="285" y="67"/>
                  <a:pt x="287" y="77"/>
                </a:cubicBezTo>
                <a:cubicBezTo>
                  <a:pt x="289" y="87"/>
                  <a:pt x="290" y="97"/>
                  <a:pt x="290" y="108"/>
                </a:cubicBezTo>
                <a:cubicBezTo>
                  <a:pt x="290" y="118"/>
                  <a:pt x="289" y="128"/>
                  <a:pt x="287" y="138"/>
                </a:cubicBezTo>
                <a:cubicBezTo>
                  <a:pt x="285" y="148"/>
                  <a:pt x="282" y="157"/>
                  <a:pt x="278" y="167"/>
                </a:cubicBezTo>
                <a:cubicBezTo>
                  <a:pt x="273" y="177"/>
                  <a:pt x="268" y="186"/>
                  <a:pt x="262" y="194"/>
                </a:cubicBezTo>
                <a:cubicBezTo>
                  <a:pt x="256" y="202"/>
                  <a:pt x="249" y="209"/>
                  <a:pt x="242" y="216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4953960" y="3621960"/>
            <a:ext cx="178560" cy="131040"/>
          </a:xfrm>
          <a:custGeom>
            <a:avLst/>
            <a:gdLst/>
            <a:ahLst/>
            <a:rect l="0" t="0" r="r" b="b"/>
            <a:pathLst>
              <a:path w="496" h="364">
                <a:moveTo>
                  <a:pt x="91" y="364"/>
                </a:moveTo>
                <a:cubicBezTo>
                  <a:pt x="77" y="353"/>
                  <a:pt x="64" y="341"/>
                  <a:pt x="53" y="328"/>
                </a:cubicBezTo>
                <a:cubicBezTo>
                  <a:pt x="41" y="314"/>
                  <a:pt x="32" y="300"/>
                  <a:pt x="24" y="283"/>
                </a:cubicBezTo>
                <a:cubicBezTo>
                  <a:pt x="16" y="267"/>
                  <a:pt x="10" y="251"/>
                  <a:pt x="6" y="234"/>
                </a:cubicBezTo>
                <a:cubicBezTo>
                  <a:pt x="2" y="217"/>
                  <a:pt x="0" y="199"/>
                  <a:pt x="0" y="182"/>
                </a:cubicBezTo>
                <a:cubicBezTo>
                  <a:pt x="0" y="164"/>
                  <a:pt x="2" y="147"/>
                  <a:pt x="6" y="129"/>
                </a:cubicBezTo>
                <a:cubicBezTo>
                  <a:pt x="10" y="112"/>
                  <a:pt x="16" y="96"/>
                  <a:pt x="24" y="80"/>
                </a:cubicBezTo>
                <a:cubicBezTo>
                  <a:pt x="32" y="64"/>
                  <a:pt x="41" y="50"/>
                  <a:pt x="53" y="36"/>
                </a:cubicBezTo>
                <a:cubicBezTo>
                  <a:pt x="64" y="23"/>
                  <a:pt x="77" y="11"/>
                  <a:pt x="91" y="0"/>
                </a:cubicBezTo>
                <a:lnTo>
                  <a:pt x="116" y="33"/>
                </a:lnTo>
                <a:cubicBezTo>
                  <a:pt x="104" y="42"/>
                  <a:pt x="94" y="51"/>
                  <a:pt x="84" y="63"/>
                </a:cubicBezTo>
                <a:cubicBezTo>
                  <a:pt x="75" y="74"/>
                  <a:pt x="67" y="86"/>
                  <a:pt x="61" y="98"/>
                </a:cubicBezTo>
                <a:cubicBezTo>
                  <a:pt x="54" y="111"/>
                  <a:pt x="50" y="125"/>
                  <a:pt x="46" y="139"/>
                </a:cubicBezTo>
                <a:cubicBezTo>
                  <a:pt x="43" y="153"/>
                  <a:pt x="41" y="167"/>
                  <a:pt x="41" y="182"/>
                </a:cubicBezTo>
                <a:cubicBezTo>
                  <a:pt x="41" y="196"/>
                  <a:pt x="43" y="210"/>
                  <a:pt x="46" y="224"/>
                </a:cubicBezTo>
                <a:cubicBezTo>
                  <a:pt x="50" y="238"/>
                  <a:pt x="54" y="252"/>
                  <a:pt x="61" y="265"/>
                </a:cubicBezTo>
                <a:cubicBezTo>
                  <a:pt x="67" y="277"/>
                  <a:pt x="75" y="290"/>
                  <a:pt x="84" y="301"/>
                </a:cubicBezTo>
                <a:cubicBezTo>
                  <a:pt x="94" y="313"/>
                  <a:pt x="104" y="322"/>
                  <a:pt x="116" y="331"/>
                </a:cubicBezTo>
                <a:lnTo>
                  <a:pt x="91" y="364"/>
                </a:lnTo>
                <a:moveTo>
                  <a:pt x="405" y="364"/>
                </a:moveTo>
                <a:lnTo>
                  <a:pt x="381" y="331"/>
                </a:lnTo>
                <a:cubicBezTo>
                  <a:pt x="392" y="322"/>
                  <a:pt x="403" y="313"/>
                  <a:pt x="412" y="301"/>
                </a:cubicBezTo>
                <a:cubicBezTo>
                  <a:pt x="421" y="290"/>
                  <a:pt x="429" y="277"/>
                  <a:pt x="435" y="265"/>
                </a:cubicBezTo>
                <a:cubicBezTo>
                  <a:pt x="442" y="252"/>
                  <a:pt x="447" y="238"/>
                  <a:pt x="450" y="224"/>
                </a:cubicBezTo>
                <a:cubicBezTo>
                  <a:pt x="453" y="210"/>
                  <a:pt x="455" y="196"/>
                  <a:pt x="455" y="182"/>
                </a:cubicBezTo>
                <a:cubicBezTo>
                  <a:pt x="455" y="167"/>
                  <a:pt x="453" y="153"/>
                  <a:pt x="450" y="139"/>
                </a:cubicBezTo>
                <a:cubicBezTo>
                  <a:pt x="447" y="125"/>
                  <a:pt x="442" y="111"/>
                  <a:pt x="435" y="98"/>
                </a:cubicBezTo>
                <a:cubicBezTo>
                  <a:pt x="429" y="86"/>
                  <a:pt x="421" y="74"/>
                  <a:pt x="412" y="63"/>
                </a:cubicBezTo>
                <a:cubicBezTo>
                  <a:pt x="403" y="51"/>
                  <a:pt x="392" y="42"/>
                  <a:pt x="381" y="33"/>
                </a:cubicBezTo>
                <a:lnTo>
                  <a:pt x="405" y="0"/>
                </a:lnTo>
                <a:cubicBezTo>
                  <a:pt x="419" y="11"/>
                  <a:pt x="432" y="23"/>
                  <a:pt x="443" y="36"/>
                </a:cubicBezTo>
                <a:cubicBezTo>
                  <a:pt x="455" y="50"/>
                  <a:pt x="464" y="64"/>
                  <a:pt x="472" y="80"/>
                </a:cubicBezTo>
                <a:cubicBezTo>
                  <a:pt x="480" y="96"/>
                  <a:pt x="486" y="112"/>
                  <a:pt x="490" y="129"/>
                </a:cubicBezTo>
                <a:cubicBezTo>
                  <a:pt x="494" y="147"/>
                  <a:pt x="496" y="164"/>
                  <a:pt x="496" y="182"/>
                </a:cubicBezTo>
                <a:cubicBezTo>
                  <a:pt x="496" y="199"/>
                  <a:pt x="494" y="217"/>
                  <a:pt x="490" y="234"/>
                </a:cubicBezTo>
                <a:cubicBezTo>
                  <a:pt x="486" y="251"/>
                  <a:pt x="480" y="267"/>
                  <a:pt x="472" y="283"/>
                </a:cubicBezTo>
                <a:cubicBezTo>
                  <a:pt x="464" y="300"/>
                  <a:pt x="455" y="314"/>
                  <a:pt x="443" y="328"/>
                </a:cubicBezTo>
                <a:cubicBezTo>
                  <a:pt x="432" y="341"/>
                  <a:pt x="419" y="353"/>
                  <a:pt x="405" y="364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619200" y="4302000"/>
            <a:ext cx="838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speciﬁceert.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5158080" y="3663360"/>
            <a:ext cx="3656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Buiten de deur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werken andere ontwikkelingen: AII,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4920480" y="3882600"/>
            <a:ext cx="372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eduXchange, EduID, RIO. Daar zoeken wij vandaag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920480" y="4092120"/>
            <a:ext cx="799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aansluiting.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0" name="" descr=""/>
          <p:cNvPicPr/>
          <p:nvPr/>
        </p:nvPicPr>
        <p:blipFill>
          <a:blip r:embed="rId1"/>
          <a:stretch/>
        </p:blipFill>
        <p:spPr>
          <a:xfrm>
            <a:off x="228600" y="771480"/>
            <a:ext cx="8876880" cy="3371400"/>
          </a:xfrm>
          <a:prstGeom prst="rect">
            <a:avLst/>
          </a:prstGeom>
          <a:ln w="0">
            <a:noFill/>
          </a:ln>
        </p:spPr>
      </p:pic>
      <p:sp>
        <p:nvSpPr>
          <p:cNvPr id="241" name=""/>
          <p:cNvSpPr txBox="1"/>
          <p:nvPr/>
        </p:nvSpPr>
        <p:spPr>
          <a:xfrm>
            <a:off x="228600" y="4201560"/>
            <a:ext cx="9912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Hoofdplaat informatiestromen v1.7: de referentiecomponenten binnen de instelling en de informatiestromen ertussen. Richtinggevend; draagt nog de aanduiding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228600" y="4392360"/>
            <a:ext cx="524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concept.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51" name=""/>
          <p:cNvSpPr/>
          <p:nvPr/>
        </p:nvSpPr>
        <p:spPr>
          <a:xfrm>
            <a:off x="456840" y="685440"/>
            <a:ext cx="4115160" cy="3763080"/>
          </a:xfrm>
          <a:custGeom>
            <a:avLst/>
            <a:gdLst/>
            <a:ahLst/>
            <a:rect l="0" t="0" r="r" b="b"/>
            <a:pathLst>
              <a:path w="11431" h="10453">
                <a:moveTo>
                  <a:pt x="0" y="0"/>
                </a:moveTo>
                <a:lnTo>
                  <a:pt x="11431" y="0"/>
                </a:lnTo>
                <a:lnTo>
                  <a:pt x="11431" y="10453"/>
                </a:lnTo>
                <a:lnTo>
                  <a:pt x="0" y="104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6854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456840" y="443844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4562280" y="685440"/>
            <a:ext cx="9720" cy="3763080"/>
          </a:xfrm>
          <a:custGeom>
            <a:avLst/>
            <a:gdLst/>
            <a:ahLst/>
            <a:rect l="0" t="0" r="r" b="b"/>
            <a:pathLst>
              <a:path w="27" h="10453">
                <a:moveTo>
                  <a:pt x="0" y="106"/>
                </a:moveTo>
                <a:lnTo>
                  <a:pt x="0" y="10453"/>
                </a:lnTo>
                <a:lnTo>
                  <a:pt x="27" y="10453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685440"/>
            <a:ext cx="10080" cy="3763080"/>
          </a:xfrm>
          <a:custGeom>
            <a:avLst/>
            <a:gdLst/>
            <a:ahLst/>
            <a:rect l="0" t="0" r="r" b="b"/>
            <a:pathLst>
              <a:path w="28" h="10453">
                <a:moveTo>
                  <a:pt x="0" y="0"/>
                </a:moveTo>
                <a:lnTo>
                  <a:pt x="0" y="10453"/>
                </a:lnTo>
                <a:lnTo>
                  <a:pt x="28" y="104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628560" y="934920"/>
            <a:ext cx="288360" cy="288360"/>
          </a:xfrm>
          <a:custGeom>
            <a:avLst/>
            <a:gdLst/>
            <a:ahLst/>
            <a:rect l="0" t="0" r="r" b="b"/>
            <a:pathLst>
              <a:path w="801" h="801">
                <a:moveTo>
                  <a:pt x="588" y="214"/>
                </a:moveTo>
                <a:lnTo>
                  <a:pt x="748" y="214"/>
                </a:lnTo>
                <a:cubicBezTo>
                  <a:pt x="755" y="214"/>
                  <a:pt x="761" y="213"/>
                  <a:pt x="768" y="210"/>
                </a:cubicBezTo>
                <a:cubicBezTo>
                  <a:pt x="775" y="207"/>
                  <a:pt x="780" y="203"/>
                  <a:pt x="785" y="197"/>
                </a:cubicBezTo>
                <a:cubicBezTo>
                  <a:pt x="790" y="192"/>
                  <a:pt x="794" y="187"/>
                  <a:pt x="797" y="180"/>
                </a:cubicBezTo>
                <a:cubicBezTo>
                  <a:pt x="800" y="174"/>
                  <a:pt x="801" y="167"/>
                  <a:pt x="801" y="160"/>
                </a:cubicBezTo>
                <a:lnTo>
                  <a:pt x="801" y="53"/>
                </a:lnTo>
                <a:cubicBezTo>
                  <a:pt x="801" y="46"/>
                  <a:pt x="800" y="39"/>
                  <a:pt x="797" y="33"/>
                </a:cubicBezTo>
                <a:cubicBezTo>
                  <a:pt x="794" y="26"/>
                  <a:pt x="790" y="20"/>
                  <a:pt x="785" y="15"/>
                </a:cubicBezTo>
                <a:cubicBezTo>
                  <a:pt x="780" y="10"/>
                  <a:pt x="775" y="6"/>
                  <a:pt x="768" y="4"/>
                </a:cubicBezTo>
                <a:cubicBezTo>
                  <a:pt x="761" y="1"/>
                  <a:pt x="755" y="0"/>
                  <a:pt x="748" y="0"/>
                </a:cubicBezTo>
                <a:lnTo>
                  <a:pt x="588" y="0"/>
                </a:lnTo>
                <a:cubicBezTo>
                  <a:pt x="581" y="0"/>
                  <a:pt x="574" y="1"/>
                  <a:pt x="567" y="4"/>
                </a:cubicBezTo>
                <a:cubicBezTo>
                  <a:pt x="561" y="6"/>
                  <a:pt x="555" y="10"/>
                  <a:pt x="550" y="15"/>
                </a:cubicBezTo>
                <a:cubicBezTo>
                  <a:pt x="545" y="20"/>
                  <a:pt x="541" y="26"/>
                  <a:pt x="538" y="33"/>
                </a:cubicBezTo>
                <a:cubicBezTo>
                  <a:pt x="536" y="39"/>
                  <a:pt x="534" y="46"/>
                  <a:pt x="534" y="53"/>
                </a:cubicBezTo>
                <a:lnTo>
                  <a:pt x="534" y="80"/>
                </a:lnTo>
                <a:lnTo>
                  <a:pt x="268" y="80"/>
                </a:lnTo>
                <a:lnTo>
                  <a:pt x="268" y="53"/>
                </a:lnTo>
                <a:cubicBezTo>
                  <a:pt x="268" y="46"/>
                  <a:pt x="266" y="39"/>
                  <a:pt x="264" y="33"/>
                </a:cubicBezTo>
                <a:cubicBezTo>
                  <a:pt x="261" y="26"/>
                  <a:pt x="257" y="20"/>
                  <a:pt x="251" y="15"/>
                </a:cubicBezTo>
                <a:cubicBezTo>
                  <a:pt x="246" y="10"/>
                  <a:pt x="240" y="6"/>
                  <a:pt x="234" y="4"/>
                </a:cubicBezTo>
                <a:cubicBezTo>
                  <a:pt x="227" y="1"/>
                  <a:pt x="220" y="0"/>
                  <a:pt x="213" y="0"/>
                </a:cubicBezTo>
                <a:lnTo>
                  <a:pt x="53" y="0"/>
                </a:lnTo>
                <a:cubicBezTo>
                  <a:pt x="46" y="0"/>
                  <a:pt x="39" y="1"/>
                  <a:pt x="33" y="4"/>
                </a:cubicBezTo>
                <a:cubicBezTo>
                  <a:pt x="26" y="6"/>
                  <a:pt x="21" y="10"/>
                  <a:pt x="16" y="15"/>
                </a:cubicBezTo>
                <a:cubicBezTo>
                  <a:pt x="11" y="20"/>
                  <a:pt x="7" y="26"/>
                  <a:pt x="4" y="33"/>
                </a:cubicBezTo>
                <a:cubicBezTo>
                  <a:pt x="1" y="39"/>
                  <a:pt x="0" y="46"/>
                  <a:pt x="0" y="53"/>
                </a:cubicBezTo>
                <a:lnTo>
                  <a:pt x="0" y="160"/>
                </a:lnTo>
                <a:cubicBezTo>
                  <a:pt x="0" y="167"/>
                  <a:pt x="1" y="174"/>
                  <a:pt x="4" y="180"/>
                </a:cubicBezTo>
                <a:cubicBezTo>
                  <a:pt x="7" y="187"/>
                  <a:pt x="11" y="192"/>
                  <a:pt x="16" y="197"/>
                </a:cubicBezTo>
                <a:cubicBezTo>
                  <a:pt x="21" y="203"/>
                  <a:pt x="26" y="207"/>
                  <a:pt x="33" y="210"/>
                </a:cubicBezTo>
                <a:cubicBezTo>
                  <a:pt x="39" y="213"/>
                  <a:pt x="46" y="214"/>
                  <a:pt x="53" y="214"/>
                </a:cubicBezTo>
                <a:lnTo>
                  <a:pt x="213" y="214"/>
                </a:lnTo>
                <a:cubicBezTo>
                  <a:pt x="220" y="214"/>
                  <a:pt x="227" y="213"/>
                  <a:pt x="234" y="210"/>
                </a:cubicBezTo>
                <a:cubicBezTo>
                  <a:pt x="240" y="207"/>
                  <a:pt x="246" y="203"/>
                  <a:pt x="251" y="197"/>
                </a:cubicBezTo>
                <a:cubicBezTo>
                  <a:pt x="257" y="192"/>
                  <a:pt x="261" y="187"/>
                  <a:pt x="264" y="180"/>
                </a:cubicBezTo>
                <a:cubicBezTo>
                  <a:pt x="266" y="174"/>
                  <a:pt x="268" y="167"/>
                  <a:pt x="268" y="160"/>
                </a:cubicBezTo>
                <a:lnTo>
                  <a:pt x="268" y="133"/>
                </a:lnTo>
                <a:lnTo>
                  <a:pt x="374" y="133"/>
                </a:lnTo>
                <a:lnTo>
                  <a:pt x="374" y="667"/>
                </a:lnTo>
                <a:cubicBezTo>
                  <a:pt x="374" y="674"/>
                  <a:pt x="376" y="681"/>
                  <a:pt x="378" y="688"/>
                </a:cubicBezTo>
                <a:cubicBezTo>
                  <a:pt x="381" y="694"/>
                  <a:pt x="385" y="700"/>
                  <a:pt x="390" y="705"/>
                </a:cubicBezTo>
                <a:cubicBezTo>
                  <a:pt x="395" y="710"/>
                  <a:pt x="401" y="714"/>
                  <a:pt x="407" y="717"/>
                </a:cubicBezTo>
                <a:cubicBezTo>
                  <a:pt x="414" y="719"/>
                  <a:pt x="421" y="721"/>
                  <a:pt x="428" y="721"/>
                </a:cubicBezTo>
                <a:lnTo>
                  <a:pt x="534" y="721"/>
                </a:lnTo>
                <a:lnTo>
                  <a:pt x="534" y="747"/>
                </a:lnTo>
                <a:cubicBezTo>
                  <a:pt x="534" y="754"/>
                  <a:pt x="536" y="761"/>
                  <a:pt x="538" y="768"/>
                </a:cubicBezTo>
                <a:cubicBezTo>
                  <a:pt x="541" y="774"/>
                  <a:pt x="545" y="780"/>
                  <a:pt x="550" y="785"/>
                </a:cubicBezTo>
                <a:cubicBezTo>
                  <a:pt x="555" y="790"/>
                  <a:pt x="561" y="794"/>
                  <a:pt x="567" y="797"/>
                </a:cubicBezTo>
                <a:cubicBezTo>
                  <a:pt x="574" y="799"/>
                  <a:pt x="581" y="801"/>
                  <a:pt x="588" y="801"/>
                </a:cubicBezTo>
                <a:lnTo>
                  <a:pt x="748" y="801"/>
                </a:lnTo>
                <a:cubicBezTo>
                  <a:pt x="755" y="801"/>
                  <a:pt x="761" y="799"/>
                  <a:pt x="768" y="797"/>
                </a:cubicBezTo>
                <a:cubicBezTo>
                  <a:pt x="775" y="794"/>
                  <a:pt x="780" y="790"/>
                  <a:pt x="785" y="785"/>
                </a:cubicBezTo>
                <a:cubicBezTo>
                  <a:pt x="790" y="780"/>
                  <a:pt x="794" y="774"/>
                  <a:pt x="797" y="768"/>
                </a:cubicBezTo>
                <a:cubicBezTo>
                  <a:pt x="800" y="761"/>
                  <a:pt x="801" y="754"/>
                  <a:pt x="801" y="747"/>
                </a:cubicBezTo>
                <a:lnTo>
                  <a:pt x="801" y="641"/>
                </a:lnTo>
                <a:cubicBezTo>
                  <a:pt x="801" y="634"/>
                  <a:pt x="800" y="627"/>
                  <a:pt x="797" y="620"/>
                </a:cubicBezTo>
                <a:cubicBezTo>
                  <a:pt x="794" y="614"/>
                  <a:pt x="790" y="608"/>
                  <a:pt x="785" y="603"/>
                </a:cubicBezTo>
                <a:cubicBezTo>
                  <a:pt x="780" y="598"/>
                  <a:pt x="775" y="594"/>
                  <a:pt x="768" y="591"/>
                </a:cubicBezTo>
                <a:cubicBezTo>
                  <a:pt x="761" y="589"/>
                  <a:pt x="755" y="587"/>
                  <a:pt x="748" y="587"/>
                </a:cubicBezTo>
                <a:lnTo>
                  <a:pt x="588" y="587"/>
                </a:lnTo>
                <a:cubicBezTo>
                  <a:pt x="581" y="587"/>
                  <a:pt x="574" y="589"/>
                  <a:pt x="567" y="591"/>
                </a:cubicBezTo>
                <a:cubicBezTo>
                  <a:pt x="561" y="594"/>
                  <a:pt x="555" y="598"/>
                  <a:pt x="550" y="603"/>
                </a:cubicBezTo>
                <a:cubicBezTo>
                  <a:pt x="545" y="608"/>
                  <a:pt x="541" y="614"/>
                  <a:pt x="538" y="620"/>
                </a:cubicBezTo>
                <a:cubicBezTo>
                  <a:pt x="536" y="627"/>
                  <a:pt x="534" y="634"/>
                  <a:pt x="534" y="641"/>
                </a:cubicBezTo>
                <a:lnTo>
                  <a:pt x="534" y="667"/>
                </a:lnTo>
                <a:lnTo>
                  <a:pt x="428" y="667"/>
                </a:lnTo>
                <a:lnTo>
                  <a:pt x="428" y="427"/>
                </a:lnTo>
                <a:lnTo>
                  <a:pt x="534" y="427"/>
                </a:lnTo>
                <a:lnTo>
                  <a:pt x="534" y="454"/>
                </a:lnTo>
                <a:cubicBezTo>
                  <a:pt x="534" y="461"/>
                  <a:pt x="536" y="468"/>
                  <a:pt x="538" y="474"/>
                </a:cubicBezTo>
                <a:cubicBezTo>
                  <a:pt x="541" y="481"/>
                  <a:pt x="545" y="487"/>
                  <a:pt x="550" y="492"/>
                </a:cubicBezTo>
                <a:cubicBezTo>
                  <a:pt x="555" y="497"/>
                  <a:pt x="561" y="501"/>
                  <a:pt x="567" y="503"/>
                </a:cubicBezTo>
                <a:cubicBezTo>
                  <a:pt x="574" y="506"/>
                  <a:pt x="581" y="507"/>
                  <a:pt x="588" y="507"/>
                </a:cubicBezTo>
                <a:lnTo>
                  <a:pt x="748" y="507"/>
                </a:lnTo>
                <a:cubicBezTo>
                  <a:pt x="755" y="507"/>
                  <a:pt x="761" y="506"/>
                  <a:pt x="768" y="503"/>
                </a:cubicBezTo>
                <a:cubicBezTo>
                  <a:pt x="775" y="501"/>
                  <a:pt x="780" y="497"/>
                  <a:pt x="785" y="492"/>
                </a:cubicBezTo>
                <a:cubicBezTo>
                  <a:pt x="790" y="487"/>
                  <a:pt x="794" y="481"/>
                  <a:pt x="797" y="474"/>
                </a:cubicBezTo>
                <a:cubicBezTo>
                  <a:pt x="800" y="468"/>
                  <a:pt x="801" y="461"/>
                  <a:pt x="801" y="454"/>
                </a:cubicBezTo>
                <a:lnTo>
                  <a:pt x="801" y="347"/>
                </a:lnTo>
                <a:cubicBezTo>
                  <a:pt x="801" y="340"/>
                  <a:pt x="800" y="333"/>
                  <a:pt x="797" y="327"/>
                </a:cubicBezTo>
                <a:cubicBezTo>
                  <a:pt x="794" y="320"/>
                  <a:pt x="790" y="315"/>
                  <a:pt x="785" y="310"/>
                </a:cubicBezTo>
                <a:cubicBezTo>
                  <a:pt x="780" y="305"/>
                  <a:pt x="775" y="301"/>
                  <a:pt x="768" y="298"/>
                </a:cubicBezTo>
                <a:cubicBezTo>
                  <a:pt x="761" y="295"/>
                  <a:pt x="755" y="294"/>
                  <a:pt x="748" y="294"/>
                </a:cubicBezTo>
                <a:lnTo>
                  <a:pt x="588" y="294"/>
                </a:lnTo>
                <a:cubicBezTo>
                  <a:pt x="581" y="294"/>
                  <a:pt x="574" y="295"/>
                  <a:pt x="567" y="298"/>
                </a:cubicBezTo>
                <a:cubicBezTo>
                  <a:pt x="561" y="301"/>
                  <a:pt x="555" y="305"/>
                  <a:pt x="550" y="310"/>
                </a:cubicBezTo>
                <a:cubicBezTo>
                  <a:pt x="545" y="315"/>
                  <a:pt x="541" y="320"/>
                  <a:pt x="538" y="327"/>
                </a:cubicBezTo>
                <a:cubicBezTo>
                  <a:pt x="536" y="333"/>
                  <a:pt x="534" y="340"/>
                  <a:pt x="534" y="347"/>
                </a:cubicBezTo>
                <a:lnTo>
                  <a:pt x="534" y="374"/>
                </a:lnTo>
                <a:lnTo>
                  <a:pt x="428" y="374"/>
                </a:lnTo>
                <a:lnTo>
                  <a:pt x="428" y="133"/>
                </a:lnTo>
                <a:lnTo>
                  <a:pt x="534" y="133"/>
                </a:lnTo>
                <a:lnTo>
                  <a:pt x="534" y="160"/>
                </a:lnTo>
                <a:cubicBezTo>
                  <a:pt x="534" y="167"/>
                  <a:pt x="536" y="174"/>
                  <a:pt x="538" y="180"/>
                </a:cubicBezTo>
                <a:cubicBezTo>
                  <a:pt x="541" y="187"/>
                  <a:pt x="545" y="192"/>
                  <a:pt x="550" y="197"/>
                </a:cubicBezTo>
                <a:cubicBezTo>
                  <a:pt x="555" y="203"/>
                  <a:pt x="561" y="207"/>
                  <a:pt x="567" y="210"/>
                </a:cubicBezTo>
                <a:cubicBezTo>
                  <a:pt x="574" y="213"/>
                  <a:pt x="581" y="214"/>
                  <a:pt x="588" y="214"/>
                </a:cubicBezTo>
                <a:moveTo>
                  <a:pt x="588" y="53"/>
                </a:moveTo>
                <a:lnTo>
                  <a:pt x="748" y="53"/>
                </a:lnTo>
                <a:lnTo>
                  <a:pt x="748" y="160"/>
                </a:lnTo>
                <a:lnTo>
                  <a:pt x="588" y="160"/>
                </a:lnTo>
                <a:lnTo>
                  <a:pt x="588" y="53"/>
                </a:lnTo>
                <a:moveTo>
                  <a:pt x="213" y="160"/>
                </a:moveTo>
                <a:lnTo>
                  <a:pt x="53" y="160"/>
                </a:lnTo>
                <a:lnTo>
                  <a:pt x="53" y="53"/>
                </a:lnTo>
                <a:lnTo>
                  <a:pt x="213" y="53"/>
                </a:lnTo>
                <a:lnTo>
                  <a:pt x="213" y="160"/>
                </a:lnTo>
                <a:moveTo>
                  <a:pt x="588" y="641"/>
                </a:moveTo>
                <a:lnTo>
                  <a:pt x="748" y="641"/>
                </a:lnTo>
                <a:lnTo>
                  <a:pt x="748" y="747"/>
                </a:lnTo>
                <a:lnTo>
                  <a:pt x="588" y="747"/>
                </a:lnTo>
                <a:lnTo>
                  <a:pt x="588" y="641"/>
                </a:lnTo>
                <a:moveTo>
                  <a:pt x="588" y="347"/>
                </a:moveTo>
                <a:lnTo>
                  <a:pt x="748" y="347"/>
                </a:lnTo>
                <a:lnTo>
                  <a:pt x="748" y="454"/>
                </a:lnTo>
                <a:lnTo>
                  <a:pt x="588" y="454"/>
                </a:lnTo>
                <a:lnTo>
                  <a:pt x="588" y="34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439920" y="72360"/>
            <a:ext cx="9394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uitgangspunten die verder reiken dan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1017720" y="877680"/>
            <a:ext cx="3342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1. Kiezen door lerenden: tot en met de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618840" y="1409400"/>
            <a:ext cx="3791520" cy="629280"/>
          </a:xfrm>
          <a:custGeom>
            <a:avLst/>
            <a:gdLst/>
            <a:ahLst/>
            <a:rect l="0" t="0" r="r" b="b"/>
            <a:pathLst>
              <a:path w="10532" h="1748">
                <a:moveTo>
                  <a:pt x="0" y="1536"/>
                </a:moveTo>
                <a:lnTo>
                  <a:pt x="0" y="212"/>
                </a:lnTo>
                <a:cubicBezTo>
                  <a:pt x="0" y="198"/>
                  <a:pt x="2" y="184"/>
                  <a:pt x="4" y="171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2" y="72"/>
                  <a:pt x="62" y="62"/>
                </a:cubicBezTo>
                <a:cubicBezTo>
                  <a:pt x="72" y="53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2"/>
                  <a:pt x="198" y="0"/>
                  <a:pt x="212" y="0"/>
                </a:cubicBezTo>
                <a:lnTo>
                  <a:pt x="10320" y="0"/>
                </a:lnTo>
                <a:cubicBezTo>
                  <a:pt x="10334" y="0"/>
                  <a:pt x="10348" y="2"/>
                  <a:pt x="10361" y="4"/>
                </a:cubicBezTo>
                <a:cubicBezTo>
                  <a:pt x="10375" y="7"/>
                  <a:pt x="10388" y="11"/>
                  <a:pt x="10401" y="16"/>
                </a:cubicBezTo>
                <a:cubicBezTo>
                  <a:pt x="10414" y="22"/>
                  <a:pt x="10426" y="28"/>
                  <a:pt x="10438" y="36"/>
                </a:cubicBezTo>
                <a:cubicBezTo>
                  <a:pt x="10449" y="44"/>
                  <a:pt x="10460" y="53"/>
                  <a:pt x="10470" y="62"/>
                </a:cubicBezTo>
                <a:cubicBezTo>
                  <a:pt x="10480" y="72"/>
                  <a:pt x="10488" y="83"/>
                  <a:pt x="10496" y="94"/>
                </a:cubicBezTo>
                <a:cubicBezTo>
                  <a:pt x="10504" y="106"/>
                  <a:pt x="10510" y="118"/>
                  <a:pt x="10516" y="131"/>
                </a:cubicBezTo>
                <a:cubicBezTo>
                  <a:pt x="10521" y="144"/>
                  <a:pt x="10525" y="157"/>
                  <a:pt x="10528" y="171"/>
                </a:cubicBezTo>
                <a:cubicBezTo>
                  <a:pt x="10530" y="184"/>
                  <a:pt x="10532" y="198"/>
                  <a:pt x="10532" y="212"/>
                </a:cubicBezTo>
                <a:lnTo>
                  <a:pt x="10532" y="1536"/>
                </a:lnTo>
                <a:cubicBezTo>
                  <a:pt x="10532" y="1550"/>
                  <a:pt x="10530" y="1564"/>
                  <a:pt x="10528" y="1577"/>
                </a:cubicBezTo>
                <a:cubicBezTo>
                  <a:pt x="10525" y="1591"/>
                  <a:pt x="10521" y="1604"/>
                  <a:pt x="10516" y="1617"/>
                </a:cubicBezTo>
                <a:cubicBezTo>
                  <a:pt x="10510" y="1630"/>
                  <a:pt x="10504" y="1642"/>
                  <a:pt x="10496" y="1654"/>
                </a:cubicBezTo>
                <a:cubicBezTo>
                  <a:pt x="10488" y="1665"/>
                  <a:pt x="10480" y="1676"/>
                  <a:pt x="10470" y="1686"/>
                </a:cubicBezTo>
                <a:cubicBezTo>
                  <a:pt x="10460" y="1695"/>
                  <a:pt x="10449" y="1704"/>
                  <a:pt x="10438" y="1712"/>
                </a:cubicBezTo>
                <a:cubicBezTo>
                  <a:pt x="10426" y="1720"/>
                  <a:pt x="10414" y="1726"/>
                  <a:pt x="10401" y="1731"/>
                </a:cubicBezTo>
                <a:cubicBezTo>
                  <a:pt x="10388" y="1737"/>
                  <a:pt x="10375" y="1741"/>
                  <a:pt x="10361" y="1744"/>
                </a:cubicBezTo>
                <a:cubicBezTo>
                  <a:pt x="10348" y="1746"/>
                  <a:pt x="10334" y="1748"/>
                  <a:pt x="10320" y="1748"/>
                </a:cubicBezTo>
                <a:lnTo>
                  <a:pt x="212" y="1748"/>
                </a:lnTo>
                <a:cubicBezTo>
                  <a:pt x="198" y="1748"/>
                  <a:pt x="184" y="1746"/>
                  <a:pt x="171" y="1744"/>
                </a:cubicBezTo>
                <a:cubicBezTo>
                  <a:pt x="157" y="1741"/>
                  <a:pt x="144" y="1737"/>
                  <a:pt x="131" y="1731"/>
                </a:cubicBezTo>
                <a:cubicBezTo>
                  <a:pt x="118" y="1726"/>
                  <a:pt x="106" y="1720"/>
                  <a:pt x="94" y="1712"/>
                </a:cubicBezTo>
                <a:cubicBezTo>
                  <a:pt x="83" y="1704"/>
                  <a:pt x="72" y="1695"/>
                  <a:pt x="62" y="1686"/>
                </a:cubicBezTo>
                <a:cubicBezTo>
                  <a:pt x="52" y="1676"/>
                  <a:pt x="44" y="1665"/>
                  <a:pt x="36" y="1654"/>
                </a:cubicBezTo>
                <a:cubicBezTo>
                  <a:pt x="28" y="1642"/>
                  <a:pt x="22" y="1630"/>
                  <a:pt x="16" y="1617"/>
                </a:cubicBezTo>
                <a:cubicBezTo>
                  <a:pt x="11" y="1604"/>
                  <a:pt x="7" y="1591"/>
                  <a:pt x="4" y="1577"/>
                </a:cubicBezTo>
                <a:cubicBezTo>
                  <a:pt x="2" y="1564"/>
                  <a:pt x="0" y="1550"/>
                  <a:pt x="0" y="1536"/>
                </a:cubicBezTo>
                <a:close/>
              </a:path>
            </a:pathLst>
          </a:custGeom>
          <a:solidFill>
            <a:srgbClr val="eef2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723600" y="1609560"/>
            <a:ext cx="228960" cy="228960"/>
          </a:xfrm>
          <a:custGeom>
            <a:avLst/>
            <a:gdLst/>
            <a:ahLst/>
            <a:rect l="0" t="0" r="r" b="b"/>
            <a:pathLst>
              <a:path w="636" h="636">
                <a:moveTo>
                  <a:pt x="636" y="318"/>
                </a:moveTo>
                <a:cubicBezTo>
                  <a:pt x="636" y="339"/>
                  <a:pt x="634" y="360"/>
                  <a:pt x="630" y="380"/>
                </a:cubicBezTo>
                <a:cubicBezTo>
                  <a:pt x="626" y="401"/>
                  <a:pt x="620" y="421"/>
                  <a:pt x="612" y="440"/>
                </a:cubicBezTo>
                <a:cubicBezTo>
                  <a:pt x="604" y="459"/>
                  <a:pt x="594" y="478"/>
                  <a:pt x="583" y="495"/>
                </a:cubicBezTo>
                <a:cubicBezTo>
                  <a:pt x="571" y="512"/>
                  <a:pt x="558" y="528"/>
                  <a:pt x="543" y="543"/>
                </a:cubicBezTo>
                <a:cubicBezTo>
                  <a:pt x="529" y="558"/>
                  <a:pt x="513" y="571"/>
                  <a:pt x="495" y="582"/>
                </a:cubicBezTo>
                <a:cubicBezTo>
                  <a:pt x="478" y="594"/>
                  <a:pt x="460" y="604"/>
                  <a:pt x="440" y="612"/>
                </a:cubicBezTo>
                <a:cubicBezTo>
                  <a:pt x="421" y="620"/>
                  <a:pt x="401" y="626"/>
                  <a:pt x="381" y="630"/>
                </a:cubicBezTo>
                <a:cubicBezTo>
                  <a:pt x="360" y="634"/>
                  <a:pt x="340" y="636"/>
                  <a:pt x="319" y="636"/>
                </a:cubicBezTo>
                <a:cubicBezTo>
                  <a:pt x="298" y="636"/>
                  <a:pt x="277" y="634"/>
                  <a:pt x="257" y="630"/>
                </a:cubicBezTo>
                <a:cubicBezTo>
                  <a:pt x="236" y="626"/>
                  <a:pt x="217" y="620"/>
                  <a:pt x="196" y="612"/>
                </a:cubicBezTo>
                <a:cubicBezTo>
                  <a:pt x="177" y="604"/>
                  <a:pt x="159" y="594"/>
                  <a:pt x="141" y="582"/>
                </a:cubicBezTo>
                <a:cubicBezTo>
                  <a:pt x="124" y="571"/>
                  <a:pt x="108" y="558"/>
                  <a:pt x="93" y="543"/>
                </a:cubicBezTo>
                <a:cubicBezTo>
                  <a:pt x="79" y="528"/>
                  <a:pt x="65" y="512"/>
                  <a:pt x="54" y="495"/>
                </a:cubicBezTo>
                <a:cubicBezTo>
                  <a:pt x="42" y="478"/>
                  <a:pt x="32" y="459"/>
                  <a:pt x="25" y="440"/>
                </a:cubicBezTo>
                <a:cubicBezTo>
                  <a:pt x="17" y="421"/>
                  <a:pt x="11" y="401"/>
                  <a:pt x="6" y="380"/>
                </a:cubicBezTo>
                <a:cubicBezTo>
                  <a:pt x="2" y="360"/>
                  <a:pt x="0" y="339"/>
                  <a:pt x="0" y="318"/>
                </a:cubicBezTo>
                <a:cubicBezTo>
                  <a:pt x="0" y="298"/>
                  <a:pt x="2" y="276"/>
                  <a:pt x="6" y="256"/>
                </a:cubicBezTo>
                <a:cubicBezTo>
                  <a:pt x="11" y="235"/>
                  <a:pt x="17" y="215"/>
                  <a:pt x="25" y="196"/>
                </a:cubicBezTo>
                <a:cubicBezTo>
                  <a:pt x="32" y="177"/>
                  <a:pt x="42" y="158"/>
                  <a:pt x="54" y="141"/>
                </a:cubicBezTo>
                <a:cubicBezTo>
                  <a:pt x="65" y="124"/>
                  <a:pt x="79" y="108"/>
                  <a:pt x="93" y="93"/>
                </a:cubicBezTo>
                <a:cubicBezTo>
                  <a:pt x="108" y="78"/>
                  <a:pt x="124" y="65"/>
                  <a:pt x="141" y="53"/>
                </a:cubicBezTo>
                <a:cubicBezTo>
                  <a:pt x="159" y="42"/>
                  <a:pt x="177" y="32"/>
                  <a:pt x="196" y="24"/>
                </a:cubicBezTo>
                <a:cubicBezTo>
                  <a:pt x="217" y="16"/>
                  <a:pt x="236" y="10"/>
                  <a:pt x="257" y="6"/>
                </a:cubicBezTo>
                <a:cubicBezTo>
                  <a:pt x="277" y="2"/>
                  <a:pt x="298" y="0"/>
                  <a:pt x="319" y="0"/>
                </a:cubicBezTo>
                <a:cubicBezTo>
                  <a:pt x="340" y="0"/>
                  <a:pt x="360" y="2"/>
                  <a:pt x="381" y="6"/>
                </a:cubicBezTo>
                <a:cubicBezTo>
                  <a:pt x="401" y="10"/>
                  <a:pt x="421" y="16"/>
                  <a:pt x="440" y="24"/>
                </a:cubicBezTo>
                <a:cubicBezTo>
                  <a:pt x="460" y="32"/>
                  <a:pt x="478" y="42"/>
                  <a:pt x="495" y="53"/>
                </a:cubicBezTo>
                <a:cubicBezTo>
                  <a:pt x="513" y="65"/>
                  <a:pt x="529" y="78"/>
                  <a:pt x="543" y="93"/>
                </a:cubicBezTo>
                <a:cubicBezTo>
                  <a:pt x="558" y="108"/>
                  <a:pt x="571" y="124"/>
                  <a:pt x="583" y="141"/>
                </a:cubicBezTo>
                <a:cubicBezTo>
                  <a:pt x="594" y="158"/>
                  <a:pt x="604" y="177"/>
                  <a:pt x="612" y="196"/>
                </a:cubicBezTo>
                <a:cubicBezTo>
                  <a:pt x="620" y="215"/>
                  <a:pt x="626" y="235"/>
                  <a:pt x="630" y="256"/>
                </a:cubicBezTo>
                <a:cubicBezTo>
                  <a:pt x="634" y="276"/>
                  <a:pt x="636" y="298"/>
                  <a:pt x="636" y="318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1017720" y="1106280"/>
            <a:ext cx="1104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leeractiviteit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820800" y="1656000"/>
            <a:ext cx="113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1045800" y="1501920"/>
            <a:ext cx="912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Opleiding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799920" y="2076120"/>
            <a:ext cx="3610440" cy="629280"/>
          </a:xfrm>
          <a:custGeom>
            <a:avLst/>
            <a:gdLst/>
            <a:ahLst/>
            <a:rect l="0" t="0" r="r" b="b"/>
            <a:pathLst>
              <a:path w="10029" h="1748">
                <a:moveTo>
                  <a:pt x="0" y="1536"/>
                </a:moveTo>
                <a:lnTo>
                  <a:pt x="0" y="212"/>
                </a:lnTo>
                <a:cubicBezTo>
                  <a:pt x="0" y="198"/>
                  <a:pt x="1" y="184"/>
                  <a:pt x="4" y="171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1" y="118"/>
                  <a:pt x="28" y="106"/>
                  <a:pt x="36" y="94"/>
                </a:cubicBezTo>
                <a:cubicBezTo>
                  <a:pt x="43" y="83"/>
                  <a:pt x="52" y="72"/>
                  <a:pt x="62" y="62"/>
                </a:cubicBezTo>
                <a:cubicBezTo>
                  <a:pt x="72" y="53"/>
                  <a:pt x="83" y="44"/>
                  <a:pt x="94" y="36"/>
                </a:cubicBezTo>
                <a:cubicBezTo>
                  <a:pt x="106" y="28"/>
                  <a:pt x="118" y="22"/>
                  <a:pt x="131" y="17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2"/>
                  <a:pt x="198" y="0"/>
                  <a:pt x="212" y="0"/>
                </a:cubicBezTo>
                <a:lnTo>
                  <a:pt x="9817" y="0"/>
                </a:lnTo>
                <a:cubicBezTo>
                  <a:pt x="9831" y="0"/>
                  <a:pt x="9845" y="2"/>
                  <a:pt x="9858" y="4"/>
                </a:cubicBezTo>
                <a:cubicBezTo>
                  <a:pt x="9872" y="7"/>
                  <a:pt x="9885" y="11"/>
                  <a:pt x="9898" y="17"/>
                </a:cubicBezTo>
                <a:cubicBezTo>
                  <a:pt x="9911" y="22"/>
                  <a:pt x="9923" y="28"/>
                  <a:pt x="9935" y="36"/>
                </a:cubicBezTo>
                <a:cubicBezTo>
                  <a:pt x="9946" y="44"/>
                  <a:pt x="9957" y="53"/>
                  <a:pt x="9967" y="62"/>
                </a:cubicBezTo>
                <a:cubicBezTo>
                  <a:pt x="9977" y="72"/>
                  <a:pt x="9985" y="83"/>
                  <a:pt x="9993" y="94"/>
                </a:cubicBezTo>
                <a:cubicBezTo>
                  <a:pt x="10001" y="106"/>
                  <a:pt x="10007" y="118"/>
                  <a:pt x="10013" y="131"/>
                </a:cubicBezTo>
                <a:cubicBezTo>
                  <a:pt x="10018" y="144"/>
                  <a:pt x="10022" y="157"/>
                  <a:pt x="10025" y="171"/>
                </a:cubicBezTo>
                <a:cubicBezTo>
                  <a:pt x="10027" y="184"/>
                  <a:pt x="10029" y="198"/>
                  <a:pt x="10029" y="212"/>
                </a:cubicBezTo>
                <a:lnTo>
                  <a:pt x="10029" y="1536"/>
                </a:lnTo>
                <a:cubicBezTo>
                  <a:pt x="10029" y="1550"/>
                  <a:pt x="10027" y="1564"/>
                  <a:pt x="10025" y="1577"/>
                </a:cubicBezTo>
                <a:cubicBezTo>
                  <a:pt x="10022" y="1591"/>
                  <a:pt x="10018" y="1604"/>
                  <a:pt x="10013" y="1617"/>
                </a:cubicBezTo>
                <a:cubicBezTo>
                  <a:pt x="10007" y="1630"/>
                  <a:pt x="10001" y="1642"/>
                  <a:pt x="9993" y="1654"/>
                </a:cubicBezTo>
                <a:cubicBezTo>
                  <a:pt x="9985" y="1665"/>
                  <a:pt x="9977" y="1676"/>
                  <a:pt x="9967" y="1686"/>
                </a:cubicBezTo>
                <a:cubicBezTo>
                  <a:pt x="9957" y="1695"/>
                  <a:pt x="9946" y="1704"/>
                  <a:pt x="9935" y="1712"/>
                </a:cubicBezTo>
                <a:cubicBezTo>
                  <a:pt x="9923" y="1720"/>
                  <a:pt x="9911" y="1726"/>
                  <a:pt x="9898" y="1732"/>
                </a:cubicBezTo>
                <a:cubicBezTo>
                  <a:pt x="9885" y="1737"/>
                  <a:pt x="9872" y="1741"/>
                  <a:pt x="9858" y="1744"/>
                </a:cubicBezTo>
                <a:cubicBezTo>
                  <a:pt x="9845" y="1746"/>
                  <a:pt x="9831" y="1748"/>
                  <a:pt x="9817" y="1748"/>
                </a:cubicBezTo>
                <a:lnTo>
                  <a:pt x="212" y="1748"/>
                </a:lnTo>
                <a:cubicBezTo>
                  <a:pt x="198" y="1748"/>
                  <a:pt x="184" y="1746"/>
                  <a:pt x="170" y="1744"/>
                </a:cubicBezTo>
                <a:cubicBezTo>
                  <a:pt x="157" y="1741"/>
                  <a:pt x="144" y="1737"/>
                  <a:pt x="131" y="1732"/>
                </a:cubicBezTo>
                <a:cubicBezTo>
                  <a:pt x="118" y="1726"/>
                  <a:pt x="106" y="1720"/>
                  <a:pt x="94" y="1712"/>
                </a:cubicBezTo>
                <a:cubicBezTo>
                  <a:pt x="83" y="1704"/>
                  <a:pt x="72" y="1695"/>
                  <a:pt x="62" y="1686"/>
                </a:cubicBezTo>
                <a:cubicBezTo>
                  <a:pt x="52" y="1676"/>
                  <a:pt x="43" y="1665"/>
                  <a:pt x="36" y="1654"/>
                </a:cubicBezTo>
                <a:cubicBezTo>
                  <a:pt x="28" y="1642"/>
                  <a:pt x="21" y="1630"/>
                  <a:pt x="16" y="1617"/>
                </a:cubicBezTo>
                <a:cubicBezTo>
                  <a:pt x="11" y="1604"/>
                  <a:pt x="7" y="1591"/>
                  <a:pt x="4" y="1577"/>
                </a:cubicBezTo>
                <a:cubicBezTo>
                  <a:pt x="1" y="1564"/>
                  <a:pt x="0" y="1550"/>
                  <a:pt x="0" y="1536"/>
                </a:cubicBezTo>
                <a:close/>
              </a:path>
            </a:pathLst>
          </a:custGeom>
          <a:solidFill>
            <a:srgbClr val="fff1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904680" y="2276280"/>
            <a:ext cx="228960" cy="228960"/>
          </a:xfrm>
          <a:custGeom>
            <a:avLst/>
            <a:gdLst/>
            <a:ahLst/>
            <a:rect l="0" t="0" r="r" b="b"/>
            <a:pathLst>
              <a:path w="636" h="636">
                <a:moveTo>
                  <a:pt x="636" y="318"/>
                </a:moveTo>
                <a:cubicBezTo>
                  <a:pt x="636" y="339"/>
                  <a:pt x="634" y="360"/>
                  <a:pt x="630" y="380"/>
                </a:cubicBezTo>
                <a:cubicBezTo>
                  <a:pt x="626" y="401"/>
                  <a:pt x="620" y="421"/>
                  <a:pt x="612" y="440"/>
                </a:cubicBezTo>
                <a:cubicBezTo>
                  <a:pt x="604" y="459"/>
                  <a:pt x="594" y="478"/>
                  <a:pt x="583" y="495"/>
                </a:cubicBezTo>
                <a:cubicBezTo>
                  <a:pt x="571" y="512"/>
                  <a:pt x="558" y="528"/>
                  <a:pt x="543" y="543"/>
                </a:cubicBezTo>
                <a:cubicBezTo>
                  <a:pt x="528" y="558"/>
                  <a:pt x="512" y="571"/>
                  <a:pt x="495" y="583"/>
                </a:cubicBezTo>
                <a:cubicBezTo>
                  <a:pt x="478" y="594"/>
                  <a:pt x="459" y="604"/>
                  <a:pt x="440" y="612"/>
                </a:cubicBezTo>
                <a:cubicBezTo>
                  <a:pt x="421" y="620"/>
                  <a:pt x="401" y="626"/>
                  <a:pt x="380" y="630"/>
                </a:cubicBezTo>
                <a:cubicBezTo>
                  <a:pt x="360" y="634"/>
                  <a:pt x="338" y="636"/>
                  <a:pt x="318" y="636"/>
                </a:cubicBezTo>
                <a:cubicBezTo>
                  <a:pt x="297" y="636"/>
                  <a:pt x="276" y="634"/>
                  <a:pt x="256" y="630"/>
                </a:cubicBezTo>
                <a:cubicBezTo>
                  <a:pt x="235" y="626"/>
                  <a:pt x="215" y="620"/>
                  <a:pt x="196" y="612"/>
                </a:cubicBezTo>
                <a:cubicBezTo>
                  <a:pt x="177" y="604"/>
                  <a:pt x="158" y="594"/>
                  <a:pt x="141" y="583"/>
                </a:cubicBezTo>
                <a:cubicBezTo>
                  <a:pt x="124" y="571"/>
                  <a:pt x="108" y="558"/>
                  <a:pt x="93" y="543"/>
                </a:cubicBezTo>
                <a:cubicBezTo>
                  <a:pt x="78" y="528"/>
                  <a:pt x="65" y="512"/>
                  <a:pt x="54" y="495"/>
                </a:cubicBezTo>
                <a:cubicBezTo>
                  <a:pt x="42" y="478"/>
                  <a:pt x="32" y="459"/>
                  <a:pt x="24" y="440"/>
                </a:cubicBezTo>
                <a:cubicBezTo>
                  <a:pt x="16" y="421"/>
                  <a:pt x="10" y="401"/>
                  <a:pt x="6" y="380"/>
                </a:cubicBezTo>
                <a:cubicBezTo>
                  <a:pt x="2" y="360"/>
                  <a:pt x="0" y="339"/>
                  <a:pt x="0" y="318"/>
                </a:cubicBezTo>
                <a:cubicBezTo>
                  <a:pt x="0" y="297"/>
                  <a:pt x="2" y="276"/>
                  <a:pt x="6" y="256"/>
                </a:cubicBezTo>
                <a:cubicBezTo>
                  <a:pt x="10" y="235"/>
                  <a:pt x="16" y="215"/>
                  <a:pt x="24" y="196"/>
                </a:cubicBezTo>
                <a:cubicBezTo>
                  <a:pt x="32" y="177"/>
                  <a:pt x="42" y="158"/>
                  <a:pt x="54" y="141"/>
                </a:cubicBezTo>
                <a:cubicBezTo>
                  <a:pt x="65" y="124"/>
                  <a:pt x="78" y="108"/>
                  <a:pt x="93" y="93"/>
                </a:cubicBezTo>
                <a:cubicBezTo>
                  <a:pt x="108" y="78"/>
                  <a:pt x="124" y="65"/>
                  <a:pt x="141" y="54"/>
                </a:cubicBezTo>
                <a:cubicBezTo>
                  <a:pt x="158" y="42"/>
                  <a:pt x="177" y="32"/>
                  <a:pt x="196" y="24"/>
                </a:cubicBezTo>
                <a:cubicBezTo>
                  <a:pt x="215" y="16"/>
                  <a:pt x="235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8" y="0"/>
                  <a:pt x="360" y="2"/>
                  <a:pt x="380" y="6"/>
                </a:cubicBezTo>
                <a:cubicBezTo>
                  <a:pt x="401" y="10"/>
                  <a:pt x="421" y="16"/>
                  <a:pt x="440" y="24"/>
                </a:cubicBezTo>
                <a:cubicBezTo>
                  <a:pt x="459" y="32"/>
                  <a:pt x="478" y="42"/>
                  <a:pt x="495" y="54"/>
                </a:cubicBezTo>
                <a:cubicBezTo>
                  <a:pt x="512" y="65"/>
                  <a:pt x="528" y="78"/>
                  <a:pt x="543" y="93"/>
                </a:cubicBezTo>
                <a:cubicBezTo>
                  <a:pt x="558" y="108"/>
                  <a:pt x="571" y="124"/>
                  <a:pt x="583" y="141"/>
                </a:cubicBezTo>
                <a:cubicBezTo>
                  <a:pt x="594" y="158"/>
                  <a:pt x="604" y="177"/>
                  <a:pt x="612" y="196"/>
                </a:cubicBezTo>
                <a:cubicBezTo>
                  <a:pt x="620" y="215"/>
                  <a:pt x="626" y="235"/>
                  <a:pt x="630" y="256"/>
                </a:cubicBezTo>
                <a:cubicBezTo>
                  <a:pt x="634" y="276"/>
                  <a:pt x="636" y="297"/>
                  <a:pt x="636" y="318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1045800" y="1804320"/>
            <a:ext cx="2553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in OKx: opleiding en opleidingsprogramma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989280" y="2322720"/>
            <a:ext cx="113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1228320" y="2178000"/>
            <a:ext cx="19695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Opleidingsonderdeel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981000" y="2752560"/>
            <a:ext cx="3429360" cy="619560"/>
          </a:xfrm>
          <a:custGeom>
            <a:avLst/>
            <a:gdLst/>
            <a:ahLst/>
            <a:rect l="0" t="0" r="r" b="b"/>
            <a:pathLst>
              <a:path w="9526" h="1721">
                <a:moveTo>
                  <a:pt x="0" y="1509"/>
                </a:moveTo>
                <a:lnTo>
                  <a:pt x="0" y="213"/>
                </a:lnTo>
                <a:cubicBezTo>
                  <a:pt x="0" y="199"/>
                  <a:pt x="1" y="185"/>
                  <a:pt x="4" y="171"/>
                </a:cubicBezTo>
                <a:cubicBezTo>
                  <a:pt x="6" y="158"/>
                  <a:pt x="11" y="144"/>
                  <a:pt x="16" y="132"/>
                </a:cubicBezTo>
                <a:cubicBezTo>
                  <a:pt x="21" y="119"/>
                  <a:pt x="28" y="107"/>
                  <a:pt x="35" y="95"/>
                </a:cubicBezTo>
                <a:cubicBezTo>
                  <a:pt x="43" y="82"/>
                  <a:pt x="52" y="72"/>
                  <a:pt x="62" y="62"/>
                </a:cubicBezTo>
                <a:cubicBezTo>
                  <a:pt x="72" y="52"/>
                  <a:pt x="82" y="43"/>
                  <a:pt x="94" y="36"/>
                </a:cubicBezTo>
                <a:cubicBezTo>
                  <a:pt x="105" y="28"/>
                  <a:pt x="118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1"/>
                  <a:pt x="197" y="0"/>
                  <a:pt x="211" y="0"/>
                </a:cubicBezTo>
                <a:lnTo>
                  <a:pt x="9314" y="0"/>
                </a:lnTo>
                <a:cubicBezTo>
                  <a:pt x="9328" y="0"/>
                  <a:pt x="9342" y="1"/>
                  <a:pt x="9355" y="4"/>
                </a:cubicBezTo>
                <a:cubicBezTo>
                  <a:pt x="9369" y="7"/>
                  <a:pt x="9382" y="11"/>
                  <a:pt x="9395" y="16"/>
                </a:cubicBezTo>
                <a:cubicBezTo>
                  <a:pt x="9408" y="21"/>
                  <a:pt x="9420" y="28"/>
                  <a:pt x="9432" y="36"/>
                </a:cubicBezTo>
                <a:cubicBezTo>
                  <a:pt x="9443" y="43"/>
                  <a:pt x="9454" y="52"/>
                  <a:pt x="9464" y="62"/>
                </a:cubicBezTo>
                <a:cubicBezTo>
                  <a:pt x="9474" y="72"/>
                  <a:pt x="9482" y="82"/>
                  <a:pt x="9490" y="95"/>
                </a:cubicBezTo>
                <a:cubicBezTo>
                  <a:pt x="9498" y="107"/>
                  <a:pt x="9504" y="119"/>
                  <a:pt x="9510" y="132"/>
                </a:cubicBezTo>
                <a:cubicBezTo>
                  <a:pt x="9515" y="144"/>
                  <a:pt x="9519" y="158"/>
                  <a:pt x="9522" y="171"/>
                </a:cubicBezTo>
                <a:cubicBezTo>
                  <a:pt x="9524" y="185"/>
                  <a:pt x="9526" y="199"/>
                  <a:pt x="9526" y="213"/>
                </a:cubicBezTo>
                <a:lnTo>
                  <a:pt x="9526" y="1509"/>
                </a:lnTo>
                <a:cubicBezTo>
                  <a:pt x="9526" y="1523"/>
                  <a:pt x="9524" y="1537"/>
                  <a:pt x="9522" y="1550"/>
                </a:cubicBezTo>
                <a:cubicBezTo>
                  <a:pt x="9519" y="1564"/>
                  <a:pt x="9515" y="1577"/>
                  <a:pt x="9510" y="1590"/>
                </a:cubicBezTo>
                <a:cubicBezTo>
                  <a:pt x="9504" y="1603"/>
                  <a:pt x="9498" y="1615"/>
                  <a:pt x="9490" y="1627"/>
                </a:cubicBezTo>
                <a:cubicBezTo>
                  <a:pt x="9482" y="1638"/>
                  <a:pt x="9474" y="1649"/>
                  <a:pt x="9464" y="1659"/>
                </a:cubicBezTo>
                <a:cubicBezTo>
                  <a:pt x="9454" y="1669"/>
                  <a:pt x="9443" y="1677"/>
                  <a:pt x="9432" y="1685"/>
                </a:cubicBezTo>
                <a:cubicBezTo>
                  <a:pt x="9420" y="1693"/>
                  <a:pt x="9408" y="1699"/>
                  <a:pt x="9395" y="1705"/>
                </a:cubicBezTo>
                <a:cubicBezTo>
                  <a:pt x="9382" y="1710"/>
                  <a:pt x="9369" y="1714"/>
                  <a:pt x="9355" y="1717"/>
                </a:cubicBezTo>
                <a:cubicBezTo>
                  <a:pt x="9342" y="1719"/>
                  <a:pt x="9328" y="1721"/>
                  <a:pt x="9314" y="1721"/>
                </a:cubicBezTo>
                <a:lnTo>
                  <a:pt x="211" y="1721"/>
                </a:lnTo>
                <a:cubicBezTo>
                  <a:pt x="197" y="1721"/>
                  <a:pt x="184" y="1719"/>
                  <a:pt x="170" y="1717"/>
                </a:cubicBezTo>
                <a:cubicBezTo>
                  <a:pt x="156" y="1714"/>
                  <a:pt x="143" y="1710"/>
                  <a:pt x="130" y="1705"/>
                </a:cubicBezTo>
                <a:cubicBezTo>
                  <a:pt x="118" y="1699"/>
                  <a:pt x="105" y="1693"/>
                  <a:pt x="94" y="1685"/>
                </a:cubicBezTo>
                <a:cubicBezTo>
                  <a:pt x="82" y="1677"/>
                  <a:pt x="72" y="1669"/>
                  <a:pt x="62" y="1659"/>
                </a:cubicBezTo>
                <a:cubicBezTo>
                  <a:pt x="52" y="1649"/>
                  <a:pt x="43" y="1638"/>
                  <a:pt x="35" y="1627"/>
                </a:cubicBezTo>
                <a:cubicBezTo>
                  <a:pt x="28" y="1615"/>
                  <a:pt x="21" y="1603"/>
                  <a:pt x="16" y="1590"/>
                </a:cubicBezTo>
                <a:cubicBezTo>
                  <a:pt x="11" y="1577"/>
                  <a:pt x="6" y="1564"/>
                  <a:pt x="4" y="1550"/>
                </a:cubicBezTo>
                <a:cubicBezTo>
                  <a:pt x="1" y="1537"/>
                  <a:pt x="0" y="1523"/>
                  <a:pt x="0" y="1509"/>
                </a:cubicBezTo>
                <a:close/>
              </a:path>
            </a:pathLst>
          </a:custGeom>
          <a:solidFill>
            <a:srgbClr val="e6f7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1095120" y="2952720"/>
            <a:ext cx="228960" cy="228960"/>
          </a:xfrm>
          <a:custGeom>
            <a:avLst/>
            <a:gdLst/>
            <a:ahLst/>
            <a:rect l="0" t="0" r="r" b="b"/>
            <a:pathLst>
              <a:path w="636" h="636">
                <a:moveTo>
                  <a:pt x="636" y="317"/>
                </a:moveTo>
                <a:cubicBezTo>
                  <a:pt x="636" y="338"/>
                  <a:pt x="634" y="360"/>
                  <a:pt x="630" y="380"/>
                </a:cubicBezTo>
                <a:cubicBezTo>
                  <a:pt x="626" y="400"/>
                  <a:pt x="620" y="420"/>
                  <a:pt x="612" y="440"/>
                </a:cubicBezTo>
                <a:cubicBezTo>
                  <a:pt x="604" y="459"/>
                  <a:pt x="594" y="477"/>
                  <a:pt x="583" y="494"/>
                </a:cubicBezTo>
                <a:cubicBezTo>
                  <a:pt x="571" y="512"/>
                  <a:pt x="558" y="528"/>
                  <a:pt x="543" y="543"/>
                </a:cubicBezTo>
                <a:cubicBezTo>
                  <a:pt x="528" y="557"/>
                  <a:pt x="512" y="570"/>
                  <a:pt x="495" y="582"/>
                </a:cubicBezTo>
                <a:cubicBezTo>
                  <a:pt x="478" y="594"/>
                  <a:pt x="459" y="603"/>
                  <a:pt x="439" y="611"/>
                </a:cubicBezTo>
                <a:cubicBezTo>
                  <a:pt x="420" y="619"/>
                  <a:pt x="400" y="625"/>
                  <a:pt x="380" y="629"/>
                </a:cubicBezTo>
                <a:cubicBezTo>
                  <a:pt x="359" y="634"/>
                  <a:pt x="339" y="636"/>
                  <a:pt x="318" y="636"/>
                </a:cubicBezTo>
                <a:cubicBezTo>
                  <a:pt x="297" y="636"/>
                  <a:pt x="276" y="634"/>
                  <a:pt x="256" y="629"/>
                </a:cubicBezTo>
                <a:cubicBezTo>
                  <a:pt x="235" y="625"/>
                  <a:pt x="215" y="619"/>
                  <a:pt x="196" y="611"/>
                </a:cubicBezTo>
                <a:cubicBezTo>
                  <a:pt x="177" y="603"/>
                  <a:pt x="159" y="594"/>
                  <a:pt x="141" y="582"/>
                </a:cubicBezTo>
                <a:cubicBezTo>
                  <a:pt x="124" y="570"/>
                  <a:pt x="108" y="557"/>
                  <a:pt x="93" y="543"/>
                </a:cubicBezTo>
                <a:cubicBezTo>
                  <a:pt x="78" y="528"/>
                  <a:pt x="65" y="512"/>
                  <a:pt x="54" y="494"/>
                </a:cubicBezTo>
                <a:cubicBezTo>
                  <a:pt x="42" y="477"/>
                  <a:pt x="32" y="459"/>
                  <a:pt x="24" y="440"/>
                </a:cubicBezTo>
                <a:cubicBezTo>
                  <a:pt x="16" y="420"/>
                  <a:pt x="10" y="400"/>
                  <a:pt x="6" y="380"/>
                </a:cubicBezTo>
                <a:cubicBezTo>
                  <a:pt x="2" y="360"/>
                  <a:pt x="0" y="338"/>
                  <a:pt x="0" y="317"/>
                </a:cubicBezTo>
                <a:cubicBezTo>
                  <a:pt x="0" y="296"/>
                  <a:pt x="2" y="276"/>
                  <a:pt x="6" y="255"/>
                </a:cubicBezTo>
                <a:cubicBezTo>
                  <a:pt x="10" y="235"/>
                  <a:pt x="16" y="215"/>
                  <a:pt x="24" y="196"/>
                </a:cubicBezTo>
                <a:cubicBezTo>
                  <a:pt x="32" y="176"/>
                  <a:pt x="42" y="158"/>
                  <a:pt x="54" y="141"/>
                </a:cubicBezTo>
                <a:cubicBezTo>
                  <a:pt x="65" y="123"/>
                  <a:pt x="78" y="107"/>
                  <a:pt x="93" y="93"/>
                </a:cubicBezTo>
                <a:cubicBezTo>
                  <a:pt x="108" y="78"/>
                  <a:pt x="124" y="65"/>
                  <a:pt x="141" y="53"/>
                </a:cubicBezTo>
                <a:cubicBezTo>
                  <a:pt x="159" y="42"/>
                  <a:pt x="177" y="32"/>
                  <a:pt x="196" y="24"/>
                </a:cubicBezTo>
                <a:cubicBezTo>
                  <a:pt x="215" y="16"/>
                  <a:pt x="235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9" y="32"/>
                  <a:pt x="478" y="42"/>
                  <a:pt x="495" y="53"/>
                </a:cubicBezTo>
                <a:cubicBezTo>
                  <a:pt x="512" y="65"/>
                  <a:pt x="528" y="78"/>
                  <a:pt x="543" y="93"/>
                </a:cubicBezTo>
                <a:cubicBezTo>
                  <a:pt x="558" y="107"/>
                  <a:pt x="571" y="123"/>
                  <a:pt x="583" y="141"/>
                </a:cubicBezTo>
                <a:cubicBezTo>
                  <a:pt x="594" y="158"/>
                  <a:pt x="604" y="176"/>
                  <a:pt x="612" y="196"/>
                </a:cubicBezTo>
                <a:cubicBezTo>
                  <a:pt x="620" y="215"/>
                  <a:pt x="626" y="235"/>
                  <a:pt x="630" y="255"/>
                </a:cubicBezTo>
                <a:cubicBezTo>
                  <a:pt x="634" y="276"/>
                  <a:pt x="636" y="296"/>
                  <a:pt x="636" y="317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1228320" y="2471040"/>
            <a:ext cx="15170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in OKx: onderwijseenheid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1172160" y="2999160"/>
            <a:ext cx="113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1411200" y="2844720"/>
            <a:ext cx="12700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Leeractiviteit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1161000" y="3408840"/>
            <a:ext cx="3259800" cy="668880"/>
          </a:xfrm>
          <a:custGeom>
            <a:avLst/>
            <a:gdLst/>
            <a:ahLst/>
            <a:rect l="0" t="0" r="r" b="b"/>
            <a:pathLst>
              <a:path w="9055" h="1858">
                <a:moveTo>
                  <a:pt x="373" y="0"/>
                </a:moveTo>
                <a:lnTo>
                  <a:pt x="452" y="0"/>
                </a:lnTo>
                <a:lnTo>
                  <a:pt x="452" y="58"/>
                </a:lnTo>
                <a:lnTo>
                  <a:pt x="373" y="58"/>
                </a:lnTo>
                <a:lnTo>
                  <a:pt x="373" y="0"/>
                </a:lnTo>
                <a:moveTo>
                  <a:pt x="505" y="0"/>
                </a:moveTo>
                <a:lnTo>
                  <a:pt x="585" y="0"/>
                </a:lnTo>
                <a:lnTo>
                  <a:pt x="585" y="58"/>
                </a:lnTo>
                <a:lnTo>
                  <a:pt x="505" y="58"/>
                </a:lnTo>
                <a:lnTo>
                  <a:pt x="505" y="0"/>
                </a:lnTo>
                <a:moveTo>
                  <a:pt x="638" y="0"/>
                </a:moveTo>
                <a:lnTo>
                  <a:pt x="717" y="0"/>
                </a:lnTo>
                <a:lnTo>
                  <a:pt x="717" y="58"/>
                </a:lnTo>
                <a:lnTo>
                  <a:pt x="638" y="58"/>
                </a:lnTo>
                <a:lnTo>
                  <a:pt x="638" y="0"/>
                </a:lnTo>
                <a:moveTo>
                  <a:pt x="770" y="0"/>
                </a:moveTo>
                <a:lnTo>
                  <a:pt x="850" y="0"/>
                </a:lnTo>
                <a:lnTo>
                  <a:pt x="850" y="58"/>
                </a:lnTo>
                <a:lnTo>
                  <a:pt x="770" y="58"/>
                </a:lnTo>
                <a:lnTo>
                  <a:pt x="770" y="0"/>
                </a:lnTo>
                <a:moveTo>
                  <a:pt x="903" y="0"/>
                </a:moveTo>
                <a:lnTo>
                  <a:pt x="982" y="0"/>
                </a:lnTo>
                <a:lnTo>
                  <a:pt x="982" y="58"/>
                </a:lnTo>
                <a:lnTo>
                  <a:pt x="903" y="58"/>
                </a:lnTo>
                <a:lnTo>
                  <a:pt x="903" y="0"/>
                </a:lnTo>
                <a:moveTo>
                  <a:pt x="1035" y="0"/>
                </a:moveTo>
                <a:lnTo>
                  <a:pt x="1115" y="0"/>
                </a:lnTo>
                <a:lnTo>
                  <a:pt x="1115" y="58"/>
                </a:lnTo>
                <a:lnTo>
                  <a:pt x="1035" y="58"/>
                </a:lnTo>
                <a:lnTo>
                  <a:pt x="1035" y="0"/>
                </a:lnTo>
                <a:moveTo>
                  <a:pt x="1168" y="0"/>
                </a:moveTo>
                <a:lnTo>
                  <a:pt x="1247" y="0"/>
                </a:lnTo>
                <a:lnTo>
                  <a:pt x="1247" y="58"/>
                </a:lnTo>
                <a:lnTo>
                  <a:pt x="1168" y="58"/>
                </a:lnTo>
                <a:lnTo>
                  <a:pt x="1168" y="0"/>
                </a:lnTo>
                <a:moveTo>
                  <a:pt x="1300" y="0"/>
                </a:moveTo>
                <a:lnTo>
                  <a:pt x="1381" y="0"/>
                </a:lnTo>
                <a:lnTo>
                  <a:pt x="1381" y="58"/>
                </a:lnTo>
                <a:lnTo>
                  <a:pt x="1300" y="58"/>
                </a:lnTo>
                <a:lnTo>
                  <a:pt x="1300" y="0"/>
                </a:lnTo>
                <a:moveTo>
                  <a:pt x="1434" y="0"/>
                </a:moveTo>
                <a:lnTo>
                  <a:pt x="1513" y="0"/>
                </a:lnTo>
                <a:lnTo>
                  <a:pt x="1513" y="58"/>
                </a:lnTo>
                <a:lnTo>
                  <a:pt x="1434" y="58"/>
                </a:lnTo>
                <a:lnTo>
                  <a:pt x="1434" y="0"/>
                </a:lnTo>
                <a:moveTo>
                  <a:pt x="1566" y="0"/>
                </a:moveTo>
                <a:lnTo>
                  <a:pt x="1645" y="0"/>
                </a:lnTo>
                <a:lnTo>
                  <a:pt x="1645" y="58"/>
                </a:lnTo>
                <a:lnTo>
                  <a:pt x="1566" y="58"/>
                </a:lnTo>
                <a:lnTo>
                  <a:pt x="1566" y="0"/>
                </a:lnTo>
                <a:moveTo>
                  <a:pt x="1699" y="0"/>
                </a:moveTo>
                <a:lnTo>
                  <a:pt x="1778" y="0"/>
                </a:lnTo>
                <a:lnTo>
                  <a:pt x="1778" y="58"/>
                </a:lnTo>
                <a:lnTo>
                  <a:pt x="1699" y="58"/>
                </a:lnTo>
                <a:lnTo>
                  <a:pt x="1699" y="0"/>
                </a:lnTo>
                <a:moveTo>
                  <a:pt x="1831" y="0"/>
                </a:moveTo>
                <a:lnTo>
                  <a:pt x="1910" y="0"/>
                </a:lnTo>
                <a:lnTo>
                  <a:pt x="1910" y="58"/>
                </a:lnTo>
                <a:lnTo>
                  <a:pt x="1831" y="58"/>
                </a:lnTo>
                <a:lnTo>
                  <a:pt x="1831" y="0"/>
                </a:lnTo>
                <a:moveTo>
                  <a:pt x="1963" y="0"/>
                </a:moveTo>
                <a:lnTo>
                  <a:pt x="2043" y="0"/>
                </a:lnTo>
                <a:lnTo>
                  <a:pt x="2043" y="58"/>
                </a:lnTo>
                <a:lnTo>
                  <a:pt x="1963" y="58"/>
                </a:lnTo>
                <a:lnTo>
                  <a:pt x="1963" y="0"/>
                </a:lnTo>
                <a:moveTo>
                  <a:pt x="2096" y="0"/>
                </a:moveTo>
                <a:lnTo>
                  <a:pt x="2175" y="0"/>
                </a:lnTo>
                <a:lnTo>
                  <a:pt x="2175" y="58"/>
                </a:lnTo>
                <a:lnTo>
                  <a:pt x="2096" y="58"/>
                </a:lnTo>
                <a:lnTo>
                  <a:pt x="2096" y="0"/>
                </a:lnTo>
                <a:moveTo>
                  <a:pt x="2228" y="0"/>
                </a:moveTo>
                <a:lnTo>
                  <a:pt x="2308" y="0"/>
                </a:lnTo>
                <a:lnTo>
                  <a:pt x="2308" y="58"/>
                </a:lnTo>
                <a:lnTo>
                  <a:pt x="2228" y="58"/>
                </a:lnTo>
                <a:lnTo>
                  <a:pt x="2228" y="0"/>
                </a:lnTo>
                <a:moveTo>
                  <a:pt x="2361" y="0"/>
                </a:moveTo>
                <a:lnTo>
                  <a:pt x="2440" y="0"/>
                </a:lnTo>
                <a:lnTo>
                  <a:pt x="2440" y="58"/>
                </a:lnTo>
                <a:lnTo>
                  <a:pt x="2361" y="58"/>
                </a:lnTo>
                <a:lnTo>
                  <a:pt x="2361" y="0"/>
                </a:lnTo>
                <a:moveTo>
                  <a:pt x="2493" y="0"/>
                </a:moveTo>
                <a:lnTo>
                  <a:pt x="2573" y="0"/>
                </a:lnTo>
                <a:lnTo>
                  <a:pt x="2573" y="58"/>
                </a:lnTo>
                <a:lnTo>
                  <a:pt x="2493" y="58"/>
                </a:lnTo>
                <a:lnTo>
                  <a:pt x="2493" y="0"/>
                </a:lnTo>
                <a:moveTo>
                  <a:pt x="2626" y="0"/>
                </a:moveTo>
                <a:lnTo>
                  <a:pt x="2705" y="0"/>
                </a:lnTo>
                <a:lnTo>
                  <a:pt x="2705" y="58"/>
                </a:lnTo>
                <a:lnTo>
                  <a:pt x="2626" y="58"/>
                </a:lnTo>
                <a:lnTo>
                  <a:pt x="2626" y="0"/>
                </a:lnTo>
                <a:moveTo>
                  <a:pt x="2758" y="0"/>
                </a:moveTo>
                <a:lnTo>
                  <a:pt x="2838" y="0"/>
                </a:lnTo>
                <a:lnTo>
                  <a:pt x="2838" y="58"/>
                </a:lnTo>
                <a:lnTo>
                  <a:pt x="2758" y="58"/>
                </a:lnTo>
                <a:lnTo>
                  <a:pt x="2758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58"/>
                </a:lnTo>
                <a:lnTo>
                  <a:pt x="2891" y="58"/>
                </a:lnTo>
                <a:lnTo>
                  <a:pt x="2891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58"/>
                </a:lnTo>
                <a:lnTo>
                  <a:pt x="3023" y="58"/>
                </a:lnTo>
                <a:lnTo>
                  <a:pt x="3023" y="0"/>
                </a:lnTo>
                <a:moveTo>
                  <a:pt x="3156" y="0"/>
                </a:moveTo>
                <a:lnTo>
                  <a:pt x="3235" y="0"/>
                </a:lnTo>
                <a:lnTo>
                  <a:pt x="3235" y="58"/>
                </a:lnTo>
                <a:lnTo>
                  <a:pt x="3156" y="58"/>
                </a:lnTo>
                <a:lnTo>
                  <a:pt x="3156" y="0"/>
                </a:lnTo>
                <a:moveTo>
                  <a:pt x="3288" y="0"/>
                </a:moveTo>
                <a:lnTo>
                  <a:pt x="3367" y="0"/>
                </a:lnTo>
                <a:lnTo>
                  <a:pt x="3367" y="58"/>
                </a:lnTo>
                <a:lnTo>
                  <a:pt x="3288" y="58"/>
                </a:lnTo>
                <a:lnTo>
                  <a:pt x="3288" y="0"/>
                </a:lnTo>
                <a:moveTo>
                  <a:pt x="3421" y="0"/>
                </a:moveTo>
                <a:lnTo>
                  <a:pt x="3500" y="0"/>
                </a:lnTo>
                <a:lnTo>
                  <a:pt x="3500" y="58"/>
                </a:lnTo>
                <a:lnTo>
                  <a:pt x="3421" y="58"/>
                </a:lnTo>
                <a:lnTo>
                  <a:pt x="3421" y="0"/>
                </a:lnTo>
                <a:moveTo>
                  <a:pt x="3553" y="0"/>
                </a:moveTo>
                <a:lnTo>
                  <a:pt x="3632" y="0"/>
                </a:lnTo>
                <a:lnTo>
                  <a:pt x="3632" y="58"/>
                </a:lnTo>
                <a:lnTo>
                  <a:pt x="3553" y="58"/>
                </a:lnTo>
                <a:lnTo>
                  <a:pt x="3553" y="0"/>
                </a:lnTo>
                <a:moveTo>
                  <a:pt x="3685" y="0"/>
                </a:moveTo>
                <a:lnTo>
                  <a:pt x="3765" y="0"/>
                </a:lnTo>
                <a:lnTo>
                  <a:pt x="3765" y="58"/>
                </a:lnTo>
                <a:lnTo>
                  <a:pt x="3685" y="58"/>
                </a:lnTo>
                <a:lnTo>
                  <a:pt x="3685" y="0"/>
                </a:lnTo>
                <a:moveTo>
                  <a:pt x="3818" y="0"/>
                </a:moveTo>
                <a:lnTo>
                  <a:pt x="3897" y="0"/>
                </a:lnTo>
                <a:lnTo>
                  <a:pt x="3897" y="58"/>
                </a:lnTo>
                <a:lnTo>
                  <a:pt x="3818" y="58"/>
                </a:lnTo>
                <a:lnTo>
                  <a:pt x="3818" y="0"/>
                </a:lnTo>
                <a:moveTo>
                  <a:pt x="3950" y="0"/>
                </a:moveTo>
                <a:lnTo>
                  <a:pt x="4030" y="0"/>
                </a:lnTo>
                <a:lnTo>
                  <a:pt x="4030" y="58"/>
                </a:lnTo>
                <a:lnTo>
                  <a:pt x="3950" y="58"/>
                </a:lnTo>
                <a:lnTo>
                  <a:pt x="3950" y="0"/>
                </a:lnTo>
                <a:moveTo>
                  <a:pt x="4083" y="0"/>
                </a:moveTo>
                <a:lnTo>
                  <a:pt x="4162" y="0"/>
                </a:lnTo>
                <a:lnTo>
                  <a:pt x="4162" y="58"/>
                </a:lnTo>
                <a:lnTo>
                  <a:pt x="4083" y="58"/>
                </a:lnTo>
                <a:lnTo>
                  <a:pt x="4083" y="0"/>
                </a:lnTo>
                <a:moveTo>
                  <a:pt x="4215" y="0"/>
                </a:moveTo>
                <a:lnTo>
                  <a:pt x="4295" y="0"/>
                </a:lnTo>
                <a:lnTo>
                  <a:pt x="4295" y="58"/>
                </a:lnTo>
                <a:lnTo>
                  <a:pt x="4215" y="58"/>
                </a:lnTo>
                <a:lnTo>
                  <a:pt x="4215" y="0"/>
                </a:lnTo>
                <a:moveTo>
                  <a:pt x="4348" y="0"/>
                </a:moveTo>
                <a:lnTo>
                  <a:pt x="4427" y="0"/>
                </a:lnTo>
                <a:lnTo>
                  <a:pt x="4427" y="58"/>
                </a:lnTo>
                <a:lnTo>
                  <a:pt x="4348" y="58"/>
                </a:lnTo>
                <a:lnTo>
                  <a:pt x="4348" y="0"/>
                </a:lnTo>
                <a:moveTo>
                  <a:pt x="4480" y="0"/>
                </a:moveTo>
                <a:lnTo>
                  <a:pt x="4560" y="0"/>
                </a:lnTo>
                <a:lnTo>
                  <a:pt x="4560" y="58"/>
                </a:lnTo>
                <a:lnTo>
                  <a:pt x="4480" y="58"/>
                </a:lnTo>
                <a:lnTo>
                  <a:pt x="4480" y="0"/>
                </a:lnTo>
                <a:moveTo>
                  <a:pt x="4613" y="0"/>
                </a:moveTo>
                <a:lnTo>
                  <a:pt x="4692" y="0"/>
                </a:lnTo>
                <a:lnTo>
                  <a:pt x="4692" y="58"/>
                </a:lnTo>
                <a:lnTo>
                  <a:pt x="4613" y="58"/>
                </a:lnTo>
                <a:lnTo>
                  <a:pt x="4613" y="0"/>
                </a:lnTo>
                <a:moveTo>
                  <a:pt x="4745" y="0"/>
                </a:moveTo>
                <a:lnTo>
                  <a:pt x="4824" y="0"/>
                </a:lnTo>
                <a:lnTo>
                  <a:pt x="4824" y="58"/>
                </a:lnTo>
                <a:lnTo>
                  <a:pt x="4745" y="58"/>
                </a:lnTo>
                <a:lnTo>
                  <a:pt x="4745" y="0"/>
                </a:lnTo>
                <a:moveTo>
                  <a:pt x="4878" y="0"/>
                </a:moveTo>
                <a:lnTo>
                  <a:pt x="4957" y="0"/>
                </a:lnTo>
                <a:lnTo>
                  <a:pt x="4957" y="58"/>
                </a:lnTo>
                <a:lnTo>
                  <a:pt x="4878" y="58"/>
                </a:lnTo>
                <a:lnTo>
                  <a:pt x="4878" y="0"/>
                </a:lnTo>
                <a:moveTo>
                  <a:pt x="5010" y="0"/>
                </a:moveTo>
                <a:lnTo>
                  <a:pt x="5089" y="0"/>
                </a:lnTo>
                <a:lnTo>
                  <a:pt x="5089" y="58"/>
                </a:lnTo>
                <a:lnTo>
                  <a:pt x="5010" y="58"/>
                </a:lnTo>
                <a:lnTo>
                  <a:pt x="5010" y="0"/>
                </a:lnTo>
                <a:moveTo>
                  <a:pt x="5142" y="0"/>
                </a:moveTo>
                <a:lnTo>
                  <a:pt x="5222" y="0"/>
                </a:lnTo>
                <a:lnTo>
                  <a:pt x="5222" y="58"/>
                </a:lnTo>
                <a:lnTo>
                  <a:pt x="5142" y="58"/>
                </a:lnTo>
                <a:lnTo>
                  <a:pt x="5142" y="0"/>
                </a:lnTo>
                <a:moveTo>
                  <a:pt x="5275" y="0"/>
                </a:moveTo>
                <a:lnTo>
                  <a:pt x="5354" y="0"/>
                </a:lnTo>
                <a:lnTo>
                  <a:pt x="5354" y="58"/>
                </a:lnTo>
                <a:lnTo>
                  <a:pt x="5275" y="58"/>
                </a:lnTo>
                <a:lnTo>
                  <a:pt x="5275" y="0"/>
                </a:lnTo>
                <a:moveTo>
                  <a:pt x="5407" y="0"/>
                </a:moveTo>
                <a:lnTo>
                  <a:pt x="5487" y="0"/>
                </a:lnTo>
                <a:lnTo>
                  <a:pt x="5487" y="58"/>
                </a:lnTo>
                <a:lnTo>
                  <a:pt x="5407" y="58"/>
                </a:lnTo>
                <a:lnTo>
                  <a:pt x="5407" y="0"/>
                </a:lnTo>
                <a:moveTo>
                  <a:pt x="5540" y="0"/>
                </a:moveTo>
                <a:lnTo>
                  <a:pt x="5619" y="0"/>
                </a:lnTo>
                <a:lnTo>
                  <a:pt x="5619" y="58"/>
                </a:lnTo>
                <a:lnTo>
                  <a:pt x="5540" y="58"/>
                </a:lnTo>
                <a:lnTo>
                  <a:pt x="5540" y="0"/>
                </a:lnTo>
                <a:moveTo>
                  <a:pt x="5672" y="0"/>
                </a:moveTo>
                <a:lnTo>
                  <a:pt x="5752" y="0"/>
                </a:lnTo>
                <a:lnTo>
                  <a:pt x="5752" y="58"/>
                </a:lnTo>
                <a:lnTo>
                  <a:pt x="5672" y="58"/>
                </a:lnTo>
                <a:lnTo>
                  <a:pt x="5672" y="0"/>
                </a:lnTo>
                <a:moveTo>
                  <a:pt x="5805" y="0"/>
                </a:moveTo>
                <a:lnTo>
                  <a:pt x="5884" y="0"/>
                </a:lnTo>
                <a:lnTo>
                  <a:pt x="5884" y="58"/>
                </a:lnTo>
                <a:lnTo>
                  <a:pt x="5805" y="58"/>
                </a:lnTo>
                <a:lnTo>
                  <a:pt x="5805" y="0"/>
                </a:lnTo>
                <a:moveTo>
                  <a:pt x="5937" y="0"/>
                </a:moveTo>
                <a:lnTo>
                  <a:pt x="6017" y="0"/>
                </a:lnTo>
                <a:lnTo>
                  <a:pt x="6017" y="58"/>
                </a:lnTo>
                <a:lnTo>
                  <a:pt x="5937" y="58"/>
                </a:lnTo>
                <a:lnTo>
                  <a:pt x="5937" y="0"/>
                </a:lnTo>
                <a:moveTo>
                  <a:pt x="6070" y="0"/>
                </a:moveTo>
                <a:lnTo>
                  <a:pt x="6149" y="0"/>
                </a:lnTo>
                <a:lnTo>
                  <a:pt x="6149" y="58"/>
                </a:lnTo>
                <a:lnTo>
                  <a:pt x="6070" y="58"/>
                </a:lnTo>
                <a:lnTo>
                  <a:pt x="6070" y="0"/>
                </a:lnTo>
                <a:moveTo>
                  <a:pt x="6202" y="0"/>
                </a:moveTo>
                <a:lnTo>
                  <a:pt x="6281" y="0"/>
                </a:lnTo>
                <a:lnTo>
                  <a:pt x="6281" y="58"/>
                </a:lnTo>
                <a:lnTo>
                  <a:pt x="6202" y="58"/>
                </a:lnTo>
                <a:lnTo>
                  <a:pt x="6202" y="0"/>
                </a:lnTo>
                <a:moveTo>
                  <a:pt x="6335" y="0"/>
                </a:moveTo>
                <a:lnTo>
                  <a:pt x="6414" y="0"/>
                </a:lnTo>
                <a:lnTo>
                  <a:pt x="6414" y="58"/>
                </a:lnTo>
                <a:lnTo>
                  <a:pt x="6335" y="58"/>
                </a:lnTo>
                <a:lnTo>
                  <a:pt x="6335" y="0"/>
                </a:lnTo>
                <a:moveTo>
                  <a:pt x="6467" y="0"/>
                </a:moveTo>
                <a:lnTo>
                  <a:pt x="6546" y="0"/>
                </a:lnTo>
                <a:lnTo>
                  <a:pt x="6546" y="58"/>
                </a:lnTo>
                <a:lnTo>
                  <a:pt x="6467" y="58"/>
                </a:lnTo>
                <a:lnTo>
                  <a:pt x="6467" y="0"/>
                </a:lnTo>
                <a:moveTo>
                  <a:pt x="6599" y="0"/>
                </a:moveTo>
                <a:lnTo>
                  <a:pt x="6679" y="0"/>
                </a:lnTo>
                <a:lnTo>
                  <a:pt x="6679" y="58"/>
                </a:lnTo>
                <a:lnTo>
                  <a:pt x="6599" y="58"/>
                </a:lnTo>
                <a:lnTo>
                  <a:pt x="6599" y="0"/>
                </a:lnTo>
                <a:moveTo>
                  <a:pt x="6732" y="0"/>
                </a:moveTo>
                <a:lnTo>
                  <a:pt x="6811" y="0"/>
                </a:lnTo>
                <a:lnTo>
                  <a:pt x="6811" y="58"/>
                </a:lnTo>
                <a:lnTo>
                  <a:pt x="6732" y="58"/>
                </a:lnTo>
                <a:lnTo>
                  <a:pt x="6732" y="0"/>
                </a:lnTo>
                <a:moveTo>
                  <a:pt x="6864" y="0"/>
                </a:moveTo>
                <a:lnTo>
                  <a:pt x="6944" y="0"/>
                </a:lnTo>
                <a:lnTo>
                  <a:pt x="6944" y="58"/>
                </a:lnTo>
                <a:lnTo>
                  <a:pt x="6864" y="58"/>
                </a:lnTo>
                <a:lnTo>
                  <a:pt x="6864" y="0"/>
                </a:lnTo>
                <a:moveTo>
                  <a:pt x="6997" y="0"/>
                </a:moveTo>
                <a:lnTo>
                  <a:pt x="7076" y="0"/>
                </a:lnTo>
                <a:lnTo>
                  <a:pt x="7076" y="58"/>
                </a:lnTo>
                <a:lnTo>
                  <a:pt x="6997" y="58"/>
                </a:lnTo>
                <a:lnTo>
                  <a:pt x="6997" y="0"/>
                </a:lnTo>
                <a:moveTo>
                  <a:pt x="7129" y="0"/>
                </a:moveTo>
                <a:lnTo>
                  <a:pt x="7209" y="0"/>
                </a:lnTo>
                <a:lnTo>
                  <a:pt x="7209" y="58"/>
                </a:lnTo>
                <a:lnTo>
                  <a:pt x="7129" y="58"/>
                </a:lnTo>
                <a:lnTo>
                  <a:pt x="7129" y="0"/>
                </a:lnTo>
                <a:moveTo>
                  <a:pt x="7262" y="0"/>
                </a:moveTo>
                <a:lnTo>
                  <a:pt x="7341" y="0"/>
                </a:lnTo>
                <a:lnTo>
                  <a:pt x="7341" y="58"/>
                </a:lnTo>
                <a:lnTo>
                  <a:pt x="7262" y="58"/>
                </a:lnTo>
                <a:lnTo>
                  <a:pt x="7262" y="0"/>
                </a:lnTo>
                <a:moveTo>
                  <a:pt x="7394" y="0"/>
                </a:moveTo>
                <a:lnTo>
                  <a:pt x="7474" y="0"/>
                </a:lnTo>
                <a:lnTo>
                  <a:pt x="7474" y="58"/>
                </a:lnTo>
                <a:lnTo>
                  <a:pt x="7394" y="58"/>
                </a:lnTo>
                <a:lnTo>
                  <a:pt x="7394" y="0"/>
                </a:lnTo>
                <a:moveTo>
                  <a:pt x="7527" y="0"/>
                </a:moveTo>
                <a:lnTo>
                  <a:pt x="7606" y="0"/>
                </a:lnTo>
                <a:lnTo>
                  <a:pt x="7606" y="58"/>
                </a:lnTo>
                <a:lnTo>
                  <a:pt x="7527" y="58"/>
                </a:lnTo>
                <a:lnTo>
                  <a:pt x="7527" y="0"/>
                </a:lnTo>
                <a:moveTo>
                  <a:pt x="7659" y="0"/>
                </a:moveTo>
                <a:lnTo>
                  <a:pt x="7739" y="0"/>
                </a:lnTo>
                <a:lnTo>
                  <a:pt x="7739" y="58"/>
                </a:lnTo>
                <a:lnTo>
                  <a:pt x="7659" y="58"/>
                </a:lnTo>
                <a:lnTo>
                  <a:pt x="7659" y="0"/>
                </a:lnTo>
                <a:moveTo>
                  <a:pt x="7792" y="0"/>
                </a:moveTo>
                <a:lnTo>
                  <a:pt x="7871" y="0"/>
                </a:lnTo>
                <a:lnTo>
                  <a:pt x="7871" y="58"/>
                </a:lnTo>
                <a:lnTo>
                  <a:pt x="7792" y="58"/>
                </a:lnTo>
                <a:lnTo>
                  <a:pt x="7792" y="0"/>
                </a:lnTo>
                <a:moveTo>
                  <a:pt x="7924" y="0"/>
                </a:moveTo>
                <a:lnTo>
                  <a:pt x="8003" y="0"/>
                </a:lnTo>
                <a:lnTo>
                  <a:pt x="8003" y="58"/>
                </a:lnTo>
                <a:lnTo>
                  <a:pt x="7924" y="58"/>
                </a:lnTo>
                <a:lnTo>
                  <a:pt x="7924" y="0"/>
                </a:lnTo>
                <a:moveTo>
                  <a:pt x="8057" y="0"/>
                </a:moveTo>
                <a:lnTo>
                  <a:pt x="8136" y="0"/>
                </a:lnTo>
                <a:lnTo>
                  <a:pt x="8136" y="58"/>
                </a:lnTo>
                <a:lnTo>
                  <a:pt x="8057" y="58"/>
                </a:lnTo>
                <a:lnTo>
                  <a:pt x="8057" y="0"/>
                </a:lnTo>
                <a:moveTo>
                  <a:pt x="8189" y="0"/>
                </a:moveTo>
                <a:lnTo>
                  <a:pt x="8268" y="0"/>
                </a:lnTo>
                <a:lnTo>
                  <a:pt x="8268" y="58"/>
                </a:lnTo>
                <a:lnTo>
                  <a:pt x="8189" y="58"/>
                </a:lnTo>
                <a:lnTo>
                  <a:pt x="8189" y="0"/>
                </a:lnTo>
                <a:moveTo>
                  <a:pt x="8321" y="0"/>
                </a:moveTo>
                <a:lnTo>
                  <a:pt x="8401" y="0"/>
                </a:lnTo>
                <a:lnTo>
                  <a:pt x="8401" y="58"/>
                </a:lnTo>
                <a:lnTo>
                  <a:pt x="8321" y="58"/>
                </a:lnTo>
                <a:lnTo>
                  <a:pt x="8321" y="0"/>
                </a:lnTo>
                <a:moveTo>
                  <a:pt x="8454" y="0"/>
                </a:moveTo>
                <a:lnTo>
                  <a:pt x="8533" y="0"/>
                </a:lnTo>
                <a:lnTo>
                  <a:pt x="8533" y="58"/>
                </a:lnTo>
                <a:lnTo>
                  <a:pt x="8454" y="58"/>
                </a:lnTo>
                <a:lnTo>
                  <a:pt x="8454" y="0"/>
                </a:lnTo>
                <a:moveTo>
                  <a:pt x="8586" y="0"/>
                </a:moveTo>
                <a:lnTo>
                  <a:pt x="8666" y="0"/>
                </a:lnTo>
                <a:lnTo>
                  <a:pt x="8666" y="58"/>
                </a:lnTo>
                <a:lnTo>
                  <a:pt x="8586" y="58"/>
                </a:lnTo>
                <a:lnTo>
                  <a:pt x="8586" y="0"/>
                </a:lnTo>
                <a:moveTo>
                  <a:pt x="8719" y="0"/>
                </a:moveTo>
                <a:lnTo>
                  <a:pt x="8798" y="0"/>
                </a:lnTo>
                <a:lnTo>
                  <a:pt x="8798" y="58"/>
                </a:lnTo>
                <a:lnTo>
                  <a:pt x="8719" y="58"/>
                </a:lnTo>
                <a:lnTo>
                  <a:pt x="8719" y="0"/>
                </a:lnTo>
                <a:moveTo>
                  <a:pt x="8855" y="3"/>
                </a:moveTo>
                <a:cubicBezTo>
                  <a:pt x="8886" y="9"/>
                  <a:pt x="8914" y="19"/>
                  <a:pt x="8940" y="36"/>
                </a:cubicBezTo>
                <a:lnTo>
                  <a:pt x="8910" y="85"/>
                </a:lnTo>
                <a:cubicBezTo>
                  <a:pt x="8890" y="73"/>
                  <a:pt x="8868" y="65"/>
                  <a:pt x="8845" y="61"/>
                </a:cubicBezTo>
                <a:lnTo>
                  <a:pt x="8855" y="3"/>
                </a:lnTo>
                <a:moveTo>
                  <a:pt x="8988" y="74"/>
                </a:moveTo>
                <a:cubicBezTo>
                  <a:pt x="9009" y="96"/>
                  <a:pt x="9026" y="122"/>
                  <a:pt x="9037" y="150"/>
                </a:cubicBezTo>
                <a:lnTo>
                  <a:pt x="8983" y="172"/>
                </a:lnTo>
                <a:cubicBezTo>
                  <a:pt x="8974" y="150"/>
                  <a:pt x="8962" y="131"/>
                  <a:pt x="8946" y="114"/>
                </a:cubicBezTo>
                <a:lnTo>
                  <a:pt x="8988" y="74"/>
                </a:lnTo>
                <a:moveTo>
                  <a:pt x="9053" y="210"/>
                </a:moveTo>
                <a:cubicBezTo>
                  <a:pt x="9054" y="220"/>
                  <a:pt x="9055" y="230"/>
                  <a:pt x="9055" y="241"/>
                </a:cubicBezTo>
                <a:lnTo>
                  <a:pt x="9055" y="292"/>
                </a:lnTo>
                <a:lnTo>
                  <a:pt x="8997" y="292"/>
                </a:lnTo>
                <a:lnTo>
                  <a:pt x="8997" y="241"/>
                </a:lnTo>
                <a:cubicBezTo>
                  <a:pt x="8997" y="233"/>
                  <a:pt x="8996" y="225"/>
                  <a:pt x="8995" y="217"/>
                </a:cubicBezTo>
                <a:lnTo>
                  <a:pt x="9053" y="210"/>
                </a:lnTo>
                <a:moveTo>
                  <a:pt x="9055" y="345"/>
                </a:moveTo>
                <a:lnTo>
                  <a:pt x="9055" y="424"/>
                </a:lnTo>
                <a:lnTo>
                  <a:pt x="8997" y="424"/>
                </a:lnTo>
                <a:lnTo>
                  <a:pt x="8997" y="345"/>
                </a:lnTo>
                <a:lnTo>
                  <a:pt x="9055" y="345"/>
                </a:lnTo>
                <a:moveTo>
                  <a:pt x="9055" y="477"/>
                </a:moveTo>
                <a:lnTo>
                  <a:pt x="9055" y="557"/>
                </a:lnTo>
                <a:lnTo>
                  <a:pt x="8997" y="557"/>
                </a:lnTo>
                <a:lnTo>
                  <a:pt x="8997" y="477"/>
                </a:lnTo>
                <a:lnTo>
                  <a:pt x="9055" y="477"/>
                </a:lnTo>
                <a:moveTo>
                  <a:pt x="9055" y="610"/>
                </a:moveTo>
                <a:lnTo>
                  <a:pt x="9055" y="689"/>
                </a:lnTo>
                <a:lnTo>
                  <a:pt x="8997" y="689"/>
                </a:lnTo>
                <a:lnTo>
                  <a:pt x="8997" y="610"/>
                </a:lnTo>
                <a:lnTo>
                  <a:pt x="9055" y="610"/>
                </a:lnTo>
                <a:moveTo>
                  <a:pt x="9055" y="742"/>
                </a:moveTo>
                <a:lnTo>
                  <a:pt x="9055" y="823"/>
                </a:lnTo>
                <a:lnTo>
                  <a:pt x="8997" y="823"/>
                </a:lnTo>
                <a:lnTo>
                  <a:pt x="8997" y="742"/>
                </a:lnTo>
                <a:lnTo>
                  <a:pt x="9055" y="742"/>
                </a:lnTo>
                <a:moveTo>
                  <a:pt x="9055" y="876"/>
                </a:moveTo>
                <a:lnTo>
                  <a:pt x="9055" y="955"/>
                </a:lnTo>
                <a:lnTo>
                  <a:pt x="8997" y="955"/>
                </a:lnTo>
                <a:lnTo>
                  <a:pt x="8997" y="876"/>
                </a:lnTo>
                <a:lnTo>
                  <a:pt x="9055" y="876"/>
                </a:lnTo>
                <a:moveTo>
                  <a:pt x="9055" y="1008"/>
                </a:moveTo>
                <a:lnTo>
                  <a:pt x="9055" y="1088"/>
                </a:lnTo>
                <a:lnTo>
                  <a:pt x="8997" y="1088"/>
                </a:lnTo>
                <a:lnTo>
                  <a:pt x="8997" y="1008"/>
                </a:lnTo>
                <a:lnTo>
                  <a:pt x="9055" y="1008"/>
                </a:lnTo>
                <a:moveTo>
                  <a:pt x="9055" y="1141"/>
                </a:moveTo>
                <a:lnTo>
                  <a:pt x="9055" y="1220"/>
                </a:lnTo>
                <a:lnTo>
                  <a:pt x="8997" y="1220"/>
                </a:lnTo>
                <a:lnTo>
                  <a:pt x="8997" y="1141"/>
                </a:lnTo>
                <a:lnTo>
                  <a:pt x="9055" y="1141"/>
                </a:lnTo>
                <a:moveTo>
                  <a:pt x="9055" y="1273"/>
                </a:moveTo>
                <a:lnTo>
                  <a:pt x="9055" y="1353"/>
                </a:lnTo>
                <a:lnTo>
                  <a:pt x="8997" y="1353"/>
                </a:lnTo>
                <a:lnTo>
                  <a:pt x="8997" y="1273"/>
                </a:lnTo>
                <a:lnTo>
                  <a:pt x="9055" y="1273"/>
                </a:lnTo>
                <a:moveTo>
                  <a:pt x="9055" y="1406"/>
                </a:moveTo>
                <a:lnTo>
                  <a:pt x="9055" y="1485"/>
                </a:lnTo>
                <a:lnTo>
                  <a:pt x="8997" y="1485"/>
                </a:lnTo>
                <a:lnTo>
                  <a:pt x="8997" y="1406"/>
                </a:lnTo>
                <a:lnTo>
                  <a:pt x="9055" y="1406"/>
                </a:lnTo>
                <a:moveTo>
                  <a:pt x="9055" y="1538"/>
                </a:moveTo>
                <a:lnTo>
                  <a:pt x="9055" y="1617"/>
                </a:lnTo>
                <a:lnTo>
                  <a:pt x="8997" y="1617"/>
                </a:lnTo>
                <a:lnTo>
                  <a:pt x="8997" y="1538"/>
                </a:lnTo>
                <a:lnTo>
                  <a:pt x="9055" y="1538"/>
                </a:lnTo>
                <a:moveTo>
                  <a:pt x="9048" y="1676"/>
                </a:moveTo>
                <a:cubicBezTo>
                  <a:pt x="9040" y="1706"/>
                  <a:pt x="9027" y="1734"/>
                  <a:pt x="9009" y="1759"/>
                </a:cubicBezTo>
                <a:lnTo>
                  <a:pt x="8962" y="1725"/>
                </a:lnTo>
                <a:cubicBezTo>
                  <a:pt x="8976" y="1706"/>
                  <a:pt x="8985" y="1685"/>
                  <a:pt x="8991" y="1662"/>
                </a:cubicBezTo>
                <a:lnTo>
                  <a:pt x="9048" y="1676"/>
                </a:lnTo>
                <a:moveTo>
                  <a:pt x="8967" y="1804"/>
                </a:moveTo>
                <a:cubicBezTo>
                  <a:pt x="8943" y="1823"/>
                  <a:pt x="8916" y="1838"/>
                  <a:pt x="8887" y="1847"/>
                </a:cubicBezTo>
                <a:lnTo>
                  <a:pt x="8869" y="1791"/>
                </a:lnTo>
                <a:cubicBezTo>
                  <a:pt x="8892" y="1784"/>
                  <a:pt x="8912" y="1773"/>
                  <a:pt x="8930" y="1759"/>
                </a:cubicBezTo>
                <a:lnTo>
                  <a:pt x="8967" y="1804"/>
                </a:lnTo>
                <a:moveTo>
                  <a:pt x="8828" y="1858"/>
                </a:moveTo>
                <a:cubicBezTo>
                  <a:pt x="8823" y="1858"/>
                  <a:pt x="8819" y="1858"/>
                  <a:pt x="8814" y="1858"/>
                </a:cubicBezTo>
                <a:lnTo>
                  <a:pt x="8747" y="1858"/>
                </a:lnTo>
                <a:lnTo>
                  <a:pt x="8747" y="1800"/>
                </a:lnTo>
                <a:lnTo>
                  <a:pt x="8814" y="1800"/>
                </a:lnTo>
                <a:cubicBezTo>
                  <a:pt x="8817" y="1800"/>
                  <a:pt x="8821" y="1800"/>
                  <a:pt x="8824" y="1800"/>
                </a:cubicBezTo>
                <a:lnTo>
                  <a:pt x="8828" y="1858"/>
                </a:lnTo>
                <a:moveTo>
                  <a:pt x="8694" y="1858"/>
                </a:moveTo>
                <a:lnTo>
                  <a:pt x="8615" y="1858"/>
                </a:lnTo>
                <a:lnTo>
                  <a:pt x="8615" y="1800"/>
                </a:lnTo>
                <a:lnTo>
                  <a:pt x="8694" y="1800"/>
                </a:lnTo>
                <a:lnTo>
                  <a:pt x="8694" y="1858"/>
                </a:lnTo>
                <a:moveTo>
                  <a:pt x="8562" y="1858"/>
                </a:moveTo>
                <a:lnTo>
                  <a:pt x="8482" y="1858"/>
                </a:lnTo>
                <a:lnTo>
                  <a:pt x="8482" y="1800"/>
                </a:lnTo>
                <a:lnTo>
                  <a:pt x="8562" y="1800"/>
                </a:lnTo>
                <a:lnTo>
                  <a:pt x="8562" y="1858"/>
                </a:lnTo>
                <a:moveTo>
                  <a:pt x="8429" y="1858"/>
                </a:moveTo>
                <a:lnTo>
                  <a:pt x="8350" y="1858"/>
                </a:lnTo>
                <a:lnTo>
                  <a:pt x="8350" y="1800"/>
                </a:lnTo>
                <a:lnTo>
                  <a:pt x="8429" y="1800"/>
                </a:lnTo>
                <a:lnTo>
                  <a:pt x="8429" y="1858"/>
                </a:lnTo>
                <a:moveTo>
                  <a:pt x="8297" y="1858"/>
                </a:moveTo>
                <a:lnTo>
                  <a:pt x="8217" y="1858"/>
                </a:lnTo>
                <a:lnTo>
                  <a:pt x="8217" y="1800"/>
                </a:lnTo>
                <a:lnTo>
                  <a:pt x="8297" y="1800"/>
                </a:lnTo>
                <a:lnTo>
                  <a:pt x="8297" y="1858"/>
                </a:lnTo>
                <a:moveTo>
                  <a:pt x="8164" y="1858"/>
                </a:moveTo>
                <a:lnTo>
                  <a:pt x="8085" y="1858"/>
                </a:lnTo>
                <a:lnTo>
                  <a:pt x="8085" y="1800"/>
                </a:lnTo>
                <a:lnTo>
                  <a:pt x="8164" y="1800"/>
                </a:lnTo>
                <a:lnTo>
                  <a:pt x="8164" y="1858"/>
                </a:lnTo>
                <a:moveTo>
                  <a:pt x="8032" y="1858"/>
                </a:moveTo>
                <a:lnTo>
                  <a:pt x="7952" y="1858"/>
                </a:lnTo>
                <a:lnTo>
                  <a:pt x="7952" y="1800"/>
                </a:lnTo>
                <a:lnTo>
                  <a:pt x="8032" y="1800"/>
                </a:lnTo>
                <a:lnTo>
                  <a:pt x="8032" y="1858"/>
                </a:lnTo>
                <a:moveTo>
                  <a:pt x="7899" y="1858"/>
                </a:moveTo>
                <a:lnTo>
                  <a:pt x="7820" y="1858"/>
                </a:lnTo>
                <a:lnTo>
                  <a:pt x="7820" y="1800"/>
                </a:lnTo>
                <a:lnTo>
                  <a:pt x="7899" y="1800"/>
                </a:lnTo>
                <a:lnTo>
                  <a:pt x="7899" y="1858"/>
                </a:lnTo>
                <a:moveTo>
                  <a:pt x="7767" y="1858"/>
                </a:moveTo>
                <a:lnTo>
                  <a:pt x="7687" y="1858"/>
                </a:lnTo>
                <a:lnTo>
                  <a:pt x="7687" y="1800"/>
                </a:lnTo>
                <a:lnTo>
                  <a:pt x="7767" y="1800"/>
                </a:lnTo>
                <a:lnTo>
                  <a:pt x="7767" y="1858"/>
                </a:lnTo>
                <a:moveTo>
                  <a:pt x="7634" y="1858"/>
                </a:moveTo>
                <a:lnTo>
                  <a:pt x="7555" y="1858"/>
                </a:lnTo>
                <a:lnTo>
                  <a:pt x="7555" y="1800"/>
                </a:lnTo>
                <a:lnTo>
                  <a:pt x="7634" y="1800"/>
                </a:lnTo>
                <a:lnTo>
                  <a:pt x="7634" y="1858"/>
                </a:lnTo>
                <a:moveTo>
                  <a:pt x="7502" y="1858"/>
                </a:moveTo>
                <a:lnTo>
                  <a:pt x="7423" y="1858"/>
                </a:lnTo>
                <a:lnTo>
                  <a:pt x="7423" y="1800"/>
                </a:lnTo>
                <a:lnTo>
                  <a:pt x="7502" y="1800"/>
                </a:lnTo>
                <a:lnTo>
                  <a:pt x="7502" y="1858"/>
                </a:lnTo>
                <a:moveTo>
                  <a:pt x="7369" y="1858"/>
                </a:moveTo>
                <a:lnTo>
                  <a:pt x="7290" y="1858"/>
                </a:lnTo>
                <a:lnTo>
                  <a:pt x="7290" y="1800"/>
                </a:lnTo>
                <a:lnTo>
                  <a:pt x="7369" y="1800"/>
                </a:lnTo>
                <a:lnTo>
                  <a:pt x="7369" y="1858"/>
                </a:lnTo>
                <a:moveTo>
                  <a:pt x="7237" y="1858"/>
                </a:moveTo>
                <a:lnTo>
                  <a:pt x="7158" y="1858"/>
                </a:lnTo>
                <a:lnTo>
                  <a:pt x="7158" y="1800"/>
                </a:lnTo>
                <a:lnTo>
                  <a:pt x="7237" y="1800"/>
                </a:lnTo>
                <a:lnTo>
                  <a:pt x="7237" y="1858"/>
                </a:lnTo>
                <a:moveTo>
                  <a:pt x="7105" y="1858"/>
                </a:moveTo>
                <a:lnTo>
                  <a:pt x="7025" y="1858"/>
                </a:lnTo>
                <a:lnTo>
                  <a:pt x="7025" y="1800"/>
                </a:lnTo>
                <a:lnTo>
                  <a:pt x="7105" y="1800"/>
                </a:lnTo>
                <a:lnTo>
                  <a:pt x="7105" y="1858"/>
                </a:lnTo>
                <a:moveTo>
                  <a:pt x="6972" y="1858"/>
                </a:moveTo>
                <a:lnTo>
                  <a:pt x="6893" y="1858"/>
                </a:lnTo>
                <a:lnTo>
                  <a:pt x="6893" y="1800"/>
                </a:lnTo>
                <a:lnTo>
                  <a:pt x="6972" y="1800"/>
                </a:lnTo>
                <a:lnTo>
                  <a:pt x="6972" y="1858"/>
                </a:lnTo>
                <a:moveTo>
                  <a:pt x="6840" y="1858"/>
                </a:moveTo>
                <a:lnTo>
                  <a:pt x="6760" y="1858"/>
                </a:lnTo>
                <a:lnTo>
                  <a:pt x="6760" y="1800"/>
                </a:lnTo>
                <a:lnTo>
                  <a:pt x="6840" y="1800"/>
                </a:lnTo>
                <a:lnTo>
                  <a:pt x="6840" y="1858"/>
                </a:lnTo>
                <a:moveTo>
                  <a:pt x="6707" y="1858"/>
                </a:moveTo>
                <a:lnTo>
                  <a:pt x="6628" y="1858"/>
                </a:lnTo>
                <a:lnTo>
                  <a:pt x="6628" y="1800"/>
                </a:lnTo>
                <a:lnTo>
                  <a:pt x="6707" y="1800"/>
                </a:lnTo>
                <a:lnTo>
                  <a:pt x="6707" y="1858"/>
                </a:lnTo>
                <a:moveTo>
                  <a:pt x="6575" y="1858"/>
                </a:moveTo>
                <a:lnTo>
                  <a:pt x="6495" y="1858"/>
                </a:lnTo>
                <a:lnTo>
                  <a:pt x="6495" y="1800"/>
                </a:lnTo>
                <a:lnTo>
                  <a:pt x="6575" y="1800"/>
                </a:lnTo>
                <a:lnTo>
                  <a:pt x="6575" y="1858"/>
                </a:lnTo>
                <a:moveTo>
                  <a:pt x="6442" y="1858"/>
                </a:moveTo>
                <a:lnTo>
                  <a:pt x="6363" y="1858"/>
                </a:lnTo>
                <a:lnTo>
                  <a:pt x="6363" y="1800"/>
                </a:lnTo>
                <a:lnTo>
                  <a:pt x="6442" y="1800"/>
                </a:lnTo>
                <a:lnTo>
                  <a:pt x="6442" y="1858"/>
                </a:lnTo>
                <a:moveTo>
                  <a:pt x="6310" y="1858"/>
                </a:moveTo>
                <a:lnTo>
                  <a:pt x="6230" y="1858"/>
                </a:lnTo>
                <a:lnTo>
                  <a:pt x="6230" y="1800"/>
                </a:lnTo>
                <a:lnTo>
                  <a:pt x="6310" y="1800"/>
                </a:lnTo>
                <a:lnTo>
                  <a:pt x="6310" y="1858"/>
                </a:lnTo>
                <a:moveTo>
                  <a:pt x="6177" y="1858"/>
                </a:moveTo>
                <a:lnTo>
                  <a:pt x="6098" y="1858"/>
                </a:lnTo>
                <a:lnTo>
                  <a:pt x="6098" y="1800"/>
                </a:lnTo>
                <a:lnTo>
                  <a:pt x="6177" y="1800"/>
                </a:lnTo>
                <a:lnTo>
                  <a:pt x="6177" y="1858"/>
                </a:lnTo>
                <a:moveTo>
                  <a:pt x="6045" y="1858"/>
                </a:moveTo>
                <a:lnTo>
                  <a:pt x="5966" y="1858"/>
                </a:lnTo>
                <a:lnTo>
                  <a:pt x="5966" y="1800"/>
                </a:lnTo>
                <a:lnTo>
                  <a:pt x="6045" y="1800"/>
                </a:lnTo>
                <a:lnTo>
                  <a:pt x="6045" y="1858"/>
                </a:lnTo>
                <a:moveTo>
                  <a:pt x="5912" y="1858"/>
                </a:moveTo>
                <a:lnTo>
                  <a:pt x="5833" y="1858"/>
                </a:lnTo>
                <a:lnTo>
                  <a:pt x="5833" y="1800"/>
                </a:lnTo>
                <a:lnTo>
                  <a:pt x="5912" y="1800"/>
                </a:lnTo>
                <a:lnTo>
                  <a:pt x="5912" y="1858"/>
                </a:lnTo>
                <a:moveTo>
                  <a:pt x="5780" y="1858"/>
                </a:moveTo>
                <a:lnTo>
                  <a:pt x="5701" y="1858"/>
                </a:lnTo>
                <a:lnTo>
                  <a:pt x="5701" y="1800"/>
                </a:lnTo>
                <a:lnTo>
                  <a:pt x="5780" y="1800"/>
                </a:lnTo>
                <a:lnTo>
                  <a:pt x="5780" y="1858"/>
                </a:lnTo>
                <a:moveTo>
                  <a:pt x="5648" y="1858"/>
                </a:moveTo>
                <a:lnTo>
                  <a:pt x="5568" y="1858"/>
                </a:lnTo>
                <a:lnTo>
                  <a:pt x="5568" y="1800"/>
                </a:lnTo>
                <a:lnTo>
                  <a:pt x="5648" y="1800"/>
                </a:lnTo>
                <a:lnTo>
                  <a:pt x="5648" y="1858"/>
                </a:lnTo>
                <a:moveTo>
                  <a:pt x="5515" y="1858"/>
                </a:moveTo>
                <a:lnTo>
                  <a:pt x="5436" y="1858"/>
                </a:lnTo>
                <a:lnTo>
                  <a:pt x="5436" y="1800"/>
                </a:lnTo>
                <a:lnTo>
                  <a:pt x="5515" y="1800"/>
                </a:lnTo>
                <a:lnTo>
                  <a:pt x="5515" y="1858"/>
                </a:lnTo>
                <a:moveTo>
                  <a:pt x="5383" y="1858"/>
                </a:moveTo>
                <a:lnTo>
                  <a:pt x="5303" y="1858"/>
                </a:lnTo>
                <a:lnTo>
                  <a:pt x="5303" y="1800"/>
                </a:lnTo>
                <a:lnTo>
                  <a:pt x="5383" y="1800"/>
                </a:lnTo>
                <a:lnTo>
                  <a:pt x="5383" y="1858"/>
                </a:lnTo>
                <a:moveTo>
                  <a:pt x="5250" y="1858"/>
                </a:moveTo>
                <a:lnTo>
                  <a:pt x="5171" y="1858"/>
                </a:lnTo>
                <a:lnTo>
                  <a:pt x="5171" y="1800"/>
                </a:lnTo>
                <a:lnTo>
                  <a:pt x="5250" y="1800"/>
                </a:lnTo>
                <a:lnTo>
                  <a:pt x="5250" y="1858"/>
                </a:lnTo>
                <a:moveTo>
                  <a:pt x="5118" y="1858"/>
                </a:moveTo>
                <a:lnTo>
                  <a:pt x="5038" y="1858"/>
                </a:lnTo>
                <a:lnTo>
                  <a:pt x="5038" y="1800"/>
                </a:lnTo>
                <a:lnTo>
                  <a:pt x="5118" y="1800"/>
                </a:lnTo>
                <a:lnTo>
                  <a:pt x="5118" y="1858"/>
                </a:lnTo>
                <a:moveTo>
                  <a:pt x="4985" y="1858"/>
                </a:moveTo>
                <a:lnTo>
                  <a:pt x="4906" y="1858"/>
                </a:lnTo>
                <a:lnTo>
                  <a:pt x="4906" y="1800"/>
                </a:lnTo>
                <a:lnTo>
                  <a:pt x="4985" y="1800"/>
                </a:lnTo>
                <a:lnTo>
                  <a:pt x="4985" y="1858"/>
                </a:lnTo>
                <a:moveTo>
                  <a:pt x="4853" y="1858"/>
                </a:moveTo>
                <a:lnTo>
                  <a:pt x="4773" y="1858"/>
                </a:lnTo>
                <a:lnTo>
                  <a:pt x="4773" y="1800"/>
                </a:lnTo>
                <a:lnTo>
                  <a:pt x="4853" y="1800"/>
                </a:lnTo>
                <a:lnTo>
                  <a:pt x="4853" y="1858"/>
                </a:lnTo>
                <a:moveTo>
                  <a:pt x="4720" y="1858"/>
                </a:moveTo>
                <a:lnTo>
                  <a:pt x="4641" y="1858"/>
                </a:lnTo>
                <a:lnTo>
                  <a:pt x="4641" y="1800"/>
                </a:lnTo>
                <a:lnTo>
                  <a:pt x="4720" y="1800"/>
                </a:lnTo>
                <a:lnTo>
                  <a:pt x="4720" y="1858"/>
                </a:lnTo>
                <a:moveTo>
                  <a:pt x="4588" y="1858"/>
                </a:moveTo>
                <a:lnTo>
                  <a:pt x="4508" y="1858"/>
                </a:lnTo>
                <a:lnTo>
                  <a:pt x="4508" y="1800"/>
                </a:lnTo>
                <a:lnTo>
                  <a:pt x="4588" y="1800"/>
                </a:lnTo>
                <a:lnTo>
                  <a:pt x="4588" y="1858"/>
                </a:lnTo>
                <a:moveTo>
                  <a:pt x="4455" y="1858"/>
                </a:moveTo>
                <a:lnTo>
                  <a:pt x="4376" y="1858"/>
                </a:lnTo>
                <a:lnTo>
                  <a:pt x="4376" y="1800"/>
                </a:lnTo>
                <a:lnTo>
                  <a:pt x="4455" y="1800"/>
                </a:lnTo>
                <a:lnTo>
                  <a:pt x="4455" y="1858"/>
                </a:lnTo>
                <a:moveTo>
                  <a:pt x="4323" y="1858"/>
                </a:moveTo>
                <a:lnTo>
                  <a:pt x="4244" y="1858"/>
                </a:lnTo>
                <a:lnTo>
                  <a:pt x="4244" y="1800"/>
                </a:lnTo>
                <a:lnTo>
                  <a:pt x="4323" y="1800"/>
                </a:lnTo>
                <a:lnTo>
                  <a:pt x="4323" y="1858"/>
                </a:lnTo>
                <a:moveTo>
                  <a:pt x="4191" y="1858"/>
                </a:moveTo>
                <a:lnTo>
                  <a:pt x="4111" y="1858"/>
                </a:lnTo>
                <a:lnTo>
                  <a:pt x="4111" y="1800"/>
                </a:lnTo>
                <a:lnTo>
                  <a:pt x="4191" y="1800"/>
                </a:lnTo>
                <a:lnTo>
                  <a:pt x="4191" y="1858"/>
                </a:lnTo>
                <a:moveTo>
                  <a:pt x="4058" y="1858"/>
                </a:moveTo>
                <a:lnTo>
                  <a:pt x="3979" y="1858"/>
                </a:lnTo>
                <a:lnTo>
                  <a:pt x="3979" y="1800"/>
                </a:lnTo>
                <a:lnTo>
                  <a:pt x="4058" y="1800"/>
                </a:lnTo>
                <a:lnTo>
                  <a:pt x="4058" y="1858"/>
                </a:lnTo>
                <a:moveTo>
                  <a:pt x="3926" y="1858"/>
                </a:moveTo>
                <a:lnTo>
                  <a:pt x="3846" y="1858"/>
                </a:lnTo>
                <a:lnTo>
                  <a:pt x="3846" y="1800"/>
                </a:lnTo>
                <a:lnTo>
                  <a:pt x="3926" y="1800"/>
                </a:lnTo>
                <a:lnTo>
                  <a:pt x="3926" y="1858"/>
                </a:lnTo>
                <a:moveTo>
                  <a:pt x="3793" y="1858"/>
                </a:moveTo>
                <a:lnTo>
                  <a:pt x="3714" y="1858"/>
                </a:lnTo>
                <a:lnTo>
                  <a:pt x="3714" y="1800"/>
                </a:lnTo>
                <a:lnTo>
                  <a:pt x="3793" y="1800"/>
                </a:lnTo>
                <a:lnTo>
                  <a:pt x="3793" y="1858"/>
                </a:lnTo>
                <a:moveTo>
                  <a:pt x="3661" y="1858"/>
                </a:moveTo>
                <a:lnTo>
                  <a:pt x="3581" y="1858"/>
                </a:lnTo>
                <a:lnTo>
                  <a:pt x="3581" y="1800"/>
                </a:lnTo>
                <a:lnTo>
                  <a:pt x="3661" y="1800"/>
                </a:lnTo>
                <a:lnTo>
                  <a:pt x="3661" y="1858"/>
                </a:lnTo>
                <a:moveTo>
                  <a:pt x="3528" y="1858"/>
                </a:moveTo>
                <a:lnTo>
                  <a:pt x="3449" y="1858"/>
                </a:lnTo>
                <a:lnTo>
                  <a:pt x="3449" y="1800"/>
                </a:lnTo>
                <a:lnTo>
                  <a:pt x="3528" y="1800"/>
                </a:lnTo>
                <a:lnTo>
                  <a:pt x="3528" y="1858"/>
                </a:lnTo>
                <a:moveTo>
                  <a:pt x="3396" y="1858"/>
                </a:moveTo>
                <a:lnTo>
                  <a:pt x="3316" y="1858"/>
                </a:lnTo>
                <a:lnTo>
                  <a:pt x="3316" y="1800"/>
                </a:lnTo>
                <a:lnTo>
                  <a:pt x="3396" y="1800"/>
                </a:lnTo>
                <a:lnTo>
                  <a:pt x="3396" y="1858"/>
                </a:lnTo>
                <a:moveTo>
                  <a:pt x="3263" y="1858"/>
                </a:moveTo>
                <a:lnTo>
                  <a:pt x="3184" y="1858"/>
                </a:lnTo>
                <a:lnTo>
                  <a:pt x="3184" y="1800"/>
                </a:lnTo>
                <a:lnTo>
                  <a:pt x="3263" y="1800"/>
                </a:lnTo>
                <a:lnTo>
                  <a:pt x="3263" y="1858"/>
                </a:lnTo>
                <a:moveTo>
                  <a:pt x="3131" y="1858"/>
                </a:moveTo>
                <a:lnTo>
                  <a:pt x="3051" y="1858"/>
                </a:lnTo>
                <a:lnTo>
                  <a:pt x="3051" y="1800"/>
                </a:lnTo>
                <a:lnTo>
                  <a:pt x="3131" y="1800"/>
                </a:lnTo>
                <a:lnTo>
                  <a:pt x="3131" y="1858"/>
                </a:lnTo>
                <a:moveTo>
                  <a:pt x="2998" y="1858"/>
                </a:moveTo>
                <a:lnTo>
                  <a:pt x="2919" y="1858"/>
                </a:lnTo>
                <a:lnTo>
                  <a:pt x="2919" y="1800"/>
                </a:lnTo>
                <a:lnTo>
                  <a:pt x="2998" y="1800"/>
                </a:lnTo>
                <a:lnTo>
                  <a:pt x="2998" y="1858"/>
                </a:lnTo>
                <a:moveTo>
                  <a:pt x="2866" y="1858"/>
                </a:moveTo>
                <a:lnTo>
                  <a:pt x="2787" y="1858"/>
                </a:lnTo>
                <a:lnTo>
                  <a:pt x="2787" y="1800"/>
                </a:lnTo>
                <a:lnTo>
                  <a:pt x="2866" y="1800"/>
                </a:lnTo>
                <a:lnTo>
                  <a:pt x="2866" y="1858"/>
                </a:lnTo>
                <a:moveTo>
                  <a:pt x="2733" y="1858"/>
                </a:moveTo>
                <a:lnTo>
                  <a:pt x="2654" y="1858"/>
                </a:lnTo>
                <a:lnTo>
                  <a:pt x="2654" y="1800"/>
                </a:lnTo>
                <a:lnTo>
                  <a:pt x="2733" y="1800"/>
                </a:lnTo>
                <a:lnTo>
                  <a:pt x="2733" y="1858"/>
                </a:lnTo>
                <a:moveTo>
                  <a:pt x="2601" y="1858"/>
                </a:moveTo>
                <a:lnTo>
                  <a:pt x="2522" y="1858"/>
                </a:lnTo>
                <a:lnTo>
                  <a:pt x="2522" y="1800"/>
                </a:lnTo>
                <a:lnTo>
                  <a:pt x="2601" y="1800"/>
                </a:lnTo>
                <a:lnTo>
                  <a:pt x="2601" y="1858"/>
                </a:lnTo>
                <a:moveTo>
                  <a:pt x="2469" y="1858"/>
                </a:moveTo>
                <a:lnTo>
                  <a:pt x="2389" y="1858"/>
                </a:lnTo>
                <a:lnTo>
                  <a:pt x="2389" y="1800"/>
                </a:lnTo>
                <a:lnTo>
                  <a:pt x="2469" y="1800"/>
                </a:lnTo>
                <a:lnTo>
                  <a:pt x="2469" y="1858"/>
                </a:lnTo>
                <a:moveTo>
                  <a:pt x="2336" y="1858"/>
                </a:moveTo>
                <a:lnTo>
                  <a:pt x="2257" y="1858"/>
                </a:lnTo>
                <a:lnTo>
                  <a:pt x="2257" y="1800"/>
                </a:lnTo>
                <a:lnTo>
                  <a:pt x="2336" y="1800"/>
                </a:lnTo>
                <a:lnTo>
                  <a:pt x="2336" y="1858"/>
                </a:lnTo>
                <a:moveTo>
                  <a:pt x="2204" y="1858"/>
                </a:moveTo>
                <a:lnTo>
                  <a:pt x="2124" y="1858"/>
                </a:lnTo>
                <a:lnTo>
                  <a:pt x="2124" y="1800"/>
                </a:lnTo>
                <a:lnTo>
                  <a:pt x="2204" y="1800"/>
                </a:lnTo>
                <a:lnTo>
                  <a:pt x="2204" y="1858"/>
                </a:lnTo>
                <a:moveTo>
                  <a:pt x="2071" y="1858"/>
                </a:moveTo>
                <a:lnTo>
                  <a:pt x="1992" y="1858"/>
                </a:lnTo>
                <a:lnTo>
                  <a:pt x="1992" y="1800"/>
                </a:lnTo>
                <a:lnTo>
                  <a:pt x="2071" y="1800"/>
                </a:lnTo>
                <a:lnTo>
                  <a:pt x="2071" y="1858"/>
                </a:lnTo>
                <a:moveTo>
                  <a:pt x="1939" y="1858"/>
                </a:moveTo>
                <a:lnTo>
                  <a:pt x="1859" y="1858"/>
                </a:lnTo>
                <a:lnTo>
                  <a:pt x="1859" y="1800"/>
                </a:lnTo>
                <a:lnTo>
                  <a:pt x="1939" y="1800"/>
                </a:lnTo>
                <a:lnTo>
                  <a:pt x="1939" y="1858"/>
                </a:lnTo>
                <a:moveTo>
                  <a:pt x="1806" y="1858"/>
                </a:moveTo>
                <a:lnTo>
                  <a:pt x="1727" y="1858"/>
                </a:lnTo>
                <a:lnTo>
                  <a:pt x="1727" y="1800"/>
                </a:lnTo>
                <a:lnTo>
                  <a:pt x="1806" y="1800"/>
                </a:lnTo>
                <a:lnTo>
                  <a:pt x="1806" y="1858"/>
                </a:lnTo>
                <a:moveTo>
                  <a:pt x="1674" y="1858"/>
                </a:moveTo>
                <a:lnTo>
                  <a:pt x="1594" y="1858"/>
                </a:lnTo>
                <a:lnTo>
                  <a:pt x="1594" y="1800"/>
                </a:lnTo>
                <a:lnTo>
                  <a:pt x="1674" y="1800"/>
                </a:lnTo>
                <a:lnTo>
                  <a:pt x="1674" y="1858"/>
                </a:lnTo>
                <a:moveTo>
                  <a:pt x="1541" y="1858"/>
                </a:moveTo>
                <a:lnTo>
                  <a:pt x="1462" y="1858"/>
                </a:lnTo>
                <a:lnTo>
                  <a:pt x="1462" y="1800"/>
                </a:lnTo>
                <a:lnTo>
                  <a:pt x="1541" y="1800"/>
                </a:lnTo>
                <a:lnTo>
                  <a:pt x="1541" y="1858"/>
                </a:lnTo>
                <a:moveTo>
                  <a:pt x="1409" y="1858"/>
                </a:moveTo>
                <a:lnTo>
                  <a:pt x="1330" y="1858"/>
                </a:lnTo>
                <a:lnTo>
                  <a:pt x="1330" y="1800"/>
                </a:lnTo>
                <a:lnTo>
                  <a:pt x="1409" y="1800"/>
                </a:lnTo>
                <a:lnTo>
                  <a:pt x="1409" y="1858"/>
                </a:lnTo>
                <a:moveTo>
                  <a:pt x="1275" y="1858"/>
                </a:moveTo>
                <a:lnTo>
                  <a:pt x="1196" y="1858"/>
                </a:lnTo>
                <a:lnTo>
                  <a:pt x="1196" y="1800"/>
                </a:lnTo>
                <a:lnTo>
                  <a:pt x="1275" y="1800"/>
                </a:lnTo>
                <a:lnTo>
                  <a:pt x="1275" y="1858"/>
                </a:lnTo>
                <a:moveTo>
                  <a:pt x="1143" y="1858"/>
                </a:moveTo>
                <a:lnTo>
                  <a:pt x="1064" y="1858"/>
                </a:lnTo>
                <a:lnTo>
                  <a:pt x="1064" y="1800"/>
                </a:lnTo>
                <a:lnTo>
                  <a:pt x="1143" y="1800"/>
                </a:lnTo>
                <a:lnTo>
                  <a:pt x="1143" y="1858"/>
                </a:lnTo>
                <a:moveTo>
                  <a:pt x="1011" y="1858"/>
                </a:moveTo>
                <a:lnTo>
                  <a:pt x="931" y="1858"/>
                </a:lnTo>
                <a:lnTo>
                  <a:pt x="931" y="1800"/>
                </a:lnTo>
                <a:lnTo>
                  <a:pt x="1011" y="1800"/>
                </a:lnTo>
                <a:lnTo>
                  <a:pt x="1011" y="1858"/>
                </a:lnTo>
                <a:moveTo>
                  <a:pt x="878" y="1858"/>
                </a:moveTo>
                <a:lnTo>
                  <a:pt x="799" y="1858"/>
                </a:lnTo>
                <a:lnTo>
                  <a:pt x="799" y="1800"/>
                </a:lnTo>
                <a:lnTo>
                  <a:pt x="878" y="1800"/>
                </a:lnTo>
                <a:lnTo>
                  <a:pt x="878" y="1858"/>
                </a:lnTo>
                <a:moveTo>
                  <a:pt x="746" y="1858"/>
                </a:moveTo>
                <a:lnTo>
                  <a:pt x="666" y="1858"/>
                </a:lnTo>
                <a:lnTo>
                  <a:pt x="666" y="1800"/>
                </a:lnTo>
                <a:lnTo>
                  <a:pt x="746" y="1800"/>
                </a:lnTo>
                <a:lnTo>
                  <a:pt x="746" y="1858"/>
                </a:lnTo>
                <a:moveTo>
                  <a:pt x="613" y="1858"/>
                </a:moveTo>
                <a:lnTo>
                  <a:pt x="534" y="1858"/>
                </a:lnTo>
                <a:lnTo>
                  <a:pt x="534" y="1800"/>
                </a:lnTo>
                <a:lnTo>
                  <a:pt x="613" y="1800"/>
                </a:lnTo>
                <a:lnTo>
                  <a:pt x="613" y="1858"/>
                </a:lnTo>
                <a:moveTo>
                  <a:pt x="481" y="1858"/>
                </a:moveTo>
                <a:lnTo>
                  <a:pt x="401" y="1858"/>
                </a:lnTo>
                <a:lnTo>
                  <a:pt x="401" y="1800"/>
                </a:lnTo>
                <a:lnTo>
                  <a:pt x="481" y="1800"/>
                </a:lnTo>
                <a:lnTo>
                  <a:pt x="481" y="1858"/>
                </a:lnTo>
                <a:moveTo>
                  <a:pt x="348" y="1858"/>
                </a:moveTo>
                <a:lnTo>
                  <a:pt x="269" y="1858"/>
                </a:lnTo>
                <a:lnTo>
                  <a:pt x="269" y="1800"/>
                </a:lnTo>
                <a:lnTo>
                  <a:pt x="348" y="1800"/>
                </a:lnTo>
                <a:lnTo>
                  <a:pt x="348" y="1858"/>
                </a:lnTo>
                <a:moveTo>
                  <a:pt x="213" y="1857"/>
                </a:moveTo>
                <a:cubicBezTo>
                  <a:pt x="183" y="1853"/>
                  <a:pt x="154" y="1844"/>
                  <a:pt x="127" y="1830"/>
                </a:cubicBezTo>
                <a:lnTo>
                  <a:pt x="154" y="1778"/>
                </a:lnTo>
                <a:cubicBezTo>
                  <a:pt x="175" y="1789"/>
                  <a:pt x="197" y="1796"/>
                  <a:pt x="220" y="1799"/>
                </a:cubicBezTo>
                <a:lnTo>
                  <a:pt x="213" y="1857"/>
                </a:lnTo>
                <a:moveTo>
                  <a:pt x="77" y="1794"/>
                </a:moveTo>
                <a:cubicBezTo>
                  <a:pt x="54" y="1773"/>
                  <a:pt x="36" y="1749"/>
                  <a:pt x="23" y="1721"/>
                </a:cubicBezTo>
                <a:lnTo>
                  <a:pt x="76" y="1696"/>
                </a:lnTo>
                <a:cubicBezTo>
                  <a:pt x="86" y="1717"/>
                  <a:pt x="99" y="1736"/>
                  <a:pt x="117" y="1751"/>
                </a:cubicBezTo>
                <a:lnTo>
                  <a:pt x="77" y="1794"/>
                </a:lnTo>
                <a:moveTo>
                  <a:pt x="4" y="1663"/>
                </a:moveTo>
                <a:cubicBezTo>
                  <a:pt x="1" y="1648"/>
                  <a:pt x="0" y="1633"/>
                  <a:pt x="0" y="1618"/>
                </a:cubicBezTo>
                <a:lnTo>
                  <a:pt x="0" y="1579"/>
                </a:lnTo>
                <a:lnTo>
                  <a:pt x="58" y="1579"/>
                </a:lnTo>
                <a:lnTo>
                  <a:pt x="58" y="1618"/>
                </a:lnTo>
                <a:cubicBezTo>
                  <a:pt x="58" y="1629"/>
                  <a:pt x="59" y="1640"/>
                  <a:pt x="61" y="1652"/>
                </a:cubicBezTo>
                <a:lnTo>
                  <a:pt x="4" y="1663"/>
                </a:lnTo>
                <a:moveTo>
                  <a:pt x="0" y="1526"/>
                </a:moveTo>
                <a:lnTo>
                  <a:pt x="0" y="1446"/>
                </a:lnTo>
                <a:lnTo>
                  <a:pt x="58" y="1446"/>
                </a:lnTo>
                <a:lnTo>
                  <a:pt x="58" y="1526"/>
                </a:lnTo>
                <a:lnTo>
                  <a:pt x="0" y="1526"/>
                </a:lnTo>
                <a:moveTo>
                  <a:pt x="0" y="1393"/>
                </a:moveTo>
                <a:lnTo>
                  <a:pt x="0" y="1314"/>
                </a:lnTo>
                <a:lnTo>
                  <a:pt x="58" y="1314"/>
                </a:lnTo>
                <a:lnTo>
                  <a:pt x="58" y="1393"/>
                </a:lnTo>
                <a:lnTo>
                  <a:pt x="0" y="1393"/>
                </a:lnTo>
                <a:moveTo>
                  <a:pt x="0" y="1261"/>
                </a:moveTo>
                <a:lnTo>
                  <a:pt x="0" y="1181"/>
                </a:lnTo>
                <a:lnTo>
                  <a:pt x="58" y="1181"/>
                </a:lnTo>
                <a:lnTo>
                  <a:pt x="58" y="1261"/>
                </a:lnTo>
                <a:lnTo>
                  <a:pt x="0" y="1261"/>
                </a:lnTo>
                <a:moveTo>
                  <a:pt x="0" y="1128"/>
                </a:moveTo>
                <a:lnTo>
                  <a:pt x="0" y="1049"/>
                </a:lnTo>
                <a:lnTo>
                  <a:pt x="58" y="1049"/>
                </a:lnTo>
                <a:lnTo>
                  <a:pt x="58" y="1128"/>
                </a:lnTo>
                <a:lnTo>
                  <a:pt x="0" y="1128"/>
                </a:lnTo>
                <a:moveTo>
                  <a:pt x="0" y="996"/>
                </a:moveTo>
                <a:lnTo>
                  <a:pt x="0" y="917"/>
                </a:lnTo>
                <a:lnTo>
                  <a:pt x="58" y="917"/>
                </a:lnTo>
                <a:lnTo>
                  <a:pt x="58" y="996"/>
                </a:lnTo>
                <a:lnTo>
                  <a:pt x="0" y="996"/>
                </a:lnTo>
                <a:moveTo>
                  <a:pt x="0" y="863"/>
                </a:moveTo>
                <a:lnTo>
                  <a:pt x="0" y="784"/>
                </a:lnTo>
                <a:lnTo>
                  <a:pt x="58" y="784"/>
                </a:lnTo>
                <a:lnTo>
                  <a:pt x="58" y="863"/>
                </a:lnTo>
                <a:lnTo>
                  <a:pt x="0" y="863"/>
                </a:lnTo>
                <a:moveTo>
                  <a:pt x="0" y="730"/>
                </a:moveTo>
                <a:lnTo>
                  <a:pt x="0" y="651"/>
                </a:lnTo>
                <a:lnTo>
                  <a:pt x="58" y="651"/>
                </a:lnTo>
                <a:lnTo>
                  <a:pt x="58" y="730"/>
                </a:lnTo>
                <a:lnTo>
                  <a:pt x="0" y="730"/>
                </a:lnTo>
                <a:moveTo>
                  <a:pt x="0" y="598"/>
                </a:moveTo>
                <a:lnTo>
                  <a:pt x="0" y="518"/>
                </a:lnTo>
                <a:lnTo>
                  <a:pt x="58" y="518"/>
                </a:lnTo>
                <a:lnTo>
                  <a:pt x="58" y="598"/>
                </a:lnTo>
                <a:lnTo>
                  <a:pt x="0" y="598"/>
                </a:lnTo>
                <a:moveTo>
                  <a:pt x="0" y="465"/>
                </a:moveTo>
                <a:lnTo>
                  <a:pt x="0" y="386"/>
                </a:lnTo>
                <a:lnTo>
                  <a:pt x="58" y="386"/>
                </a:lnTo>
                <a:lnTo>
                  <a:pt x="58" y="465"/>
                </a:lnTo>
                <a:lnTo>
                  <a:pt x="0" y="465"/>
                </a:lnTo>
                <a:moveTo>
                  <a:pt x="0" y="333"/>
                </a:moveTo>
                <a:lnTo>
                  <a:pt x="0" y="253"/>
                </a:lnTo>
                <a:lnTo>
                  <a:pt x="58" y="253"/>
                </a:lnTo>
                <a:lnTo>
                  <a:pt x="58" y="333"/>
                </a:lnTo>
                <a:lnTo>
                  <a:pt x="0" y="333"/>
                </a:lnTo>
                <a:moveTo>
                  <a:pt x="4" y="196"/>
                </a:moveTo>
                <a:cubicBezTo>
                  <a:pt x="10" y="166"/>
                  <a:pt x="21" y="137"/>
                  <a:pt x="38" y="111"/>
                </a:cubicBezTo>
                <a:lnTo>
                  <a:pt x="87" y="143"/>
                </a:lnTo>
                <a:cubicBezTo>
                  <a:pt x="74" y="162"/>
                  <a:pt x="66" y="184"/>
                  <a:pt x="61" y="207"/>
                </a:cubicBezTo>
                <a:lnTo>
                  <a:pt x="4" y="196"/>
                </a:lnTo>
                <a:moveTo>
                  <a:pt x="77" y="64"/>
                </a:moveTo>
                <a:cubicBezTo>
                  <a:pt x="99" y="43"/>
                  <a:pt x="125" y="27"/>
                  <a:pt x="153" y="16"/>
                </a:cubicBezTo>
                <a:lnTo>
                  <a:pt x="174" y="71"/>
                </a:lnTo>
                <a:cubicBezTo>
                  <a:pt x="153" y="79"/>
                  <a:pt x="133" y="91"/>
                  <a:pt x="116" y="107"/>
                </a:cubicBezTo>
                <a:lnTo>
                  <a:pt x="77" y="64"/>
                </a:lnTo>
                <a:moveTo>
                  <a:pt x="213" y="1"/>
                </a:moveTo>
                <a:cubicBezTo>
                  <a:pt x="222" y="0"/>
                  <a:pt x="231" y="0"/>
                  <a:pt x="241" y="0"/>
                </a:cubicBezTo>
                <a:lnTo>
                  <a:pt x="320" y="0"/>
                </a:lnTo>
                <a:lnTo>
                  <a:pt x="320" y="58"/>
                </a:lnTo>
                <a:lnTo>
                  <a:pt x="241" y="58"/>
                </a:lnTo>
                <a:cubicBezTo>
                  <a:pt x="234" y="58"/>
                  <a:pt x="227" y="59"/>
                  <a:pt x="220" y="59"/>
                </a:cubicBezTo>
                <a:lnTo>
                  <a:pt x="213" y="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1161000" y="3408840"/>
            <a:ext cx="3259800" cy="668880"/>
          </a:xfrm>
          <a:custGeom>
            <a:avLst/>
            <a:gdLst/>
            <a:ahLst/>
            <a:rect l="0" t="0" r="r" b="b"/>
            <a:pathLst>
              <a:path w="9055" h="1858">
                <a:moveTo>
                  <a:pt x="373" y="0"/>
                </a:moveTo>
                <a:lnTo>
                  <a:pt x="452" y="0"/>
                </a:lnTo>
                <a:lnTo>
                  <a:pt x="452" y="58"/>
                </a:lnTo>
                <a:lnTo>
                  <a:pt x="373" y="58"/>
                </a:lnTo>
                <a:lnTo>
                  <a:pt x="373" y="0"/>
                </a:lnTo>
                <a:moveTo>
                  <a:pt x="505" y="0"/>
                </a:moveTo>
                <a:lnTo>
                  <a:pt x="585" y="0"/>
                </a:lnTo>
                <a:lnTo>
                  <a:pt x="585" y="58"/>
                </a:lnTo>
                <a:lnTo>
                  <a:pt x="505" y="58"/>
                </a:lnTo>
                <a:lnTo>
                  <a:pt x="505" y="0"/>
                </a:lnTo>
                <a:moveTo>
                  <a:pt x="638" y="0"/>
                </a:moveTo>
                <a:lnTo>
                  <a:pt x="717" y="0"/>
                </a:lnTo>
                <a:lnTo>
                  <a:pt x="717" y="58"/>
                </a:lnTo>
                <a:lnTo>
                  <a:pt x="638" y="58"/>
                </a:lnTo>
                <a:lnTo>
                  <a:pt x="638" y="0"/>
                </a:lnTo>
                <a:moveTo>
                  <a:pt x="770" y="0"/>
                </a:moveTo>
                <a:lnTo>
                  <a:pt x="850" y="0"/>
                </a:lnTo>
                <a:lnTo>
                  <a:pt x="850" y="58"/>
                </a:lnTo>
                <a:lnTo>
                  <a:pt x="770" y="58"/>
                </a:lnTo>
                <a:lnTo>
                  <a:pt x="770" y="0"/>
                </a:lnTo>
                <a:moveTo>
                  <a:pt x="903" y="0"/>
                </a:moveTo>
                <a:lnTo>
                  <a:pt x="982" y="0"/>
                </a:lnTo>
                <a:lnTo>
                  <a:pt x="982" y="58"/>
                </a:lnTo>
                <a:lnTo>
                  <a:pt x="903" y="58"/>
                </a:lnTo>
                <a:lnTo>
                  <a:pt x="903" y="0"/>
                </a:lnTo>
                <a:moveTo>
                  <a:pt x="1035" y="0"/>
                </a:moveTo>
                <a:lnTo>
                  <a:pt x="1115" y="0"/>
                </a:lnTo>
                <a:lnTo>
                  <a:pt x="1115" y="58"/>
                </a:lnTo>
                <a:lnTo>
                  <a:pt x="1035" y="58"/>
                </a:lnTo>
                <a:lnTo>
                  <a:pt x="1035" y="0"/>
                </a:lnTo>
                <a:moveTo>
                  <a:pt x="1168" y="0"/>
                </a:moveTo>
                <a:lnTo>
                  <a:pt x="1247" y="0"/>
                </a:lnTo>
                <a:lnTo>
                  <a:pt x="1247" y="58"/>
                </a:lnTo>
                <a:lnTo>
                  <a:pt x="1168" y="58"/>
                </a:lnTo>
                <a:lnTo>
                  <a:pt x="1168" y="0"/>
                </a:lnTo>
                <a:moveTo>
                  <a:pt x="1300" y="0"/>
                </a:moveTo>
                <a:lnTo>
                  <a:pt x="1381" y="0"/>
                </a:lnTo>
                <a:lnTo>
                  <a:pt x="1381" y="58"/>
                </a:lnTo>
                <a:lnTo>
                  <a:pt x="1300" y="58"/>
                </a:lnTo>
                <a:lnTo>
                  <a:pt x="1300" y="0"/>
                </a:lnTo>
                <a:moveTo>
                  <a:pt x="1434" y="0"/>
                </a:moveTo>
                <a:lnTo>
                  <a:pt x="1513" y="0"/>
                </a:lnTo>
                <a:lnTo>
                  <a:pt x="1513" y="58"/>
                </a:lnTo>
                <a:lnTo>
                  <a:pt x="1434" y="58"/>
                </a:lnTo>
                <a:lnTo>
                  <a:pt x="1434" y="0"/>
                </a:lnTo>
                <a:moveTo>
                  <a:pt x="1566" y="0"/>
                </a:moveTo>
                <a:lnTo>
                  <a:pt x="1645" y="0"/>
                </a:lnTo>
                <a:lnTo>
                  <a:pt x="1645" y="58"/>
                </a:lnTo>
                <a:lnTo>
                  <a:pt x="1566" y="58"/>
                </a:lnTo>
                <a:lnTo>
                  <a:pt x="1566" y="0"/>
                </a:lnTo>
                <a:moveTo>
                  <a:pt x="1699" y="0"/>
                </a:moveTo>
                <a:lnTo>
                  <a:pt x="1778" y="0"/>
                </a:lnTo>
                <a:lnTo>
                  <a:pt x="1778" y="58"/>
                </a:lnTo>
                <a:lnTo>
                  <a:pt x="1699" y="58"/>
                </a:lnTo>
                <a:lnTo>
                  <a:pt x="1699" y="0"/>
                </a:lnTo>
                <a:moveTo>
                  <a:pt x="1831" y="0"/>
                </a:moveTo>
                <a:lnTo>
                  <a:pt x="1910" y="0"/>
                </a:lnTo>
                <a:lnTo>
                  <a:pt x="1910" y="58"/>
                </a:lnTo>
                <a:lnTo>
                  <a:pt x="1831" y="58"/>
                </a:lnTo>
                <a:lnTo>
                  <a:pt x="1831" y="0"/>
                </a:lnTo>
                <a:moveTo>
                  <a:pt x="1963" y="0"/>
                </a:moveTo>
                <a:lnTo>
                  <a:pt x="2043" y="0"/>
                </a:lnTo>
                <a:lnTo>
                  <a:pt x="2043" y="58"/>
                </a:lnTo>
                <a:lnTo>
                  <a:pt x="1963" y="58"/>
                </a:lnTo>
                <a:lnTo>
                  <a:pt x="1963" y="0"/>
                </a:lnTo>
                <a:moveTo>
                  <a:pt x="2096" y="0"/>
                </a:moveTo>
                <a:lnTo>
                  <a:pt x="2175" y="0"/>
                </a:lnTo>
                <a:lnTo>
                  <a:pt x="2175" y="58"/>
                </a:lnTo>
                <a:lnTo>
                  <a:pt x="2096" y="58"/>
                </a:lnTo>
                <a:lnTo>
                  <a:pt x="2096" y="0"/>
                </a:lnTo>
                <a:moveTo>
                  <a:pt x="2228" y="0"/>
                </a:moveTo>
                <a:lnTo>
                  <a:pt x="2308" y="0"/>
                </a:lnTo>
                <a:lnTo>
                  <a:pt x="2308" y="58"/>
                </a:lnTo>
                <a:lnTo>
                  <a:pt x="2228" y="58"/>
                </a:lnTo>
                <a:lnTo>
                  <a:pt x="2228" y="0"/>
                </a:lnTo>
                <a:moveTo>
                  <a:pt x="2361" y="0"/>
                </a:moveTo>
                <a:lnTo>
                  <a:pt x="2440" y="0"/>
                </a:lnTo>
                <a:lnTo>
                  <a:pt x="2440" y="58"/>
                </a:lnTo>
                <a:lnTo>
                  <a:pt x="2361" y="58"/>
                </a:lnTo>
                <a:lnTo>
                  <a:pt x="2361" y="0"/>
                </a:lnTo>
                <a:moveTo>
                  <a:pt x="2493" y="0"/>
                </a:moveTo>
                <a:lnTo>
                  <a:pt x="2573" y="0"/>
                </a:lnTo>
                <a:lnTo>
                  <a:pt x="2573" y="58"/>
                </a:lnTo>
                <a:lnTo>
                  <a:pt x="2493" y="58"/>
                </a:lnTo>
                <a:lnTo>
                  <a:pt x="2493" y="0"/>
                </a:lnTo>
                <a:moveTo>
                  <a:pt x="2626" y="0"/>
                </a:moveTo>
                <a:lnTo>
                  <a:pt x="2705" y="0"/>
                </a:lnTo>
                <a:lnTo>
                  <a:pt x="2705" y="58"/>
                </a:lnTo>
                <a:lnTo>
                  <a:pt x="2626" y="58"/>
                </a:lnTo>
                <a:lnTo>
                  <a:pt x="2626" y="0"/>
                </a:lnTo>
                <a:moveTo>
                  <a:pt x="2758" y="0"/>
                </a:moveTo>
                <a:lnTo>
                  <a:pt x="2838" y="0"/>
                </a:lnTo>
                <a:lnTo>
                  <a:pt x="2838" y="58"/>
                </a:lnTo>
                <a:lnTo>
                  <a:pt x="2758" y="58"/>
                </a:lnTo>
                <a:lnTo>
                  <a:pt x="2758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58"/>
                </a:lnTo>
                <a:lnTo>
                  <a:pt x="2891" y="58"/>
                </a:lnTo>
                <a:lnTo>
                  <a:pt x="2891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58"/>
                </a:lnTo>
                <a:lnTo>
                  <a:pt x="3023" y="58"/>
                </a:lnTo>
                <a:lnTo>
                  <a:pt x="3023" y="0"/>
                </a:lnTo>
                <a:moveTo>
                  <a:pt x="3156" y="0"/>
                </a:moveTo>
                <a:lnTo>
                  <a:pt x="3235" y="0"/>
                </a:lnTo>
                <a:lnTo>
                  <a:pt x="3235" y="58"/>
                </a:lnTo>
                <a:lnTo>
                  <a:pt x="3156" y="58"/>
                </a:lnTo>
                <a:lnTo>
                  <a:pt x="3156" y="0"/>
                </a:lnTo>
                <a:moveTo>
                  <a:pt x="3288" y="0"/>
                </a:moveTo>
                <a:lnTo>
                  <a:pt x="3367" y="0"/>
                </a:lnTo>
                <a:lnTo>
                  <a:pt x="3367" y="58"/>
                </a:lnTo>
                <a:lnTo>
                  <a:pt x="3288" y="58"/>
                </a:lnTo>
                <a:lnTo>
                  <a:pt x="3288" y="0"/>
                </a:lnTo>
                <a:moveTo>
                  <a:pt x="3421" y="0"/>
                </a:moveTo>
                <a:lnTo>
                  <a:pt x="3500" y="0"/>
                </a:lnTo>
                <a:lnTo>
                  <a:pt x="3500" y="58"/>
                </a:lnTo>
                <a:lnTo>
                  <a:pt x="3421" y="58"/>
                </a:lnTo>
                <a:lnTo>
                  <a:pt x="3421" y="0"/>
                </a:lnTo>
                <a:moveTo>
                  <a:pt x="3553" y="0"/>
                </a:moveTo>
                <a:lnTo>
                  <a:pt x="3632" y="0"/>
                </a:lnTo>
                <a:lnTo>
                  <a:pt x="3632" y="58"/>
                </a:lnTo>
                <a:lnTo>
                  <a:pt x="3553" y="58"/>
                </a:lnTo>
                <a:lnTo>
                  <a:pt x="3553" y="0"/>
                </a:lnTo>
                <a:moveTo>
                  <a:pt x="3685" y="0"/>
                </a:moveTo>
                <a:lnTo>
                  <a:pt x="3765" y="0"/>
                </a:lnTo>
                <a:lnTo>
                  <a:pt x="3765" y="58"/>
                </a:lnTo>
                <a:lnTo>
                  <a:pt x="3685" y="58"/>
                </a:lnTo>
                <a:lnTo>
                  <a:pt x="3685" y="0"/>
                </a:lnTo>
                <a:moveTo>
                  <a:pt x="3818" y="0"/>
                </a:moveTo>
                <a:lnTo>
                  <a:pt x="3897" y="0"/>
                </a:lnTo>
                <a:lnTo>
                  <a:pt x="3897" y="58"/>
                </a:lnTo>
                <a:lnTo>
                  <a:pt x="3818" y="58"/>
                </a:lnTo>
                <a:lnTo>
                  <a:pt x="3818" y="0"/>
                </a:lnTo>
                <a:moveTo>
                  <a:pt x="3950" y="0"/>
                </a:moveTo>
                <a:lnTo>
                  <a:pt x="4030" y="0"/>
                </a:lnTo>
                <a:lnTo>
                  <a:pt x="4030" y="58"/>
                </a:lnTo>
                <a:lnTo>
                  <a:pt x="3950" y="58"/>
                </a:lnTo>
                <a:lnTo>
                  <a:pt x="3950" y="0"/>
                </a:lnTo>
                <a:moveTo>
                  <a:pt x="4083" y="0"/>
                </a:moveTo>
                <a:lnTo>
                  <a:pt x="4162" y="0"/>
                </a:lnTo>
                <a:lnTo>
                  <a:pt x="4162" y="58"/>
                </a:lnTo>
                <a:lnTo>
                  <a:pt x="4083" y="58"/>
                </a:lnTo>
                <a:lnTo>
                  <a:pt x="4083" y="0"/>
                </a:lnTo>
                <a:moveTo>
                  <a:pt x="4215" y="0"/>
                </a:moveTo>
                <a:lnTo>
                  <a:pt x="4295" y="0"/>
                </a:lnTo>
                <a:lnTo>
                  <a:pt x="4295" y="58"/>
                </a:lnTo>
                <a:lnTo>
                  <a:pt x="4215" y="58"/>
                </a:lnTo>
                <a:lnTo>
                  <a:pt x="4215" y="0"/>
                </a:lnTo>
                <a:moveTo>
                  <a:pt x="4348" y="0"/>
                </a:moveTo>
                <a:lnTo>
                  <a:pt x="4427" y="0"/>
                </a:lnTo>
                <a:lnTo>
                  <a:pt x="4427" y="58"/>
                </a:lnTo>
                <a:lnTo>
                  <a:pt x="4348" y="58"/>
                </a:lnTo>
                <a:lnTo>
                  <a:pt x="4348" y="0"/>
                </a:lnTo>
                <a:moveTo>
                  <a:pt x="4480" y="0"/>
                </a:moveTo>
                <a:lnTo>
                  <a:pt x="4560" y="0"/>
                </a:lnTo>
                <a:lnTo>
                  <a:pt x="4560" y="58"/>
                </a:lnTo>
                <a:lnTo>
                  <a:pt x="4480" y="58"/>
                </a:lnTo>
                <a:lnTo>
                  <a:pt x="4480" y="0"/>
                </a:lnTo>
                <a:moveTo>
                  <a:pt x="4613" y="0"/>
                </a:moveTo>
                <a:lnTo>
                  <a:pt x="4692" y="0"/>
                </a:lnTo>
                <a:lnTo>
                  <a:pt x="4692" y="58"/>
                </a:lnTo>
                <a:lnTo>
                  <a:pt x="4613" y="58"/>
                </a:lnTo>
                <a:lnTo>
                  <a:pt x="4613" y="0"/>
                </a:lnTo>
                <a:moveTo>
                  <a:pt x="4745" y="0"/>
                </a:moveTo>
                <a:lnTo>
                  <a:pt x="4824" y="0"/>
                </a:lnTo>
                <a:lnTo>
                  <a:pt x="4824" y="58"/>
                </a:lnTo>
                <a:lnTo>
                  <a:pt x="4745" y="58"/>
                </a:lnTo>
                <a:lnTo>
                  <a:pt x="4745" y="0"/>
                </a:lnTo>
                <a:moveTo>
                  <a:pt x="4878" y="0"/>
                </a:moveTo>
                <a:lnTo>
                  <a:pt x="4957" y="0"/>
                </a:lnTo>
                <a:lnTo>
                  <a:pt x="4957" y="58"/>
                </a:lnTo>
                <a:lnTo>
                  <a:pt x="4878" y="58"/>
                </a:lnTo>
                <a:lnTo>
                  <a:pt x="4878" y="0"/>
                </a:lnTo>
                <a:moveTo>
                  <a:pt x="5010" y="0"/>
                </a:moveTo>
                <a:lnTo>
                  <a:pt x="5089" y="0"/>
                </a:lnTo>
                <a:lnTo>
                  <a:pt x="5089" y="58"/>
                </a:lnTo>
                <a:lnTo>
                  <a:pt x="5010" y="58"/>
                </a:lnTo>
                <a:lnTo>
                  <a:pt x="5010" y="0"/>
                </a:lnTo>
                <a:moveTo>
                  <a:pt x="5142" y="0"/>
                </a:moveTo>
                <a:lnTo>
                  <a:pt x="5222" y="0"/>
                </a:lnTo>
                <a:lnTo>
                  <a:pt x="5222" y="58"/>
                </a:lnTo>
                <a:lnTo>
                  <a:pt x="5142" y="58"/>
                </a:lnTo>
                <a:lnTo>
                  <a:pt x="5142" y="0"/>
                </a:lnTo>
                <a:moveTo>
                  <a:pt x="5275" y="0"/>
                </a:moveTo>
                <a:lnTo>
                  <a:pt x="5354" y="0"/>
                </a:lnTo>
                <a:lnTo>
                  <a:pt x="5354" y="58"/>
                </a:lnTo>
                <a:lnTo>
                  <a:pt x="5275" y="58"/>
                </a:lnTo>
                <a:lnTo>
                  <a:pt x="5275" y="0"/>
                </a:lnTo>
                <a:moveTo>
                  <a:pt x="5407" y="0"/>
                </a:moveTo>
                <a:lnTo>
                  <a:pt x="5487" y="0"/>
                </a:lnTo>
                <a:lnTo>
                  <a:pt x="5487" y="58"/>
                </a:lnTo>
                <a:lnTo>
                  <a:pt x="5407" y="58"/>
                </a:lnTo>
                <a:lnTo>
                  <a:pt x="5407" y="0"/>
                </a:lnTo>
                <a:moveTo>
                  <a:pt x="5540" y="0"/>
                </a:moveTo>
                <a:lnTo>
                  <a:pt x="5619" y="0"/>
                </a:lnTo>
                <a:lnTo>
                  <a:pt x="5619" y="58"/>
                </a:lnTo>
                <a:lnTo>
                  <a:pt x="5540" y="58"/>
                </a:lnTo>
                <a:lnTo>
                  <a:pt x="5540" y="0"/>
                </a:lnTo>
                <a:moveTo>
                  <a:pt x="5672" y="0"/>
                </a:moveTo>
                <a:lnTo>
                  <a:pt x="5752" y="0"/>
                </a:lnTo>
                <a:lnTo>
                  <a:pt x="5752" y="58"/>
                </a:lnTo>
                <a:lnTo>
                  <a:pt x="5672" y="58"/>
                </a:lnTo>
                <a:lnTo>
                  <a:pt x="5672" y="0"/>
                </a:lnTo>
                <a:moveTo>
                  <a:pt x="5805" y="0"/>
                </a:moveTo>
                <a:lnTo>
                  <a:pt x="5884" y="0"/>
                </a:lnTo>
                <a:lnTo>
                  <a:pt x="5884" y="58"/>
                </a:lnTo>
                <a:lnTo>
                  <a:pt x="5805" y="58"/>
                </a:lnTo>
                <a:lnTo>
                  <a:pt x="5805" y="0"/>
                </a:lnTo>
                <a:moveTo>
                  <a:pt x="5937" y="0"/>
                </a:moveTo>
                <a:lnTo>
                  <a:pt x="6017" y="0"/>
                </a:lnTo>
                <a:lnTo>
                  <a:pt x="6017" y="58"/>
                </a:lnTo>
                <a:lnTo>
                  <a:pt x="5937" y="58"/>
                </a:lnTo>
                <a:lnTo>
                  <a:pt x="5937" y="0"/>
                </a:lnTo>
                <a:moveTo>
                  <a:pt x="6070" y="0"/>
                </a:moveTo>
                <a:lnTo>
                  <a:pt x="6149" y="0"/>
                </a:lnTo>
                <a:lnTo>
                  <a:pt x="6149" y="58"/>
                </a:lnTo>
                <a:lnTo>
                  <a:pt x="6070" y="58"/>
                </a:lnTo>
                <a:lnTo>
                  <a:pt x="6070" y="0"/>
                </a:lnTo>
                <a:moveTo>
                  <a:pt x="6202" y="0"/>
                </a:moveTo>
                <a:lnTo>
                  <a:pt x="6281" y="0"/>
                </a:lnTo>
                <a:lnTo>
                  <a:pt x="6281" y="58"/>
                </a:lnTo>
                <a:lnTo>
                  <a:pt x="6202" y="58"/>
                </a:lnTo>
                <a:lnTo>
                  <a:pt x="6202" y="0"/>
                </a:lnTo>
                <a:moveTo>
                  <a:pt x="6335" y="0"/>
                </a:moveTo>
                <a:lnTo>
                  <a:pt x="6414" y="0"/>
                </a:lnTo>
                <a:lnTo>
                  <a:pt x="6414" y="58"/>
                </a:lnTo>
                <a:lnTo>
                  <a:pt x="6335" y="58"/>
                </a:lnTo>
                <a:lnTo>
                  <a:pt x="6335" y="0"/>
                </a:lnTo>
                <a:moveTo>
                  <a:pt x="6467" y="0"/>
                </a:moveTo>
                <a:lnTo>
                  <a:pt x="6546" y="0"/>
                </a:lnTo>
                <a:lnTo>
                  <a:pt x="6546" y="58"/>
                </a:lnTo>
                <a:lnTo>
                  <a:pt x="6467" y="58"/>
                </a:lnTo>
                <a:lnTo>
                  <a:pt x="6467" y="0"/>
                </a:lnTo>
                <a:moveTo>
                  <a:pt x="6599" y="0"/>
                </a:moveTo>
                <a:lnTo>
                  <a:pt x="6679" y="0"/>
                </a:lnTo>
                <a:lnTo>
                  <a:pt x="6679" y="58"/>
                </a:lnTo>
                <a:lnTo>
                  <a:pt x="6599" y="58"/>
                </a:lnTo>
                <a:lnTo>
                  <a:pt x="6599" y="0"/>
                </a:lnTo>
                <a:moveTo>
                  <a:pt x="6732" y="0"/>
                </a:moveTo>
                <a:lnTo>
                  <a:pt x="6811" y="0"/>
                </a:lnTo>
                <a:lnTo>
                  <a:pt x="6811" y="58"/>
                </a:lnTo>
                <a:lnTo>
                  <a:pt x="6732" y="58"/>
                </a:lnTo>
                <a:lnTo>
                  <a:pt x="6732" y="0"/>
                </a:lnTo>
                <a:moveTo>
                  <a:pt x="6864" y="0"/>
                </a:moveTo>
                <a:lnTo>
                  <a:pt x="6944" y="0"/>
                </a:lnTo>
                <a:lnTo>
                  <a:pt x="6944" y="58"/>
                </a:lnTo>
                <a:lnTo>
                  <a:pt x="6864" y="58"/>
                </a:lnTo>
                <a:lnTo>
                  <a:pt x="6864" y="0"/>
                </a:lnTo>
                <a:moveTo>
                  <a:pt x="6997" y="0"/>
                </a:moveTo>
                <a:lnTo>
                  <a:pt x="7076" y="0"/>
                </a:lnTo>
                <a:lnTo>
                  <a:pt x="7076" y="58"/>
                </a:lnTo>
                <a:lnTo>
                  <a:pt x="6997" y="58"/>
                </a:lnTo>
                <a:lnTo>
                  <a:pt x="6997" y="0"/>
                </a:lnTo>
                <a:moveTo>
                  <a:pt x="7129" y="0"/>
                </a:moveTo>
                <a:lnTo>
                  <a:pt x="7209" y="0"/>
                </a:lnTo>
                <a:lnTo>
                  <a:pt x="7209" y="58"/>
                </a:lnTo>
                <a:lnTo>
                  <a:pt x="7129" y="58"/>
                </a:lnTo>
                <a:lnTo>
                  <a:pt x="7129" y="0"/>
                </a:lnTo>
                <a:moveTo>
                  <a:pt x="7262" y="0"/>
                </a:moveTo>
                <a:lnTo>
                  <a:pt x="7341" y="0"/>
                </a:lnTo>
                <a:lnTo>
                  <a:pt x="7341" y="58"/>
                </a:lnTo>
                <a:lnTo>
                  <a:pt x="7262" y="58"/>
                </a:lnTo>
                <a:lnTo>
                  <a:pt x="7262" y="0"/>
                </a:lnTo>
                <a:moveTo>
                  <a:pt x="7394" y="0"/>
                </a:moveTo>
                <a:lnTo>
                  <a:pt x="7474" y="0"/>
                </a:lnTo>
                <a:lnTo>
                  <a:pt x="7474" y="58"/>
                </a:lnTo>
                <a:lnTo>
                  <a:pt x="7394" y="58"/>
                </a:lnTo>
                <a:lnTo>
                  <a:pt x="7394" y="0"/>
                </a:lnTo>
                <a:moveTo>
                  <a:pt x="7527" y="0"/>
                </a:moveTo>
                <a:lnTo>
                  <a:pt x="7606" y="0"/>
                </a:lnTo>
                <a:lnTo>
                  <a:pt x="7606" y="58"/>
                </a:lnTo>
                <a:lnTo>
                  <a:pt x="7527" y="58"/>
                </a:lnTo>
                <a:lnTo>
                  <a:pt x="7527" y="0"/>
                </a:lnTo>
                <a:moveTo>
                  <a:pt x="7659" y="0"/>
                </a:moveTo>
                <a:lnTo>
                  <a:pt x="7739" y="0"/>
                </a:lnTo>
                <a:lnTo>
                  <a:pt x="7739" y="58"/>
                </a:lnTo>
                <a:lnTo>
                  <a:pt x="7659" y="58"/>
                </a:lnTo>
                <a:lnTo>
                  <a:pt x="7659" y="0"/>
                </a:lnTo>
                <a:moveTo>
                  <a:pt x="7792" y="0"/>
                </a:moveTo>
                <a:lnTo>
                  <a:pt x="7871" y="0"/>
                </a:lnTo>
                <a:lnTo>
                  <a:pt x="7871" y="58"/>
                </a:lnTo>
                <a:lnTo>
                  <a:pt x="7792" y="58"/>
                </a:lnTo>
                <a:lnTo>
                  <a:pt x="7792" y="0"/>
                </a:lnTo>
                <a:moveTo>
                  <a:pt x="7924" y="0"/>
                </a:moveTo>
                <a:lnTo>
                  <a:pt x="8003" y="0"/>
                </a:lnTo>
                <a:lnTo>
                  <a:pt x="8003" y="58"/>
                </a:lnTo>
                <a:lnTo>
                  <a:pt x="7924" y="58"/>
                </a:lnTo>
                <a:lnTo>
                  <a:pt x="7924" y="0"/>
                </a:lnTo>
                <a:moveTo>
                  <a:pt x="8057" y="0"/>
                </a:moveTo>
                <a:lnTo>
                  <a:pt x="8136" y="0"/>
                </a:lnTo>
                <a:lnTo>
                  <a:pt x="8136" y="58"/>
                </a:lnTo>
                <a:lnTo>
                  <a:pt x="8057" y="58"/>
                </a:lnTo>
                <a:lnTo>
                  <a:pt x="8057" y="0"/>
                </a:lnTo>
                <a:moveTo>
                  <a:pt x="8189" y="0"/>
                </a:moveTo>
                <a:lnTo>
                  <a:pt x="8268" y="0"/>
                </a:lnTo>
                <a:lnTo>
                  <a:pt x="8268" y="58"/>
                </a:lnTo>
                <a:lnTo>
                  <a:pt x="8189" y="58"/>
                </a:lnTo>
                <a:lnTo>
                  <a:pt x="8189" y="0"/>
                </a:lnTo>
                <a:moveTo>
                  <a:pt x="8321" y="0"/>
                </a:moveTo>
                <a:lnTo>
                  <a:pt x="8401" y="0"/>
                </a:lnTo>
                <a:lnTo>
                  <a:pt x="8401" y="58"/>
                </a:lnTo>
                <a:lnTo>
                  <a:pt x="8321" y="58"/>
                </a:lnTo>
                <a:lnTo>
                  <a:pt x="8321" y="0"/>
                </a:lnTo>
                <a:moveTo>
                  <a:pt x="8454" y="0"/>
                </a:moveTo>
                <a:lnTo>
                  <a:pt x="8533" y="0"/>
                </a:lnTo>
                <a:lnTo>
                  <a:pt x="8533" y="58"/>
                </a:lnTo>
                <a:lnTo>
                  <a:pt x="8454" y="58"/>
                </a:lnTo>
                <a:lnTo>
                  <a:pt x="8454" y="0"/>
                </a:lnTo>
                <a:moveTo>
                  <a:pt x="8586" y="0"/>
                </a:moveTo>
                <a:lnTo>
                  <a:pt x="8666" y="0"/>
                </a:lnTo>
                <a:lnTo>
                  <a:pt x="8666" y="58"/>
                </a:lnTo>
                <a:lnTo>
                  <a:pt x="8586" y="58"/>
                </a:lnTo>
                <a:lnTo>
                  <a:pt x="8586" y="0"/>
                </a:lnTo>
                <a:moveTo>
                  <a:pt x="8719" y="0"/>
                </a:moveTo>
                <a:lnTo>
                  <a:pt x="8798" y="0"/>
                </a:lnTo>
                <a:lnTo>
                  <a:pt x="8798" y="58"/>
                </a:lnTo>
                <a:lnTo>
                  <a:pt x="8719" y="58"/>
                </a:lnTo>
                <a:lnTo>
                  <a:pt x="8719" y="0"/>
                </a:lnTo>
                <a:moveTo>
                  <a:pt x="8855" y="3"/>
                </a:moveTo>
                <a:cubicBezTo>
                  <a:pt x="8886" y="9"/>
                  <a:pt x="8914" y="19"/>
                  <a:pt x="8940" y="36"/>
                </a:cubicBezTo>
                <a:lnTo>
                  <a:pt x="8910" y="85"/>
                </a:lnTo>
                <a:cubicBezTo>
                  <a:pt x="8890" y="73"/>
                  <a:pt x="8868" y="65"/>
                  <a:pt x="8845" y="61"/>
                </a:cubicBezTo>
                <a:lnTo>
                  <a:pt x="8855" y="3"/>
                </a:lnTo>
                <a:moveTo>
                  <a:pt x="8988" y="74"/>
                </a:moveTo>
                <a:cubicBezTo>
                  <a:pt x="9009" y="96"/>
                  <a:pt x="9026" y="122"/>
                  <a:pt x="9037" y="150"/>
                </a:cubicBezTo>
                <a:lnTo>
                  <a:pt x="8983" y="172"/>
                </a:lnTo>
                <a:cubicBezTo>
                  <a:pt x="8974" y="150"/>
                  <a:pt x="8962" y="131"/>
                  <a:pt x="8946" y="114"/>
                </a:cubicBezTo>
                <a:lnTo>
                  <a:pt x="8988" y="74"/>
                </a:lnTo>
                <a:moveTo>
                  <a:pt x="9053" y="210"/>
                </a:moveTo>
                <a:cubicBezTo>
                  <a:pt x="9054" y="220"/>
                  <a:pt x="9055" y="230"/>
                  <a:pt x="9055" y="241"/>
                </a:cubicBezTo>
                <a:lnTo>
                  <a:pt x="9055" y="292"/>
                </a:lnTo>
                <a:lnTo>
                  <a:pt x="8997" y="292"/>
                </a:lnTo>
                <a:lnTo>
                  <a:pt x="8997" y="241"/>
                </a:lnTo>
                <a:cubicBezTo>
                  <a:pt x="8997" y="233"/>
                  <a:pt x="8996" y="225"/>
                  <a:pt x="8995" y="217"/>
                </a:cubicBezTo>
                <a:lnTo>
                  <a:pt x="9053" y="210"/>
                </a:lnTo>
                <a:moveTo>
                  <a:pt x="9055" y="345"/>
                </a:moveTo>
                <a:lnTo>
                  <a:pt x="9055" y="424"/>
                </a:lnTo>
                <a:lnTo>
                  <a:pt x="8997" y="424"/>
                </a:lnTo>
                <a:lnTo>
                  <a:pt x="8997" y="345"/>
                </a:lnTo>
                <a:lnTo>
                  <a:pt x="9055" y="345"/>
                </a:lnTo>
                <a:moveTo>
                  <a:pt x="9055" y="477"/>
                </a:moveTo>
                <a:lnTo>
                  <a:pt x="9055" y="557"/>
                </a:lnTo>
                <a:lnTo>
                  <a:pt x="8997" y="557"/>
                </a:lnTo>
                <a:lnTo>
                  <a:pt x="8997" y="477"/>
                </a:lnTo>
                <a:lnTo>
                  <a:pt x="9055" y="477"/>
                </a:lnTo>
                <a:moveTo>
                  <a:pt x="9055" y="610"/>
                </a:moveTo>
                <a:lnTo>
                  <a:pt x="9055" y="689"/>
                </a:lnTo>
                <a:lnTo>
                  <a:pt x="8997" y="689"/>
                </a:lnTo>
                <a:lnTo>
                  <a:pt x="8997" y="610"/>
                </a:lnTo>
                <a:lnTo>
                  <a:pt x="9055" y="610"/>
                </a:lnTo>
                <a:moveTo>
                  <a:pt x="9055" y="742"/>
                </a:moveTo>
                <a:lnTo>
                  <a:pt x="9055" y="823"/>
                </a:lnTo>
                <a:lnTo>
                  <a:pt x="8997" y="823"/>
                </a:lnTo>
                <a:lnTo>
                  <a:pt x="8997" y="742"/>
                </a:lnTo>
                <a:lnTo>
                  <a:pt x="9055" y="742"/>
                </a:lnTo>
                <a:moveTo>
                  <a:pt x="9055" y="876"/>
                </a:moveTo>
                <a:lnTo>
                  <a:pt x="9055" y="955"/>
                </a:lnTo>
                <a:lnTo>
                  <a:pt x="8997" y="955"/>
                </a:lnTo>
                <a:lnTo>
                  <a:pt x="8997" y="876"/>
                </a:lnTo>
                <a:lnTo>
                  <a:pt x="9055" y="876"/>
                </a:lnTo>
                <a:moveTo>
                  <a:pt x="9055" y="1008"/>
                </a:moveTo>
                <a:lnTo>
                  <a:pt x="9055" y="1088"/>
                </a:lnTo>
                <a:lnTo>
                  <a:pt x="8997" y="1088"/>
                </a:lnTo>
                <a:lnTo>
                  <a:pt x="8997" y="1008"/>
                </a:lnTo>
                <a:lnTo>
                  <a:pt x="9055" y="1008"/>
                </a:lnTo>
                <a:moveTo>
                  <a:pt x="9055" y="1141"/>
                </a:moveTo>
                <a:lnTo>
                  <a:pt x="9055" y="1220"/>
                </a:lnTo>
                <a:lnTo>
                  <a:pt x="8997" y="1220"/>
                </a:lnTo>
                <a:lnTo>
                  <a:pt x="8997" y="1141"/>
                </a:lnTo>
                <a:lnTo>
                  <a:pt x="9055" y="1141"/>
                </a:lnTo>
                <a:moveTo>
                  <a:pt x="9055" y="1273"/>
                </a:moveTo>
                <a:lnTo>
                  <a:pt x="9055" y="1353"/>
                </a:lnTo>
                <a:lnTo>
                  <a:pt x="8997" y="1353"/>
                </a:lnTo>
                <a:lnTo>
                  <a:pt x="8997" y="1273"/>
                </a:lnTo>
                <a:lnTo>
                  <a:pt x="9055" y="1273"/>
                </a:lnTo>
                <a:moveTo>
                  <a:pt x="9055" y="1406"/>
                </a:moveTo>
                <a:lnTo>
                  <a:pt x="9055" y="1485"/>
                </a:lnTo>
                <a:lnTo>
                  <a:pt x="8997" y="1485"/>
                </a:lnTo>
                <a:lnTo>
                  <a:pt x="8997" y="1406"/>
                </a:lnTo>
                <a:lnTo>
                  <a:pt x="9055" y="1406"/>
                </a:lnTo>
                <a:moveTo>
                  <a:pt x="9055" y="1538"/>
                </a:moveTo>
                <a:lnTo>
                  <a:pt x="9055" y="1617"/>
                </a:lnTo>
                <a:lnTo>
                  <a:pt x="8997" y="1617"/>
                </a:lnTo>
                <a:lnTo>
                  <a:pt x="8997" y="1538"/>
                </a:lnTo>
                <a:lnTo>
                  <a:pt x="9055" y="1538"/>
                </a:lnTo>
                <a:moveTo>
                  <a:pt x="9048" y="1676"/>
                </a:moveTo>
                <a:cubicBezTo>
                  <a:pt x="9040" y="1706"/>
                  <a:pt x="9027" y="1734"/>
                  <a:pt x="9009" y="1759"/>
                </a:cubicBezTo>
                <a:lnTo>
                  <a:pt x="8962" y="1725"/>
                </a:lnTo>
                <a:cubicBezTo>
                  <a:pt x="8976" y="1706"/>
                  <a:pt x="8985" y="1685"/>
                  <a:pt x="8991" y="1662"/>
                </a:cubicBezTo>
                <a:lnTo>
                  <a:pt x="9048" y="1676"/>
                </a:lnTo>
                <a:moveTo>
                  <a:pt x="8967" y="1804"/>
                </a:moveTo>
                <a:cubicBezTo>
                  <a:pt x="8943" y="1823"/>
                  <a:pt x="8916" y="1838"/>
                  <a:pt x="8887" y="1847"/>
                </a:cubicBezTo>
                <a:lnTo>
                  <a:pt x="8869" y="1791"/>
                </a:lnTo>
                <a:cubicBezTo>
                  <a:pt x="8892" y="1784"/>
                  <a:pt x="8912" y="1773"/>
                  <a:pt x="8930" y="1759"/>
                </a:cubicBezTo>
                <a:lnTo>
                  <a:pt x="8967" y="1804"/>
                </a:lnTo>
                <a:moveTo>
                  <a:pt x="8828" y="1858"/>
                </a:moveTo>
                <a:cubicBezTo>
                  <a:pt x="8823" y="1858"/>
                  <a:pt x="8819" y="1858"/>
                  <a:pt x="8814" y="1858"/>
                </a:cubicBezTo>
                <a:lnTo>
                  <a:pt x="8747" y="1858"/>
                </a:lnTo>
                <a:lnTo>
                  <a:pt x="8747" y="1800"/>
                </a:lnTo>
                <a:lnTo>
                  <a:pt x="8814" y="1800"/>
                </a:lnTo>
                <a:cubicBezTo>
                  <a:pt x="8817" y="1800"/>
                  <a:pt x="8821" y="1800"/>
                  <a:pt x="8824" y="1800"/>
                </a:cubicBezTo>
                <a:lnTo>
                  <a:pt x="8828" y="1858"/>
                </a:lnTo>
                <a:moveTo>
                  <a:pt x="8694" y="1858"/>
                </a:moveTo>
                <a:lnTo>
                  <a:pt x="8615" y="1858"/>
                </a:lnTo>
                <a:lnTo>
                  <a:pt x="8615" y="1800"/>
                </a:lnTo>
                <a:lnTo>
                  <a:pt x="8694" y="1800"/>
                </a:lnTo>
                <a:lnTo>
                  <a:pt x="8694" y="1858"/>
                </a:lnTo>
                <a:moveTo>
                  <a:pt x="8562" y="1858"/>
                </a:moveTo>
                <a:lnTo>
                  <a:pt x="8482" y="1858"/>
                </a:lnTo>
                <a:lnTo>
                  <a:pt x="8482" y="1800"/>
                </a:lnTo>
                <a:lnTo>
                  <a:pt x="8562" y="1800"/>
                </a:lnTo>
                <a:lnTo>
                  <a:pt x="8562" y="1858"/>
                </a:lnTo>
                <a:moveTo>
                  <a:pt x="8429" y="1858"/>
                </a:moveTo>
                <a:lnTo>
                  <a:pt x="8350" y="1858"/>
                </a:lnTo>
                <a:lnTo>
                  <a:pt x="8350" y="1800"/>
                </a:lnTo>
                <a:lnTo>
                  <a:pt x="8429" y="1800"/>
                </a:lnTo>
                <a:lnTo>
                  <a:pt x="8429" y="1858"/>
                </a:lnTo>
                <a:moveTo>
                  <a:pt x="8297" y="1858"/>
                </a:moveTo>
                <a:lnTo>
                  <a:pt x="8217" y="1858"/>
                </a:lnTo>
                <a:lnTo>
                  <a:pt x="8217" y="1800"/>
                </a:lnTo>
                <a:lnTo>
                  <a:pt x="8297" y="1800"/>
                </a:lnTo>
                <a:lnTo>
                  <a:pt x="8297" y="1858"/>
                </a:lnTo>
                <a:moveTo>
                  <a:pt x="8164" y="1858"/>
                </a:moveTo>
                <a:lnTo>
                  <a:pt x="8085" y="1858"/>
                </a:lnTo>
                <a:lnTo>
                  <a:pt x="8085" y="1800"/>
                </a:lnTo>
                <a:lnTo>
                  <a:pt x="8164" y="1800"/>
                </a:lnTo>
                <a:lnTo>
                  <a:pt x="8164" y="1858"/>
                </a:lnTo>
                <a:moveTo>
                  <a:pt x="8032" y="1858"/>
                </a:moveTo>
                <a:lnTo>
                  <a:pt x="7952" y="1858"/>
                </a:lnTo>
                <a:lnTo>
                  <a:pt x="7952" y="1800"/>
                </a:lnTo>
                <a:lnTo>
                  <a:pt x="8032" y="1800"/>
                </a:lnTo>
                <a:lnTo>
                  <a:pt x="8032" y="1858"/>
                </a:lnTo>
                <a:moveTo>
                  <a:pt x="7899" y="1858"/>
                </a:moveTo>
                <a:lnTo>
                  <a:pt x="7820" y="1858"/>
                </a:lnTo>
                <a:lnTo>
                  <a:pt x="7820" y="1800"/>
                </a:lnTo>
                <a:lnTo>
                  <a:pt x="7899" y="1800"/>
                </a:lnTo>
                <a:lnTo>
                  <a:pt x="7899" y="1858"/>
                </a:lnTo>
                <a:moveTo>
                  <a:pt x="7767" y="1858"/>
                </a:moveTo>
                <a:lnTo>
                  <a:pt x="7687" y="1858"/>
                </a:lnTo>
                <a:lnTo>
                  <a:pt x="7687" y="1800"/>
                </a:lnTo>
                <a:lnTo>
                  <a:pt x="7767" y="1800"/>
                </a:lnTo>
                <a:lnTo>
                  <a:pt x="7767" y="1858"/>
                </a:lnTo>
                <a:moveTo>
                  <a:pt x="7634" y="1858"/>
                </a:moveTo>
                <a:lnTo>
                  <a:pt x="7555" y="1858"/>
                </a:lnTo>
                <a:lnTo>
                  <a:pt x="7555" y="1800"/>
                </a:lnTo>
                <a:lnTo>
                  <a:pt x="7634" y="1800"/>
                </a:lnTo>
                <a:lnTo>
                  <a:pt x="7634" y="1858"/>
                </a:lnTo>
                <a:moveTo>
                  <a:pt x="7502" y="1858"/>
                </a:moveTo>
                <a:lnTo>
                  <a:pt x="7423" y="1858"/>
                </a:lnTo>
                <a:lnTo>
                  <a:pt x="7423" y="1800"/>
                </a:lnTo>
                <a:lnTo>
                  <a:pt x="7502" y="1800"/>
                </a:lnTo>
                <a:lnTo>
                  <a:pt x="7502" y="1858"/>
                </a:lnTo>
                <a:moveTo>
                  <a:pt x="7369" y="1858"/>
                </a:moveTo>
                <a:lnTo>
                  <a:pt x="7290" y="1858"/>
                </a:lnTo>
                <a:lnTo>
                  <a:pt x="7290" y="1800"/>
                </a:lnTo>
                <a:lnTo>
                  <a:pt x="7369" y="1800"/>
                </a:lnTo>
                <a:lnTo>
                  <a:pt x="7369" y="1858"/>
                </a:lnTo>
                <a:moveTo>
                  <a:pt x="7237" y="1858"/>
                </a:moveTo>
                <a:lnTo>
                  <a:pt x="7158" y="1858"/>
                </a:lnTo>
                <a:lnTo>
                  <a:pt x="7158" y="1800"/>
                </a:lnTo>
                <a:lnTo>
                  <a:pt x="7237" y="1800"/>
                </a:lnTo>
                <a:lnTo>
                  <a:pt x="7237" y="1858"/>
                </a:lnTo>
                <a:moveTo>
                  <a:pt x="7105" y="1858"/>
                </a:moveTo>
                <a:lnTo>
                  <a:pt x="7025" y="1858"/>
                </a:lnTo>
                <a:lnTo>
                  <a:pt x="7025" y="1800"/>
                </a:lnTo>
                <a:lnTo>
                  <a:pt x="7105" y="1800"/>
                </a:lnTo>
                <a:lnTo>
                  <a:pt x="7105" y="1858"/>
                </a:lnTo>
                <a:moveTo>
                  <a:pt x="6972" y="1858"/>
                </a:moveTo>
                <a:lnTo>
                  <a:pt x="6893" y="1858"/>
                </a:lnTo>
                <a:lnTo>
                  <a:pt x="6893" y="1800"/>
                </a:lnTo>
                <a:lnTo>
                  <a:pt x="6972" y="1800"/>
                </a:lnTo>
                <a:lnTo>
                  <a:pt x="6972" y="1858"/>
                </a:lnTo>
                <a:moveTo>
                  <a:pt x="6840" y="1858"/>
                </a:moveTo>
                <a:lnTo>
                  <a:pt x="6760" y="1858"/>
                </a:lnTo>
                <a:lnTo>
                  <a:pt x="6760" y="1800"/>
                </a:lnTo>
                <a:lnTo>
                  <a:pt x="6840" y="1800"/>
                </a:lnTo>
                <a:lnTo>
                  <a:pt x="6840" y="1858"/>
                </a:lnTo>
                <a:moveTo>
                  <a:pt x="6707" y="1858"/>
                </a:moveTo>
                <a:lnTo>
                  <a:pt x="6628" y="1858"/>
                </a:lnTo>
                <a:lnTo>
                  <a:pt x="6628" y="1800"/>
                </a:lnTo>
                <a:lnTo>
                  <a:pt x="6707" y="1800"/>
                </a:lnTo>
                <a:lnTo>
                  <a:pt x="6707" y="1858"/>
                </a:lnTo>
                <a:moveTo>
                  <a:pt x="6575" y="1858"/>
                </a:moveTo>
                <a:lnTo>
                  <a:pt x="6495" y="1858"/>
                </a:lnTo>
                <a:lnTo>
                  <a:pt x="6495" y="1800"/>
                </a:lnTo>
                <a:lnTo>
                  <a:pt x="6575" y="1800"/>
                </a:lnTo>
                <a:lnTo>
                  <a:pt x="6575" y="1858"/>
                </a:lnTo>
                <a:moveTo>
                  <a:pt x="6442" y="1858"/>
                </a:moveTo>
                <a:lnTo>
                  <a:pt x="6363" y="1858"/>
                </a:lnTo>
                <a:lnTo>
                  <a:pt x="6363" y="1800"/>
                </a:lnTo>
                <a:lnTo>
                  <a:pt x="6442" y="1800"/>
                </a:lnTo>
                <a:lnTo>
                  <a:pt x="6442" y="1858"/>
                </a:lnTo>
                <a:moveTo>
                  <a:pt x="6310" y="1858"/>
                </a:moveTo>
                <a:lnTo>
                  <a:pt x="6230" y="1858"/>
                </a:lnTo>
                <a:lnTo>
                  <a:pt x="6230" y="1800"/>
                </a:lnTo>
                <a:lnTo>
                  <a:pt x="6310" y="1800"/>
                </a:lnTo>
                <a:lnTo>
                  <a:pt x="6310" y="1858"/>
                </a:lnTo>
                <a:moveTo>
                  <a:pt x="6177" y="1858"/>
                </a:moveTo>
                <a:lnTo>
                  <a:pt x="6098" y="1858"/>
                </a:lnTo>
                <a:lnTo>
                  <a:pt x="6098" y="1800"/>
                </a:lnTo>
                <a:lnTo>
                  <a:pt x="6177" y="1800"/>
                </a:lnTo>
                <a:lnTo>
                  <a:pt x="6177" y="1858"/>
                </a:lnTo>
                <a:moveTo>
                  <a:pt x="6045" y="1858"/>
                </a:moveTo>
                <a:lnTo>
                  <a:pt x="5966" y="1858"/>
                </a:lnTo>
                <a:lnTo>
                  <a:pt x="5966" y="1800"/>
                </a:lnTo>
                <a:lnTo>
                  <a:pt x="6045" y="1800"/>
                </a:lnTo>
                <a:lnTo>
                  <a:pt x="6045" y="1858"/>
                </a:lnTo>
                <a:moveTo>
                  <a:pt x="5912" y="1858"/>
                </a:moveTo>
                <a:lnTo>
                  <a:pt x="5833" y="1858"/>
                </a:lnTo>
                <a:lnTo>
                  <a:pt x="5833" y="1800"/>
                </a:lnTo>
                <a:lnTo>
                  <a:pt x="5912" y="1800"/>
                </a:lnTo>
                <a:lnTo>
                  <a:pt x="5912" y="1858"/>
                </a:lnTo>
                <a:moveTo>
                  <a:pt x="5780" y="1858"/>
                </a:moveTo>
                <a:lnTo>
                  <a:pt x="5701" y="1858"/>
                </a:lnTo>
                <a:lnTo>
                  <a:pt x="5701" y="1800"/>
                </a:lnTo>
                <a:lnTo>
                  <a:pt x="5780" y="1800"/>
                </a:lnTo>
                <a:lnTo>
                  <a:pt x="5780" y="1858"/>
                </a:lnTo>
                <a:moveTo>
                  <a:pt x="5648" y="1858"/>
                </a:moveTo>
                <a:lnTo>
                  <a:pt x="5568" y="1858"/>
                </a:lnTo>
                <a:lnTo>
                  <a:pt x="5568" y="1800"/>
                </a:lnTo>
                <a:lnTo>
                  <a:pt x="5648" y="1800"/>
                </a:lnTo>
                <a:lnTo>
                  <a:pt x="5648" y="1858"/>
                </a:lnTo>
                <a:moveTo>
                  <a:pt x="5515" y="1858"/>
                </a:moveTo>
                <a:lnTo>
                  <a:pt x="5436" y="1858"/>
                </a:lnTo>
                <a:lnTo>
                  <a:pt x="5436" y="1800"/>
                </a:lnTo>
                <a:lnTo>
                  <a:pt x="5515" y="1800"/>
                </a:lnTo>
                <a:lnTo>
                  <a:pt x="5515" y="1858"/>
                </a:lnTo>
                <a:moveTo>
                  <a:pt x="5383" y="1858"/>
                </a:moveTo>
                <a:lnTo>
                  <a:pt x="5303" y="1858"/>
                </a:lnTo>
                <a:lnTo>
                  <a:pt x="5303" y="1800"/>
                </a:lnTo>
                <a:lnTo>
                  <a:pt x="5383" y="1800"/>
                </a:lnTo>
                <a:lnTo>
                  <a:pt x="5383" y="1858"/>
                </a:lnTo>
                <a:moveTo>
                  <a:pt x="5250" y="1858"/>
                </a:moveTo>
                <a:lnTo>
                  <a:pt x="5171" y="1858"/>
                </a:lnTo>
                <a:lnTo>
                  <a:pt x="5171" y="1800"/>
                </a:lnTo>
                <a:lnTo>
                  <a:pt x="5250" y="1800"/>
                </a:lnTo>
                <a:lnTo>
                  <a:pt x="5250" y="1858"/>
                </a:lnTo>
                <a:moveTo>
                  <a:pt x="5118" y="1858"/>
                </a:moveTo>
                <a:lnTo>
                  <a:pt x="5038" y="1858"/>
                </a:lnTo>
                <a:lnTo>
                  <a:pt x="5038" y="1800"/>
                </a:lnTo>
                <a:lnTo>
                  <a:pt x="5118" y="1800"/>
                </a:lnTo>
                <a:lnTo>
                  <a:pt x="5118" y="1858"/>
                </a:lnTo>
                <a:moveTo>
                  <a:pt x="4985" y="1858"/>
                </a:moveTo>
                <a:lnTo>
                  <a:pt x="4906" y="1858"/>
                </a:lnTo>
                <a:lnTo>
                  <a:pt x="4906" y="1800"/>
                </a:lnTo>
                <a:lnTo>
                  <a:pt x="4985" y="1800"/>
                </a:lnTo>
                <a:lnTo>
                  <a:pt x="4985" y="1858"/>
                </a:lnTo>
                <a:moveTo>
                  <a:pt x="4853" y="1858"/>
                </a:moveTo>
                <a:lnTo>
                  <a:pt x="4773" y="1858"/>
                </a:lnTo>
                <a:lnTo>
                  <a:pt x="4773" y="1800"/>
                </a:lnTo>
                <a:lnTo>
                  <a:pt x="4853" y="1800"/>
                </a:lnTo>
                <a:lnTo>
                  <a:pt x="4853" y="1858"/>
                </a:lnTo>
                <a:moveTo>
                  <a:pt x="4720" y="1858"/>
                </a:moveTo>
                <a:lnTo>
                  <a:pt x="4641" y="1858"/>
                </a:lnTo>
                <a:lnTo>
                  <a:pt x="4641" y="1800"/>
                </a:lnTo>
                <a:lnTo>
                  <a:pt x="4720" y="1800"/>
                </a:lnTo>
                <a:lnTo>
                  <a:pt x="4720" y="1858"/>
                </a:lnTo>
                <a:moveTo>
                  <a:pt x="4588" y="1858"/>
                </a:moveTo>
                <a:lnTo>
                  <a:pt x="4508" y="1858"/>
                </a:lnTo>
                <a:lnTo>
                  <a:pt x="4508" y="1800"/>
                </a:lnTo>
                <a:lnTo>
                  <a:pt x="4588" y="1800"/>
                </a:lnTo>
                <a:lnTo>
                  <a:pt x="4588" y="1858"/>
                </a:lnTo>
                <a:moveTo>
                  <a:pt x="4455" y="1858"/>
                </a:moveTo>
                <a:lnTo>
                  <a:pt x="4376" y="1858"/>
                </a:lnTo>
                <a:lnTo>
                  <a:pt x="4376" y="1800"/>
                </a:lnTo>
                <a:lnTo>
                  <a:pt x="4455" y="1800"/>
                </a:lnTo>
                <a:lnTo>
                  <a:pt x="4455" y="1858"/>
                </a:lnTo>
                <a:moveTo>
                  <a:pt x="4323" y="1858"/>
                </a:moveTo>
                <a:lnTo>
                  <a:pt x="4244" y="1858"/>
                </a:lnTo>
                <a:lnTo>
                  <a:pt x="4244" y="1800"/>
                </a:lnTo>
                <a:lnTo>
                  <a:pt x="4323" y="1800"/>
                </a:lnTo>
                <a:lnTo>
                  <a:pt x="4323" y="1858"/>
                </a:lnTo>
                <a:moveTo>
                  <a:pt x="4191" y="1858"/>
                </a:moveTo>
                <a:lnTo>
                  <a:pt x="4111" y="1858"/>
                </a:lnTo>
                <a:lnTo>
                  <a:pt x="4111" y="1800"/>
                </a:lnTo>
                <a:lnTo>
                  <a:pt x="4191" y="1800"/>
                </a:lnTo>
                <a:lnTo>
                  <a:pt x="4191" y="1858"/>
                </a:lnTo>
                <a:moveTo>
                  <a:pt x="4058" y="1858"/>
                </a:moveTo>
                <a:lnTo>
                  <a:pt x="3979" y="1858"/>
                </a:lnTo>
                <a:lnTo>
                  <a:pt x="3979" y="1800"/>
                </a:lnTo>
                <a:lnTo>
                  <a:pt x="4058" y="1800"/>
                </a:lnTo>
                <a:lnTo>
                  <a:pt x="4058" y="1858"/>
                </a:lnTo>
                <a:moveTo>
                  <a:pt x="3926" y="1858"/>
                </a:moveTo>
                <a:lnTo>
                  <a:pt x="3846" y="1858"/>
                </a:lnTo>
                <a:lnTo>
                  <a:pt x="3846" y="1800"/>
                </a:lnTo>
                <a:lnTo>
                  <a:pt x="3926" y="1800"/>
                </a:lnTo>
                <a:lnTo>
                  <a:pt x="3926" y="1858"/>
                </a:lnTo>
                <a:moveTo>
                  <a:pt x="3793" y="1858"/>
                </a:moveTo>
                <a:lnTo>
                  <a:pt x="3714" y="1858"/>
                </a:lnTo>
                <a:lnTo>
                  <a:pt x="3714" y="1800"/>
                </a:lnTo>
                <a:lnTo>
                  <a:pt x="3793" y="1800"/>
                </a:lnTo>
                <a:lnTo>
                  <a:pt x="3793" y="1858"/>
                </a:lnTo>
                <a:moveTo>
                  <a:pt x="3661" y="1858"/>
                </a:moveTo>
                <a:lnTo>
                  <a:pt x="3581" y="1858"/>
                </a:lnTo>
                <a:lnTo>
                  <a:pt x="3581" y="1800"/>
                </a:lnTo>
                <a:lnTo>
                  <a:pt x="3661" y="1800"/>
                </a:lnTo>
                <a:lnTo>
                  <a:pt x="3661" y="1858"/>
                </a:lnTo>
                <a:moveTo>
                  <a:pt x="3528" y="1858"/>
                </a:moveTo>
                <a:lnTo>
                  <a:pt x="3449" y="1858"/>
                </a:lnTo>
                <a:lnTo>
                  <a:pt x="3449" y="1800"/>
                </a:lnTo>
                <a:lnTo>
                  <a:pt x="3528" y="1800"/>
                </a:lnTo>
                <a:lnTo>
                  <a:pt x="3528" y="1858"/>
                </a:lnTo>
                <a:moveTo>
                  <a:pt x="3396" y="1858"/>
                </a:moveTo>
                <a:lnTo>
                  <a:pt x="3316" y="1858"/>
                </a:lnTo>
                <a:lnTo>
                  <a:pt x="3316" y="1800"/>
                </a:lnTo>
                <a:lnTo>
                  <a:pt x="3396" y="1800"/>
                </a:lnTo>
                <a:lnTo>
                  <a:pt x="3396" y="1858"/>
                </a:lnTo>
                <a:moveTo>
                  <a:pt x="3263" y="1858"/>
                </a:moveTo>
                <a:lnTo>
                  <a:pt x="3184" y="1858"/>
                </a:lnTo>
                <a:lnTo>
                  <a:pt x="3184" y="1800"/>
                </a:lnTo>
                <a:lnTo>
                  <a:pt x="3263" y="1800"/>
                </a:lnTo>
                <a:lnTo>
                  <a:pt x="3263" y="1858"/>
                </a:lnTo>
                <a:moveTo>
                  <a:pt x="3131" y="1858"/>
                </a:moveTo>
                <a:lnTo>
                  <a:pt x="3051" y="1858"/>
                </a:lnTo>
                <a:lnTo>
                  <a:pt x="3051" y="1800"/>
                </a:lnTo>
                <a:lnTo>
                  <a:pt x="3131" y="1800"/>
                </a:lnTo>
                <a:lnTo>
                  <a:pt x="3131" y="1858"/>
                </a:lnTo>
                <a:moveTo>
                  <a:pt x="2998" y="1858"/>
                </a:moveTo>
                <a:lnTo>
                  <a:pt x="2919" y="1858"/>
                </a:lnTo>
                <a:lnTo>
                  <a:pt x="2919" y="1800"/>
                </a:lnTo>
                <a:lnTo>
                  <a:pt x="2998" y="1800"/>
                </a:lnTo>
                <a:lnTo>
                  <a:pt x="2998" y="1858"/>
                </a:lnTo>
                <a:moveTo>
                  <a:pt x="2866" y="1858"/>
                </a:moveTo>
                <a:lnTo>
                  <a:pt x="2787" y="1858"/>
                </a:lnTo>
                <a:lnTo>
                  <a:pt x="2787" y="1800"/>
                </a:lnTo>
                <a:lnTo>
                  <a:pt x="2866" y="1800"/>
                </a:lnTo>
                <a:lnTo>
                  <a:pt x="2866" y="1858"/>
                </a:lnTo>
                <a:moveTo>
                  <a:pt x="2733" y="1858"/>
                </a:moveTo>
                <a:lnTo>
                  <a:pt x="2654" y="1858"/>
                </a:lnTo>
                <a:lnTo>
                  <a:pt x="2654" y="1800"/>
                </a:lnTo>
                <a:lnTo>
                  <a:pt x="2733" y="1800"/>
                </a:lnTo>
                <a:lnTo>
                  <a:pt x="2733" y="1858"/>
                </a:lnTo>
                <a:moveTo>
                  <a:pt x="2601" y="1858"/>
                </a:moveTo>
                <a:lnTo>
                  <a:pt x="2522" y="1858"/>
                </a:lnTo>
                <a:lnTo>
                  <a:pt x="2522" y="1800"/>
                </a:lnTo>
                <a:lnTo>
                  <a:pt x="2601" y="1800"/>
                </a:lnTo>
                <a:lnTo>
                  <a:pt x="2601" y="1858"/>
                </a:lnTo>
                <a:moveTo>
                  <a:pt x="2469" y="1858"/>
                </a:moveTo>
                <a:lnTo>
                  <a:pt x="2389" y="1858"/>
                </a:lnTo>
                <a:lnTo>
                  <a:pt x="2389" y="1800"/>
                </a:lnTo>
                <a:lnTo>
                  <a:pt x="2469" y="1800"/>
                </a:lnTo>
                <a:lnTo>
                  <a:pt x="2469" y="1858"/>
                </a:lnTo>
                <a:moveTo>
                  <a:pt x="2336" y="1858"/>
                </a:moveTo>
                <a:lnTo>
                  <a:pt x="2257" y="1858"/>
                </a:lnTo>
                <a:lnTo>
                  <a:pt x="2257" y="1800"/>
                </a:lnTo>
                <a:lnTo>
                  <a:pt x="2336" y="1800"/>
                </a:lnTo>
                <a:lnTo>
                  <a:pt x="2336" y="1858"/>
                </a:lnTo>
                <a:moveTo>
                  <a:pt x="2204" y="1858"/>
                </a:moveTo>
                <a:lnTo>
                  <a:pt x="2124" y="1858"/>
                </a:lnTo>
                <a:lnTo>
                  <a:pt x="2124" y="1800"/>
                </a:lnTo>
                <a:lnTo>
                  <a:pt x="2204" y="1800"/>
                </a:lnTo>
                <a:lnTo>
                  <a:pt x="2204" y="1858"/>
                </a:lnTo>
                <a:moveTo>
                  <a:pt x="2071" y="1858"/>
                </a:moveTo>
                <a:lnTo>
                  <a:pt x="1992" y="1858"/>
                </a:lnTo>
                <a:lnTo>
                  <a:pt x="1992" y="1800"/>
                </a:lnTo>
                <a:lnTo>
                  <a:pt x="2071" y="1800"/>
                </a:lnTo>
                <a:lnTo>
                  <a:pt x="2071" y="1858"/>
                </a:lnTo>
                <a:moveTo>
                  <a:pt x="1939" y="1858"/>
                </a:moveTo>
                <a:lnTo>
                  <a:pt x="1859" y="1858"/>
                </a:lnTo>
                <a:lnTo>
                  <a:pt x="1859" y="1800"/>
                </a:lnTo>
                <a:lnTo>
                  <a:pt x="1939" y="1800"/>
                </a:lnTo>
                <a:lnTo>
                  <a:pt x="1939" y="1858"/>
                </a:lnTo>
                <a:moveTo>
                  <a:pt x="1806" y="1858"/>
                </a:moveTo>
                <a:lnTo>
                  <a:pt x="1727" y="1858"/>
                </a:lnTo>
                <a:lnTo>
                  <a:pt x="1727" y="1800"/>
                </a:lnTo>
                <a:lnTo>
                  <a:pt x="1806" y="1800"/>
                </a:lnTo>
                <a:lnTo>
                  <a:pt x="1806" y="1858"/>
                </a:lnTo>
                <a:moveTo>
                  <a:pt x="1674" y="1858"/>
                </a:moveTo>
                <a:lnTo>
                  <a:pt x="1594" y="1858"/>
                </a:lnTo>
                <a:lnTo>
                  <a:pt x="1594" y="1800"/>
                </a:lnTo>
                <a:lnTo>
                  <a:pt x="1674" y="1800"/>
                </a:lnTo>
                <a:lnTo>
                  <a:pt x="1674" y="1858"/>
                </a:lnTo>
                <a:moveTo>
                  <a:pt x="1541" y="1858"/>
                </a:moveTo>
                <a:lnTo>
                  <a:pt x="1462" y="1858"/>
                </a:lnTo>
                <a:lnTo>
                  <a:pt x="1462" y="1800"/>
                </a:lnTo>
                <a:lnTo>
                  <a:pt x="1541" y="1800"/>
                </a:lnTo>
                <a:lnTo>
                  <a:pt x="1541" y="1858"/>
                </a:lnTo>
                <a:moveTo>
                  <a:pt x="1409" y="1858"/>
                </a:moveTo>
                <a:lnTo>
                  <a:pt x="1330" y="1858"/>
                </a:lnTo>
                <a:lnTo>
                  <a:pt x="1330" y="1800"/>
                </a:lnTo>
                <a:lnTo>
                  <a:pt x="1409" y="1800"/>
                </a:lnTo>
                <a:lnTo>
                  <a:pt x="1409" y="1858"/>
                </a:lnTo>
                <a:moveTo>
                  <a:pt x="1275" y="1858"/>
                </a:moveTo>
                <a:lnTo>
                  <a:pt x="1196" y="1858"/>
                </a:lnTo>
                <a:lnTo>
                  <a:pt x="1196" y="1800"/>
                </a:lnTo>
                <a:lnTo>
                  <a:pt x="1275" y="1800"/>
                </a:lnTo>
                <a:lnTo>
                  <a:pt x="1275" y="1858"/>
                </a:lnTo>
                <a:moveTo>
                  <a:pt x="1143" y="1858"/>
                </a:moveTo>
                <a:lnTo>
                  <a:pt x="1064" y="1858"/>
                </a:lnTo>
                <a:lnTo>
                  <a:pt x="1064" y="1800"/>
                </a:lnTo>
                <a:lnTo>
                  <a:pt x="1143" y="1800"/>
                </a:lnTo>
                <a:lnTo>
                  <a:pt x="1143" y="1858"/>
                </a:lnTo>
                <a:moveTo>
                  <a:pt x="1011" y="1858"/>
                </a:moveTo>
                <a:lnTo>
                  <a:pt x="931" y="1858"/>
                </a:lnTo>
                <a:lnTo>
                  <a:pt x="931" y="1800"/>
                </a:lnTo>
                <a:lnTo>
                  <a:pt x="1011" y="1800"/>
                </a:lnTo>
                <a:lnTo>
                  <a:pt x="1011" y="1858"/>
                </a:lnTo>
                <a:moveTo>
                  <a:pt x="878" y="1858"/>
                </a:moveTo>
                <a:lnTo>
                  <a:pt x="799" y="1858"/>
                </a:lnTo>
                <a:lnTo>
                  <a:pt x="799" y="1800"/>
                </a:lnTo>
                <a:lnTo>
                  <a:pt x="878" y="1800"/>
                </a:lnTo>
                <a:lnTo>
                  <a:pt x="878" y="1858"/>
                </a:lnTo>
                <a:moveTo>
                  <a:pt x="746" y="1858"/>
                </a:moveTo>
                <a:lnTo>
                  <a:pt x="666" y="1858"/>
                </a:lnTo>
                <a:lnTo>
                  <a:pt x="666" y="1800"/>
                </a:lnTo>
                <a:lnTo>
                  <a:pt x="746" y="1800"/>
                </a:lnTo>
                <a:lnTo>
                  <a:pt x="746" y="1858"/>
                </a:lnTo>
                <a:moveTo>
                  <a:pt x="613" y="1858"/>
                </a:moveTo>
                <a:lnTo>
                  <a:pt x="534" y="1858"/>
                </a:lnTo>
                <a:lnTo>
                  <a:pt x="534" y="1800"/>
                </a:lnTo>
                <a:lnTo>
                  <a:pt x="613" y="1800"/>
                </a:lnTo>
                <a:lnTo>
                  <a:pt x="613" y="1858"/>
                </a:lnTo>
                <a:moveTo>
                  <a:pt x="481" y="1858"/>
                </a:moveTo>
                <a:lnTo>
                  <a:pt x="401" y="1858"/>
                </a:lnTo>
                <a:lnTo>
                  <a:pt x="401" y="1800"/>
                </a:lnTo>
                <a:lnTo>
                  <a:pt x="481" y="1800"/>
                </a:lnTo>
                <a:lnTo>
                  <a:pt x="481" y="1858"/>
                </a:lnTo>
                <a:moveTo>
                  <a:pt x="348" y="1858"/>
                </a:moveTo>
                <a:lnTo>
                  <a:pt x="269" y="1858"/>
                </a:lnTo>
                <a:lnTo>
                  <a:pt x="269" y="1800"/>
                </a:lnTo>
                <a:lnTo>
                  <a:pt x="348" y="1800"/>
                </a:lnTo>
                <a:lnTo>
                  <a:pt x="348" y="1858"/>
                </a:lnTo>
                <a:moveTo>
                  <a:pt x="213" y="1857"/>
                </a:moveTo>
                <a:cubicBezTo>
                  <a:pt x="183" y="1853"/>
                  <a:pt x="154" y="1844"/>
                  <a:pt x="127" y="1830"/>
                </a:cubicBezTo>
                <a:lnTo>
                  <a:pt x="154" y="1778"/>
                </a:lnTo>
                <a:cubicBezTo>
                  <a:pt x="175" y="1789"/>
                  <a:pt x="197" y="1796"/>
                  <a:pt x="220" y="1799"/>
                </a:cubicBezTo>
                <a:lnTo>
                  <a:pt x="213" y="1857"/>
                </a:lnTo>
                <a:moveTo>
                  <a:pt x="77" y="1794"/>
                </a:moveTo>
                <a:cubicBezTo>
                  <a:pt x="54" y="1773"/>
                  <a:pt x="36" y="1749"/>
                  <a:pt x="23" y="1721"/>
                </a:cubicBezTo>
                <a:lnTo>
                  <a:pt x="76" y="1696"/>
                </a:lnTo>
                <a:cubicBezTo>
                  <a:pt x="86" y="1717"/>
                  <a:pt x="99" y="1736"/>
                  <a:pt x="117" y="1751"/>
                </a:cubicBezTo>
                <a:lnTo>
                  <a:pt x="77" y="1794"/>
                </a:lnTo>
                <a:moveTo>
                  <a:pt x="4" y="1663"/>
                </a:moveTo>
                <a:cubicBezTo>
                  <a:pt x="1" y="1648"/>
                  <a:pt x="0" y="1633"/>
                  <a:pt x="0" y="1618"/>
                </a:cubicBezTo>
                <a:lnTo>
                  <a:pt x="0" y="1579"/>
                </a:lnTo>
                <a:lnTo>
                  <a:pt x="58" y="1579"/>
                </a:lnTo>
                <a:lnTo>
                  <a:pt x="58" y="1618"/>
                </a:lnTo>
                <a:cubicBezTo>
                  <a:pt x="58" y="1629"/>
                  <a:pt x="59" y="1640"/>
                  <a:pt x="61" y="1652"/>
                </a:cubicBezTo>
                <a:lnTo>
                  <a:pt x="4" y="1663"/>
                </a:lnTo>
                <a:moveTo>
                  <a:pt x="0" y="1526"/>
                </a:moveTo>
                <a:lnTo>
                  <a:pt x="0" y="1446"/>
                </a:lnTo>
                <a:lnTo>
                  <a:pt x="58" y="1446"/>
                </a:lnTo>
                <a:lnTo>
                  <a:pt x="58" y="1526"/>
                </a:lnTo>
                <a:lnTo>
                  <a:pt x="0" y="1526"/>
                </a:lnTo>
                <a:moveTo>
                  <a:pt x="0" y="1393"/>
                </a:moveTo>
                <a:lnTo>
                  <a:pt x="0" y="1314"/>
                </a:lnTo>
                <a:lnTo>
                  <a:pt x="58" y="1314"/>
                </a:lnTo>
                <a:lnTo>
                  <a:pt x="58" y="1393"/>
                </a:lnTo>
                <a:lnTo>
                  <a:pt x="0" y="1393"/>
                </a:lnTo>
                <a:moveTo>
                  <a:pt x="0" y="1261"/>
                </a:moveTo>
                <a:lnTo>
                  <a:pt x="0" y="1181"/>
                </a:lnTo>
                <a:lnTo>
                  <a:pt x="58" y="1181"/>
                </a:lnTo>
                <a:lnTo>
                  <a:pt x="58" y="1261"/>
                </a:lnTo>
                <a:lnTo>
                  <a:pt x="0" y="1261"/>
                </a:lnTo>
                <a:moveTo>
                  <a:pt x="0" y="1128"/>
                </a:moveTo>
                <a:lnTo>
                  <a:pt x="0" y="1049"/>
                </a:lnTo>
                <a:lnTo>
                  <a:pt x="58" y="1049"/>
                </a:lnTo>
                <a:lnTo>
                  <a:pt x="58" y="1128"/>
                </a:lnTo>
                <a:lnTo>
                  <a:pt x="0" y="1128"/>
                </a:lnTo>
                <a:moveTo>
                  <a:pt x="0" y="996"/>
                </a:moveTo>
                <a:lnTo>
                  <a:pt x="0" y="917"/>
                </a:lnTo>
                <a:lnTo>
                  <a:pt x="58" y="917"/>
                </a:lnTo>
                <a:lnTo>
                  <a:pt x="58" y="996"/>
                </a:lnTo>
                <a:lnTo>
                  <a:pt x="0" y="996"/>
                </a:lnTo>
                <a:moveTo>
                  <a:pt x="0" y="863"/>
                </a:moveTo>
                <a:lnTo>
                  <a:pt x="0" y="784"/>
                </a:lnTo>
                <a:lnTo>
                  <a:pt x="58" y="784"/>
                </a:lnTo>
                <a:lnTo>
                  <a:pt x="58" y="863"/>
                </a:lnTo>
                <a:lnTo>
                  <a:pt x="0" y="863"/>
                </a:lnTo>
                <a:moveTo>
                  <a:pt x="0" y="730"/>
                </a:moveTo>
                <a:lnTo>
                  <a:pt x="0" y="651"/>
                </a:lnTo>
                <a:lnTo>
                  <a:pt x="58" y="651"/>
                </a:lnTo>
                <a:lnTo>
                  <a:pt x="58" y="730"/>
                </a:lnTo>
                <a:lnTo>
                  <a:pt x="0" y="730"/>
                </a:lnTo>
                <a:moveTo>
                  <a:pt x="0" y="598"/>
                </a:moveTo>
                <a:lnTo>
                  <a:pt x="0" y="518"/>
                </a:lnTo>
                <a:lnTo>
                  <a:pt x="58" y="518"/>
                </a:lnTo>
                <a:lnTo>
                  <a:pt x="58" y="598"/>
                </a:lnTo>
                <a:lnTo>
                  <a:pt x="0" y="598"/>
                </a:lnTo>
                <a:moveTo>
                  <a:pt x="0" y="465"/>
                </a:moveTo>
                <a:lnTo>
                  <a:pt x="0" y="386"/>
                </a:lnTo>
                <a:lnTo>
                  <a:pt x="58" y="386"/>
                </a:lnTo>
                <a:lnTo>
                  <a:pt x="58" y="465"/>
                </a:lnTo>
                <a:lnTo>
                  <a:pt x="0" y="465"/>
                </a:lnTo>
                <a:moveTo>
                  <a:pt x="0" y="333"/>
                </a:moveTo>
                <a:lnTo>
                  <a:pt x="0" y="253"/>
                </a:lnTo>
                <a:lnTo>
                  <a:pt x="58" y="253"/>
                </a:lnTo>
                <a:lnTo>
                  <a:pt x="58" y="333"/>
                </a:lnTo>
                <a:lnTo>
                  <a:pt x="0" y="333"/>
                </a:lnTo>
                <a:moveTo>
                  <a:pt x="4" y="196"/>
                </a:moveTo>
                <a:cubicBezTo>
                  <a:pt x="10" y="166"/>
                  <a:pt x="21" y="137"/>
                  <a:pt x="38" y="111"/>
                </a:cubicBezTo>
                <a:lnTo>
                  <a:pt x="87" y="143"/>
                </a:lnTo>
                <a:cubicBezTo>
                  <a:pt x="74" y="162"/>
                  <a:pt x="66" y="184"/>
                  <a:pt x="61" y="207"/>
                </a:cubicBezTo>
                <a:lnTo>
                  <a:pt x="4" y="196"/>
                </a:lnTo>
                <a:moveTo>
                  <a:pt x="77" y="64"/>
                </a:moveTo>
                <a:cubicBezTo>
                  <a:pt x="99" y="43"/>
                  <a:pt x="125" y="27"/>
                  <a:pt x="153" y="16"/>
                </a:cubicBezTo>
                <a:lnTo>
                  <a:pt x="174" y="71"/>
                </a:lnTo>
                <a:cubicBezTo>
                  <a:pt x="153" y="79"/>
                  <a:pt x="133" y="91"/>
                  <a:pt x="116" y="107"/>
                </a:cubicBezTo>
                <a:lnTo>
                  <a:pt x="77" y="64"/>
                </a:lnTo>
                <a:moveTo>
                  <a:pt x="213" y="1"/>
                </a:moveTo>
                <a:cubicBezTo>
                  <a:pt x="222" y="0"/>
                  <a:pt x="231" y="0"/>
                  <a:pt x="241" y="0"/>
                </a:cubicBezTo>
                <a:lnTo>
                  <a:pt x="320" y="0"/>
                </a:lnTo>
                <a:lnTo>
                  <a:pt x="320" y="58"/>
                </a:lnTo>
                <a:lnTo>
                  <a:pt x="241" y="58"/>
                </a:lnTo>
                <a:cubicBezTo>
                  <a:pt x="234" y="58"/>
                  <a:pt x="227" y="59"/>
                  <a:pt x="220" y="59"/>
                </a:cubicBezTo>
                <a:lnTo>
                  <a:pt x="213" y="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1161000" y="3408840"/>
            <a:ext cx="3259800" cy="668880"/>
          </a:xfrm>
          <a:custGeom>
            <a:avLst/>
            <a:gdLst/>
            <a:ahLst/>
            <a:rect l="0" t="0" r="r" b="b"/>
            <a:pathLst>
              <a:path w="9055" h="1858">
                <a:moveTo>
                  <a:pt x="373" y="0"/>
                </a:moveTo>
                <a:lnTo>
                  <a:pt x="452" y="0"/>
                </a:lnTo>
                <a:lnTo>
                  <a:pt x="452" y="58"/>
                </a:lnTo>
                <a:lnTo>
                  <a:pt x="373" y="58"/>
                </a:lnTo>
                <a:lnTo>
                  <a:pt x="373" y="0"/>
                </a:lnTo>
                <a:moveTo>
                  <a:pt x="505" y="0"/>
                </a:moveTo>
                <a:lnTo>
                  <a:pt x="585" y="0"/>
                </a:lnTo>
                <a:lnTo>
                  <a:pt x="585" y="58"/>
                </a:lnTo>
                <a:lnTo>
                  <a:pt x="505" y="58"/>
                </a:lnTo>
                <a:lnTo>
                  <a:pt x="505" y="0"/>
                </a:lnTo>
                <a:moveTo>
                  <a:pt x="638" y="0"/>
                </a:moveTo>
                <a:lnTo>
                  <a:pt x="717" y="0"/>
                </a:lnTo>
                <a:lnTo>
                  <a:pt x="717" y="58"/>
                </a:lnTo>
                <a:lnTo>
                  <a:pt x="638" y="58"/>
                </a:lnTo>
                <a:lnTo>
                  <a:pt x="638" y="0"/>
                </a:lnTo>
                <a:moveTo>
                  <a:pt x="770" y="0"/>
                </a:moveTo>
                <a:lnTo>
                  <a:pt x="850" y="0"/>
                </a:lnTo>
                <a:lnTo>
                  <a:pt x="850" y="58"/>
                </a:lnTo>
                <a:lnTo>
                  <a:pt x="770" y="58"/>
                </a:lnTo>
                <a:lnTo>
                  <a:pt x="770" y="0"/>
                </a:lnTo>
                <a:moveTo>
                  <a:pt x="903" y="0"/>
                </a:moveTo>
                <a:lnTo>
                  <a:pt x="982" y="0"/>
                </a:lnTo>
                <a:lnTo>
                  <a:pt x="982" y="58"/>
                </a:lnTo>
                <a:lnTo>
                  <a:pt x="903" y="58"/>
                </a:lnTo>
                <a:lnTo>
                  <a:pt x="903" y="0"/>
                </a:lnTo>
                <a:moveTo>
                  <a:pt x="1035" y="0"/>
                </a:moveTo>
                <a:lnTo>
                  <a:pt x="1115" y="0"/>
                </a:lnTo>
                <a:lnTo>
                  <a:pt x="1115" y="58"/>
                </a:lnTo>
                <a:lnTo>
                  <a:pt x="1035" y="58"/>
                </a:lnTo>
                <a:lnTo>
                  <a:pt x="1035" y="0"/>
                </a:lnTo>
                <a:moveTo>
                  <a:pt x="1168" y="0"/>
                </a:moveTo>
                <a:lnTo>
                  <a:pt x="1247" y="0"/>
                </a:lnTo>
                <a:lnTo>
                  <a:pt x="1247" y="58"/>
                </a:lnTo>
                <a:lnTo>
                  <a:pt x="1168" y="58"/>
                </a:lnTo>
                <a:lnTo>
                  <a:pt x="1168" y="0"/>
                </a:lnTo>
                <a:moveTo>
                  <a:pt x="1300" y="0"/>
                </a:moveTo>
                <a:lnTo>
                  <a:pt x="1381" y="0"/>
                </a:lnTo>
                <a:lnTo>
                  <a:pt x="1381" y="58"/>
                </a:lnTo>
                <a:lnTo>
                  <a:pt x="1300" y="58"/>
                </a:lnTo>
                <a:lnTo>
                  <a:pt x="1300" y="0"/>
                </a:lnTo>
                <a:moveTo>
                  <a:pt x="1434" y="0"/>
                </a:moveTo>
                <a:lnTo>
                  <a:pt x="1513" y="0"/>
                </a:lnTo>
                <a:lnTo>
                  <a:pt x="1513" y="58"/>
                </a:lnTo>
                <a:lnTo>
                  <a:pt x="1434" y="58"/>
                </a:lnTo>
                <a:lnTo>
                  <a:pt x="1434" y="0"/>
                </a:lnTo>
                <a:moveTo>
                  <a:pt x="1566" y="0"/>
                </a:moveTo>
                <a:lnTo>
                  <a:pt x="1645" y="0"/>
                </a:lnTo>
                <a:lnTo>
                  <a:pt x="1645" y="58"/>
                </a:lnTo>
                <a:lnTo>
                  <a:pt x="1566" y="58"/>
                </a:lnTo>
                <a:lnTo>
                  <a:pt x="1566" y="0"/>
                </a:lnTo>
                <a:moveTo>
                  <a:pt x="1699" y="0"/>
                </a:moveTo>
                <a:lnTo>
                  <a:pt x="1778" y="0"/>
                </a:lnTo>
                <a:lnTo>
                  <a:pt x="1778" y="58"/>
                </a:lnTo>
                <a:lnTo>
                  <a:pt x="1699" y="58"/>
                </a:lnTo>
                <a:lnTo>
                  <a:pt x="1699" y="0"/>
                </a:lnTo>
                <a:moveTo>
                  <a:pt x="1831" y="0"/>
                </a:moveTo>
                <a:lnTo>
                  <a:pt x="1910" y="0"/>
                </a:lnTo>
                <a:lnTo>
                  <a:pt x="1910" y="58"/>
                </a:lnTo>
                <a:lnTo>
                  <a:pt x="1831" y="58"/>
                </a:lnTo>
                <a:lnTo>
                  <a:pt x="1831" y="0"/>
                </a:lnTo>
                <a:moveTo>
                  <a:pt x="1963" y="0"/>
                </a:moveTo>
                <a:lnTo>
                  <a:pt x="2043" y="0"/>
                </a:lnTo>
                <a:lnTo>
                  <a:pt x="2043" y="58"/>
                </a:lnTo>
                <a:lnTo>
                  <a:pt x="1963" y="58"/>
                </a:lnTo>
                <a:lnTo>
                  <a:pt x="1963" y="0"/>
                </a:lnTo>
                <a:moveTo>
                  <a:pt x="2096" y="0"/>
                </a:moveTo>
                <a:lnTo>
                  <a:pt x="2175" y="0"/>
                </a:lnTo>
                <a:lnTo>
                  <a:pt x="2175" y="58"/>
                </a:lnTo>
                <a:lnTo>
                  <a:pt x="2096" y="58"/>
                </a:lnTo>
                <a:lnTo>
                  <a:pt x="2096" y="0"/>
                </a:lnTo>
                <a:moveTo>
                  <a:pt x="2228" y="0"/>
                </a:moveTo>
                <a:lnTo>
                  <a:pt x="2308" y="0"/>
                </a:lnTo>
                <a:lnTo>
                  <a:pt x="2308" y="58"/>
                </a:lnTo>
                <a:lnTo>
                  <a:pt x="2228" y="58"/>
                </a:lnTo>
                <a:lnTo>
                  <a:pt x="2228" y="0"/>
                </a:lnTo>
                <a:moveTo>
                  <a:pt x="2361" y="0"/>
                </a:moveTo>
                <a:lnTo>
                  <a:pt x="2440" y="0"/>
                </a:lnTo>
                <a:lnTo>
                  <a:pt x="2440" y="58"/>
                </a:lnTo>
                <a:lnTo>
                  <a:pt x="2361" y="58"/>
                </a:lnTo>
                <a:lnTo>
                  <a:pt x="2361" y="0"/>
                </a:lnTo>
                <a:moveTo>
                  <a:pt x="2493" y="0"/>
                </a:moveTo>
                <a:lnTo>
                  <a:pt x="2573" y="0"/>
                </a:lnTo>
                <a:lnTo>
                  <a:pt x="2573" y="58"/>
                </a:lnTo>
                <a:lnTo>
                  <a:pt x="2493" y="58"/>
                </a:lnTo>
                <a:lnTo>
                  <a:pt x="2493" y="0"/>
                </a:lnTo>
                <a:moveTo>
                  <a:pt x="2626" y="0"/>
                </a:moveTo>
                <a:lnTo>
                  <a:pt x="2705" y="0"/>
                </a:lnTo>
                <a:lnTo>
                  <a:pt x="2705" y="58"/>
                </a:lnTo>
                <a:lnTo>
                  <a:pt x="2626" y="58"/>
                </a:lnTo>
                <a:lnTo>
                  <a:pt x="2626" y="0"/>
                </a:lnTo>
                <a:moveTo>
                  <a:pt x="2758" y="0"/>
                </a:moveTo>
                <a:lnTo>
                  <a:pt x="2838" y="0"/>
                </a:lnTo>
                <a:lnTo>
                  <a:pt x="2838" y="58"/>
                </a:lnTo>
                <a:lnTo>
                  <a:pt x="2758" y="58"/>
                </a:lnTo>
                <a:lnTo>
                  <a:pt x="2758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58"/>
                </a:lnTo>
                <a:lnTo>
                  <a:pt x="2891" y="58"/>
                </a:lnTo>
                <a:lnTo>
                  <a:pt x="2891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58"/>
                </a:lnTo>
                <a:lnTo>
                  <a:pt x="3023" y="58"/>
                </a:lnTo>
                <a:lnTo>
                  <a:pt x="3023" y="0"/>
                </a:lnTo>
                <a:moveTo>
                  <a:pt x="3156" y="0"/>
                </a:moveTo>
                <a:lnTo>
                  <a:pt x="3235" y="0"/>
                </a:lnTo>
                <a:lnTo>
                  <a:pt x="3235" y="58"/>
                </a:lnTo>
                <a:lnTo>
                  <a:pt x="3156" y="58"/>
                </a:lnTo>
                <a:lnTo>
                  <a:pt x="3156" y="0"/>
                </a:lnTo>
                <a:moveTo>
                  <a:pt x="3288" y="0"/>
                </a:moveTo>
                <a:lnTo>
                  <a:pt x="3367" y="0"/>
                </a:lnTo>
                <a:lnTo>
                  <a:pt x="3367" y="58"/>
                </a:lnTo>
                <a:lnTo>
                  <a:pt x="3288" y="58"/>
                </a:lnTo>
                <a:lnTo>
                  <a:pt x="3288" y="0"/>
                </a:lnTo>
                <a:moveTo>
                  <a:pt x="3421" y="0"/>
                </a:moveTo>
                <a:lnTo>
                  <a:pt x="3500" y="0"/>
                </a:lnTo>
                <a:lnTo>
                  <a:pt x="3500" y="58"/>
                </a:lnTo>
                <a:lnTo>
                  <a:pt x="3421" y="58"/>
                </a:lnTo>
                <a:lnTo>
                  <a:pt x="3421" y="0"/>
                </a:lnTo>
                <a:moveTo>
                  <a:pt x="3553" y="0"/>
                </a:moveTo>
                <a:lnTo>
                  <a:pt x="3632" y="0"/>
                </a:lnTo>
                <a:lnTo>
                  <a:pt x="3632" y="58"/>
                </a:lnTo>
                <a:lnTo>
                  <a:pt x="3553" y="58"/>
                </a:lnTo>
                <a:lnTo>
                  <a:pt x="3553" y="0"/>
                </a:lnTo>
                <a:moveTo>
                  <a:pt x="3685" y="0"/>
                </a:moveTo>
                <a:lnTo>
                  <a:pt x="3765" y="0"/>
                </a:lnTo>
                <a:lnTo>
                  <a:pt x="3765" y="58"/>
                </a:lnTo>
                <a:lnTo>
                  <a:pt x="3685" y="58"/>
                </a:lnTo>
                <a:lnTo>
                  <a:pt x="3685" y="0"/>
                </a:lnTo>
                <a:moveTo>
                  <a:pt x="3818" y="0"/>
                </a:moveTo>
                <a:lnTo>
                  <a:pt x="3897" y="0"/>
                </a:lnTo>
                <a:lnTo>
                  <a:pt x="3897" y="58"/>
                </a:lnTo>
                <a:lnTo>
                  <a:pt x="3818" y="58"/>
                </a:lnTo>
                <a:lnTo>
                  <a:pt x="3818" y="0"/>
                </a:lnTo>
                <a:moveTo>
                  <a:pt x="3950" y="0"/>
                </a:moveTo>
                <a:lnTo>
                  <a:pt x="4030" y="0"/>
                </a:lnTo>
                <a:lnTo>
                  <a:pt x="4030" y="58"/>
                </a:lnTo>
                <a:lnTo>
                  <a:pt x="3950" y="58"/>
                </a:lnTo>
                <a:lnTo>
                  <a:pt x="3950" y="0"/>
                </a:lnTo>
                <a:moveTo>
                  <a:pt x="4083" y="0"/>
                </a:moveTo>
                <a:lnTo>
                  <a:pt x="4162" y="0"/>
                </a:lnTo>
                <a:lnTo>
                  <a:pt x="4162" y="58"/>
                </a:lnTo>
                <a:lnTo>
                  <a:pt x="4083" y="58"/>
                </a:lnTo>
                <a:lnTo>
                  <a:pt x="4083" y="0"/>
                </a:lnTo>
                <a:moveTo>
                  <a:pt x="4215" y="0"/>
                </a:moveTo>
                <a:lnTo>
                  <a:pt x="4295" y="0"/>
                </a:lnTo>
                <a:lnTo>
                  <a:pt x="4295" y="58"/>
                </a:lnTo>
                <a:lnTo>
                  <a:pt x="4215" y="58"/>
                </a:lnTo>
                <a:lnTo>
                  <a:pt x="4215" y="0"/>
                </a:lnTo>
                <a:moveTo>
                  <a:pt x="4348" y="0"/>
                </a:moveTo>
                <a:lnTo>
                  <a:pt x="4427" y="0"/>
                </a:lnTo>
                <a:lnTo>
                  <a:pt x="4427" y="58"/>
                </a:lnTo>
                <a:lnTo>
                  <a:pt x="4348" y="58"/>
                </a:lnTo>
                <a:lnTo>
                  <a:pt x="4348" y="0"/>
                </a:lnTo>
                <a:moveTo>
                  <a:pt x="4480" y="0"/>
                </a:moveTo>
                <a:lnTo>
                  <a:pt x="4560" y="0"/>
                </a:lnTo>
                <a:lnTo>
                  <a:pt x="4560" y="58"/>
                </a:lnTo>
                <a:lnTo>
                  <a:pt x="4480" y="58"/>
                </a:lnTo>
                <a:lnTo>
                  <a:pt x="4480" y="0"/>
                </a:lnTo>
                <a:moveTo>
                  <a:pt x="4613" y="0"/>
                </a:moveTo>
                <a:lnTo>
                  <a:pt x="4692" y="0"/>
                </a:lnTo>
                <a:lnTo>
                  <a:pt x="4692" y="58"/>
                </a:lnTo>
                <a:lnTo>
                  <a:pt x="4613" y="58"/>
                </a:lnTo>
                <a:lnTo>
                  <a:pt x="4613" y="0"/>
                </a:lnTo>
                <a:moveTo>
                  <a:pt x="4745" y="0"/>
                </a:moveTo>
                <a:lnTo>
                  <a:pt x="4824" y="0"/>
                </a:lnTo>
                <a:lnTo>
                  <a:pt x="4824" y="58"/>
                </a:lnTo>
                <a:lnTo>
                  <a:pt x="4745" y="58"/>
                </a:lnTo>
                <a:lnTo>
                  <a:pt x="4745" y="0"/>
                </a:lnTo>
                <a:moveTo>
                  <a:pt x="4878" y="0"/>
                </a:moveTo>
                <a:lnTo>
                  <a:pt x="4957" y="0"/>
                </a:lnTo>
                <a:lnTo>
                  <a:pt x="4957" y="58"/>
                </a:lnTo>
                <a:lnTo>
                  <a:pt x="4878" y="58"/>
                </a:lnTo>
                <a:lnTo>
                  <a:pt x="4878" y="0"/>
                </a:lnTo>
                <a:moveTo>
                  <a:pt x="5010" y="0"/>
                </a:moveTo>
                <a:lnTo>
                  <a:pt x="5089" y="0"/>
                </a:lnTo>
                <a:lnTo>
                  <a:pt x="5089" y="58"/>
                </a:lnTo>
                <a:lnTo>
                  <a:pt x="5010" y="58"/>
                </a:lnTo>
                <a:lnTo>
                  <a:pt x="5010" y="0"/>
                </a:lnTo>
                <a:moveTo>
                  <a:pt x="5142" y="0"/>
                </a:moveTo>
                <a:lnTo>
                  <a:pt x="5222" y="0"/>
                </a:lnTo>
                <a:lnTo>
                  <a:pt x="5222" y="58"/>
                </a:lnTo>
                <a:lnTo>
                  <a:pt x="5142" y="58"/>
                </a:lnTo>
                <a:lnTo>
                  <a:pt x="5142" y="0"/>
                </a:lnTo>
                <a:moveTo>
                  <a:pt x="5275" y="0"/>
                </a:moveTo>
                <a:lnTo>
                  <a:pt x="5354" y="0"/>
                </a:lnTo>
                <a:lnTo>
                  <a:pt x="5354" y="58"/>
                </a:lnTo>
                <a:lnTo>
                  <a:pt x="5275" y="58"/>
                </a:lnTo>
                <a:lnTo>
                  <a:pt x="5275" y="0"/>
                </a:lnTo>
                <a:moveTo>
                  <a:pt x="5407" y="0"/>
                </a:moveTo>
                <a:lnTo>
                  <a:pt x="5487" y="0"/>
                </a:lnTo>
                <a:lnTo>
                  <a:pt x="5487" y="58"/>
                </a:lnTo>
                <a:lnTo>
                  <a:pt x="5407" y="58"/>
                </a:lnTo>
                <a:lnTo>
                  <a:pt x="5407" y="0"/>
                </a:lnTo>
                <a:moveTo>
                  <a:pt x="5540" y="0"/>
                </a:moveTo>
                <a:lnTo>
                  <a:pt x="5619" y="0"/>
                </a:lnTo>
                <a:lnTo>
                  <a:pt x="5619" y="58"/>
                </a:lnTo>
                <a:lnTo>
                  <a:pt x="5540" y="58"/>
                </a:lnTo>
                <a:lnTo>
                  <a:pt x="5540" y="0"/>
                </a:lnTo>
                <a:moveTo>
                  <a:pt x="5672" y="0"/>
                </a:moveTo>
                <a:lnTo>
                  <a:pt x="5752" y="0"/>
                </a:lnTo>
                <a:lnTo>
                  <a:pt x="5752" y="58"/>
                </a:lnTo>
                <a:lnTo>
                  <a:pt x="5672" y="58"/>
                </a:lnTo>
                <a:lnTo>
                  <a:pt x="5672" y="0"/>
                </a:lnTo>
                <a:moveTo>
                  <a:pt x="5805" y="0"/>
                </a:moveTo>
                <a:lnTo>
                  <a:pt x="5884" y="0"/>
                </a:lnTo>
                <a:lnTo>
                  <a:pt x="5884" y="58"/>
                </a:lnTo>
                <a:lnTo>
                  <a:pt x="5805" y="58"/>
                </a:lnTo>
                <a:lnTo>
                  <a:pt x="5805" y="0"/>
                </a:lnTo>
                <a:moveTo>
                  <a:pt x="5937" y="0"/>
                </a:moveTo>
                <a:lnTo>
                  <a:pt x="6017" y="0"/>
                </a:lnTo>
                <a:lnTo>
                  <a:pt x="6017" y="58"/>
                </a:lnTo>
                <a:lnTo>
                  <a:pt x="5937" y="58"/>
                </a:lnTo>
                <a:lnTo>
                  <a:pt x="5937" y="0"/>
                </a:lnTo>
                <a:moveTo>
                  <a:pt x="6070" y="0"/>
                </a:moveTo>
                <a:lnTo>
                  <a:pt x="6149" y="0"/>
                </a:lnTo>
                <a:lnTo>
                  <a:pt x="6149" y="58"/>
                </a:lnTo>
                <a:lnTo>
                  <a:pt x="6070" y="58"/>
                </a:lnTo>
                <a:lnTo>
                  <a:pt x="6070" y="0"/>
                </a:lnTo>
                <a:moveTo>
                  <a:pt x="6202" y="0"/>
                </a:moveTo>
                <a:lnTo>
                  <a:pt x="6281" y="0"/>
                </a:lnTo>
                <a:lnTo>
                  <a:pt x="6281" y="58"/>
                </a:lnTo>
                <a:lnTo>
                  <a:pt x="6202" y="58"/>
                </a:lnTo>
                <a:lnTo>
                  <a:pt x="6202" y="0"/>
                </a:lnTo>
                <a:moveTo>
                  <a:pt x="6335" y="0"/>
                </a:moveTo>
                <a:lnTo>
                  <a:pt x="6414" y="0"/>
                </a:lnTo>
                <a:lnTo>
                  <a:pt x="6414" y="58"/>
                </a:lnTo>
                <a:lnTo>
                  <a:pt x="6335" y="58"/>
                </a:lnTo>
                <a:lnTo>
                  <a:pt x="6335" y="0"/>
                </a:lnTo>
                <a:moveTo>
                  <a:pt x="6467" y="0"/>
                </a:moveTo>
                <a:lnTo>
                  <a:pt x="6546" y="0"/>
                </a:lnTo>
                <a:lnTo>
                  <a:pt x="6546" y="58"/>
                </a:lnTo>
                <a:lnTo>
                  <a:pt x="6467" y="58"/>
                </a:lnTo>
                <a:lnTo>
                  <a:pt x="6467" y="0"/>
                </a:lnTo>
                <a:moveTo>
                  <a:pt x="6599" y="0"/>
                </a:moveTo>
                <a:lnTo>
                  <a:pt x="6679" y="0"/>
                </a:lnTo>
                <a:lnTo>
                  <a:pt x="6679" y="58"/>
                </a:lnTo>
                <a:lnTo>
                  <a:pt x="6599" y="58"/>
                </a:lnTo>
                <a:lnTo>
                  <a:pt x="6599" y="0"/>
                </a:lnTo>
                <a:moveTo>
                  <a:pt x="6732" y="0"/>
                </a:moveTo>
                <a:lnTo>
                  <a:pt x="6811" y="0"/>
                </a:lnTo>
                <a:lnTo>
                  <a:pt x="6811" y="58"/>
                </a:lnTo>
                <a:lnTo>
                  <a:pt x="6732" y="58"/>
                </a:lnTo>
                <a:lnTo>
                  <a:pt x="6732" y="0"/>
                </a:lnTo>
                <a:moveTo>
                  <a:pt x="6864" y="0"/>
                </a:moveTo>
                <a:lnTo>
                  <a:pt x="6944" y="0"/>
                </a:lnTo>
                <a:lnTo>
                  <a:pt x="6944" y="58"/>
                </a:lnTo>
                <a:lnTo>
                  <a:pt x="6864" y="58"/>
                </a:lnTo>
                <a:lnTo>
                  <a:pt x="6864" y="0"/>
                </a:lnTo>
                <a:moveTo>
                  <a:pt x="6997" y="0"/>
                </a:moveTo>
                <a:lnTo>
                  <a:pt x="7076" y="0"/>
                </a:lnTo>
                <a:lnTo>
                  <a:pt x="7076" y="58"/>
                </a:lnTo>
                <a:lnTo>
                  <a:pt x="6997" y="58"/>
                </a:lnTo>
                <a:lnTo>
                  <a:pt x="6997" y="0"/>
                </a:lnTo>
                <a:moveTo>
                  <a:pt x="7129" y="0"/>
                </a:moveTo>
                <a:lnTo>
                  <a:pt x="7209" y="0"/>
                </a:lnTo>
                <a:lnTo>
                  <a:pt x="7209" y="58"/>
                </a:lnTo>
                <a:lnTo>
                  <a:pt x="7129" y="58"/>
                </a:lnTo>
                <a:lnTo>
                  <a:pt x="7129" y="0"/>
                </a:lnTo>
                <a:moveTo>
                  <a:pt x="7262" y="0"/>
                </a:moveTo>
                <a:lnTo>
                  <a:pt x="7341" y="0"/>
                </a:lnTo>
                <a:lnTo>
                  <a:pt x="7341" y="58"/>
                </a:lnTo>
                <a:lnTo>
                  <a:pt x="7262" y="58"/>
                </a:lnTo>
                <a:lnTo>
                  <a:pt x="7262" y="0"/>
                </a:lnTo>
                <a:moveTo>
                  <a:pt x="7394" y="0"/>
                </a:moveTo>
                <a:lnTo>
                  <a:pt x="7474" y="0"/>
                </a:lnTo>
                <a:lnTo>
                  <a:pt x="7474" y="58"/>
                </a:lnTo>
                <a:lnTo>
                  <a:pt x="7394" y="58"/>
                </a:lnTo>
                <a:lnTo>
                  <a:pt x="7394" y="0"/>
                </a:lnTo>
                <a:moveTo>
                  <a:pt x="7527" y="0"/>
                </a:moveTo>
                <a:lnTo>
                  <a:pt x="7606" y="0"/>
                </a:lnTo>
                <a:lnTo>
                  <a:pt x="7606" y="58"/>
                </a:lnTo>
                <a:lnTo>
                  <a:pt x="7527" y="58"/>
                </a:lnTo>
                <a:lnTo>
                  <a:pt x="7527" y="0"/>
                </a:lnTo>
                <a:moveTo>
                  <a:pt x="7659" y="0"/>
                </a:moveTo>
                <a:lnTo>
                  <a:pt x="7739" y="0"/>
                </a:lnTo>
                <a:lnTo>
                  <a:pt x="7739" y="58"/>
                </a:lnTo>
                <a:lnTo>
                  <a:pt x="7659" y="58"/>
                </a:lnTo>
                <a:lnTo>
                  <a:pt x="7659" y="0"/>
                </a:lnTo>
                <a:moveTo>
                  <a:pt x="7792" y="0"/>
                </a:moveTo>
                <a:lnTo>
                  <a:pt x="7871" y="0"/>
                </a:lnTo>
                <a:lnTo>
                  <a:pt x="7871" y="58"/>
                </a:lnTo>
                <a:lnTo>
                  <a:pt x="7792" y="58"/>
                </a:lnTo>
                <a:lnTo>
                  <a:pt x="7792" y="0"/>
                </a:lnTo>
                <a:moveTo>
                  <a:pt x="7924" y="0"/>
                </a:moveTo>
                <a:lnTo>
                  <a:pt x="8003" y="0"/>
                </a:lnTo>
                <a:lnTo>
                  <a:pt x="8003" y="58"/>
                </a:lnTo>
                <a:lnTo>
                  <a:pt x="7924" y="58"/>
                </a:lnTo>
                <a:lnTo>
                  <a:pt x="7924" y="0"/>
                </a:lnTo>
                <a:moveTo>
                  <a:pt x="8057" y="0"/>
                </a:moveTo>
                <a:lnTo>
                  <a:pt x="8136" y="0"/>
                </a:lnTo>
                <a:lnTo>
                  <a:pt x="8136" y="58"/>
                </a:lnTo>
                <a:lnTo>
                  <a:pt x="8057" y="58"/>
                </a:lnTo>
                <a:lnTo>
                  <a:pt x="8057" y="0"/>
                </a:lnTo>
                <a:moveTo>
                  <a:pt x="8189" y="0"/>
                </a:moveTo>
                <a:lnTo>
                  <a:pt x="8268" y="0"/>
                </a:lnTo>
                <a:lnTo>
                  <a:pt x="8268" y="58"/>
                </a:lnTo>
                <a:lnTo>
                  <a:pt x="8189" y="58"/>
                </a:lnTo>
                <a:lnTo>
                  <a:pt x="8189" y="0"/>
                </a:lnTo>
                <a:moveTo>
                  <a:pt x="8321" y="0"/>
                </a:moveTo>
                <a:lnTo>
                  <a:pt x="8401" y="0"/>
                </a:lnTo>
                <a:lnTo>
                  <a:pt x="8401" y="58"/>
                </a:lnTo>
                <a:lnTo>
                  <a:pt x="8321" y="58"/>
                </a:lnTo>
                <a:lnTo>
                  <a:pt x="8321" y="0"/>
                </a:lnTo>
                <a:moveTo>
                  <a:pt x="8454" y="0"/>
                </a:moveTo>
                <a:lnTo>
                  <a:pt x="8533" y="0"/>
                </a:lnTo>
                <a:lnTo>
                  <a:pt x="8533" y="58"/>
                </a:lnTo>
                <a:lnTo>
                  <a:pt x="8454" y="58"/>
                </a:lnTo>
                <a:lnTo>
                  <a:pt x="8454" y="0"/>
                </a:lnTo>
                <a:moveTo>
                  <a:pt x="8586" y="0"/>
                </a:moveTo>
                <a:lnTo>
                  <a:pt x="8666" y="0"/>
                </a:lnTo>
                <a:lnTo>
                  <a:pt x="8666" y="58"/>
                </a:lnTo>
                <a:lnTo>
                  <a:pt x="8586" y="58"/>
                </a:lnTo>
                <a:lnTo>
                  <a:pt x="8586" y="0"/>
                </a:lnTo>
                <a:moveTo>
                  <a:pt x="8719" y="0"/>
                </a:moveTo>
                <a:lnTo>
                  <a:pt x="8798" y="0"/>
                </a:lnTo>
                <a:lnTo>
                  <a:pt x="8798" y="58"/>
                </a:lnTo>
                <a:lnTo>
                  <a:pt x="8719" y="58"/>
                </a:lnTo>
                <a:lnTo>
                  <a:pt x="8719" y="0"/>
                </a:lnTo>
                <a:moveTo>
                  <a:pt x="8855" y="3"/>
                </a:moveTo>
                <a:cubicBezTo>
                  <a:pt x="8886" y="9"/>
                  <a:pt x="8914" y="19"/>
                  <a:pt x="8940" y="36"/>
                </a:cubicBezTo>
                <a:lnTo>
                  <a:pt x="8910" y="85"/>
                </a:lnTo>
                <a:cubicBezTo>
                  <a:pt x="8890" y="73"/>
                  <a:pt x="8868" y="65"/>
                  <a:pt x="8845" y="61"/>
                </a:cubicBezTo>
                <a:lnTo>
                  <a:pt x="8855" y="3"/>
                </a:lnTo>
                <a:moveTo>
                  <a:pt x="8988" y="74"/>
                </a:moveTo>
                <a:cubicBezTo>
                  <a:pt x="9009" y="96"/>
                  <a:pt x="9026" y="122"/>
                  <a:pt x="9037" y="150"/>
                </a:cubicBezTo>
                <a:lnTo>
                  <a:pt x="8983" y="172"/>
                </a:lnTo>
                <a:cubicBezTo>
                  <a:pt x="8974" y="150"/>
                  <a:pt x="8962" y="131"/>
                  <a:pt x="8946" y="114"/>
                </a:cubicBezTo>
                <a:lnTo>
                  <a:pt x="8988" y="74"/>
                </a:lnTo>
                <a:moveTo>
                  <a:pt x="9053" y="210"/>
                </a:moveTo>
                <a:cubicBezTo>
                  <a:pt x="9054" y="220"/>
                  <a:pt x="9055" y="230"/>
                  <a:pt x="9055" y="241"/>
                </a:cubicBezTo>
                <a:lnTo>
                  <a:pt x="9055" y="292"/>
                </a:lnTo>
                <a:lnTo>
                  <a:pt x="8997" y="292"/>
                </a:lnTo>
                <a:lnTo>
                  <a:pt x="8997" y="241"/>
                </a:lnTo>
                <a:cubicBezTo>
                  <a:pt x="8997" y="233"/>
                  <a:pt x="8996" y="225"/>
                  <a:pt x="8995" y="217"/>
                </a:cubicBezTo>
                <a:lnTo>
                  <a:pt x="9053" y="210"/>
                </a:lnTo>
                <a:moveTo>
                  <a:pt x="9055" y="345"/>
                </a:moveTo>
                <a:lnTo>
                  <a:pt x="9055" y="424"/>
                </a:lnTo>
                <a:lnTo>
                  <a:pt x="8997" y="424"/>
                </a:lnTo>
                <a:lnTo>
                  <a:pt x="8997" y="345"/>
                </a:lnTo>
                <a:lnTo>
                  <a:pt x="9055" y="345"/>
                </a:lnTo>
                <a:moveTo>
                  <a:pt x="9055" y="477"/>
                </a:moveTo>
                <a:lnTo>
                  <a:pt x="9055" y="557"/>
                </a:lnTo>
                <a:lnTo>
                  <a:pt x="8997" y="557"/>
                </a:lnTo>
                <a:lnTo>
                  <a:pt x="8997" y="477"/>
                </a:lnTo>
                <a:lnTo>
                  <a:pt x="9055" y="477"/>
                </a:lnTo>
                <a:moveTo>
                  <a:pt x="9055" y="610"/>
                </a:moveTo>
                <a:lnTo>
                  <a:pt x="9055" y="689"/>
                </a:lnTo>
                <a:lnTo>
                  <a:pt x="8997" y="689"/>
                </a:lnTo>
                <a:lnTo>
                  <a:pt x="8997" y="610"/>
                </a:lnTo>
                <a:lnTo>
                  <a:pt x="9055" y="610"/>
                </a:lnTo>
                <a:moveTo>
                  <a:pt x="9055" y="742"/>
                </a:moveTo>
                <a:lnTo>
                  <a:pt x="9055" y="823"/>
                </a:lnTo>
                <a:lnTo>
                  <a:pt x="8997" y="823"/>
                </a:lnTo>
                <a:lnTo>
                  <a:pt x="8997" y="742"/>
                </a:lnTo>
                <a:lnTo>
                  <a:pt x="9055" y="742"/>
                </a:lnTo>
                <a:moveTo>
                  <a:pt x="9055" y="876"/>
                </a:moveTo>
                <a:lnTo>
                  <a:pt x="9055" y="955"/>
                </a:lnTo>
                <a:lnTo>
                  <a:pt x="8997" y="955"/>
                </a:lnTo>
                <a:lnTo>
                  <a:pt x="8997" y="876"/>
                </a:lnTo>
                <a:lnTo>
                  <a:pt x="9055" y="876"/>
                </a:lnTo>
                <a:moveTo>
                  <a:pt x="9055" y="1008"/>
                </a:moveTo>
                <a:lnTo>
                  <a:pt x="9055" y="1088"/>
                </a:lnTo>
                <a:lnTo>
                  <a:pt x="8997" y="1088"/>
                </a:lnTo>
                <a:lnTo>
                  <a:pt x="8997" y="1008"/>
                </a:lnTo>
                <a:lnTo>
                  <a:pt x="9055" y="1008"/>
                </a:lnTo>
                <a:moveTo>
                  <a:pt x="9055" y="1141"/>
                </a:moveTo>
                <a:lnTo>
                  <a:pt x="9055" y="1220"/>
                </a:lnTo>
                <a:lnTo>
                  <a:pt x="8997" y="1220"/>
                </a:lnTo>
                <a:lnTo>
                  <a:pt x="8997" y="1141"/>
                </a:lnTo>
                <a:lnTo>
                  <a:pt x="9055" y="1141"/>
                </a:lnTo>
                <a:moveTo>
                  <a:pt x="9055" y="1273"/>
                </a:moveTo>
                <a:lnTo>
                  <a:pt x="9055" y="1353"/>
                </a:lnTo>
                <a:lnTo>
                  <a:pt x="8997" y="1353"/>
                </a:lnTo>
                <a:lnTo>
                  <a:pt x="8997" y="1273"/>
                </a:lnTo>
                <a:lnTo>
                  <a:pt x="9055" y="1273"/>
                </a:lnTo>
                <a:moveTo>
                  <a:pt x="9055" y="1406"/>
                </a:moveTo>
                <a:lnTo>
                  <a:pt x="9055" y="1485"/>
                </a:lnTo>
                <a:lnTo>
                  <a:pt x="8997" y="1485"/>
                </a:lnTo>
                <a:lnTo>
                  <a:pt x="8997" y="1406"/>
                </a:lnTo>
                <a:lnTo>
                  <a:pt x="9055" y="1406"/>
                </a:lnTo>
                <a:moveTo>
                  <a:pt x="9055" y="1538"/>
                </a:moveTo>
                <a:lnTo>
                  <a:pt x="9055" y="1617"/>
                </a:lnTo>
                <a:lnTo>
                  <a:pt x="8997" y="1617"/>
                </a:lnTo>
                <a:lnTo>
                  <a:pt x="8997" y="1538"/>
                </a:lnTo>
                <a:lnTo>
                  <a:pt x="9055" y="1538"/>
                </a:lnTo>
                <a:moveTo>
                  <a:pt x="9048" y="1676"/>
                </a:moveTo>
                <a:cubicBezTo>
                  <a:pt x="9040" y="1706"/>
                  <a:pt x="9027" y="1734"/>
                  <a:pt x="9009" y="1759"/>
                </a:cubicBezTo>
                <a:lnTo>
                  <a:pt x="8962" y="1725"/>
                </a:lnTo>
                <a:cubicBezTo>
                  <a:pt x="8976" y="1706"/>
                  <a:pt x="8985" y="1685"/>
                  <a:pt x="8991" y="1662"/>
                </a:cubicBezTo>
                <a:lnTo>
                  <a:pt x="9048" y="1676"/>
                </a:lnTo>
                <a:moveTo>
                  <a:pt x="8967" y="1804"/>
                </a:moveTo>
                <a:cubicBezTo>
                  <a:pt x="8943" y="1823"/>
                  <a:pt x="8916" y="1838"/>
                  <a:pt x="8887" y="1847"/>
                </a:cubicBezTo>
                <a:lnTo>
                  <a:pt x="8869" y="1791"/>
                </a:lnTo>
                <a:cubicBezTo>
                  <a:pt x="8892" y="1784"/>
                  <a:pt x="8912" y="1773"/>
                  <a:pt x="8930" y="1759"/>
                </a:cubicBezTo>
                <a:lnTo>
                  <a:pt x="8967" y="1804"/>
                </a:lnTo>
                <a:moveTo>
                  <a:pt x="8828" y="1858"/>
                </a:moveTo>
                <a:cubicBezTo>
                  <a:pt x="8823" y="1858"/>
                  <a:pt x="8819" y="1858"/>
                  <a:pt x="8814" y="1858"/>
                </a:cubicBezTo>
                <a:lnTo>
                  <a:pt x="8747" y="1858"/>
                </a:lnTo>
                <a:lnTo>
                  <a:pt x="8747" y="1800"/>
                </a:lnTo>
                <a:lnTo>
                  <a:pt x="8814" y="1800"/>
                </a:lnTo>
                <a:cubicBezTo>
                  <a:pt x="8817" y="1800"/>
                  <a:pt x="8821" y="1800"/>
                  <a:pt x="8824" y="1800"/>
                </a:cubicBezTo>
                <a:lnTo>
                  <a:pt x="8828" y="1858"/>
                </a:lnTo>
                <a:moveTo>
                  <a:pt x="8694" y="1858"/>
                </a:moveTo>
                <a:lnTo>
                  <a:pt x="8615" y="1858"/>
                </a:lnTo>
                <a:lnTo>
                  <a:pt x="8615" y="1800"/>
                </a:lnTo>
                <a:lnTo>
                  <a:pt x="8694" y="1800"/>
                </a:lnTo>
                <a:lnTo>
                  <a:pt x="8694" y="1858"/>
                </a:lnTo>
                <a:moveTo>
                  <a:pt x="8562" y="1858"/>
                </a:moveTo>
                <a:lnTo>
                  <a:pt x="8482" y="1858"/>
                </a:lnTo>
                <a:lnTo>
                  <a:pt x="8482" y="1800"/>
                </a:lnTo>
                <a:lnTo>
                  <a:pt x="8562" y="1800"/>
                </a:lnTo>
                <a:lnTo>
                  <a:pt x="8562" y="1858"/>
                </a:lnTo>
                <a:moveTo>
                  <a:pt x="8429" y="1858"/>
                </a:moveTo>
                <a:lnTo>
                  <a:pt x="8350" y="1858"/>
                </a:lnTo>
                <a:lnTo>
                  <a:pt x="8350" y="1800"/>
                </a:lnTo>
                <a:lnTo>
                  <a:pt x="8429" y="1800"/>
                </a:lnTo>
                <a:lnTo>
                  <a:pt x="8429" y="1858"/>
                </a:lnTo>
                <a:moveTo>
                  <a:pt x="8297" y="1858"/>
                </a:moveTo>
                <a:lnTo>
                  <a:pt x="8217" y="1858"/>
                </a:lnTo>
                <a:lnTo>
                  <a:pt x="8217" y="1800"/>
                </a:lnTo>
                <a:lnTo>
                  <a:pt x="8297" y="1800"/>
                </a:lnTo>
                <a:lnTo>
                  <a:pt x="8297" y="1858"/>
                </a:lnTo>
                <a:moveTo>
                  <a:pt x="8164" y="1858"/>
                </a:moveTo>
                <a:lnTo>
                  <a:pt x="8085" y="1858"/>
                </a:lnTo>
                <a:lnTo>
                  <a:pt x="8085" y="1800"/>
                </a:lnTo>
                <a:lnTo>
                  <a:pt x="8164" y="1800"/>
                </a:lnTo>
                <a:lnTo>
                  <a:pt x="8164" y="1858"/>
                </a:lnTo>
                <a:moveTo>
                  <a:pt x="8032" y="1858"/>
                </a:moveTo>
                <a:lnTo>
                  <a:pt x="7952" y="1858"/>
                </a:lnTo>
                <a:lnTo>
                  <a:pt x="7952" y="1800"/>
                </a:lnTo>
                <a:lnTo>
                  <a:pt x="8032" y="1800"/>
                </a:lnTo>
                <a:lnTo>
                  <a:pt x="8032" y="1858"/>
                </a:lnTo>
                <a:moveTo>
                  <a:pt x="7899" y="1858"/>
                </a:moveTo>
                <a:lnTo>
                  <a:pt x="7820" y="1858"/>
                </a:lnTo>
                <a:lnTo>
                  <a:pt x="7820" y="1800"/>
                </a:lnTo>
                <a:lnTo>
                  <a:pt x="7899" y="1800"/>
                </a:lnTo>
                <a:lnTo>
                  <a:pt x="7899" y="1858"/>
                </a:lnTo>
                <a:moveTo>
                  <a:pt x="7767" y="1858"/>
                </a:moveTo>
                <a:lnTo>
                  <a:pt x="7687" y="1858"/>
                </a:lnTo>
                <a:lnTo>
                  <a:pt x="7687" y="1800"/>
                </a:lnTo>
                <a:lnTo>
                  <a:pt x="7767" y="1800"/>
                </a:lnTo>
                <a:lnTo>
                  <a:pt x="7767" y="1858"/>
                </a:lnTo>
                <a:moveTo>
                  <a:pt x="7634" y="1858"/>
                </a:moveTo>
                <a:lnTo>
                  <a:pt x="7555" y="1858"/>
                </a:lnTo>
                <a:lnTo>
                  <a:pt x="7555" y="1800"/>
                </a:lnTo>
                <a:lnTo>
                  <a:pt x="7634" y="1800"/>
                </a:lnTo>
                <a:lnTo>
                  <a:pt x="7634" y="1858"/>
                </a:lnTo>
                <a:moveTo>
                  <a:pt x="7502" y="1858"/>
                </a:moveTo>
                <a:lnTo>
                  <a:pt x="7423" y="1858"/>
                </a:lnTo>
                <a:lnTo>
                  <a:pt x="7423" y="1800"/>
                </a:lnTo>
                <a:lnTo>
                  <a:pt x="7502" y="1800"/>
                </a:lnTo>
                <a:lnTo>
                  <a:pt x="7502" y="1858"/>
                </a:lnTo>
                <a:moveTo>
                  <a:pt x="7369" y="1858"/>
                </a:moveTo>
                <a:lnTo>
                  <a:pt x="7290" y="1858"/>
                </a:lnTo>
                <a:lnTo>
                  <a:pt x="7290" y="1800"/>
                </a:lnTo>
                <a:lnTo>
                  <a:pt x="7369" y="1800"/>
                </a:lnTo>
                <a:lnTo>
                  <a:pt x="7369" y="1858"/>
                </a:lnTo>
                <a:moveTo>
                  <a:pt x="7237" y="1858"/>
                </a:moveTo>
                <a:lnTo>
                  <a:pt x="7158" y="1858"/>
                </a:lnTo>
                <a:lnTo>
                  <a:pt x="7158" y="1800"/>
                </a:lnTo>
                <a:lnTo>
                  <a:pt x="7237" y="1800"/>
                </a:lnTo>
                <a:lnTo>
                  <a:pt x="7237" y="1858"/>
                </a:lnTo>
                <a:moveTo>
                  <a:pt x="7105" y="1858"/>
                </a:moveTo>
                <a:lnTo>
                  <a:pt x="7025" y="1858"/>
                </a:lnTo>
                <a:lnTo>
                  <a:pt x="7025" y="1800"/>
                </a:lnTo>
                <a:lnTo>
                  <a:pt x="7105" y="1800"/>
                </a:lnTo>
                <a:lnTo>
                  <a:pt x="7105" y="1858"/>
                </a:lnTo>
                <a:moveTo>
                  <a:pt x="6972" y="1858"/>
                </a:moveTo>
                <a:lnTo>
                  <a:pt x="6893" y="1858"/>
                </a:lnTo>
                <a:lnTo>
                  <a:pt x="6893" y="1800"/>
                </a:lnTo>
                <a:lnTo>
                  <a:pt x="6972" y="1800"/>
                </a:lnTo>
                <a:lnTo>
                  <a:pt x="6972" y="1858"/>
                </a:lnTo>
                <a:moveTo>
                  <a:pt x="6840" y="1858"/>
                </a:moveTo>
                <a:lnTo>
                  <a:pt x="6760" y="1858"/>
                </a:lnTo>
                <a:lnTo>
                  <a:pt x="6760" y="1800"/>
                </a:lnTo>
                <a:lnTo>
                  <a:pt x="6840" y="1800"/>
                </a:lnTo>
                <a:lnTo>
                  <a:pt x="6840" y="1858"/>
                </a:lnTo>
                <a:moveTo>
                  <a:pt x="6707" y="1858"/>
                </a:moveTo>
                <a:lnTo>
                  <a:pt x="6628" y="1858"/>
                </a:lnTo>
                <a:lnTo>
                  <a:pt x="6628" y="1800"/>
                </a:lnTo>
                <a:lnTo>
                  <a:pt x="6707" y="1800"/>
                </a:lnTo>
                <a:lnTo>
                  <a:pt x="6707" y="1858"/>
                </a:lnTo>
                <a:moveTo>
                  <a:pt x="6575" y="1858"/>
                </a:moveTo>
                <a:lnTo>
                  <a:pt x="6495" y="1858"/>
                </a:lnTo>
                <a:lnTo>
                  <a:pt x="6495" y="1800"/>
                </a:lnTo>
                <a:lnTo>
                  <a:pt x="6575" y="1800"/>
                </a:lnTo>
                <a:lnTo>
                  <a:pt x="6575" y="1858"/>
                </a:lnTo>
                <a:moveTo>
                  <a:pt x="6442" y="1858"/>
                </a:moveTo>
                <a:lnTo>
                  <a:pt x="6363" y="1858"/>
                </a:lnTo>
                <a:lnTo>
                  <a:pt x="6363" y="1800"/>
                </a:lnTo>
                <a:lnTo>
                  <a:pt x="6442" y="1800"/>
                </a:lnTo>
                <a:lnTo>
                  <a:pt x="6442" y="1858"/>
                </a:lnTo>
                <a:moveTo>
                  <a:pt x="6310" y="1858"/>
                </a:moveTo>
                <a:lnTo>
                  <a:pt x="6230" y="1858"/>
                </a:lnTo>
                <a:lnTo>
                  <a:pt x="6230" y="1800"/>
                </a:lnTo>
                <a:lnTo>
                  <a:pt x="6310" y="1800"/>
                </a:lnTo>
                <a:lnTo>
                  <a:pt x="6310" y="1858"/>
                </a:lnTo>
                <a:moveTo>
                  <a:pt x="6177" y="1858"/>
                </a:moveTo>
                <a:lnTo>
                  <a:pt x="6098" y="1858"/>
                </a:lnTo>
                <a:lnTo>
                  <a:pt x="6098" y="1800"/>
                </a:lnTo>
                <a:lnTo>
                  <a:pt x="6177" y="1800"/>
                </a:lnTo>
                <a:lnTo>
                  <a:pt x="6177" y="1858"/>
                </a:lnTo>
                <a:moveTo>
                  <a:pt x="6045" y="1858"/>
                </a:moveTo>
                <a:lnTo>
                  <a:pt x="5966" y="1858"/>
                </a:lnTo>
                <a:lnTo>
                  <a:pt x="5966" y="1800"/>
                </a:lnTo>
                <a:lnTo>
                  <a:pt x="6045" y="1800"/>
                </a:lnTo>
                <a:lnTo>
                  <a:pt x="6045" y="1858"/>
                </a:lnTo>
                <a:moveTo>
                  <a:pt x="5912" y="1858"/>
                </a:moveTo>
                <a:lnTo>
                  <a:pt x="5833" y="1858"/>
                </a:lnTo>
                <a:lnTo>
                  <a:pt x="5833" y="1800"/>
                </a:lnTo>
                <a:lnTo>
                  <a:pt x="5912" y="1800"/>
                </a:lnTo>
                <a:lnTo>
                  <a:pt x="5912" y="1858"/>
                </a:lnTo>
                <a:moveTo>
                  <a:pt x="5780" y="1858"/>
                </a:moveTo>
                <a:lnTo>
                  <a:pt x="5701" y="1858"/>
                </a:lnTo>
                <a:lnTo>
                  <a:pt x="5701" y="1800"/>
                </a:lnTo>
                <a:lnTo>
                  <a:pt x="5780" y="1800"/>
                </a:lnTo>
                <a:lnTo>
                  <a:pt x="5780" y="1858"/>
                </a:lnTo>
                <a:moveTo>
                  <a:pt x="5648" y="1858"/>
                </a:moveTo>
                <a:lnTo>
                  <a:pt x="5568" y="1858"/>
                </a:lnTo>
                <a:lnTo>
                  <a:pt x="5568" y="1800"/>
                </a:lnTo>
                <a:lnTo>
                  <a:pt x="5648" y="1800"/>
                </a:lnTo>
                <a:lnTo>
                  <a:pt x="5648" y="1858"/>
                </a:lnTo>
                <a:moveTo>
                  <a:pt x="5515" y="1858"/>
                </a:moveTo>
                <a:lnTo>
                  <a:pt x="5436" y="1858"/>
                </a:lnTo>
                <a:lnTo>
                  <a:pt x="5436" y="1800"/>
                </a:lnTo>
                <a:lnTo>
                  <a:pt x="5515" y="1800"/>
                </a:lnTo>
                <a:lnTo>
                  <a:pt x="5515" y="1858"/>
                </a:lnTo>
                <a:moveTo>
                  <a:pt x="5383" y="1858"/>
                </a:moveTo>
                <a:lnTo>
                  <a:pt x="5303" y="1858"/>
                </a:lnTo>
                <a:lnTo>
                  <a:pt x="5303" y="1800"/>
                </a:lnTo>
                <a:lnTo>
                  <a:pt x="5383" y="1800"/>
                </a:lnTo>
                <a:lnTo>
                  <a:pt x="5383" y="1858"/>
                </a:lnTo>
                <a:moveTo>
                  <a:pt x="5250" y="1858"/>
                </a:moveTo>
                <a:lnTo>
                  <a:pt x="5171" y="1858"/>
                </a:lnTo>
                <a:lnTo>
                  <a:pt x="5171" y="1800"/>
                </a:lnTo>
                <a:lnTo>
                  <a:pt x="5250" y="1800"/>
                </a:lnTo>
                <a:lnTo>
                  <a:pt x="5250" y="1858"/>
                </a:lnTo>
                <a:moveTo>
                  <a:pt x="5118" y="1858"/>
                </a:moveTo>
                <a:lnTo>
                  <a:pt x="5038" y="1858"/>
                </a:lnTo>
                <a:lnTo>
                  <a:pt x="5038" y="1800"/>
                </a:lnTo>
                <a:lnTo>
                  <a:pt x="5118" y="1800"/>
                </a:lnTo>
                <a:lnTo>
                  <a:pt x="5118" y="1858"/>
                </a:lnTo>
                <a:moveTo>
                  <a:pt x="4985" y="1858"/>
                </a:moveTo>
                <a:lnTo>
                  <a:pt x="4906" y="1858"/>
                </a:lnTo>
                <a:lnTo>
                  <a:pt x="4906" y="1800"/>
                </a:lnTo>
                <a:lnTo>
                  <a:pt x="4985" y="1800"/>
                </a:lnTo>
                <a:lnTo>
                  <a:pt x="4985" y="1858"/>
                </a:lnTo>
                <a:moveTo>
                  <a:pt x="4853" y="1858"/>
                </a:moveTo>
                <a:lnTo>
                  <a:pt x="4773" y="1858"/>
                </a:lnTo>
                <a:lnTo>
                  <a:pt x="4773" y="1800"/>
                </a:lnTo>
                <a:lnTo>
                  <a:pt x="4853" y="1800"/>
                </a:lnTo>
                <a:lnTo>
                  <a:pt x="4853" y="1858"/>
                </a:lnTo>
                <a:moveTo>
                  <a:pt x="4720" y="1858"/>
                </a:moveTo>
                <a:lnTo>
                  <a:pt x="4641" y="1858"/>
                </a:lnTo>
                <a:lnTo>
                  <a:pt x="4641" y="1800"/>
                </a:lnTo>
                <a:lnTo>
                  <a:pt x="4720" y="1800"/>
                </a:lnTo>
                <a:lnTo>
                  <a:pt x="4720" y="1858"/>
                </a:lnTo>
                <a:moveTo>
                  <a:pt x="4588" y="1858"/>
                </a:moveTo>
                <a:lnTo>
                  <a:pt x="4508" y="1858"/>
                </a:lnTo>
                <a:lnTo>
                  <a:pt x="4508" y="1800"/>
                </a:lnTo>
                <a:lnTo>
                  <a:pt x="4588" y="1800"/>
                </a:lnTo>
                <a:lnTo>
                  <a:pt x="4588" y="1858"/>
                </a:lnTo>
                <a:moveTo>
                  <a:pt x="4455" y="1858"/>
                </a:moveTo>
                <a:lnTo>
                  <a:pt x="4376" y="1858"/>
                </a:lnTo>
                <a:lnTo>
                  <a:pt x="4376" y="1800"/>
                </a:lnTo>
                <a:lnTo>
                  <a:pt x="4455" y="1800"/>
                </a:lnTo>
                <a:lnTo>
                  <a:pt x="4455" y="1858"/>
                </a:lnTo>
                <a:moveTo>
                  <a:pt x="4323" y="1858"/>
                </a:moveTo>
                <a:lnTo>
                  <a:pt x="4244" y="1858"/>
                </a:lnTo>
                <a:lnTo>
                  <a:pt x="4244" y="1800"/>
                </a:lnTo>
                <a:lnTo>
                  <a:pt x="4323" y="1800"/>
                </a:lnTo>
                <a:lnTo>
                  <a:pt x="4323" y="1858"/>
                </a:lnTo>
                <a:moveTo>
                  <a:pt x="4191" y="1858"/>
                </a:moveTo>
                <a:lnTo>
                  <a:pt x="4111" y="1858"/>
                </a:lnTo>
                <a:lnTo>
                  <a:pt x="4111" y="1800"/>
                </a:lnTo>
                <a:lnTo>
                  <a:pt x="4191" y="1800"/>
                </a:lnTo>
                <a:lnTo>
                  <a:pt x="4191" y="1858"/>
                </a:lnTo>
                <a:moveTo>
                  <a:pt x="4058" y="1858"/>
                </a:moveTo>
                <a:lnTo>
                  <a:pt x="3979" y="1858"/>
                </a:lnTo>
                <a:lnTo>
                  <a:pt x="3979" y="1800"/>
                </a:lnTo>
                <a:lnTo>
                  <a:pt x="4058" y="1800"/>
                </a:lnTo>
                <a:lnTo>
                  <a:pt x="4058" y="1858"/>
                </a:lnTo>
                <a:moveTo>
                  <a:pt x="3926" y="1858"/>
                </a:moveTo>
                <a:lnTo>
                  <a:pt x="3846" y="1858"/>
                </a:lnTo>
                <a:lnTo>
                  <a:pt x="3846" y="1800"/>
                </a:lnTo>
                <a:lnTo>
                  <a:pt x="3926" y="1800"/>
                </a:lnTo>
                <a:lnTo>
                  <a:pt x="3926" y="1858"/>
                </a:lnTo>
                <a:moveTo>
                  <a:pt x="3793" y="1858"/>
                </a:moveTo>
                <a:lnTo>
                  <a:pt x="3714" y="1858"/>
                </a:lnTo>
                <a:lnTo>
                  <a:pt x="3714" y="1800"/>
                </a:lnTo>
                <a:lnTo>
                  <a:pt x="3793" y="1800"/>
                </a:lnTo>
                <a:lnTo>
                  <a:pt x="3793" y="1858"/>
                </a:lnTo>
                <a:moveTo>
                  <a:pt x="3661" y="1858"/>
                </a:moveTo>
                <a:lnTo>
                  <a:pt x="3581" y="1858"/>
                </a:lnTo>
                <a:lnTo>
                  <a:pt x="3581" y="1800"/>
                </a:lnTo>
                <a:lnTo>
                  <a:pt x="3661" y="1800"/>
                </a:lnTo>
                <a:lnTo>
                  <a:pt x="3661" y="1858"/>
                </a:lnTo>
                <a:moveTo>
                  <a:pt x="3528" y="1858"/>
                </a:moveTo>
                <a:lnTo>
                  <a:pt x="3449" y="1858"/>
                </a:lnTo>
                <a:lnTo>
                  <a:pt x="3449" y="1800"/>
                </a:lnTo>
                <a:lnTo>
                  <a:pt x="3528" y="1800"/>
                </a:lnTo>
                <a:lnTo>
                  <a:pt x="3528" y="1858"/>
                </a:lnTo>
                <a:moveTo>
                  <a:pt x="3396" y="1858"/>
                </a:moveTo>
                <a:lnTo>
                  <a:pt x="3316" y="1858"/>
                </a:lnTo>
                <a:lnTo>
                  <a:pt x="3316" y="1800"/>
                </a:lnTo>
                <a:lnTo>
                  <a:pt x="3396" y="1800"/>
                </a:lnTo>
                <a:lnTo>
                  <a:pt x="3396" y="1858"/>
                </a:lnTo>
                <a:moveTo>
                  <a:pt x="3263" y="1858"/>
                </a:moveTo>
                <a:lnTo>
                  <a:pt x="3184" y="1858"/>
                </a:lnTo>
                <a:lnTo>
                  <a:pt x="3184" y="1800"/>
                </a:lnTo>
                <a:lnTo>
                  <a:pt x="3263" y="1800"/>
                </a:lnTo>
                <a:lnTo>
                  <a:pt x="3263" y="1858"/>
                </a:lnTo>
                <a:moveTo>
                  <a:pt x="3131" y="1858"/>
                </a:moveTo>
                <a:lnTo>
                  <a:pt x="3051" y="1858"/>
                </a:lnTo>
                <a:lnTo>
                  <a:pt x="3051" y="1800"/>
                </a:lnTo>
                <a:lnTo>
                  <a:pt x="3131" y="1800"/>
                </a:lnTo>
                <a:lnTo>
                  <a:pt x="3131" y="1858"/>
                </a:lnTo>
                <a:moveTo>
                  <a:pt x="2998" y="1858"/>
                </a:moveTo>
                <a:lnTo>
                  <a:pt x="2919" y="1858"/>
                </a:lnTo>
                <a:lnTo>
                  <a:pt x="2919" y="1800"/>
                </a:lnTo>
                <a:lnTo>
                  <a:pt x="2998" y="1800"/>
                </a:lnTo>
                <a:lnTo>
                  <a:pt x="2998" y="1858"/>
                </a:lnTo>
                <a:moveTo>
                  <a:pt x="2866" y="1858"/>
                </a:moveTo>
                <a:lnTo>
                  <a:pt x="2787" y="1858"/>
                </a:lnTo>
                <a:lnTo>
                  <a:pt x="2787" y="1800"/>
                </a:lnTo>
                <a:lnTo>
                  <a:pt x="2866" y="1800"/>
                </a:lnTo>
                <a:lnTo>
                  <a:pt x="2866" y="1858"/>
                </a:lnTo>
                <a:moveTo>
                  <a:pt x="2733" y="1858"/>
                </a:moveTo>
                <a:lnTo>
                  <a:pt x="2654" y="1858"/>
                </a:lnTo>
                <a:lnTo>
                  <a:pt x="2654" y="1800"/>
                </a:lnTo>
                <a:lnTo>
                  <a:pt x="2733" y="1800"/>
                </a:lnTo>
                <a:lnTo>
                  <a:pt x="2733" y="1858"/>
                </a:lnTo>
                <a:moveTo>
                  <a:pt x="2601" y="1858"/>
                </a:moveTo>
                <a:lnTo>
                  <a:pt x="2522" y="1858"/>
                </a:lnTo>
                <a:lnTo>
                  <a:pt x="2522" y="1800"/>
                </a:lnTo>
                <a:lnTo>
                  <a:pt x="2601" y="1800"/>
                </a:lnTo>
                <a:lnTo>
                  <a:pt x="2601" y="1858"/>
                </a:lnTo>
                <a:moveTo>
                  <a:pt x="2469" y="1858"/>
                </a:moveTo>
                <a:lnTo>
                  <a:pt x="2389" y="1858"/>
                </a:lnTo>
                <a:lnTo>
                  <a:pt x="2389" y="1800"/>
                </a:lnTo>
                <a:lnTo>
                  <a:pt x="2469" y="1800"/>
                </a:lnTo>
                <a:lnTo>
                  <a:pt x="2469" y="1858"/>
                </a:lnTo>
                <a:moveTo>
                  <a:pt x="2336" y="1858"/>
                </a:moveTo>
                <a:lnTo>
                  <a:pt x="2257" y="1858"/>
                </a:lnTo>
                <a:lnTo>
                  <a:pt x="2257" y="1800"/>
                </a:lnTo>
                <a:lnTo>
                  <a:pt x="2336" y="1800"/>
                </a:lnTo>
                <a:lnTo>
                  <a:pt x="2336" y="1858"/>
                </a:lnTo>
                <a:moveTo>
                  <a:pt x="2204" y="1858"/>
                </a:moveTo>
                <a:lnTo>
                  <a:pt x="2124" y="1858"/>
                </a:lnTo>
                <a:lnTo>
                  <a:pt x="2124" y="1800"/>
                </a:lnTo>
                <a:lnTo>
                  <a:pt x="2204" y="1800"/>
                </a:lnTo>
                <a:lnTo>
                  <a:pt x="2204" y="1858"/>
                </a:lnTo>
                <a:moveTo>
                  <a:pt x="2071" y="1858"/>
                </a:moveTo>
                <a:lnTo>
                  <a:pt x="1992" y="1858"/>
                </a:lnTo>
                <a:lnTo>
                  <a:pt x="1992" y="1800"/>
                </a:lnTo>
                <a:lnTo>
                  <a:pt x="2071" y="1800"/>
                </a:lnTo>
                <a:lnTo>
                  <a:pt x="2071" y="1858"/>
                </a:lnTo>
                <a:moveTo>
                  <a:pt x="1939" y="1858"/>
                </a:moveTo>
                <a:lnTo>
                  <a:pt x="1859" y="1858"/>
                </a:lnTo>
                <a:lnTo>
                  <a:pt x="1859" y="1800"/>
                </a:lnTo>
                <a:lnTo>
                  <a:pt x="1939" y="1800"/>
                </a:lnTo>
                <a:lnTo>
                  <a:pt x="1939" y="1858"/>
                </a:lnTo>
                <a:moveTo>
                  <a:pt x="1806" y="1858"/>
                </a:moveTo>
                <a:lnTo>
                  <a:pt x="1727" y="1858"/>
                </a:lnTo>
                <a:lnTo>
                  <a:pt x="1727" y="1800"/>
                </a:lnTo>
                <a:lnTo>
                  <a:pt x="1806" y="1800"/>
                </a:lnTo>
                <a:lnTo>
                  <a:pt x="1806" y="1858"/>
                </a:lnTo>
                <a:moveTo>
                  <a:pt x="1674" y="1858"/>
                </a:moveTo>
                <a:lnTo>
                  <a:pt x="1594" y="1858"/>
                </a:lnTo>
                <a:lnTo>
                  <a:pt x="1594" y="1800"/>
                </a:lnTo>
                <a:lnTo>
                  <a:pt x="1674" y="1800"/>
                </a:lnTo>
                <a:lnTo>
                  <a:pt x="1674" y="1858"/>
                </a:lnTo>
                <a:moveTo>
                  <a:pt x="1541" y="1858"/>
                </a:moveTo>
                <a:lnTo>
                  <a:pt x="1462" y="1858"/>
                </a:lnTo>
                <a:lnTo>
                  <a:pt x="1462" y="1800"/>
                </a:lnTo>
                <a:lnTo>
                  <a:pt x="1541" y="1800"/>
                </a:lnTo>
                <a:lnTo>
                  <a:pt x="1541" y="1858"/>
                </a:lnTo>
                <a:moveTo>
                  <a:pt x="1409" y="1858"/>
                </a:moveTo>
                <a:lnTo>
                  <a:pt x="1330" y="1858"/>
                </a:lnTo>
                <a:lnTo>
                  <a:pt x="1330" y="1800"/>
                </a:lnTo>
                <a:lnTo>
                  <a:pt x="1409" y="1800"/>
                </a:lnTo>
                <a:lnTo>
                  <a:pt x="1409" y="1858"/>
                </a:lnTo>
                <a:moveTo>
                  <a:pt x="1275" y="1858"/>
                </a:moveTo>
                <a:lnTo>
                  <a:pt x="1196" y="1858"/>
                </a:lnTo>
                <a:lnTo>
                  <a:pt x="1196" y="1800"/>
                </a:lnTo>
                <a:lnTo>
                  <a:pt x="1275" y="1800"/>
                </a:lnTo>
                <a:lnTo>
                  <a:pt x="1275" y="1858"/>
                </a:lnTo>
                <a:moveTo>
                  <a:pt x="1143" y="1858"/>
                </a:moveTo>
                <a:lnTo>
                  <a:pt x="1064" y="1858"/>
                </a:lnTo>
                <a:lnTo>
                  <a:pt x="1064" y="1800"/>
                </a:lnTo>
                <a:lnTo>
                  <a:pt x="1143" y="1800"/>
                </a:lnTo>
                <a:lnTo>
                  <a:pt x="1143" y="1858"/>
                </a:lnTo>
                <a:moveTo>
                  <a:pt x="1011" y="1858"/>
                </a:moveTo>
                <a:lnTo>
                  <a:pt x="931" y="1858"/>
                </a:lnTo>
                <a:lnTo>
                  <a:pt x="931" y="1800"/>
                </a:lnTo>
                <a:lnTo>
                  <a:pt x="1011" y="1800"/>
                </a:lnTo>
                <a:lnTo>
                  <a:pt x="1011" y="1858"/>
                </a:lnTo>
                <a:moveTo>
                  <a:pt x="878" y="1858"/>
                </a:moveTo>
                <a:lnTo>
                  <a:pt x="799" y="1858"/>
                </a:lnTo>
                <a:lnTo>
                  <a:pt x="799" y="1800"/>
                </a:lnTo>
                <a:lnTo>
                  <a:pt x="878" y="1800"/>
                </a:lnTo>
                <a:lnTo>
                  <a:pt x="878" y="1858"/>
                </a:lnTo>
                <a:moveTo>
                  <a:pt x="746" y="1858"/>
                </a:moveTo>
                <a:lnTo>
                  <a:pt x="666" y="1858"/>
                </a:lnTo>
                <a:lnTo>
                  <a:pt x="666" y="1800"/>
                </a:lnTo>
                <a:lnTo>
                  <a:pt x="746" y="1800"/>
                </a:lnTo>
                <a:lnTo>
                  <a:pt x="746" y="1858"/>
                </a:lnTo>
                <a:moveTo>
                  <a:pt x="613" y="1858"/>
                </a:moveTo>
                <a:lnTo>
                  <a:pt x="534" y="1858"/>
                </a:lnTo>
                <a:lnTo>
                  <a:pt x="534" y="1800"/>
                </a:lnTo>
                <a:lnTo>
                  <a:pt x="613" y="1800"/>
                </a:lnTo>
                <a:lnTo>
                  <a:pt x="613" y="1858"/>
                </a:lnTo>
                <a:moveTo>
                  <a:pt x="481" y="1858"/>
                </a:moveTo>
                <a:lnTo>
                  <a:pt x="401" y="1858"/>
                </a:lnTo>
                <a:lnTo>
                  <a:pt x="401" y="1800"/>
                </a:lnTo>
                <a:lnTo>
                  <a:pt x="481" y="1800"/>
                </a:lnTo>
                <a:lnTo>
                  <a:pt x="481" y="1858"/>
                </a:lnTo>
                <a:moveTo>
                  <a:pt x="348" y="1858"/>
                </a:moveTo>
                <a:lnTo>
                  <a:pt x="269" y="1858"/>
                </a:lnTo>
                <a:lnTo>
                  <a:pt x="269" y="1800"/>
                </a:lnTo>
                <a:lnTo>
                  <a:pt x="348" y="1800"/>
                </a:lnTo>
                <a:lnTo>
                  <a:pt x="348" y="1858"/>
                </a:lnTo>
                <a:moveTo>
                  <a:pt x="213" y="1857"/>
                </a:moveTo>
                <a:cubicBezTo>
                  <a:pt x="183" y="1853"/>
                  <a:pt x="154" y="1844"/>
                  <a:pt x="127" y="1830"/>
                </a:cubicBezTo>
                <a:lnTo>
                  <a:pt x="154" y="1778"/>
                </a:lnTo>
                <a:cubicBezTo>
                  <a:pt x="175" y="1789"/>
                  <a:pt x="197" y="1796"/>
                  <a:pt x="220" y="1799"/>
                </a:cubicBezTo>
                <a:lnTo>
                  <a:pt x="213" y="1857"/>
                </a:lnTo>
                <a:moveTo>
                  <a:pt x="77" y="1794"/>
                </a:moveTo>
                <a:cubicBezTo>
                  <a:pt x="54" y="1773"/>
                  <a:pt x="36" y="1749"/>
                  <a:pt x="23" y="1721"/>
                </a:cubicBezTo>
                <a:lnTo>
                  <a:pt x="76" y="1696"/>
                </a:lnTo>
                <a:cubicBezTo>
                  <a:pt x="86" y="1717"/>
                  <a:pt x="99" y="1736"/>
                  <a:pt x="117" y="1751"/>
                </a:cubicBezTo>
                <a:lnTo>
                  <a:pt x="77" y="1794"/>
                </a:lnTo>
                <a:moveTo>
                  <a:pt x="4" y="1663"/>
                </a:moveTo>
                <a:cubicBezTo>
                  <a:pt x="1" y="1648"/>
                  <a:pt x="0" y="1633"/>
                  <a:pt x="0" y="1618"/>
                </a:cubicBezTo>
                <a:lnTo>
                  <a:pt x="0" y="1579"/>
                </a:lnTo>
                <a:lnTo>
                  <a:pt x="58" y="1579"/>
                </a:lnTo>
                <a:lnTo>
                  <a:pt x="58" y="1618"/>
                </a:lnTo>
                <a:cubicBezTo>
                  <a:pt x="58" y="1629"/>
                  <a:pt x="59" y="1640"/>
                  <a:pt x="61" y="1652"/>
                </a:cubicBezTo>
                <a:lnTo>
                  <a:pt x="4" y="1663"/>
                </a:lnTo>
                <a:moveTo>
                  <a:pt x="0" y="1526"/>
                </a:moveTo>
                <a:lnTo>
                  <a:pt x="0" y="1446"/>
                </a:lnTo>
                <a:lnTo>
                  <a:pt x="58" y="1446"/>
                </a:lnTo>
                <a:lnTo>
                  <a:pt x="58" y="1526"/>
                </a:lnTo>
                <a:lnTo>
                  <a:pt x="0" y="1526"/>
                </a:lnTo>
                <a:moveTo>
                  <a:pt x="0" y="1393"/>
                </a:moveTo>
                <a:lnTo>
                  <a:pt x="0" y="1314"/>
                </a:lnTo>
                <a:lnTo>
                  <a:pt x="58" y="1314"/>
                </a:lnTo>
                <a:lnTo>
                  <a:pt x="58" y="1393"/>
                </a:lnTo>
                <a:lnTo>
                  <a:pt x="0" y="1393"/>
                </a:lnTo>
                <a:moveTo>
                  <a:pt x="0" y="1261"/>
                </a:moveTo>
                <a:lnTo>
                  <a:pt x="0" y="1181"/>
                </a:lnTo>
                <a:lnTo>
                  <a:pt x="58" y="1181"/>
                </a:lnTo>
                <a:lnTo>
                  <a:pt x="58" y="1261"/>
                </a:lnTo>
                <a:lnTo>
                  <a:pt x="0" y="1261"/>
                </a:lnTo>
                <a:moveTo>
                  <a:pt x="0" y="1128"/>
                </a:moveTo>
                <a:lnTo>
                  <a:pt x="0" y="1049"/>
                </a:lnTo>
                <a:lnTo>
                  <a:pt x="58" y="1049"/>
                </a:lnTo>
                <a:lnTo>
                  <a:pt x="58" y="1128"/>
                </a:lnTo>
                <a:lnTo>
                  <a:pt x="0" y="1128"/>
                </a:lnTo>
                <a:moveTo>
                  <a:pt x="0" y="996"/>
                </a:moveTo>
                <a:lnTo>
                  <a:pt x="0" y="917"/>
                </a:lnTo>
                <a:lnTo>
                  <a:pt x="58" y="917"/>
                </a:lnTo>
                <a:lnTo>
                  <a:pt x="58" y="996"/>
                </a:lnTo>
                <a:lnTo>
                  <a:pt x="0" y="996"/>
                </a:lnTo>
                <a:moveTo>
                  <a:pt x="0" y="863"/>
                </a:moveTo>
                <a:lnTo>
                  <a:pt x="0" y="784"/>
                </a:lnTo>
                <a:lnTo>
                  <a:pt x="58" y="784"/>
                </a:lnTo>
                <a:lnTo>
                  <a:pt x="58" y="863"/>
                </a:lnTo>
                <a:lnTo>
                  <a:pt x="0" y="863"/>
                </a:lnTo>
                <a:moveTo>
                  <a:pt x="0" y="730"/>
                </a:moveTo>
                <a:lnTo>
                  <a:pt x="0" y="651"/>
                </a:lnTo>
                <a:lnTo>
                  <a:pt x="58" y="651"/>
                </a:lnTo>
                <a:lnTo>
                  <a:pt x="58" y="730"/>
                </a:lnTo>
                <a:lnTo>
                  <a:pt x="0" y="730"/>
                </a:lnTo>
                <a:moveTo>
                  <a:pt x="0" y="598"/>
                </a:moveTo>
                <a:lnTo>
                  <a:pt x="0" y="518"/>
                </a:lnTo>
                <a:lnTo>
                  <a:pt x="58" y="518"/>
                </a:lnTo>
                <a:lnTo>
                  <a:pt x="58" y="598"/>
                </a:lnTo>
                <a:lnTo>
                  <a:pt x="0" y="598"/>
                </a:lnTo>
                <a:moveTo>
                  <a:pt x="0" y="465"/>
                </a:moveTo>
                <a:lnTo>
                  <a:pt x="0" y="386"/>
                </a:lnTo>
                <a:lnTo>
                  <a:pt x="58" y="386"/>
                </a:lnTo>
                <a:lnTo>
                  <a:pt x="58" y="465"/>
                </a:lnTo>
                <a:lnTo>
                  <a:pt x="0" y="465"/>
                </a:lnTo>
                <a:moveTo>
                  <a:pt x="0" y="333"/>
                </a:moveTo>
                <a:lnTo>
                  <a:pt x="0" y="253"/>
                </a:lnTo>
                <a:lnTo>
                  <a:pt x="58" y="253"/>
                </a:lnTo>
                <a:lnTo>
                  <a:pt x="58" y="333"/>
                </a:lnTo>
                <a:lnTo>
                  <a:pt x="0" y="333"/>
                </a:lnTo>
                <a:moveTo>
                  <a:pt x="4" y="196"/>
                </a:moveTo>
                <a:cubicBezTo>
                  <a:pt x="10" y="166"/>
                  <a:pt x="21" y="137"/>
                  <a:pt x="38" y="111"/>
                </a:cubicBezTo>
                <a:lnTo>
                  <a:pt x="87" y="143"/>
                </a:lnTo>
                <a:cubicBezTo>
                  <a:pt x="74" y="162"/>
                  <a:pt x="66" y="184"/>
                  <a:pt x="61" y="207"/>
                </a:cubicBezTo>
                <a:lnTo>
                  <a:pt x="4" y="196"/>
                </a:lnTo>
                <a:moveTo>
                  <a:pt x="77" y="64"/>
                </a:moveTo>
                <a:cubicBezTo>
                  <a:pt x="99" y="43"/>
                  <a:pt x="125" y="27"/>
                  <a:pt x="153" y="16"/>
                </a:cubicBezTo>
                <a:lnTo>
                  <a:pt x="174" y="71"/>
                </a:lnTo>
                <a:cubicBezTo>
                  <a:pt x="153" y="79"/>
                  <a:pt x="133" y="91"/>
                  <a:pt x="116" y="107"/>
                </a:cubicBezTo>
                <a:lnTo>
                  <a:pt x="77" y="64"/>
                </a:lnTo>
                <a:moveTo>
                  <a:pt x="213" y="1"/>
                </a:moveTo>
                <a:cubicBezTo>
                  <a:pt x="222" y="0"/>
                  <a:pt x="231" y="0"/>
                  <a:pt x="241" y="0"/>
                </a:cubicBezTo>
                <a:lnTo>
                  <a:pt x="320" y="0"/>
                </a:lnTo>
                <a:lnTo>
                  <a:pt x="320" y="58"/>
                </a:lnTo>
                <a:lnTo>
                  <a:pt x="241" y="58"/>
                </a:lnTo>
                <a:cubicBezTo>
                  <a:pt x="234" y="58"/>
                  <a:pt x="227" y="59"/>
                  <a:pt x="220" y="59"/>
                </a:cubicBezTo>
                <a:lnTo>
                  <a:pt x="213" y="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1161000" y="3408840"/>
            <a:ext cx="3259800" cy="668880"/>
          </a:xfrm>
          <a:custGeom>
            <a:avLst/>
            <a:gdLst/>
            <a:ahLst/>
            <a:rect l="0" t="0" r="r" b="b"/>
            <a:pathLst>
              <a:path w="9055" h="1858">
                <a:moveTo>
                  <a:pt x="373" y="0"/>
                </a:moveTo>
                <a:lnTo>
                  <a:pt x="452" y="0"/>
                </a:lnTo>
                <a:lnTo>
                  <a:pt x="452" y="58"/>
                </a:lnTo>
                <a:lnTo>
                  <a:pt x="373" y="58"/>
                </a:lnTo>
                <a:lnTo>
                  <a:pt x="373" y="0"/>
                </a:lnTo>
                <a:moveTo>
                  <a:pt x="505" y="0"/>
                </a:moveTo>
                <a:lnTo>
                  <a:pt x="585" y="0"/>
                </a:lnTo>
                <a:lnTo>
                  <a:pt x="585" y="58"/>
                </a:lnTo>
                <a:lnTo>
                  <a:pt x="505" y="58"/>
                </a:lnTo>
                <a:lnTo>
                  <a:pt x="505" y="0"/>
                </a:lnTo>
                <a:moveTo>
                  <a:pt x="638" y="0"/>
                </a:moveTo>
                <a:lnTo>
                  <a:pt x="717" y="0"/>
                </a:lnTo>
                <a:lnTo>
                  <a:pt x="717" y="58"/>
                </a:lnTo>
                <a:lnTo>
                  <a:pt x="638" y="58"/>
                </a:lnTo>
                <a:lnTo>
                  <a:pt x="638" y="0"/>
                </a:lnTo>
                <a:moveTo>
                  <a:pt x="770" y="0"/>
                </a:moveTo>
                <a:lnTo>
                  <a:pt x="850" y="0"/>
                </a:lnTo>
                <a:lnTo>
                  <a:pt x="850" y="58"/>
                </a:lnTo>
                <a:lnTo>
                  <a:pt x="770" y="58"/>
                </a:lnTo>
                <a:lnTo>
                  <a:pt x="770" y="0"/>
                </a:lnTo>
                <a:moveTo>
                  <a:pt x="903" y="0"/>
                </a:moveTo>
                <a:lnTo>
                  <a:pt x="982" y="0"/>
                </a:lnTo>
                <a:lnTo>
                  <a:pt x="982" y="58"/>
                </a:lnTo>
                <a:lnTo>
                  <a:pt x="903" y="58"/>
                </a:lnTo>
                <a:lnTo>
                  <a:pt x="903" y="0"/>
                </a:lnTo>
                <a:moveTo>
                  <a:pt x="1035" y="0"/>
                </a:moveTo>
                <a:lnTo>
                  <a:pt x="1115" y="0"/>
                </a:lnTo>
                <a:lnTo>
                  <a:pt x="1115" y="58"/>
                </a:lnTo>
                <a:lnTo>
                  <a:pt x="1035" y="58"/>
                </a:lnTo>
                <a:lnTo>
                  <a:pt x="1035" y="0"/>
                </a:lnTo>
                <a:moveTo>
                  <a:pt x="1168" y="0"/>
                </a:moveTo>
                <a:lnTo>
                  <a:pt x="1247" y="0"/>
                </a:lnTo>
                <a:lnTo>
                  <a:pt x="1247" y="58"/>
                </a:lnTo>
                <a:lnTo>
                  <a:pt x="1168" y="58"/>
                </a:lnTo>
                <a:lnTo>
                  <a:pt x="1168" y="0"/>
                </a:lnTo>
                <a:moveTo>
                  <a:pt x="1300" y="0"/>
                </a:moveTo>
                <a:lnTo>
                  <a:pt x="1381" y="0"/>
                </a:lnTo>
                <a:lnTo>
                  <a:pt x="1381" y="58"/>
                </a:lnTo>
                <a:lnTo>
                  <a:pt x="1300" y="58"/>
                </a:lnTo>
                <a:lnTo>
                  <a:pt x="1300" y="0"/>
                </a:lnTo>
                <a:moveTo>
                  <a:pt x="1434" y="0"/>
                </a:moveTo>
                <a:lnTo>
                  <a:pt x="1513" y="0"/>
                </a:lnTo>
                <a:lnTo>
                  <a:pt x="1513" y="58"/>
                </a:lnTo>
                <a:lnTo>
                  <a:pt x="1434" y="58"/>
                </a:lnTo>
                <a:lnTo>
                  <a:pt x="1434" y="0"/>
                </a:lnTo>
                <a:moveTo>
                  <a:pt x="1566" y="0"/>
                </a:moveTo>
                <a:lnTo>
                  <a:pt x="1645" y="0"/>
                </a:lnTo>
                <a:lnTo>
                  <a:pt x="1645" y="58"/>
                </a:lnTo>
                <a:lnTo>
                  <a:pt x="1566" y="58"/>
                </a:lnTo>
                <a:lnTo>
                  <a:pt x="1566" y="0"/>
                </a:lnTo>
                <a:moveTo>
                  <a:pt x="1699" y="0"/>
                </a:moveTo>
                <a:lnTo>
                  <a:pt x="1778" y="0"/>
                </a:lnTo>
                <a:lnTo>
                  <a:pt x="1778" y="58"/>
                </a:lnTo>
                <a:lnTo>
                  <a:pt x="1699" y="58"/>
                </a:lnTo>
                <a:lnTo>
                  <a:pt x="1699" y="0"/>
                </a:lnTo>
                <a:moveTo>
                  <a:pt x="1831" y="0"/>
                </a:moveTo>
                <a:lnTo>
                  <a:pt x="1910" y="0"/>
                </a:lnTo>
                <a:lnTo>
                  <a:pt x="1910" y="58"/>
                </a:lnTo>
                <a:lnTo>
                  <a:pt x="1831" y="58"/>
                </a:lnTo>
                <a:lnTo>
                  <a:pt x="1831" y="0"/>
                </a:lnTo>
                <a:moveTo>
                  <a:pt x="1963" y="0"/>
                </a:moveTo>
                <a:lnTo>
                  <a:pt x="2043" y="0"/>
                </a:lnTo>
                <a:lnTo>
                  <a:pt x="2043" y="58"/>
                </a:lnTo>
                <a:lnTo>
                  <a:pt x="1963" y="58"/>
                </a:lnTo>
                <a:lnTo>
                  <a:pt x="1963" y="0"/>
                </a:lnTo>
                <a:moveTo>
                  <a:pt x="2096" y="0"/>
                </a:moveTo>
                <a:lnTo>
                  <a:pt x="2175" y="0"/>
                </a:lnTo>
                <a:lnTo>
                  <a:pt x="2175" y="58"/>
                </a:lnTo>
                <a:lnTo>
                  <a:pt x="2096" y="58"/>
                </a:lnTo>
                <a:lnTo>
                  <a:pt x="2096" y="0"/>
                </a:lnTo>
                <a:moveTo>
                  <a:pt x="2228" y="0"/>
                </a:moveTo>
                <a:lnTo>
                  <a:pt x="2308" y="0"/>
                </a:lnTo>
                <a:lnTo>
                  <a:pt x="2308" y="58"/>
                </a:lnTo>
                <a:lnTo>
                  <a:pt x="2228" y="58"/>
                </a:lnTo>
                <a:lnTo>
                  <a:pt x="2228" y="0"/>
                </a:lnTo>
                <a:moveTo>
                  <a:pt x="2361" y="0"/>
                </a:moveTo>
                <a:lnTo>
                  <a:pt x="2440" y="0"/>
                </a:lnTo>
                <a:lnTo>
                  <a:pt x="2440" y="58"/>
                </a:lnTo>
                <a:lnTo>
                  <a:pt x="2361" y="58"/>
                </a:lnTo>
                <a:lnTo>
                  <a:pt x="2361" y="0"/>
                </a:lnTo>
                <a:moveTo>
                  <a:pt x="2493" y="0"/>
                </a:moveTo>
                <a:lnTo>
                  <a:pt x="2573" y="0"/>
                </a:lnTo>
                <a:lnTo>
                  <a:pt x="2573" y="58"/>
                </a:lnTo>
                <a:lnTo>
                  <a:pt x="2493" y="58"/>
                </a:lnTo>
                <a:lnTo>
                  <a:pt x="2493" y="0"/>
                </a:lnTo>
                <a:moveTo>
                  <a:pt x="2626" y="0"/>
                </a:moveTo>
                <a:lnTo>
                  <a:pt x="2705" y="0"/>
                </a:lnTo>
                <a:lnTo>
                  <a:pt x="2705" y="58"/>
                </a:lnTo>
                <a:lnTo>
                  <a:pt x="2626" y="58"/>
                </a:lnTo>
                <a:lnTo>
                  <a:pt x="2626" y="0"/>
                </a:lnTo>
                <a:moveTo>
                  <a:pt x="2758" y="0"/>
                </a:moveTo>
                <a:lnTo>
                  <a:pt x="2838" y="0"/>
                </a:lnTo>
                <a:lnTo>
                  <a:pt x="2838" y="58"/>
                </a:lnTo>
                <a:lnTo>
                  <a:pt x="2758" y="58"/>
                </a:lnTo>
                <a:lnTo>
                  <a:pt x="2758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58"/>
                </a:lnTo>
                <a:lnTo>
                  <a:pt x="2891" y="58"/>
                </a:lnTo>
                <a:lnTo>
                  <a:pt x="2891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58"/>
                </a:lnTo>
                <a:lnTo>
                  <a:pt x="3023" y="58"/>
                </a:lnTo>
                <a:lnTo>
                  <a:pt x="3023" y="0"/>
                </a:lnTo>
                <a:moveTo>
                  <a:pt x="3156" y="0"/>
                </a:moveTo>
                <a:lnTo>
                  <a:pt x="3235" y="0"/>
                </a:lnTo>
                <a:lnTo>
                  <a:pt x="3235" y="58"/>
                </a:lnTo>
                <a:lnTo>
                  <a:pt x="3156" y="58"/>
                </a:lnTo>
                <a:lnTo>
                  <a:pt x="3156" y="0"/>
                </a:lnTo>
                <a:moveTo>
                  <a:pt x="3288" y="0"/>
                </a:moveTo>
                <a:lnTo>
                  <a:pt x="3367" y="0"/>
                </a:lnTo>
                <a:lnTo>
                  <a:pt x="3367" y="58"/>
                </a:lnTo>
                <a:lnTo>
                  <a:pt x="3288" y="58"/>
                </a:lnTo>
                <a:lnTo>
                  <a:pt x="3288" y="0"/>
                </a:lnTo>
                <a:moveTo>
                  <a:pt x="3421" y="0"/>
                </a:moveTo>
                <a:lnTo>
                  <a:pt x="3500" y="0"/>
                </a:lnTo>
                <a:lnTo>
                  <a:pt x="3500" y="58"/>
                </a:lnTo>
                <a:lnTo>
                  <a:pt x="3421" y="58"/>
                </a:lnTo>
                <a:lnTo>
                  <a:pt x="3421" y="0"/>
                </a:lnTo>
                <a:moveTo>
                  <a:pt x="3553" y="0"/>
                </a:moveTo>
                <a:lnTo>
                  <a:pt x="3632" y="0"/>
                </a:lnTo>
                <a:lnTo>
                  <a:pt x="3632" y="58"/>
                </a:lnTo>
                <a:lnTo>
                  <a:pt x="3553" y="58"/>
                </a:lnTo>
                <a:lnTo>
                  <a:pt x="3553" y="0"/>
                </a:lnTo>
                <a:moveTo>
                  <a:pt x="3685" y="0"/>
                </a:moveTo>
                <a:lnTo>
                  <a:pt x="3765" y="0"/>
                </a:lnTo>
                <a:lnTo>
                  <a:pt x="3765" y="58"/>
                </a:lnTo>
                <a:lnTo>
                  <a:pt x="3685" y="58"/>
                </a:lnTo>
                <a:lnTo>
                  <a:pt x="3685" y="0"/>
                </a:lnTo>
                <a:moveTo>
                  <a:pt x="3818" y="0"/>
                </a:moveTo>
                <a:lnTo>
                  <a:pt x="3897" y="0"/>
                </a:lnTo>
                <a:lnTo>
                  <a:pt x="3897" y="58"/>
                </a:lnTo>
                <a:lnTo>
                  <a:pt x="3818" y="58"/>
                </a:lnTo>
                <a:lnTo>
                  <a:pt x="3818" y="0"/>
                </a:lnTo>
                <a:moveTo>
                  <a:pt x="3950" y="0"/>
                </a:moveTo>
                <a:lnTo>
                  <a:pt x="4030" y="0"/>
                </a:lnTo>
                <a:lnTo>
                  <a:pt x="4030" y="58"/>
                </a:lnTo>
                <a:lnTo>
                  <a:pt x="3950" y="58"/>
                </a:lnTo>
                <a:lnTo>
                  <a:pt x="3950" y="0"/>
                </a:lnTo>
                <a:moveTo>
                  <a:pt x="4083" y="0"/>
                </a:moveTo>
                <a:lnTo>
                  <a:pt x="4162" y="0"/>
                </a:lnTo>
                <a:lnTo>
                  <a:pt x="4162" y="58"/>
                </a:lnTo>
                <a:lnTo>
                  <a:pt x="4083" y="58"/>
                </a:lnTo>
                <a:lnTo>
                  <a:pt x="4083" y="0"/>
                </a:lnTo>
                <a:moveTo>
                  <a:pt x="4215" y="0"/>
                </a:moveTo>
                <a:lnTo>
                  <a:pt x="4295" y="0"/>
                </a:lnTo>
                <a:lnTo>
                  <a:pt x="4295" y="58"/>
                </a:lnTo>
                <a:lnTo>
                  <a:pt x="4215" y="58"/>
                </a:lnTo>
                <a:lnTo>
                  <a:pt x="4215" y="0"/>
                </a:lnTo>
                <a:moveTo>
                  <a:pt x="4348" y="0"/>
                </a:moveTo>
                <a:lnTo>
                  <a:pt x="4427" y="0"/>
                </a:lnTo>
                <a:lnTo>
                  <a:pt x="4427" y="58"/>
                </a:lnTo>
                <a:lnTo>
                  <a:pt x="4348" y="58"/>
                </a:lnTo>
                <a:lnTo>
                  <a:pt x="4348" y="0"/>
                </a:lnTo>
                <a:moveTo>
                  <a:pt x="4480" y="0"/>
                </a:moveTo>
                <a:lnTo>
                  <a:pt x="4560" y="0"/>
                </a:lnTo>
                <a:lnTo>
                  <a:pt x="4560" y="58"/>
                </a:lnTo>
                <a:lnTo>
                  <a:pt x="4480" y="58"/>
                </a:lnTo>
                <a:lnTo>
                  <a:pt x="4480" y="0"/>
                </a:lnTo>
                <a:moveTo>
                  <a:pt x="4613" y="0"/>
                </a:moveTo>
                <a:lnTo>
                  <a:pt x="4692" y="0"/>
                </a:lnTo>
                <a:lnTo>
                  <a:pt x="4692" y="58"/>
                </a:lnTo>
                <a:lnTo>
                  <a:pt x="4613" y="58"/>
                </a:lnTo>
                <a:lnTo>
                  <a:pt x="4613" y="0"/>
                </a:lnTo>
                <a:moveTo>
                  <a:pt x="4745" y="0"/>
                </a:moveTo>
                <a:lnTo>
                  <a:pt x="4824" y="0"/>
                </a:lnTo>
                <a:lnTo>
                  <a:pt x="4824" y="58"/>
                </a:lnTo>
                <a:lnTo>
                  <a:pt x="4745" y="58"/>
                </a:lnTo>
                <a:lnTo>
                  <a:pt x="4745" y="0"/>
                </a:lnTo>
                <a:moveTo>
                  <a:pt x="4878" y="0"/>
                </a:moveTo>
                <a:lnTo>
                  <a:pt x="4957" y="0"/>
                </a:lnTo>
                <a:lnTo>
                  <a:pt x="4957" y="58"/>
                </a:lnTo>
                <a:lnTo>
                  <a:pt x="4878" y="58"/>
                </a:lnTo>
                <a:lnTo>
                  <a:pt x="4878" y="0"/>
                </a:lnTo>
                <a:moveTo>
                  <a:pt x="5010" y="0"/>
                </a:moveTo>
                <a:lnTo>
                  <a:pt x="5089" y="0"/>
                </a:lnTo>
                <a:lnTo>
                  <a:pt x="5089" y="58"/>
                </a:lnTo>
                <a:lnTo>
                  <a:pt x="5010" y="58"/>
                </a:lnTo>
                <a:lnTo>
                  <a:pt x="5010" y="0"/>
                </a:lnTo>
                <a:moveTo>
                  <a:pt x="5142" y="0"/>
                </a:moveTo>
                <a:lnTo>
                  <a:pt x="5222" y="0"/>
                </a:lnTo>
                <a:lnTo>
                  <a:pt x="5222" y="58"/>
                </a:lnTo>
                <a:lnTo>
                  <a:pt x="5142" y="58"/>
                </a:lnTo>
                <a:lnTo>
                  <a:pt x="5142" y="0"/>
                </a:lnTo>
                <a:moveTo>
                  <a:pt x="5275" y="0"/>
                </a:moveTo>
                <a:lnTo>
                  <a:pt x="5354" y="0"/>
                </a:lnTo>
                <a:lnTo>
                  <a:pt x="5354" y="58"/>
                </a:lnTo>
                <a:lnTo>
                  <a:pt x="5275" y="58"/>
                </a:lnTo>
                <a:lnTo>
                  <a:pt x="5275" y="0"/>
                </a:lnTo>
                <a:moveTo>
                  <a:pt x="5407" y="0"/>
                </a:moveTo>
                <a:lnTo>
                  <a:pt x="5487" y="0"/>
                </a:lnTo>
                <a:lnTo>
                  <a:pt x="5487" y="58"/>
                </a:lnTo>
                <a:lnTo>
                  <a:pt x="5407" y="58"/>
                </a:lnTo>
                <a:lnTo>
                  <a:pt x="5407" y="0"/>
                </a:lnTo>
                <a:moveTo>
                  <a:pt x="5540" y="0"/>
                </a:moveTo>
                <a:lnTo>
                  <a:pt x="5619" y="0"/>
                </a:lnTo>
                <a:lnTo>
                  <a:pt x="5619" y="58"/>
                </a:lnTo>
                <a:lnTo>
                  <a:pt x="5540" y="58"/>
                </a:lnTo>
                <a:lnTo>
                  <a:pt x="5540" y="0"/>
                </a:lnTo>
                <a:moveTo>
                  <a:pt x="5672" y="0"/>
                </a:moveTo>
                <a:lnTo>
                  <a:pt x="5752" y="0"/>
                </a:lnTo>
                <a:lnTo>
                  <a:pt x="5752" y="58"/>
                </a:lnTo>
                <a:lnTo>
                  <a:pt x="5672" y="58"/>
                </a:lnTo>
                <a:lnTo>
                  <a:pt x="5672" y="0"/>
                </a:lnTo>
                <a:moveTo>
                  <a:pt x="5805" y="0"/>
                </a:moveTo>
                <a:lnTo>
                  <a:pt x="5884" y="0"/>
                </a:lnTo>
                <a:lnTo>
                  <a:pt x="5884" y="58"/>
                </a:lnTo>
                <a:lnTo>
                  <a:pt x="5805" y="58"/>
                </a:lnTo>
                <a:lnTo>
                  <a:pt x="5805" y="0"/>
                </a:lnTo>
                <a:moveTo>
                  <a:pt x="5937" y="0"/>
                </a:moveTo>
                <a:lnTo>
                  <a:pt x="6017" y="0"/>
                </a:lnTo>
                <a:lnTo>
                  <a:pt x="6017" y="58"/>
                </a:lnTo>
                <a:lnTo>
                  <a:pt x="5937" y="58"/>
                </a:lnTo>
                <a:lnTo>
                  <a:pt x="5937" y="0"/>
                </a:lnTo>
                <a:moveTo>
                  <a:pt x="6070" y="0"/>
                </a:moveTo>
                <a:lnTo>
                  <a:pt x="6149" y="0"/>
                </a:lnTo>
                <a:lnTo>
                  <a:pt x="6149" y="58"/>
                </a:lnTo>
                <a:lnTo>
                  <a:pt x="6070" y="58"/>
                </a:lnTo>
                <a:lnTo>
                  <a:pt x="6070" y="0"/>
                </a:lnTo>
                <a:moveTo>
                  <a:pt x="6202" y="0"/>
                </a:moveTo>
                <a:lnTo>
                  <a:pt x="6281" y="0"/>
                </a:lnTo>
                <a:lnTo>
                  <a:pt x="6281" y="58"/>
                </a:lnTo>
                <a:lnTo>
                  <a:pt x="6202" y="58"/>
                </a:lnTo>
                <a:lnTo>
                  <a:pt x="6202" y="0"/>
                </a:lnTo>
                <a:moveTo>
                  <a:pt x="6335" y="0"/>
                </a:moveTo>
                <a:lnTo>
                  <a:pt x="6414" y="0"/>
                </a:lnTo>
                <a:lnTo>
                  <a:pt x="6414" y="58"/>
                </a:lnTo>
                <a:lnTo>
                  <a:pt x="6335" y="58"/>
                </a:lnTo>
                <a:lnTo>
                  <a:pt x="6335" y="0"/>
                </a:lnTo>
                <a:moveTo>
                  <a:pt x="6467" y="0"/>
                </a:moveTo>
                <a:lnTo>
                  <a:pt x="6546" y="0"/>
                </a:lnTo>
                <a:lnTo>
                  <a:pt x="6546" y="58"/>
                </a:lnTo>
                <a:lnTo>
                  <a:pt x="6467" y="58"/>
                </a:lnTo>
                <a:lnTo>
                  <a:pt x="6467" y="0"/>
                </a:lnTo>
                <a:moveTo>
                  <a:pt x="6599" y="0"/>
                </a:moveTo>
                <a:lnTo>
                  <a:pt x="6679" y="0"/>
                </a:lnTo>
                <a:lnTo>
                  <a:pt x="6679" y="58"/>
                </a:lnTo>
                <a:lnTo>
                  <a:pt x="6599" y="58"/>
                </a:lnTo>
                <a:lnTo>
                  <a:pt x="6599" y="0"/>
                </a:lnTo>
                <a:moveTo>
                  <a:pt x="6732" y="0"/>
                </a:moveTo>
                <a:lnTo>
                  <a:pt x="6811" y="0"/>
                </a:lnTo>
                <a:lnTo>
                  <a:pt x="6811" y="58"/>
                </a:lnTo>
                <a:lnTo>
                  <a:pt x="6732" y="58"/>
                </a:lnTo>
                <a:lnTo>
                  <a:pt x="6732" y="0"/>
                </a:lnTo>
                <a:moveTo>
                  <a:pt x="6864" y="0"/>
                </a:moveTo>
                <a:lnTo>
                  <a:pt x="6944" y="0"/>
                </a:lnTo>
                <a:lnTo>
                  <a:pt x="6944" y="58"/>
                </a:lnTo>
                <a:lnTo>
                  <a:pt x="6864" y="58"/>
                </a:lnTo>
                <a:lnTo>
                  <a:pt x="6864" y="0"/>
                </a:lnTo>
                <a:moveTo>
                  <a:pt x="6997" y="0"/>
                </a:moveTo>
                <a:lnTo>
                  <a:pt x="7076" y="0"/>
                </a:lnTo>
                <a:lnTo>
                  <a:pt x="7076" y="58"/>
                </a:lnTo>
                <a:lnTo>
                  <a:pt x="6997" y="58"/>
                </a:lnTo>
                <a:lnTo>
                  <a:pt x="6997" y="0"/>
                </a:lnTo>
                <a:moveTo>
                  <a:pt x="7129" y="0"/>
                </a:moveTo>
                <a:lnTo>
                  <a:pt x="7209" y="0"/>
                </a:lnTo>
                <a:lnTo>
                  <a:pt x="7209" y="58"/>
                </a:lnTo>
                <a:lnTo>
                  <a:pt x="7129" y="58"/>
                </a:lnTo>
                <a:lnTo>
                  <a:pt x="7129" y="0"/>
                </a:lnTo>
                <a:moveTo>
                  <a:pt x="7262" y="0"/>
                </a:moveTo>
                <a:lnTo>
                  <a:pt x="7341" y="0"/>
                </a:lnTo>
                <a:lnTo>
                  <a:pt x="7341" y="58"/>
                </a:lnTo>
                <a:lnTo>
                  <a:pt x="7262" y="58"/>
                </a:lnTo>
                <a:lnTo>
                  <a:pt x="7262" y="0"/>
                </a:lnTo>
                <a:moveTo>
                  <a:pt x="7394" y="0"/>
                </a:moveTo>
                <a:lnTo>
                  <a:pt x="7474" y="0"/>
                </a:lnTo>
                <a:lnTo>
                  <a:pt x="7474" y="58"/>
                </a:lnTo>
                <a:lnTo>
                  <a:pt x="7394" y="58"/>
                </a:lnTo>
                <a:lnTo>
                  <a:pt x="7394" y="0"/>
                </a:lnTo>
                <a:moveTo>
                  <a:pt x="7527" y="0"/>
                </a:moveTo>
                <a:lnTo>
                  <a:pt x="7606" y="0"/>
                </a:lnTo>
                <a:lnTo>
                  <a:pt x="7606" y="58"/>
                </a:lnTo>
                <a:lnTo>
                  <a:pt x="7527" y="58"/>
                </a:lnTo>
                <a:lnTo>
                  <a:pt x="7527" y="0"/>
                </a:lnTo>
                <a:moveTo>
                  <a:pt x="7659" y="0"/>
                </a:moveTo>
                <a:lnTo>
                  <a:pt x="7739" y="0"/>
                </a:lnTo>
                <a:lnTo>
                  <a:pt x="7739" y="58"/>
                </a:lnTo>
                <a:lnTo>
                  <a:pt x="7659" y="58"/>
                </a:lnTo>
                <a:lnTo>
                  <a:pt x="7659" y="0"/>
                </a:lnTo>
                <a:moveTo>
                  <a:pt x="7792" y="0"/>
                </a:moveTo>
                <a:lnTo>
                  <a:pt x="7871" y="0"/>
                </a:lnTo>
                <a:lnTo>
                  <a:pt x="7871" y="58"/>
                </a:lnTo>
                <a:lnTo>
                  <a:pt x="7792" y="58"/>
                </a:lnTo>
                <a:lnTo>
                  <a:pt x="7792" y="0"/>
                </a:lnTo>
                <a:moveTo>
                  <a:pt x="7924" y="0"/>
                </a:moveTo>
                <a:lnTo>
                  <a:pt x="8003" y="0"/>
                </a:lnTo>
                <a:lnTo>
                  <a:pt x="8003" y="58"/>
                </a:lnTo>
                <a:lnTo>
                  <a:pt x="7924" y="58"/>
                </a:lnTo>
                <a:lnTo>
                  <a:pt x="7924" y="0"/>
                </a:lnTo>
                <a:moveTo>
                  <a:pt x="8057" y="0"/>
                </a:moveTo>
                <a:lnTo>
                  <a:pt x="8136" y="0"/>
                </a:lnTo>
                <a:lnTo>
                  <a:pt x="8136" y="58"/>
                </a:lnTo>
                <a:lnTo>
                  <a:pt x="8057" y="58"/>
                </a:lnTo>
                <a:lnTo>
                  <a:pt x="8057" y="0"/>
                </a:lnTo>
                <a:moveTo>
                  <a:pt x="8189" y="0"/>
                </a:moveTo>
                <a:lnTo>
                  <a:pt x="8268" y="0"/>
                </a:lnTo>
                <a:lnTo>
                  <a:pt x="8268" y="58"/>
                </a:lnTo>
                <a:lnTo>
                  <a:pt x="8189" y="58"/>
                </a:lnTo>
                <a:lnTo>
                  <a:pt x="8189" y="0"/>
                </a:lnTo>
                <a:moveTo>
                  <a:pt x="8321" y="0"/>
                </a:moveTo>
                <a:lnTo>
                  <a:pt x="8401" y="0"/>
                </a:lnTo>
                <a:lnTo>
                  <a:pt x="8401" y="58"/>
                </a:lnTo>
                <a:lnTo>
                  <a:pt x="8321" y="58"/>
                </a:lnTo>
                <a:lnTo>
                  <a:pt x="8321" y="0"/>
                </a:lnTo>
                <a:moveTo>
                  <a:pt x="8454" y="0"/>
                </a:moveTo>
                <a:lnTo>
                  <a:pt x="8533" y="0"/>
                </a:lnTo>
                <a:lnTo>
                  <a:pt x="8533" y="58"/>
                </a:lnTo>
                <a:lnTo>
                  <a:pt x="8454" y="58"/>
                </a:lnTo>
                <a:lnTo>
                  <a:pt x="8454" y="0"/>
                </a:lnTo>
                <a:moveTo>
                  <a:pt x="8586" y="0"/>
                </a:moveTo>
                <a:lnTo>
                  <a:pt x="8666" y="0"/>
                </a:lnTo>
                <a:lnTo>
                  <a:pt x="8666" y="58"/>
                </a:lnTo>
                <a:lnTo>
                  <a:pt x="8586" y="58"/>
                </a:lnTo>
                <a:lnTo>
                  <a:pt x="8586" y="0"/>
                </a:lnTo>
                <a:moveTo>
                  <a:pt x="8719" y="0"/>
                </a:moveTo>
                <a:lnTo>
                  <a:pt x="8798" y="0"/>
                </a:lnTo>
                <a:lnTo>
                  <a:pt x="8798" y="58"/>
                </a:lnTo>
                <a:lnTo>
                  <a:pt x="8719" y="58"/>
                </a:lnTo>
                <a:lnTo>
                  <a:pt x="8719" y="0"/>
                </a:lnTo>
                <a:moveTo>
                  <a:pt x="8855" y="3"/>
                </a:moveTo>
                <a:cubicBezTo>
                  <a:pt x="8886" y="9"/>
                  <a:pt x="8914" y="19"/>
                  <a:pt x="8940" y="36"/>
                </a:cubicBezTo>
                <a:lnTo>
                  <a:pt x="8910" y="85"/>
                </a:lnTo>
                <a:cubicBezTo>
                  <a:pt x="8890" y="73"/>
                  <a:pt x="8868" y="65"/>
                  <a:pt x="8845" y="61"/>
                </a:cubicBezTo>
                <a:lnTo>
                  <a:pt x="8855" y="3"/>
                </a:lnTo>
                <a:moveTo>
                  <a:pt x="8988" y="74"/>
                </a:moveTo>
                <a:cubicBezTo>
                  <a:pt x="9009" y="96"/>
                  <a:pt x="9026" y="122"/>
                  <a:pt x="9037" y="150"/>
                </a:cubicBezTo>
                <a:lnTo>
                  <a:pt x="8983" y="172"/>
                </a:lnTo>
                <a:cubicBezTo>
                  <a:pt x="8974" y="150"/>
                  <a:pt x="8962" y="131"/>
                  <a:pt x="8946" y="114"/>
                </a:cubicBezTo>
                <a:lnTo>
                  <a:pt x="8988" y="74"/>
                </a:lnTo>
                <a:moveTo>
                  <a:pt x="9053" y="210"/>
                </a:moveTo>
                <a:cubicBezTo>
                  <a:pt x="9054" y="220"/>
                  <a:pt x="9055" y="230"/>
                  <a:pt x="9055" y="241"/>
                </a:cubicBezTo>
                <a:lnTo>
                  <a:pt x="9055" y="292"/>
                </a:lnTo>
                <a:lnTo>
                  <a:pt x="8997" y="292"/>
                </a:lnTo>
                <a:lnTo>
                  <a:pt x="8997" y="241"/>
                </a:lnTo>
                <a:cubicBezTo>
                  <a:pt x="8997" y="233"/>
                  <a:pt x="8996" y="225"/>
                  <a:pt x="8995" y="217"/>
                </a:cubicBezTo>
                <a:lnTo>
                  <a:pt x="9053" y="210"/>
                </a:lnTo>
                <a:moveTo>
                  <a:pt x="9055" y="345"/>
                </a:moveTo>
                <a:lnTo>
                  <a:pt x="9055" y="424"/>
                </a:lnTo>
                <a:lnTo>
                  <a:pt x="8997" y="424"/>
                </a:lnTo>
                <a:lnTo>
                  <a:pt x="8997" y="345"/>
                </a:lnTo>
                <a:lnTo>
                  <a:pt x="9055" y="345"/>
                </a:lnTo>
                <a:moveTo>
                  <a:pt x="9055" y="477"/>
                </a:moveTo>
                <a:lnTo>
                  <a:pt x="9055" y="557"/>
                </a:lnTo>
                <a:lnTo>
                  <a:pt x="8997" y="557"/>
                </a:lnTo>
                <a:lnTo>
                  <a:pt x="8997" y="477"/>
                </a:lnTo>
                <a:lnTo>
                  <a:pt x="9055" y="477"/>
                </a:lnTo>
                <a:moveTo>
                  <a:pt x="9055" y="610"/>
                </a:moveTo>
                <a:lnTo>
                  <a:pt x="9055" y="689"/>
                </a:lnTo>
                <a:lnTo>
                  <a:pt x="8997" y="689"/>
                </a:lnTo>
                <a:lnTo>
                  <a:pt x="8997" y="610"/>
                </a:lnTo>
                <a:lnTo>
                  <a:pt x="9055" y="610"/>
                </a:lnTo>
                <a:moveTo>
                  <a:pt x="9055" y="742"/>
                </a:moveTo>
                <a:lnTo>
                  <a:pt x="9055" y="823"/>
                </a:lnTo>
                <a:lnTo>
                  <a:pt x="8997" y="823"/>
                </a:lnTo>
                <a:lnTo>
                  <a:pt x="8997" y="742"/>
                </a:lnTo>
                <a:lnTo>
                  <a:pt x="9055" y="742"/>
                </a:lnTo>
                <a:moveTo>
                  <a:pt x="9055" y="876"/>
                </a:moveTo>
                <a:lnTo>
                  <a:pt x="9055" y="955"/>
                </a:lnTo>
                <a:lnTo>
                  <a:pt x="8997" y="955"/>
                </a:lnTo>
                <a:lnTo>
                  <a:pt x="8997" y="876"/>
                </a:lnTo>
                <a:lnTo>
                  <a:pt x="9055" y="876"/>
                </a:lnTo>
                <a:moveTo>
                  <a:pt x="9055" y="1008"/>
                </a:moveTo>
                <a:lnTo>
                  <a:pt x="9055" y="1088"/>
                </a:lnTo>
                <a:lnTo>
                  <a:pt x="8997" y="1088"/>
                </a:lnTo>
                <a:lnTo>
                  <a:pt x="8997" y="1008"/>
                </a:lnTo>
                <a:lnTo>
                  <a:pt x="9055" y="1008"/>
                </a:lnTo>
                <a:moveTo>
                  <a:pt x="9055" y="1141"/>
                </a:moveTo>
                <a:lnTo>
                  <a:pt x="9055" y="1220"/>
                </a:lnTo>
                <a:lnTo>
                  <a:pt x="8997" y="1220"/>
                </a:lnTo>
                <a:lnTo>
                  <a:pt x="8997" y="1141"/>
                </a:lnTo>
                <a:lnTo>
                  <a:pt x="9055" y="1141"/>
                </a:lnTo>
                <a:moveTo>
                  <a:pt x="9055" y="1273"/>
                </a:moveTo>
                <a:lnTo>
                  <a:pt x="9055" y="1353"/>
                </a:lnTo>
                <a:lnTo>
                  <a:pt x="8997" y="1353"/>
                </a:lnTo>
                <a:lnTo>
                  <a:pt x="8997" y="1273"/>
                </a:lnTo>
                <a:lnTo>
                  <a:pt x="9055" y="1273"/>
                </a:lnTo>
                <a:moveTo>
                  <a:pt x="9055" y="1406"/>
                </a:moveTo>
                <a:lnTo>
                  <a:pt x="9055" y="1485"/>
                </a:lnTo>
                <a:lnTo>
                  <a:pt x="8997" y="1485"/>
                </a:lnTo>
                <a:lnTo>
                  <a:pt x="8997" y="1406"/>
                </a:lnTo>
                <a:lnTo>
                  <a:pt x="9055" y="1406"/>
                </a:lnTo>
                <a:moveTo>
                  <a:pt x="9055" y="1538"/>
                </a:moveTo>
                <a:lnTo>
                  <a:pt x="9055" y="1617"/>
                </a:lnTo>
                <a:lnTo>
                  <a:pt x="8997" y="1617"/>
                </a:lnTo>
                <a:lnTo>
                  <a:pt x="8997" y="1538"/>
                </a:lnTo>
                <a:lnTo>
                  <a:pt x="9055" y="1538"/>
                </a:lnTo>
                <a:moveTo>
                  <a:pt x="9048" y="1676"/>
                </a:moveTo>
                <a:cubicBezTo>
                  <a:pt x="9040" y="1706"/>
                  <a:pt x="9027" y="1734"/>
                  <a:pt x="9009" y="1759"/>
                </a:cubicBezTo>
                <a:lnTo>
                  <a:pt x="8962" y="1725"/>
                </a:lnTo>
                <a:cubicBezTo>
                  <a:pt x="8976" y="1706"/>
                  <a:pt x="8985" y="1685"/>
                  <a:pt x="8991" y="1662"/>
                </a:cubicBezTo>
                <a:lnTo>
                  <a:pt x="9048" y="1676"/>
                </a:lnTo>
                <a:moveTo>
                  <a:pt x="8967" y="1804"/>
                </a:moveTo>
                <a:cubicBezTo>
                  <a:pt x="8943" y="1823"/>
                  <a:pt x="8916" y="1838"/>
                  <a:pt x="8887" y="1847"/>
                </a:cubicBezTo>
                <a:lnTo>
                  <a:pt x="8869" y="1791"/>
                </a:lnTo>
                <a:cubicBezTo>
                  <a:pt x="8892" y="1784"/>
                  <a:pt x="8912" y="1773"/>
                  <a:pt x="8930" y="1759"/>
                </a:cubicBezTo>
                <a:lnTo>
                  <a:pt x="8967" y="1804"/>
                </a:lnTo>
                <a:moveTo>
                  <a:pt x="8828" y="1858"/>
                </a:moveTo>
                <a:cubicBezTo>
                  <a:pt x="8823" y="1858"/>
                  <a:pt x="8819" y="1858"/>
                  <a:pt x="8814" y="1858"/>
                </a:cubicBezTo>
                <a:lnTo>
                  <a:pt x="8747" y="1858"/>
                </a:lnTo>
                <a:lnTo>
                  <a:pt x="8747" y="1800"/>
                </a:lnTo>
                <a:lnTo>
                  <a:pt x="8814" y="1800"/>
                </a:lnTo>
                <a:cubicBezTo>
                  <a:pt x="8817" y="1800"/>
                  <a:pt x="8821" y="1800"/>
                  <a:pt x="8824" y="1800"/>
                </a:cubicBezTo>
                <a:lnTo>
                  <a:pt x="8828" y="1858"/>
                </a:lnTo>
                <a:moveTo>
                  <a:pt x="8694" y="1858"/>
                </a:moveTo>
                <a:lnTo>
                  <a:pt x="8615" y="1858"/>
                </a:lnTo>
                <a:lnTo>
                  <a:pt x="8615" y="1800"/>
                </a:lnTo>
                <a:lnTo>
                  <a:pt x="8694" y="1800"/>
                </a:lnTo>
                <a:lnTo>
                  <a:pt x="8694" y="1858"/>
                </a:lnTo>
                <a:moveTo>
                  <a:pt x="8562" y="1858"/>
                </a:moveTo>
                <a:lnTo>
                  <a:pt x="8482" y="1858"/>
                </a:lnTo>
                <a:lnTo>
                  <a:pt x="8482" y="1800"/>
                </a:lnTo>
                <a:lnTo>
                  <a:pt x="8562" y="1800"/>
                </a:lnTo>
                <a:lnTo>
                  <a:pt x="8562" y="1858"/>
                </a:lnTo>
                <a:moveTo>
                  <a:pt x="8429" y="1858"/>
                </a:moveTo>
                <a:lnTo>
                  <a:pt x="8350" y="1858"/>
                </a:lnTo>
                <a:lnTo>
                  <a:pt x="8350" y="1800"/>
                </a:lnTo>
                <a:lnTo>
                  <a:pt x="8429" y="1800"/>
                </a:lnTo>
                <a:lnTo>
                  <a:pt x="8429" y="1858"/>
                </a:lnTo>
                <a:moveTo>
                  <a:pt x="8297" y="1858"/>
                </a:moveTo>
                <a:lnTo>
                  <a:pt x="8217" y="1858"/>
                </a:lnTo>
                <a:lnTo>
                  <a:pt x="8217" y="1800"/>
                </a:lnTo>
                <a:lnTo>
                  <a:pt x="8297" y="1800"/>
                </a:lnTo>
                <a:lnTo>
                  <a:pt x="8297" y="1858"/>
                </a:lnTo>
                <a:moveTo>
                  <a:pt x="8164" y="1858"/>
                </a:moveTo>
                <a:lnTo>
                  <a:pt x="8085" y="1858"/>
                </a:lnTo>
                <a:lnTo>
                  <a:pt x="8085" y="1800"/>
                </a:lnTo>
                <a:lnTo>
                  <a:pt x="8164" y="1800"/>
                </a:lnTo>
                <a:lnTo>
                  <a:pt x="8164" y="1858"/>
                </a:lnTo>
                <a:moveTo>
                  <a:pt x="8032" y="1858"/>
                </a:moveTo>
                <a:lnTo>
                  <a:pt x="7952" y="1858"/>
                </a:lnTo>
                <a:lnTo>
                  <a:pt x="7952" y="1800"/>
                </a:lnTo>
                <a:lnTo>
                  <a:pt x="8032" y="1800"/>
                </a:lnTo>
                <a:lnTo>
                  <a:pt x="8032" y="1858"/>
                </a:lnTo>
                <a:moveTo>
                  <a:pt x="7899" y="1858"/>
                </a:moveTo>
                <a:lnTo>
                  <a:pt x="7820" y="1858"/>
                </a:lnTo>
                <a:lnTo>
                  <a:pt x="7820" y="1800"/>
                </a:lnTo>
                <a:lnTo>
                  <a:pt x="7899" y="1800"/>
                </a:lnTo>
                <a:lnTo>
                  <a:pt x="7899" y="1858"/>
                </a:lnTo>
                <a:moveTo>
                  <a:pt x="7767" y="1858"/>
                </a:moveTo>
                <a:lnTo>
                  <a:pt x="7687" y="1858"/>
                </a:lnTo>
                <a:lnTo>
                  <a:pt x="7687" y="1800"/>
                </a:lnTo>
                <a:lnTo>
                  <a:pt x="7767" y="1800"/>
                </a:lnTo>
                <a:lnTo>
                  <a:pt x="7767" y="1858"/>
                </a:lnTo>
                <a:moveTo>
                  <a:pt x="7634" y="1858"/>
                </a:moveTo>
                <a:lnTo>
                  <a:pt x="7555" y="1858"/>
                </a:lnTo>
                <a:lnTo>
                  <a:pt x="7555" y="1800"/>
                </a:lnTo>
                <a:lnTo>
                  <a:pt x="7634" y="1800"/>
                </a:lnTo>
                <a:lnTo>
                  <a:pt x="7634" y="1858"/>
                </a:lnTo>
                <a:moveTo>
                  <a:pt x="7502" y="1858"/>
                </a:moveTo>
                <a:lnTo>
                  <a:pt x="7423" y="1858"/>
                </a:lnTo>
                <a:lnTo>
                  <a:pt x="7423" y="1800"/>
                </a:lnTo>
                <a:lnTo>
                  <a:pt x="7502" y="1800"/>
                </a:lnTo>
                <a:lnTo>
                  <a:pt x="7502" y="1858"/>
                </a:lnTo>
                <a:moveTo>
                  <a:pt x="7369" y="1858"/>
                </a:moveTo>
                <a:lnTo>
                  <a:pt x="7290" y="1858"/>
                </a:lnTo>
                <a:lnTo>
                  <a:pt x="7290" y="1800"/>
                </a:lnTo>
                <a:lnTo>
                  <a:pt x="7369" y="1800"/>
                </a:lnTo>
                <a:lnTo>
                  <a:pt x="7369" y="1858"/>
                </a:lnTo>
                <a:moveTo>
                  <a:pt x="7237" y="1858"/>
                </a:moveTo>
                <a:lnTo>
                  <a:pt x="7158" y="1858"/>
                </a:lnTo>
                <a:lnTo>
                  <a:pt x="7158" y="1800"/>
                </a:lnTo>
                <a:lnTo>
                  <a:pt x="7237" y="1800"/>
                </a:lnTo>
                <a:lnTo>
                  <a:pt x="7237" y="1858"/>
                </a:lnTo>
                <a:moveTo>
                  <a:pt x="7105" y="1858"/>
                </a:moveTo>
                <a:lnTo>
                  <a:pt x="7025" y="1858"/>
                </a:lnTo>
                <a:lnTo>
                  <a:pt x="7025" y="1800"/>
                </a:lnTo>
                <a:lnTo>
                  <a:pt x="7105" y="1800"/>
                </a:lnTo>
                <a:lnTo>
                  <a:pt x="7105" y="1858"/>
                </a:lnTo>
                <a:moveTo>
                  <a:pt x="6972" y="1858"/>
                </a:moveTo>
                <a:lnTo>
                  <a:pt x="6893" y="1858"/>
                </a:lnTo>
                <a:lnTo>
                  <a:pt x="6893" y="1800"/>
                </a:lnTo>
                <a:lnTo>
                  <a:pt x="6972" y="1800"/>
                </a:lnTo>
                <a:lnTo>
                  <a:pt x="6972" y="1858"/>
                </a:lnTo>
                <a:moveTo>
                  <a:pt x="6840" y="1858"/>
                </a:moveTo>
                <a:lnTo>
                  <a:pt x="6760" y="1858"/>
                </a:lnTo>
                <a:lnTo>
                  <a:pt x="6760" y="1800"/>
                </a:lnTo>
                <a:lnTo>
                  <a:pt x="6840" y="1800"/>
                </a:lnTo>
                <a:lnTo>
                  <a:pt x="6840" y="1858"/>
                </a:lnTo>
                <a:moveTo>
                  <a:pt x="6707" y="1858"/>
                </a:moveTo>
                <a:lnTo>
                  <a:pt x="6628" y="1858"/>
                </a:lnTo>
                <a:lnTo>
                  <a:pt x="6628" y="1800"/>
                </a:lnTo>
                <a:lnTo>
                  <a:pt x="6707" y="1800"/>
                </a:lnTo>
                <a:lnTo>
                  <a:pt x="6707" y="1858"/>
                </a:lnTo>
                <a:moveTo>
                  <a:pt x="6575" y="1858"/>
                </a:moveTo>
                <a:lnTo>
                  <a:pt x="6495" y="1858"/>
                </a:lnTo>
                <a:lnTo>
                  <a:pt x="6495" y="1800"/>
                </a:lnTo>
                <a:lnTo>
                  <a:pt x="6575" y="1800"/>
                </a:lnTo>
                <a:lnTo>
                  <a:pt x="6575" y="1858"/>
                </a:lnTo>
                <a:moveTo>
                  <a:pt x="6442" y="1858"/>
                </a:moveTo>
                <a:lnTo>
                  <a:pt x="6363" y="1858"/>
                </a:lnTo>
                <a:lnTo>
                  <a:pt x="6363" y="1800"/>
                </a:lnTo>
                <a:lnTo>
                  <a:pt x="6442" y="1800"/>
                </a:lnTo>
                <a:lnTo>
                  <a:pt x="6442" y="1858"/>
                </a:lnTo>
                <a:moveTo>
                  <a:pt x="6310" y="1858"/>
                </a:moveTo>
                <a:lnTo>
                  <a:pt x="6230" y="1858"/>
                </a:lnTo>
                <a:lnTo>
                  <a:pt x="6230" y="1800"/>
                </a:lnTo>
                <a:lnTo>
                  <a:pt x="6310" y="1800"/>
                </a:lnTo>
                <a:lnTo>
                  <a:pt x="6310" y="1858"/>
                </a:lnTo>
                <a:moveTo>
                  <a:pt x="6177" y="1858"/>
                </a:moveTo>
                <a:lnTo>
                  <a:pt x="6098" y="1858"/>
                </a:lnTo>
                <a:lnTo>
                  <a:pt x="6098" y="1800"/>
                </a:lnTo>
                <a:lnTo>
                  <a:pt x="6177" y="1800"/>
                </a:lnTo>
                <a:lnTo>
                  <a:pt x="6177" y="1858"/>
                </a:lnTo>
                <a:moveTo>
                  <a:pt x="6045" y="1858"/>
                </a:moveTo>
                <a:lnTo>
                  <a:pt x="5966" y="1858"/>
                </a:lnTo>
                <a:lnTo>
                  <a:pt x="5966" y="1800"/>
                </a:lnTo>
                <a:lnTo>
                  <a:pt x="6045" y="1800"/>
                </a:lnTo>
                <a:lnTo>
                  <a:pt x="6045" y="1858"/>
                </a:lnTo>
                <a:moveTo>
                  <a:pt x="5912" y="1858"/>
                </a:moveTo>
                <a:lnTo>
                  <a:pt x="5833" y="1858"/>
                </a:lnTo>
                <a:lnTo>
                  <a:pt x="5833" y="1800"/>
                </a:lnTo>
                <a:lnTo>
                  <a:pt x="5912" y="1800"/>
                </a:lnTo>
                <a:lnTo>
                  <a:pt x="5912" y="1858"/>
                </a:lnTo>
                <a:moveTo>
                  <a:pt x="5780" y="1858"/>
                </a:moveTo>
                <a:lnTo>
                  <a:pt x="5701" y="1858"/>
                </a:lnTo>
                <a:lnTo>
                  <a:pt x="5701" y="1800"/>
                </a:lnTo>
                <a:lnTo>
                  <a:pt x="5780" y="1800"/>
                </a:lnTo>
                <a:lnTo>
                  <a:pt x="5780" y="1858"/>
                </a:lnTo>
                <a:moveTo>
                  <a:pt x="5648" y="1858"/>
                </a:moveTo>
                <a:lnTo>
                  <a:pt x="5568" y="1858"/>
                </a:lnTo>
                <a:lnTo>
                  <a:pt x="5568" y="1800"/>
                </a:lnTo>
                <a:lnTo>
                  <a:pt x="5648" y="1800"/>
                </a:lnTo>
                <a:lnTo>
                  <a:pt x="5648" y="1858"/>
                </a:lnTo>
                <a:moveTo>
                  <a:pt x="5515" y="1858"/>
                </a:moveTo>
                <a:lnTo>
                  <a:pt x="5436" y="1858"/>
                </a:lnTo>
                <a:lnTo>
                  <a:pt x="5436" y="1800"/>
                </a:lnTo>
                <a:lnTo>
                  <a:pt x="5515" y="1800"/>
                </a:lnTo>
                <a:lnTo>
                  <a:pt x="5515" y="1858"/>
                </a:lnTo>
                <a:moveTo>
                  <a:pt x="5383" y="1858"/>
                </a:moveTo>
                <a:lnTo>
                  <a:pt x="5303" y="1858"/>
                </a:lnTo>
                <a:lnTo>
                  <a:pt x="5303" y="1800"/>
                </a:lnTo>
                <a:lnTo>
                  <a:pt x="5383" y="1800"/>
                </a:lnTo>
                <a:lnTo>
                  <a:pt x="5383" y="1858"/>
                </a:lnTo>
                <a:moveTo>
                  <a:pt x="5250" y="1858"/>
                </a:moveTo>
                <a:lnTo>
                  <a:pt x="5171" y="1858"/>
                </a:lnTo>
                <a:lnTo>
                  <a:pt x="5171" y="1800"/>
                </a:lnTo>
                <a:lnTo>
                  <a:pt x="5250" y="1800"/>
                </a:lnTo>
                <a:lnTo>
                  <a:pt x="5250" y="1858"/>
                </a:lnTo>
                <a:moveTo>
                  <a:pt x="5118" y="1858"/>
                </a:moveTo>
                <a:lnTo>
                  <a:pt x="5038" y="1858"/>
                </a:lnTo>
                <a:lnTo>
                  <a:pt x="5038" y="1800"/>
                </a:lnTo>
                <a:lnTo>
                  <a:pt x="5118" y="1800"/>
                </a:lnTo>
                <a:lnTo>
                  <a:pt x="5118" y="1858"/>
                </a:lnTo>
                <a:moveTo>
                  <a:pt x="4985" y="1858"/>
                </a:moveTo>
                <a:lnTo>
                  <a:pt x="4906" y="1858"/>
                </a:lnTo>
                <a:lnTo>
                  <a:pt x="4906" y="1800"/>
                </a:lnTo>
                <a:lnTo>
                  <a:pt x="4985" y="1800"/>
                </a:lnTo>
                <a:lnTo>
                  <a:pt x="4985" y="1858"/>
                </a:lnTo>
                <a:moveTo>
                  <a:pt x="4853" y="1858"/>
                </a:moveTo>
                <a:lnTo>
                  <a:pt x="4773" y="1858"/>
                </a:lnTo>
                <a:lnTo>
                  <a:pt x="4773" y="1800"/>
                </a:lnTo>
                <a:lnTo>
                  <a:pt x="4853" y="1800"/>
                </a:lnTo>
                <a:lnTo>
                  <a:pt x="4853" y="1858"/>
                </a:lnTo>
                <a:moveTo>
                  <a:pt x="4720" y="1858"/>
                </a:moveTo>
                <a:lnTo>
                  <a:pt x="4641" y="1858"/>
                </a:lnTo>
                <a:lnTo>
                  <a:pt x="4641" y="1800"/>
                </a:lnTo>
                <a:lnTo>
                  <a:pt x="4720" y="1800"/>
                </a:lnTo>
                <a:lnTo>
                  <a:pt x="4720" y="1858"/>
                </a:lnTo>
                <a:moveTo>
                  <a:pt x="4588" y="1858"/>
                </a:moveTo>
                <a:lnTo>
                  <a:pt x="4508" y="1858"/>
                </a:lnTo>
                <a:lnTo>
                  <a:pt x="4508" y="1800"/>
                </a:lnTo>
                <a:lnTo>
                  <a:pt x="4588" y="1800"/>
                </a:lnTo>
                <a:lnTo>
                  <a:pt x="4588" y="1858"/>
                </a:lnTo>
                <a:moveTo>
                  <a:pt x="4455" y="1858"/>
                </a:moveTo>
                <a:lnTo>
                  <a:pt x="4376" y="1858"/>
                </a:lnTo>
                <a:lnTo>
                  <a:pt x="4376" y="1800"/>
                </a:lnTo>
                <a:lnTo>
                  <a:pt x="4455" y="1800"/>
                </a:lnTo>
                <a:lnTo>
                  <a:pt x="4455" y="1858"/>
                </a:lnTo>
                <a:moveTo>
                  <a:pt x="4323" y="1858"/>
                </a:moveTo>
                <a:lnTo>
                  <a:pt x="4244" y="1858"/>
                </a:lnTo>
                <a:lnTo>
                  <a:pt x="4244" y="1800"/>
                </a:lnTo>
                <a:lnTo>
                  <a:pt x="4323" y="1800"/>
                </a:lnTo>
                <a:lnTo>
                  <a:pt x="4323" y="1858"/>
                </a:lnTo>
                <a:moveTo>
                  <a:pt x="4191" y="1858"/>
                </a:moveTo>
                <a:lnTo>
                  <a:pt x="4111" y="1858"/>
                </a:lnTo>
                <a:lnTo>
                  <a:pt x="4111" y="1800"/>
                </a:lnTo>
                <a:lnTo>
                  <a:pt x="4191" y="1800"/>
                </a:lnTo>
                <a:lnTo>
                  <a:pt x="4191" y="1858"/>
                </a:lnTo>
                <a:moveTo>
                  <a:pt x="4058" y="1858"/>
                </a:moveTo>
                <a:lnTo>
                  <a:pt x="3979" y="1858"/>
                </a:lnTo>
                <a:lnTo>
                  <a:pt x="3979" y="1800"/>
                </a:lnTo>
                <a:lnTo>
                  <a:pt x="4058" y="1800"/>
                </a:lnTo>
                <a:lnTo>
                  <a:pt x="4058" y="1858"/>
                </a:lnTo>
                <a:moveTo>
                  <a:pt x="3926" y="1858"/>
                </a:moveTo>
                <a:lnTo>
                  <a:pt x="3846" y="1858"/>
                </a:lnTo>
                <a:lnTo>
                  <a:pt x="3846" y="1800"/>
                </a:lnTo>
                <a:lnTo>
                  <a:pt x="3926" y="1800"/>
                </a:lnTo>
                <a:lnTo>
                  <a:pt x="3926" y="1858"/>
                </a:lnTo>
                <a:moveTo>
                  <a:pt x="3793" y="1858"/>
                </a:moveTo>
                <a:lnTo>
                  <a:pt x="3714" y="1858"/>
                </a:lnTo>
                <a:lnTo>
                  <a:pt x="3714" y="1800"/>
                </a:lnTo>
                <a:lnTo>
                  <a:pt x="3793" y="1800"/>
                </a:lnTo>
                <a:lnTo>
                  <a:pt x="3793" y="1858"/>
                </a:lnTo>
                <a:moveTo>
                  <a:pt x="3661" y="1858"/>
                </a:moveTo>
                <a:lnTo>
                  <a:pt x="3581" y="1858"/>
                </a:lnTo>
                <a:lnTo>
                  <a:pt x="3581" y="1800"/>
                </a:lnTo>
                <a:lnTo>
                  <a:pt x="3661" y="1800"/>
                </a:lnTo>
                <a:lnTo>
                  <a:pt x="3661" y="1858"/>
                </a:lnTo>
                <a:moveTo>
                  <a:pt x="3528" y="1858"/>
                </a:moveTo>
                <a:lnTo>
                  <a:pt x="3449" y="1858"/>
                </a:lnTo>
                <a:lnTo>
                  <a:pt x="3449" y="1800"/>
                </a:lnTo>
                <a:lnTo>
                  <a:pt x="3528" y="1800"/>
                </a:lnTo>
                <a:lnTo>
                  <a:pt x="3528" y="1858"/>
                </a:lnTo>
                <a:moveTo>
                  <a:pt x="3396" y="1858"/>
                </a:moveTo>
                <a:lnTo>
                  <a:pt x="3316" y="1858"/>
                </a:lnTo>
                <a:lnTo>
                  <a:pt x="3316" y="1800"/>
                </a:lnTo>
                <a:lnTo>
                  <a:pt x="3396" y="1800"/>
                </a:lnTo>
                <a:lnTo>
                  <a:pt x="3396" y="1858"/>
                </a:lnTo>
                <a:moveTo>
                  <a:pt x="3263" y="1858"/>
                </a:moveTo>
                <a:lnTo>
                  <a:pt x="3184" y="1858"/>
                </a:lnTo>
                <a:lnTo>
                  <a:pt x="3184" y="1800"/>
                </a:lnTo>
                <a:lnTo>
                  <a:pt x="3263" y="1800"/>
                </a:lnTo>
                <a:lnTo>
                  <a:pt x="3263" y="1858"/>
                </a:lnTo>
                <a:moveTo>
                  <a:pt x="3131" y="1858"/>
                </a:moveTo>
                <a:lnTo>
                  <a:pt x="3051" y="1858"/>
                </a:lnTo>
                <a:lnTo>
                  <a:pt x="3051" y="1800"/>
                </a:lnTo>
                <a:lnTo>
                  <a:pt x="3131" y="1800"/>
                </a:lnTo>
                <a:lnTo>
                  <a:pt x="3131" y="1858"/>
                </a:lnTo>
                <a:moveTo>
                  <a:pt x="2998" y="1858"/>
                </a:moveTo>
                <a:lnTo>
                  <a:pt x="2919" y="1858"/>
                </a:lnTo>
                <a:lnTo>
                  <a:pt x="2919" y="1800"/>
                </a:lnTo>
                <a:lnTo>
                  <a:pt x="2998" y="1800"/>
                </a:lnTo>
                <a:lnTo>
                  <a:pt x="2998" y="1858"/>
                </a:lnTo>
                <a:moveTo>
                  <a:pt x="2866" y="1858"/>
                </a:moveTo>
                <a:lnTo>
                  <a:pt x="2787" y="1858"/>
                </a:lnTo>
                <a:lnTo>
                  <a:pt x="2787" y="1800"/>
                </a:lnTo>
                <a:lnTo>
                  <a:pt x="2866" y="1800"/>
                </a:lnTo>
                <a:lnTo>
                  <a:pt x="2866" y="1858"/>
                </a:lnTo>
                <a:moveTo>
                  <a:pt x="2733" y="1858"/>
                </a:moveTo>
                <a:lnTo>
                  <a:pt x="2654" y="1858"/>
                </a:lnTo>
                <a:lnTo>
                  <a:pt x="2654" y="1800"/>
                </a:lnTo>
                <a:lnTo>
                  <a:pt x="2733" y="1800"/>
                </a:lnTo>
                <a:lnTo>
                  <a:pt x="2733" y="1858"/>
                </a:lnTo>
                <a:moveTo>
                  <a:pt x="2601" y="1858"/>
                </a:moveTo>
                <a:lnTo>
                  <a:pt x="2522" y="1858"/>
                </a:lnTo>
                <a:lnTo>
                  <a:pt x="2522" y="1800"/>
                </a:lnTo>
                <a:lnTo>
                  <a:pt x="2601" y="1800"/>
                </a:lnTo>
                <a:lnTo>
                  <a:pt x="2601" y="1858"/>
                </a:lnTo>
                <a:moveTo>
                  <a:pt x="2469" y="1858"/>
                </a:moveTo>
                <a:lnTo>
                  <a:pt x="2389" y="1858"/>
                </a:lnTo>
                <a:lnTo>
                  <a:pt x="2389" y="1800"/>
                </a:lnTo>
                <a:lnTo>
                  <a:pt x="2469" y="1800"/>
                </a:lnTo>
                <a:lnTo>
                  <a:pt x="2469" y="1858"/>
                </a:lnTo>
                <a:moveTo>
                  <a:pt x="2336" y="1858"/>
                </a:moveTo>
                <a:lnTo>
                  <a:pt x="2257" y="1858"/>
                </a:lnTo>
                <a:lnTo>
                  <a:pt x="2257" y="1800"/>
                </a:lnTo>
                <a:lnTo>
                  <a:pt x="2336" y="1800"/>
                </a:lnTo>
                <a:lnTo>
                  <a:pt x="2336" y="1858"/>
                </a:lnTo>
                <a:moveTo>
                  <a:pt x="2204" y="1858"/>
                </a:moveTo>
                <a:lnTo>
                  <a:pt x="2124" y="1858"/>
                </a:lnTo>
                <a:lnTo>
                  <a:pt x="2124" y="1800"/>
                </a:lnTo>
                <a:lnTo>
                  <a:pt x="2204" y="1800"/>
                </a:lnTo>
                <a:lnTo>
                  <a:pt x="2204" y="1858"/>
                </a:lnTo>
                <a:moveTo>
                  <a:pt x="2071" y="1858"/>
                </a:moveTo>
                <a:lnTo>
                  <a:pt x="1992" y="1858"/>
                </a:lnTo>
                <a:lnTo>
                  <a:pt x="1992" y="1800"/>
                </a:lnTo>
                <a:lnTo>
                  <a:pt x="2071" y="1800"/>
                </a:lnTo>
                <a:lnTo>
                  <a:pt x="2071" y="1858"/>
                </a:lnTo>
                <a:moveTo>
                  <a:pt x="1939" y="1858"/>
                </a:moveTo>
                <a:lnTo>
                  <a:pt x="1859" y="1858"/>
                </a:lnTo>
                <a:lnTo>
                  <a:pt x="1859" y="1800"/>
                </a:lnTo>
                <a:lnTo>
                  <a:pt x="1939" y="1800"/>
                </a:lnTo>
                <a:lnTo>
                  <a:pt x="1939" y="1858"/>
                </a:lnTo>
                <a:moveTo>
                  <a:pt x="1806" y="1858"/>
                </a:moveTo>
                <a:lnTo>
                  <a:pt x="1727" y="1858"/>
                </a:lnTo>
                <a:lnTo>
                  <a:pt x="1727" y="1800"/>
                </a:lnTo>
                <a:lnTo>
                  <a:pt x="1806" y="1800"/>
                </a:lnTo>
                <a:lnTo>
                  <a:pt x="1806" y="1858"/>
                </a:lnTo>
                <a:moveTo>
                  <a:pt x="1674" y="1858"/>
                </a:moveTo>
                <a:lnTo>
                  <a:pt x="1594" y="1858"/>
                </a:lnTo>
                <a:lnTo>
                  <a:pt x="1594" y="1800"/>
                </a:lnTo>
                <a:lnTo>
                  <a:pt x="1674" y="1800"/>
                </a:lnTo>
                <a:lnTo>
                  <a:pt x="1674" y="1858"/>
                </a:lnTo>
                <a:moveTo>
                  <a:pt x="1541" y="1858"/>
                </a:moveTo>
                <a:lnTo>
                  <a:pt x="1462" y="1858"/>
                </a:lnTo>
                <a:lnTo>
                  <a:pt x="1462" y="1800"/>
                </a:lnTo>
                <a:lnTo>
                  <a:pt x="1541" y="1800"/>
                </a:lnTo>
                <a:lnTo>
                  <a:pt x="1541" y="1858"/>
                </a:lnTo>
                <a:moveTo>
                  <a:pt x="1409" y="1858"/>
                </a:moveTo>
                <a:lnTo>
                  <a:pt x="1330" y="1858"/>
                </a:lnTo>
                <a:lnTo>
                  <a:pt x="1330" y="1800"/>
                </a:lnTo>
                <a:lnTo>
                  <a:pt x="1409" y="1800"/>
                </a:lnTo>
                <a:lnTo>
                  <a:pt x="1409" y="1858"/>
                </a:lnTo>
                <a:moveTo>
                  <a:pt x="1275" y="1858"/>
                </a:moveTo>
                <a:lnTo>
                  <a:pt x="1196" y="1858"/>
                </a:lnTo>
                <a:lnTo>
                  <a:pt x="1196" y="1800"/>
                </a:lnTo>
                <a:lnTo>
                  <a:pt x="1275" y="1800"/>
                </a:lnTo>
                <a:lnTo>
                  <a:pt x="1275" y="1858"/>
                </a:lnTo>
                <a:moveTo>
                  <a:pt x="1143" y="1858"/>
                </a:moveTo>
                <a:lnTo>
                  <a:pt x="1064" y="1858"/>
                </a:lnTo>
                <a:lnTo>
                  <a:pt x="1064" y="1800"/>
                </a:lnTo>
                <a:lnTo>
                  <a:pt x="1143" y="1800"/>
                </a:lnTo>
                <a:lnTo>
                  <a:pt x="1143" y="1858"/>
                </a:lnTo>
                <a:moveTo>
                  <a:pt x="1011" y="1858"/>
                </a:moveTo>
                <a:lnTo>
                  <a:pt x="931" y="1858"/>
                </a:lnTo>
                <a:lnTo>
                  <a:pt x="931" y="1800"/>
                </a:lnTo>
                <a:lnTo>
                  <a:pt x="1011" y="1800"/>
                </a:lnTo>
                <a:lnTo>
                  <a:pt x="1011" y="1858"/>
                </a:lnTo>
                <a:moveTo>
                  <a:pt x="878" y="1858"/>
                </a:moveTo>
                <a:lnTo>
                  <a:pt x="799" y="1858"/>
                </a:lnTo>
                <a:lnTo>
                  <a:pt x="799" y="1800"/>
                </a:lnTo>
                <a:lnTo>
                  <a:pt x="878" y="1800"/>
                </a:lnTo>
                <a:lnTo>
                  <a:pt x="878" y="1858"/>
                </a:lnTo>
                <a:moveTo>
                  <a:pt x="746" y="1858"/>
                </a:moveTo>
                <a:lnTo>
                  <a:pt x="666" y="1858"/>
                </a:lnTo>
                <a:lnTo>
                  <a:pt x="666" y="1800"/>
                </a:lnTo>
                <a:lnTo>
                  <a:pt x="746" y="1800"/>
                </a:lnTo>
                <a:lnTo>
                  <a:pt x="746" y="1858"/>
                </a:lnTo>
                <a:moveTo>
                  <a:pt x="613" y="1858"/>
                </a:moveTo>
                <a:lnTo>
                  <a:pt x="534" y="1858"/>
                </a:lnTo>
                <a:lnTo>
                  <a:pt x="534" y="1800"/>
                </a:lnTo>
                <a:lnTo>
                  <a:pt x="613" y="1800"/>
                </a:lnTo>
                <a:lnTo>
                  <a:pt x="613" y="1858"/>
                </a:lnTo>
                <a:moveTo>
                  <a:pt x="481" y="1858"/>
                </a:moveTo>
                <a:lnTo>
                  <a:pt x="401" y="1858"/>
                </a:lnTo>
                <a:lnTo>
                  <a:pt x="401" y="1800"/>
                </a:lnTo>
                <a:lnTo>
                  <a:pt x="481" y="1800"/>
                </a:lnTo>
                <a:lnTo>
                  <a:pt x="481" y="1858"/>
                </a:lnTo>
                <a:moveTo>
                  <a:pt x="348" y="1858"/>
                </a:moveTo>
                <a:lnTo>
                  <a:pt x="269" y="1858"/>
                </a:lnTo>
                <a:lnTo>
                  <a:pt x="269" y="1800"/>
                </a:lnTo>
                <a:lnTo>
                  <a:pt x="348" y="1800"/>
                </a:lnTo>
                <a:lnTo>
                  <a:pt x="348" y="1858"/>
                </a:lnTo>
                <a:moveTo>
                  <a:pt x="213" y="1857"/>
                </a:moveTo>
                <a:cubicBezTo>
                  <a:pt x="183" y="1853"/>
                  <a:pt x="154" y="1844"/>
                  <a:pt x="127" y="1830"/>
                </a:cubicBezTo>
                <a:lnTo>
                  <a:pt x="154" y="1778"/>
                </a:lnTo>
                <a:cubicBezTo>
                  <a:pt x="175" y="1789"/>
                  <a:pt x="197" y="1796"/>
                  <a:pt x="220" y="1799"/>
                </a:cubicBezTo>
                <a:lnTo>
                  <a:pt x="213" y="1857"/>
                </a:lnTo>
                <a:moveTo>
                  <a:pt x="77" y="1794"/>
                </a:moveTo>
                <a:cubicBezTo>
                  <a:pt x="54" y="1773"/>
                  <a:pt x="36" y="1749"/>
                  <a:pt x="23" y="1721"/>
                </a:cubicBezTo>
                <a:lnTo>
                  <a:pt x="76" y="1696"/>
                </a:lnTo>
                <a:cubicBezTo>
                  <a:pt x="86" y="1717"/>
                  <a:pt x="99" y="1736"/>
                  <a:pt x="117" y="1751"/>
                </a:cubicBezTo>
                <a:lnTo>
                  <a:pt x="77" y="1794"/>
                </a:lnTo>
                <a:moveTo>
                  <a:pt x="4" y="1663"/>
                </a:moveTo>
                <a:cubicBezTo>
                  <a:pt x="1" y="1648"/>
                  <a:pt x="0" y="1633"/>
                  <a:pt x="0" y="1618"/>
                </a:cubicBezTo>
                <a:lnTo>
                  <a:pt x="0" y="1579"/>
                </a:lnTo>
                <a:lnTo>
                  <a:pt x="58" y="1579"/>
                </a:lnTo>
                <a:lnTo>
                  <a:pt x="58" y="1618"/>
                </a:lnTo>
                <a:cubicBezTo>
                  <a:pt x="58" y="1629"/>
                  <a:pt x="59" y="1640"/>
                  <a:pt x="61" y="1652"/>
                </a:cubicBezTo>
                <a:lnTo>
                  <a:pt x="4" y="1663"/>
                </a:lnTo>
                <a:moveTo>
                  <a:pt x="0" y="1526"/>
                </a:moveTo>
                <a:lnTo>
                  <a:pt x="0" y="1446"/>
                </a:lnTo>
                <a:lnTo>
                  <a:pt x="58" y="1446"/>
                </a:lnTo>
                <a:lnTo>
                  <a:pt x="58" y="1526"/>
                </a:lnTo>
                <a:lnTo>
                  <a:pt x="0" y="1526"/>
                </a:lnTo>
                <a:moveTo>
                  <a:pt x="0" y="1393"/>
                </a:moveTo>
                <a:lnTo>
                  <a:pt x="0" y="1314"/>
                </a:lnTo>
                <a:lnTo>
                  <a:pt x="58" y="1314"/>
                </a:lnTo>
                <a:lnTo>
                  <a:pt x="58" y="1393"/>
                </a:lnTo>
                <a:lnTo>
                  <a:pt x="0" y="1393"/>
                </a:lnTo>
                <a:moveTo>
                  <a:pt x="0" y="1261"/>
                </a:moveTo>
                <a:lnTo>
                  <a:pt x="0" y="1181"/>
                </a:lnTo>
                <a:lnTo>
                  <a:pt x="58" y="1181"/>
                </a:lnTo>
                <a:lnTo>
                  <a:pt x="58" y="1261"/>
                </a:lnTo>
                <a:lnTo>
                  <a:pt x="0" y="1261"/>
                </a:lnTo>
                <a:moveTo>
                  <a:pt x="0" y="1128"/>
                </a:moveTo>
                <a:lnTo>
                  <a:pt x="0" y="1049"/>
                </a:lnTo>
                <a:lnTo>
                  <a:pt x="58" y="1049"/>
                </a:lnTo>
                <a:lnTo>
                  <a:pt x="58" y="1128"/>
                </a:lnTo>
                <a:lnTo>
                  <a:pt x="0" y="1128"/>
                </a:lnTo>
                <a:moveTo>
                  <a:pt x="0" y="996"/>
                </a:moveTo>
                <a:lnTo>
                  <a:pt x="0" y="917"/>
                </a:lnTo>
                <a:lnTo>
                  <a:pt x="58" y="917"/>
                </a:lnTo>
                <a:lnTo>
                  <a:pt x="58" y="996"/>
                </a:lnTo>
                <a:lnTo>
                  <a:pt x="0" y="996"/>
                </a:lnTo>
                <a:moveTo>
                  <a:pt x="0" y="863"/>
                </a:moveTo>
                <a:lnTo>
                  <a:pt x="0" y="784"/>
                </a:lnTo>
                <a:lnTo>
                  <a:pt x="58" y="784"/>
                </a:lnTo>
                <a:lnTo>
                  <a:pt x="58" y="863"/>
                </a:lnTo>
                <a:lnTo>
                  <a:pt x="0" y="863"/>
                </a:lnTo>
                <a:moveTo>
                  <a:pt x="0" y="730"/>
                </a:moveTo>
                <a:lnTo>
                  <a:pt x="0" y="651"/>
                </a:lnTo>
                <a:lnTo>
                  <a:pt x="58" y="651"/>
                </a:lnTo>
                <a:lnTo>
                  <a:pt x="58" y="730"/>
                </a:lnTo>
                <a:lnTo>
                  <a:pt x="0" y="730"/>
                </a:lnTo>
                <a:moveTo>
                  <a:pt x="0" y="598"/>
                </a:moveTo>
                <a:lnTo>
                  <a:pt x="0" y="518"/>
                </a:lnTo>
                <a:lnTo>
                  <a:pt x="58" y="518"/>
                </a:lnTo>
                <a:lnTo>
                  <a:pt x="58" y="598"/>
                </a:lnTo>
                <a:lnTo>
                  <a:pt x="0" y="598"/>
                </a:lnTo>
                <a:moveTo>
                  <a:pt x="0" y="465"/>
                </a:moveTo>
                <a:lnTo>
                  <a:pt x="0" y="386"/>
                </a:lnTo>
                <a:lnTo>
                  <a:pt x="58" y="386"/>
                </a:lnTo>
                <a:lnTo>
                  <a:pt x="58" y="465"/>
                </a:lnTo>
                <a:lnTo>
                  <a:pt x="0" y="465"/>
                </a:lnTo>
                <a:moveTo>
                  <a:pt x="0" y="333"/>
                </a:moveTo>
                <a:lnTo>
                  <a:pt x="0" y="253"/>
                </a:lnTo>
                <a:lnTo>
                  <a:pt x="58" y="253"/>
                </a:lnTo>
                <a:lnTo>
                  <a:pt x="58" y="333"/>
                </a:lnTo>
                <a:lnTo>
                  <a:pt x="0" y="333"/>
                </a:lnTo>
                <a:moveTo>
                  <a:pt x="4" y="196"/>
                </a:moveTo>
                <a:cubicBezTo>
                  <a:pt x="10" y="166"/>
                  <a:pt x="21" y="137"/>
                  <a:pt x="38" y="111"/>
                </a:cubicBezTo>
                <a:lnTo>
                  <a:pt x="87" y="143"/>
                </a:lnTo>
                <a:cubicBezTo>
                  <a:pt x="74" y="162"/>
                  <a:pt x="66" y="184"/>
                  <a:pt x="61" y="207"/>
                </a:cubicBezTo>
                <a:lnTo>
                  <a:pt x="4" y="196"/>
                </a:lnTo>
                <a:moveTo>
                  <a:pt x="77" y="64"/>
                </a:moveTo>
                <a:cubicBezTo>
                  <a:pt x="99" y="43"/>
                  <a:pt x="125" y="27"/>
                  <a:pt x="153" y="16"/>
                </a:cubicBezTo>
                <a:lnTo>
                  <a:pt x="174" y="71"/>
                </a:lnTo>
                <a:cubicBezTo>
                  <a:pt x="153" y="79"/>
                  <a:pt x="133" y="91"/>
                  <a:pt x="116" y="107"/>
                </a:cubicBezTo>
                <a:lnTo>
                  <a:pt x="77" y="64"/>
                </a:lnTo>
                <a:moveTo>
                  <a:pt x="213" y="1"/>
                </a:moveTo>
                <a:cubicBezTo>
                  <a:pt x="222" y="0"/>
                  <a:pt x="231" y="0"/>
                  <a:pt x="241" y="0"/>
                </a:cubicBezTo>
                <a:lnTo>
                  <a:pt x="320" y="0"/>
                </a:lnTo>
                <a:lnTo>
                  <a:pt x="320" y="58"/>
                </a:lnTo>
                <a:lnTo>
                  <a:pt x="241" y="58"/>
                </a:lnTo>
                <a:cubicBezTo>
                  <a:pt x="234" y="58"/>
                  <a:pt x="227" y="59"/>
                  <a:pt x="220" y="59"/>
                </a:cubicBezTo>
                <a:lnTo>
                  <a:pt x="213" y="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1292400" y="3642480"/>
            <a:ext cx="206280" cy="178560"/>
          </a:xfrm>
          <a:custGeom>
            <a:avLst/>
            <a:gdLst/>
            <a:ahLst/>
            <a:rect l="0" t="0" r="r" b="b"/>
            <a:pathLst>
              <a:path w="573" h="496">
                <a:moveTo>
                  <a:pt x="299" y="4"/>
                </a:moveTo>
                <a:cubicBezTo>
                  <a:pt x="295" y="2"/>
                  <a:pt x="291" y="0"/>
                  <a:pt x="287" y="0"/>
                </a:cubicBezTo>
                <a:cubicBezTo>
                  <a:pt x="282" y="0"/>
                  <a:pt x="279" y="2"/>
                  <a:pt x="275" y="4"/>
                </a:cubicBezTo>
                <a:lnTo>
                  <a:pt x="0" y="219"/>
                </a:lnTo>
                <a:lnTo>
                  <a:pt x="24" y="249"/>
                </a:lnTo>
                <a:lnTo>
                  <a:pt x="58" y="223"/>
                </a:lnTo>
                <a:lnTo>
                  <a:pt x="58" y="458"/>
                </a:lnTo>
                <a:cubicBezTo>
                  <a:pt x="58" y="463"/>
                  <a:pt x="59" y="468"/>
                  <a:pt x="60" y="473"/>
                </a:cubicBezTo>
                <a:cubicBezTo>
                  <a:pt x="62" y="477"/>
                  <a:pt x="65" y="482"/>
                  <a:pt x="69" y="485"/>
                </a:cubicBezTo>
                <a:cubicBezTo>
                  <a:pt x="72" y="489"/>
                  <a:pt x="76" y="491"/>
                  <a:pt x="81" y="493"/>
                </a:cubicBezTo>
                <a:cubicBezTo>
                  <a:pt x="86" y="495"/>
                  <a:pt x="91" y="496"/>
                  <a:pt x="96" y="496"/>
                </a:cubicBezTo>
                <a:lnTo>
                  <a:pt x="477" y="496"/>
                </a:lnTo>
                <a:cubicBezTo>
                  <a:pt x="483" y="496"/>
                  <a:pt x="487" y="495"/>
                  <a:pt x="492" y="493"/>
                </a:cubicBezTo>
                <a:cubicBezTo>
                  <a:pt x="497" y="491"/>
                  <a:pt x="501" y="489"/>
                  <a:pt x="504" y="485"/>
                </a:cubicBezTo>
                <a:cubicBezTo>
                  <a:pt x="508" y="482"/>
                  <a:pt x="511" y="477"/>
                  <a:pt x="513" y="473"/>
                </a:cubicBezTo>
                <a:cubicBezTo>
                  <a:pt x="515" y="468"/>
                  <a:pt x="516" y="463"/>
                  <a:pt x="516" y="458"/>
                </a:cubicBezTo>
                <a:lnTo>
                  <a:pt x="516" y="223"/>
                </a:lnTo>
                <a:lnTo>
                  <a:pt x="549" y="249"/>
                </a:lnTo>
                <a:lnTo>
                  <a:pt x="573" y="219"/>
                </a:lnTo>
                <a:lnTo>
                  <a:pt x="299" y="4"/>
                </a:lnTo>
                <a:moveTo>
                  <a:pt x="325" y="458"/>
                </a:moveTo>
                <a:lnTo>
                  <a:pt x="249" y="458"/>
                </a:lnTo>
                <a:lnTo>
                  <a:pt x="249" y="306"/>
                </a:lnTo>
                <a:lnTo>
                  <a:pt x="325" y="306"/>
                </a:lnTo>
                <a:lnTo>
                  <a:pt x="325" y="458"/>
                </a:lnTo>
                <a:moveTo>
                  <a:pt x="363" y="458"/>
                </a:moveTo>
                <a:lnTo>
                  <a:pt x="363" y="306"/>
                </a:lnTo>
                <a:cubicBezTo>
                  <a:pt x="363" y="301"/>
                  <a:pt x="362" y="296"/>
                  <a:pt x="360" y="291"/>
                </a:cubicBezTo>
                <a:cubicBezTo>
                  <a:pt x="358" y="287"/>
                  <a:pt x="356" y="283"/>
                  <a:pt x="352" y="279"/>
                </a:cubicBezTo>
                <a:cubicBezTo>
                  <a:pt x="349" y="275"/>
                  <a:pt x="344" y="273"/>
                  <a:pt x="340" y="271"/>
                </a:cubicBezTo>
                <a:cubicBezTo>
                  <a:pt x="335" y="269"/>
                  <a:pt x="330" y="268"/>
                  <a:pt x="325" y="268"/>
                </a:cubicBezTo>
                <a:lnTo>
                  <a:pt x="249" y="268"/>
                </a:lnTo>
                <a:cubicBezTo>
                  <a:pt x="244" y="268"/>
                  <a:pt x="239" y="269"/>
                  <a:pt x="234" y="271"/>
                </a:cubicBezTo>
                <a:cubicBezTo>
                  <a:pt x="230" y="273"/>
                  <a:pt x="226" y="275"/>
                  <a:pt x="222" y="279"/>
                </a:cubicBezTo>
                <a:cubicBezTo>
                  <a:pt x="218" y="283"/>
                  <a:pt x="216" y="287"/>
                  <a:pt x="214" y="291"/>
                </a:cubicBezTo>
                <a:cubicBezTo>
                  <a:pt x="212" y="296"/>
                  <a:pt x="211" y="301"/>
                  <a:pt x="211" y="306"/>
                </a:cubicBezTo>
                <a:lnTo>
                  <a:pt x="211" y="458"/>
                </a:lnTo>
                <a:lnTo>
                  <a:pt x="96" y="458"/>
                </a:lnTo>
                <a:lnTo>
                  <a:pt x="96" y="193"/>
                </a:lnTo>
                <a:lnTo>
                  <a:pt x="287" y="44"/>
                </a:lnTo>
                <a:lnTo>
                  <a:pt x="477" y="193"/>
                </a:lnTo>
                <a:lnTo>
                  <a:pt x="477" y="458"/>
                </a:lnTo>
                <a:lnTo>
                  <a:pt x="363" y="458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411200" y="3147120"/>
            <a:ext cx="2486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in OKx: leeronderdeel en leergelegenheid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594440" y="3521160"/>
            <a:ext cx="320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Les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594440" y="3823560"/>
            <a:ext cx="27194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blijft bij de instelling: functioneel of in de klas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4762440" y="685440"/>
            <a:ext cx="4115160" cy="2753280"/>
          </a:xfrm>
          <a:custGeom>
            <a:avLst/>
            <a:gdLst/>
            <a:ahLst/>
            <a:rect l="0" t="0" r="r" b="b"/>
            <a:pathLst>
              <a:path w="11431" h="7648">
                <a:moveTo>
                  <a:pt x="0" y="0"/>
                </a:moveTo>
                <a:lnTo>
                  <a:pt x="11431" y="0"/>
                </a:lnTo>
                <a:lnTo>
                  <a:pt x="11431" y="7648"/>
                </a:lnTo>
                <a:lnTo>
                  <a:pt x="0" y="764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762440" y="6854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762440" y="342864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8867520" y="685440"/>
            <a:ext cx="10080" cy="2753280"/>
          </a:xfrm>
          <a:custGeom>
            <a:avLst/>
            <a:gdLst/>
            <a:ahLst/>
            <a:rect l="0" t="0" r="r" b="b"/>
            <a:pathLst>
              <a:path w="28" h="7648">
                <a:moveTo>
                  <a:pt x="0" y="106"/>
                </a:moveTo>
                <a:lnTo>
                  <a:pt x="0" y="7648"/>
                </a:lnTo>
                <a:lnTo>
                  <a:pt x="28" y="764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762440" y="685440"/>
            <a:ext cx="9720" cy="2753280"/>
          </a:xfrm>
          <a:custGeom>
            <a:avLst/>
            <a:gdLst/>
            <a:ahLst/>
            <a:rect l="0" t="0" r="r" b="b"/>
            <a:pathLst>
              <a:path w="27" h="7648">
                <a:moveTo>
                  <a:pt x="0" y="0"/>
                </a:moveTo>
                <a:lnTo>
                  <a:pt x="0" y="7648"/>
                </a:lnTo>
                <a:lnTo>
                  <a:pt x="27" y="764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4951800" y="874800"/>
            <a:ext cx="274320" cy="274680"/>
          </a:xfrm>
          <a:custGeom>
            <a:avLst/>
            <a:gdLst/>
            <a:ahLst/>
            <a:rect l="0" t="0" r="r" b="b"/>
            <a:pathLst>
              <a:path w="762" h="763">
                <a:moveTo>
                  <a:pt x="762" y="611"/>
                </a:moveTo>
                <a:lnTo>
                  <a:pt x="762" y="763"/>
                </a:lnTo>
                <a:lnTo>
                  <a:pt x="610" y="763"/>
                </a:lnTo>
                <a:lnTo>
                  <a:pt x="610" y="649"/>
                </a:lnTo>
                <a:lnTo>
                  <a:pt x="496" y="649"/>
                </a:lnTo>
                <a:lnTo>
                  <a:pt x="496" y="535"/>
                </a:lnTo>
                <a:lnTo>
                  <a:pt x="381" y="535"/>
                </a:lnTo>
                <a:lnTo>
                  <a:pt x="294" y="449"/>
                </a:lnTo>
                <a:cubicBezTo>
                  <a:pt x="273" y="455"/>
                  <a:pt x="251" y="458"/>
                  <a:pt x="228" y="458"/>
                </a:cubicBezTo>
                <a:cubicBezTo>
                  <a:pt x="213" y="458"/>
                  <a:pt x="198" y="457"/>
                  <a:pt x="184" y="454"/>
                </a:cubicBezTo>
                <a:cubicBezTo>
                  <a:pt x="169" y="451"/>
                  <a:pt x="155" y="447"/>
                  <a:pt x="141" y="441"/>
                </a:cubicBezTo>
                <a:cubicBezTo>
                  <a:pt x="127" y="435"/>
                  <a:pt x="114" y="428"/>
                  <a:pt x="101" y="420"/>
                </a:cubicBezTo>
                <a:cubicBezTo>
                  <a:pt x="89" y="412"/>
                  <a:pt x="77" y="402"/>
                  <a:pt x="67" y="392"/>
                </a:cubicBezTo>
                <a:cubicBezTo>
                  <a:pt x="56" y="381"/>
                  <a:pt x="46" y="369"/>
                  <a:pt x="38" y="357"/>
                </a:cubicBezTo>
                <a:cubicBezTo>
                  <a:pt x="30" y="344"/>
                  <a:pt x="23" y="331"/>
                  <a:pt x="17" y="317"/>
                </a:cubicBezTo>
                <a:cubicBezTo>
                  <a:pt x="11" y="304"/>
                  <a:pt x="7" y="289"/>
                  <a:pt x="4" y="275"/>
                </a:cubicBezTo>
                <a:cubicBezTo>
                  <a:pt x="1" y="260"/>
                  <a:pt x="0" y="245"/>
                  <a:pt x="0" y="229"/>
                </a:cubicBezTo>
                <a:cubicBezTo>
                  <a:pt x="0" y="214"/>
                  <a:pt x="1" y="199"/>
                  <a:pt x="4" y="184"/>
                </a:cubicBezTo>
                <a:cubicBezTo>
                  <a:pt x="7" y="170"/>
                  <a:pt x="11" y="155"/>
                  <a:pt x="17" y="142"/>
                </a:cubicBezTo>
                <a:cubicBezTo>
                  <a:pt x="23" y="128"/>
                  <a:pt x="30" y="114"/>
                  <a:pt x="38" y="102"/>
                </a:cubicBezTo>
                <a:cubicBezTo>
                  <a:pt x="46" y="90"/>
                  <a:pt x="56" y="78"/>
                  <a:pt x="67" y="67"/>
                </a:cubicBezTo>
                <a:cubicBezTo>
                  <a:pt x="77" y="57"/>
                  <a:pt x="89" y="47"/>
                  <a:pt x="101" y="39"/>
                </a:cubicBezTo>
                <a:cubicBezTo>
                  <a:pt x="114" y="31"/>
                  <a:pt x="127" y="24"/>
                  <a:pt x="141" y="18"/>
                </a:cubicBezTo>
                <a:cubicBezTo>
                  <a:pt x="155" y="12"/>
                  <a:pt x="169" y="8"/>
                  <a:pt x="184" y="5"/>
                </a:cubicBezTo>
                <a:cubicBezTo>
                  <a:pt x="198" y="2"/>
                  <a:pt x="213" y="0"/>
                  <a:pt x="228" y="0"/>
                </a:cubicBezTo>
                <a:cubicBezTo>
                  <a:pt x="243" y="0"/>
                  <a:pt x="258" y="2"/>
                  <a:pt x="273" y="5"/>
                </a:cubicBezTo>
                <a:cubicBezTo>
                  <a:pt x="287" y="8"/>
                  <a:pt x="302" y="12"/>
                  <a:pt x="316" y="18"/>
                </a:cubicBezTo>
                <a:cubicBezTo>
                  <a:pt x="330" y="24"/>
                  <a:pt x="344" y="31"/>
                  <a:pt x="356" y="39"/>
                </a:cubicBezTo>
                <a:cubicBezTo>
                  <a:pt x="369" y="47"/>
                  <a:pt x="380" y="57"/>
                  <a:pt x="391" y="67"/>
                </a:cubicBezTo>
                <a:cubicBezTo>
                  <a:pt x="401" y="78"/>
                  <a:pt x="411" y="90"/>
                  <a:pt x="419" y="102"/>
                </a:cubicBezTo>
                <a:cubicBezTo>
                  <a:pt x="427" y="114"/>
                  <a:pt x="435" y="128"/>
                  <a:pt x="440" y="142"/>
                </a:cubicBezTo>
                <a:cubicBezTo>
                  <a:pt x="446" y="155"/>
                  <a:pt x="450" y="170"/>
                  <a:pt x="453" y="184"/>
                </a:cubicBezTo>
                <a:cubicBezTo>
                  <a:pt x="456" y="199"/>
                  <a:pt x="458" y="214"/>
                  <a:pt x="458" y="229"/>
                </a:cubicBezTo>
                <a:cubicBezTo>
                  <a:pt x="458" y="253"/>
                  <a:pt x="454" y="275"/>
                  <a:pt x="448" y="296"/>
                </a:cubicBezTo>
                <a:lnTo>
                  <a:pt x="762" y="611"/>
                </a:lnTo>
                <a:moveTo>
                  <a:pt x="190" y="115"/>
                </a:moveTo>
                <a:cubicBezTo>
                  <a:pt x="180" y="115"/>
                  <a:pt x="170" y="117"/>
                  <a:pt x="161" y="121"/>
                </a:cubicBezTo>
                <a:cubicBezTo>
                  <a:pt x="152" y="124"/>
                  <a:pt x="143" y="130"/>
                  <a:pt x="136" y="137"/>
                </a:cubicBezTo>
                <a:cubicBezTo>
                  <a:pt x="129" y="144"/>
                  <a:pt x="124" y="152"/>
                  <a:pt x="120" y="162"/>
                </a:cubicBezTo>
                <a:cubicBezTo>
                  <a:pt x="116" y="171"/>
                  <a:pt x="114" y="181"/>
                  <a:pt x="114" y="191"/>
                </a:cubicBezTo>
                <a:cubicBezTo>
                  <a:pt x="114" y="201"/>
                  <a:pt x="116" y="211"/>
                  <a:pt x="120" y="220"/>
                </a:cubicBezTo>
                <a:cubicBezTo>
                  <a:pt x="124" y="229"/>
                  <a:pt x="129" y="239"/>
                  <a:pt x="136" y="246"/>
                </a:cubicBezTo>
                <a:cubicBezTo>
                  <a:pt x="143" y="253"/>
                  <a:pt x="152" y="258"/>
                  <a:pt x="161" y="262"/>
                </a:cubicBezTo>
                <a:cubicBezTo>
                  <a:pt x="170" y="266"/>
                  <a:pt x="180" y="268"/>
                  <a:pt x="190" y="268"/>
                </a:cubicBezTo>
                <a:cubicBezTo>
                  <a:pt x="200" y="268"/>
                  <a:pt x="210" y="266"/>
                  <a:pt x="219" y="262"/>
                </a:cubicBezTo>
                <a:cubicBezTo>
                  <a:pt x="229" y="258"/>
                  <a:pt x="237" y="253"/>
                  <a:pt x="244" y="246"/>
                </a:cubicBezTo>
                <a:cubicBezTo>
                  <a:pt x="251" y="239"/>
                  <a:pt x="257" y="229"/>
                  <a:pt x="260" y="220"/>
                </a:cubicBezTo>
                <a:cubicBezTo>
                  <a:pt x="264" y="211"/>
                  <a:pt x="266" y="201"/>
                  <a:pt x="266" y="191"/>
                </a:cubicBezTo>
                <a:cubicBezTo>
                  <a:pt x="266" y="181"/>
                  <a:pt x="264" y="171"/>
                  <a:pt x="260" y="162"/>
                </a:cubicBezTo>
                <a:cubicBezTo>
                  <a:pt x="257" y="152"/>
                  <a:pt x="251" y="144"/>
                  <a:pt x="244" y="137"/>
                </a:cubicBezTo>
                <a:cubicBezTo>
                  <a:pt x="237" y="130"/>
                  <a:pt x="229" y="124"/>
                  <a:pt x="219" y="121"/>
                </a:cubicBezTo>
                <a:cubicBezTo>
                  <a:pt x="210" y="117"/>
                  <a:pt x="200" y="115"/>
                  <a:pt x="190" y="115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619200" y="4163760"/>
            <a:ext cx="3143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Gekozen op organiseerbaarheid en betaalbaarheid.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6249960" y="1758960"/>
            <a:ext cx="1136160" cy="435960"/>
          </a:xfrm>
          <a:custGeom>
            <a:avLst/>
            <a:gdLst/>
            <a:ahLst/>
            <a:rect l="0" t="0" r="r" b="b"/>
            <a:pathLst>
              <a:path w="3156" h="1211">
                <a:moveTo>
                  <a:pt x="263" y="0"/>
                </a:moveTo>
                <a:lnTo>
                  <a:pt x="2892" y="0"/>
                </a:lnTo>
                <a:cubicBezTo>
                  <a:pt x="2910" y="0"/>
                  <a:pt x="2927" y="2"/>
                  <a:pt x="2944" y="5"/>
                </a:cubicBezTo>
                <a:cubicBezTo>
                  <a:pt x="2961" y="8"/>
                  <a:pt x="2977" y="13"/>
                  <a:pt x="2993" y="20"/>
                </a:cubicBezTo>
                <a:cubicBezTo>
                  <a:pt x="3009" y="27"/>
                  <a:pt x="3024" y="35"/>
                  <a:pt x="3039" y="44"/>
                </a:cubicBezTo>
                <a:cubicBezTo>
                  <a:pt x="3053" y="54"/>
                  <a:pt x="3066" y="65"/>
                  <a:pt x="3078" y="77"/>
                </a:cubicBezTo>
                <a:cubicBezTo>
                  <a:pt x="3091" y="89"/>
                  <a:pt x="3101" y="102"/>
                  <a:pt x="3111" y="117"/>
                </a:cubicBezTo>
                <a:cubicBezTo>
                  <a:pt x="3121" y="131"/>
                  <a:pt x="3129" y="146"/>
                  <a:pt x="3135" y="162"/>
                </a:cubicBezTo>
                <a:cubicBezTo>
                  <a:pt x="3142" y="178"/>
                  <a:pt x="3148" y="195"/>
                  <a:pt x="3151" y="212"/>
                </a:cubicBezTo>
                <a:cubicBezTo>
                  <a:pt x="3155" y="229"/>
                  <a:pt x="3156" y="246"/>
                  <a:pt x="3156" y="263"/>
                </a:cubicBezTo>
                <a:lnTo>
                  <a:pt x="3156" y="948"/>
                </a:lnTo>
                <a:cubicBezTo>
                  <a:pt x="3156" y="965"/>
                  <a:pt x="3155" y="982"/>
                  <a:pt x="3151" y="999"/>
                </a:cubicBezTo>
                <a:cubicBezTo>
                  <a:pt x="3148" y="1016"/>
                  <a:pt x="3142" y="1032"/>
                  <a:pt x="3135" y="1048"/>
                </a:cubicBezTo>
                <a:cubicBezTo>
                  <a:pt x="3129" y="1064"/>
                  <a:pt x="3121" y="1079"/>
                  <a:pt x="3111" y="1094"/>
                </a:cubicBezTo>
                <a:cubicBezTo>
                  <a:pt x="3101" y="1108"/>
                  <a:pt x="3091" y="1121"/>
                  <a:pt x="3078" y="1134"/>
                </a:cubicBezTo>
                <a:cubicBezTo>
                  <a:pt x="3066" y="1146"/>
                  <a:pt x="3053" y="1157"/>
                  <a:pt x="3039" y="1166"/>
                </a:cubicBezTo>
                <a:cubicBezTo>
                  <a:pt x="3024" y="1176"/>
                  <a:pt x="3009" y="1184"/>
                  <a:pt x="2993" y="1191"/>
                </a:cubicBezTo>
                <a:cubicBezTo>
                  <a:pt x="2977" y="1197"/>
                  <a:pt x="2961" y="1202"/>
                  <a:pt x="2944" y="1206"/>
                </a:cubicBezTo>
                <a:cubicBezTo>
                  <a:pt x="2927" y="1209"/>
                  <a:pt x="2910" y="1211"/>
                  <a:pt x="2892" y="1211"/>
                </a:cubicBezTo>
                <a:lnTo>
                  <a:pt x="263" y="1211"/>
                </a:lnTo>
                <a:cubicBezTo>
                  <a:pt x="245" y="1211"/>
                  <a:pt x="228" y="1209"/>
                  <a:pt x="211" y="1206"/>
                </a:cubicBezTo>
                <a:cubicBezTo>
                  <a:pt x="194" y="1202"/>
                  <a:pt x="178" y="1197"/>
                  <a:pt x="162" y="1191"/>
                </a:cubicBezTo>
                <a:cubicBezTo>
                  <a:pt x="146" y="1184"/>
                  <a:pt x="131" y="1176"/>
                  <a:pt x="116" y="1166"/>
                </a:cubicBezTo>
                <a:cubicBezTo>
                  <a:pt x="102" y="1157"/>
                  <a:pt x="89" y="1146"/>
                  <a:pt x="77" y="1134"/>
                </a:cubicBezTo>
                <a:cubicBezTo>
                  <a:pt x="64" y="1121"/>
                  <a:pt x="54" y="1108"/>
                  <a:pt x="44" y="1094"/>
                </a:cubicBezTo>
                <a:cubicBezTo>
                  <a:pt x="34" y="1079"/>
                  <a:pt x="26" y="1064"/>
                  <a:pt x="20" y="1048"/>
                </a:cubicBezTo>
                <a:cubicBezTo>
                  <a:pt x="13" y="1032"/>
                  <a:pt x="8" y="1016"/>
                  <a:pt x="5" y="999"/>
                </a:cubicBezTo>
                <a:cubicBezTo>
                  <a:pt x="1" y="982"/>
                  <a:pt x="0" y="965"/>
                  <a:pt x="0" y="948"/>
                </a:cubicBezTo>
                <a:lnTo>
                  <a:pt x="0" y="263"/>
                </a:lnTo>
                <a:cubicBezTo>
                  <a:pt x="0" y="246"/>
                  <a:pt x="1" y="229"/>
                  <a:pt x="5" y="212"/>
                </a:cubicBezTo>
                <a:cubicBezTo>
                  <a:pt x="8" y="195"/>
                  <a:pt x="13" y="178"/>
                  <a:pt x="20" y="162"/>
                </a:cubicBezTo>
                <a:cubicBezTo>
                  <a:pt x="26" y="146"/>
                  <a:pt x="34" y="131"/>
                  <a:pt x="44" y="117"/>
                </a:cubicBezTo>
                <a:cubicBezTo>
                  <a:pt x="54" y="102"/>
                  <a:pt x="64" y="89"/>
                  <a:pt x="77" y="77"/>
                </a:cubicBezTo>
                <a:cubicBezTo>
                  <a:pt x="89" y="65"/>
                  <a:pt x="102" y="54"/>
                  <a:pt x="116" y="44"/>
                </a:cubicBezTo>
                <a:cubicBezTo>
                  <a:pt x="131" y="35"/>
                  <a:pt x="146" y="27"/>
                  <a:pt x="162" y="20"/>
                </a:cubicBezTo>
                <a:cubicBezTo>
                  <a:pt x="178" y="13"/>
                  <a:pt x="194" y="8"/>
                  <a:pt x="211" y="5"/>
                </a:cubicBezTo>
                <a:cubicBezTo>
                  <a:pt x="228" y="2"/>
                  <a:pt x="245" y="0"/>
                  <a:pt x="263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348520" y="925200"/>
            <a:ext cx="3501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2. Leeruitkomsten als ordenend principe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6446520" y="1843200"/>
            <a:ext cx="858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Leeruitkomst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4981320" y="1323360"/>
            <a:ext cx="1060560" cy="341280"/>
          </a:xfrm>
          <a:custGeom>
            <a:avLst/>
            <a:gdLst/>
            <a:ahLst/>
            <a:rect l="0" t="0" r="r" b="b"/>
            <a:pathLst>
              <a:path w="2946" h="948">
                <a:moveTo>
                  <a:pt x="210" y="0"/>
                </a:moveTo>
                <a:lnTo>
                  <a:pt x="2736" y="0"/>
                </a:lnTo>
                <a:cubicBezTo>
                  <a:pt x="2749" y="0"/>
                  <a:pt x="2763" y="2"/>
                  <a:pt x="2777" y="4"/>
                </a:cubicBezTo>
                <a:cubicBezTo>
                  <a:pt x="2790" y="7"/>
                  <a:pt x="2803" y="11"/>
                  <a:pt x="2816" y="16"/>
                </a:cubicBezTo>
                <a:cubicBezTo>
                  <a:pt x="2829" y="22"/>
                  <a:pt x="2841" y="28"/>
                  <a:pt x="2853" y="36"/>
                </a:cubicBezTo>
                <a:cubicBezTo>
                  <a:pt x="2864" y="43"/>
                  <a:pt x="2875" y="52"/>
                  <a:pt x="2884" y="62"/>
                </a:cubicBezTo>
                <a:cubicBezTo>
                  <a:pt x="2894" y="72"/>
                  <a:pt x="2903" y="82"/>
                  <a:pt x="2911" y="94"/>
                </a:cubicBezTo>
                <a:cubicBezTo>
                  <a:pt x="2918" y="105"/>
                  <a:pt x="2925" y="117"/>
                  <a:pt x="2930" y="130"/>
                </a:cubicBezTo>
                <a:cubicBezTo>
                  <a:pt x="2935" y="143"/>
                  <a:pt x="2939" y="156"/>
                  <a:pt x="2942" y="170"/>
                </a:cubicBezTo>
                <a:cubicBezTo>
                  <a:pt x="2945" y="183"/>
                  <a:pt x="2946" y="197"/>
                  <a:pt x="2946" y="211"/>
                </a:cubicBezTo>
                <a:lnTo>
                  <a:pt x="2946" y="738"/>
                </a:lnTo>
                <a:cubicBezTo>
                  <a:pt x="2946" y="751"/>
                  <a:pt x="2945" y="765"/>
                  <a:pt x="2942" y="779"/>
                </a:cubicBezTo>
                <a:cubicBezTo>
                  <a:pt x="2939" y="792"/>
                  <a:pt x="2935" y="805"/>
                  <a:pt x="2930" y="818"/>
                </a:cubicBezTo>
                <a:cubicBezTo>
                  <a:pt x="2925" y="831"/>
                  <a:pt x="2918" y="843"/>
                  <a:pt x="2911" y="854"/>
                </a:cubicBezTo>
                <a:cubicBezTo>
                  <a:pt x="2903" y="866"/>
                  <a:pt x="2894" y="877"/>
                  <a:pt x="2884" y="886"/>
                </a:cubicBezTo>
                <a:cubicBezTo>
                  <a:pt x="2875" y="896"/>
                  <a:pt x="2864" y="905"/>
                  <a:pt x="2853" y="913"/>
                </a:cubicBezTo>
                <a:cubicBezTo>
                  <a:pt x="2841" y="920"/>
                  <a:pt x="2829" y="927"/>
                  <a:pt x="2816" y="932"/>
                </a:cubicBezTo>
                <a:cubicBezTo>
                  <a:pt x="2803" y="937"/>
                  <a:pt x="2790" y="941"/>
                  <a:pt x="2777" y="944"/>
                </a:cubicBezTo>
                <a:cubicBezTo>
                  <a:pt x="2763" y="947"/>
                  <a:pt x="2749" y="948"/>
                  <a:pt x="2736" y="948"/>
                </a:cubicBezTo>
                <a:lnTo>
                  <a:pt x="210" y="948"/>
                </a:lnTo>
                <a:cubicBezTo>
                  <a:pt x="196" y="948"/>
                  <a:pt x="182" y="947"/>
                  <a:pt x="169" y="944"/>
                </a:cubicBezTo>
                <a:cubicBezTo>
                  <a:pt x="155" y="941"/>
                  <a:pt x="142" y="937"/>
                  <a:pt x="129" y="932"/>
                </a:cubicBezTo>
                <a:cubicBezTo>
                  <a:pt x="117" y="927"/>
                  <a:pt x="105" y="920"/>
                  <a:pt x="93" y="913"/>
                </a:cubicBezTo>
                <a:cubicBezTo>
                  <a:pt x="82" y="905"/>
                  <a:pt x="71" y="896"/>
                  <a:pt x="61" y="886"/>
                </a:cubicBezTo>
                <a:cubicBezTo>
                  <a:pt x="51" y="877"/>
                  <a:pt x="43" y="866"/>
                  <a:pt x="35" y="854"/>
                </a:cubicBezTo>
                <a:cubicBezTo>
                  <a:pt x="27" y="843"/>
                  <a:pt x="21" y="831"/>
                  <a:pt x="16" y="818"/>
                </a:cubicBezTo>
                <a:cubicBezTo>
                  <a:pt x="10" y="805"/>
                  <a:pt x="6" y="792"/>
                  <a:pt x="4" y="779"/>
                </a:cubicBezTo>
                <a:cubicBezTo>
                  <a:pt x="1" y="765"/>
                  <a:pt x="0" y="751"/>
                  <a:pt x="0" y="738"/>
                </a:cubicBezTo>
                <a:lnTo>
                  <a:pt x="0" y="211"/>
                </a:lnTo>
                <a:cubicBezTo>
                  <a:pt x="0" y="197"/>
                  <a:pt x="1" y="183"/>
                  <a:pt x="4" y="170"/>
                </a:cubicBezTo>
                <a:cubicBezTo>
                  <a:pt x="6" y="156"/>
                  <a:pt x="10" y="143"/>
                  <a:pt x="16" y="130"/>
                </a:cubicBezTo>
                <a:cubicBezTo>
                  <a:pt x="21" y="117"/>
                  <a:pt x="27" y="105"/>
                  <a:pt x="35" y="94"/>
                </a:cubicBezTo>
                <a:cubicBezTo>
                  <a:pt x="43" y="82"/>
                  <a:pt x="51" y="72"/>
                  <a:pt x="61" y="62"/>
                </a:cubicBezTo>
                <a:cubicBezTo>
                  <a:pt x="71" y="52"/>
                  <a:pt x="82" y="43"/>
                  <a:pt x="93" y="36"/>
                </a:cubicBezTo>
                <a:cubicBezTo>
                  <a:pt x="105" y="28"/>
                  <a:pt x="117" y="22"/>
                  <a:pt x="129" y="16"/>
                </a:cubicBezTo>
                <a:cubicBezTo>
                  <a:pt x="142" y="11"/>
                  <a:pt x="155" y="7"/>
                  <a:pt x="169" y="4"/>
                </a:cubicBezTo>
                <a:cubicBezTo>
                  <a:pt x="182" y="2"/>
                  <a:pt x="196" y="0"/>
                  <a:pt x="21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4981320" y="1323360"/>
            <a:ext cx="1060560" cy="341280"/>
          </a:xfrm>
          <a:custGeom>
            <a:avLst/>
            <a:gdLst/>
            <a:ahLst/>
            <a:rect l="0" t="0" r="r" b="b"/>
            <a:pathLst>
              <a:path w="2946" h="948">
                <a:moveTo>
                  <a:pt x="210" y="0"/>
                </a:moveTo>
                <a:lnTo>
                  <a:pt x="2736" y="0"/>
                </a:lnTo>
                <a:cubicBezTo>
                  <a:pt x="2749" y="0"/>
                  <a:pt x="2763" y="2"/>
                  <a:pt x="2777" y="4"/>
                </a:cubicBezTo>
                <a:cubicBezTo>
                  <a:pt x="2790" y="7"/>
                  <a:pt x="2803" y="11"/>
                  <a:pt x="2816" y="16"/>
                </a:cubicBezTo>
                <a:cubicBezTo>
                  <a:pt x="2829" y="22"/>
                  <a:pt x="2841" y="28"/>
                  <a:pt x="2853" y="36"/>
                </a:cubicBezTo>
                <a:cubicBezTo>
                  <a:pt x="2864" y="43"/>
                  <a:pt x="2875" y="52"/>
                  <a:pt x="2884" y="62"/>
                </a:cubicBezTo>
                <a:cubicBezTo>
                  <a:pt x="2894" y="72"/>
                  <a:pt x="2903" y="82"/>
                  <a:pt x="2911" y="94"/>
                </a:cubicBezTo>
                <a:cubicBezTo>
                  <a:pt x="2918" y="105"/>
                  <a:pt x="2925" y="117"/>
                  <a:pt x="2930" y="130"/>
                </a:cubicBezTo>
                <a:cubicBezTo>
                  <a:pt x="2935" y="143"/>
                  <a:pt x="2939" y="156"/>
                  <a:pt x="2942" y="170"/>
                </a:cubicBezTo>
                <a:cubicBezTo>
                  <a:pt x="2945" y="183"/>
                  <a:pt x="2946" y="197"/>
                  <a:pt x="2946" y="211"/>
                </a:cubicBezTo>
                <a:lnTo>
                  <a:pt x="2946" y="738"/>
                </a:lnTo>
                <a:cubicBezTo>
                  <a:pt x="2946" y="751"/>
                  <a:pt x="2945" y="765"/>
                  <a:pt x="2942" y="779"/>
                </a:cubicBezTo>
                <a:cubicBezTo>
                  <a:pt x="2939" y="792"/>
                  <a:pt x="2935" y="805"/>
                  <a:pt x="2930" y="818"/>
                </a:cubicBezTo>
                <a:cubicBezTo>
                  <a:pt x="2925" y="831"/>
                  <a:pt x="2918" y="843"/>
                  <a:pt x="2911" y="854"/>
                </a:cubicBezTo>
                <a:cubicBezTo>
                  <a:pt x="2903" y="866"/>
                  <a:pt x="2894" y="877"/>
                  <a:pt x="2884" y="886"/>
                </a:cubicBezTo>
                <a:cubicBezTo>
                  <a:pt x="2875" y="896"/>
                  <a:pt x="2864" y="905"/>
                  <a:pt x="2853" y="913"/>
                </a:cubicBezTo>
                <a:cubicBezTo>
                  <a:pt x="2841" y="920"/>
                  <a:pt x="2829" y="927"/>
                  <a:pt x="2816" y="932"/>
                </a:cubicBezTo>
                <a:cubicBezTo>
                  <a:pt x="2803" y="937"/>
                  <a:pt x="2790" y="941"/>
                  <a:pt x="2777" y="944"/>
                </a:cubicBezTo>
                <a:cubicBezTo>
                  <a:pt x="2763" y="947"/>
                  <a:pt x="2749" y="948"/>
                  <a:pt x="2736" y="948"/>
                </a:cubicBezTo>
                <a:lnTo>
                  <a:pt x="210" y="948"/>
                </a:lnTo>
                <a:cubicBezTo>
                  <a:pt x="196" y="948"/>
                  <a:pt x="182" y="947"/>
                  <a:pt x="169" y="944"/>
                </a:cubicBezTo>
                <a:cubicBezTo>
                  <a:pt x="155" y="941"/>
                  <a:pt x="142" y="937"/>
                  <a:pt x="129" y="932"/>
                </a:cubicBezTo>
                <a:cubicBezTo>
                  <a:pt x="117" y="927"/>
                  <a:pt x="105" y="920"/>
                  <a:pt x="93" y="913"/>
                </a:cubicBezTo>
                <a:cubicBezTo>
                  <a:pt x="82" y="905"/>
                  <a:pt x="71" y="896"/>
                  <a:pt x="61" y="886"/>
                </a:cubicBezTo>
                <a:cubicBezTo>
                  <a:pt x="51" y="877"/>
                  <a:pt x="43" y="866"/>
                  <a:pt x="35" y="854"/>
                </a:cubicBezTo>
                <a:cubicBezTo>
                  <a:pt x="27" y="843"/>
                  <a:pt x="21" y="831"/>
                  <a:pt x="16" y="818"/>
                </a:cubicBezTo>
                <a:cubicBezTo>
                  <a:pt x="10" y="805"/>
                  <a:pt x="6" y="792"/>
                  <a:pt x="4" y="779"/>
                </a:cubicBezTo>
                <a:cubicBezTo>
                  <a:pt x="1" y="765"/>
                  <a:pt x="0" y="751"/>
                  <a:pt x="0" y="738"/>
                </a:cubicBezTo>
                <a:lnTo>
                  <a:pt x="0" y="211"/>
                </a:lnTo>
                <a:cubicBezTo>
                  <a:pt x="0" y="197"/>
                  <a:pt x="1" y="183"/>
                  <a:pt x="4" y="170"/>
                </a:cubicBezTo>
                <a:cubicBezTo>
                  <a:pt x="6" y="156"/>
                  <a:pt x="10" y="143"/>
                  <a:pt x="16" y="130"/>
                </a:cubicBezTo>
                <a:cubicBezTo>
                  <a:pt x="21" y="117"/>
                  <a:pt x="27" y="105"/>
                  <a:pt x="35" y="94"/>
                </a:cubicBezTo>
                <a:cubicBezTo>
                  <a:pt x="43" y="82"/>
                  <a:pt x="51" y="72"/>
                  <a:pt x="61" y="62"/>
                </a:cubicBezTo>
                <a:cubicBezTo>
                  <a:pt x="71" y="52"/>
                  <a:pt x="82" y="43"/>
                  <a:pt x="93" y="36"/>
                </a:cubicBezTo>
                <a:cubicBezTo>
                  <a:pt x="105" y="28"/>
                  <a:pt x="117" y="22"/>
                  <a:pt x="129" y="16"/>
                </a:cubicBezTo>
                <a:cubicBezTo>
                  <a:pt x="142" y="11"/>
                  <a:pt x="155" y="7"/>
                  <a:pt x="169" y="4"/>
                </a:cubicBezTo>
                <a:cubicBezTo>
                  <a:pt x="182" y="2"/>
                  <a:pt x="196" y="0"/>
                  <a:pt x="210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6432120" y="2020680"/>
            <a:ext cx="8784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f0fff8"/>
                </a:solidFill>
                <a:latin typeface="Arial"/>
                <a:ea typeface="Arial"/>
              </a:rPr>
              <a:t>LUK, deﬁnities 3 juni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594200" y="1323360"/>
            <a:ext cx="1060560" cy="341280"/>
          </a:xfrm>
          <a:custGeom>
            <a:avLst/>
            <a:gdLst/>
            <a:ahLst/>
            <a:rect l="0" t="0" r="r" b="b"/>
            <a:pathLst>
              <a:path w="2946" h="948">
                <a:moveTo>
                  <a:pt x="210" y="0"/>
                </a:moveTo>
                <a:lnTo>
                  <a:pt x="2736" y="0"/>
                </a:lnTo>
                <a:cubicBezTo>
                  <a:pt x="2750" y="0"/>
                  <a:pt x="2764" y="2"/>
                  <a:pt x="2777" y="4"/>
                </a:cubicBezTo>
                <a:cubicBezTo>
                  <a:pt x="2791" y="7"/>
                  <a:pt x="2804" y="11"/>
                  <a:pt x="2817" y="16"/>
                </a:cubicBezTo>
                <a:cubicBezTo>
                  <a:pt x="2829" y="22"/>
                  <a:pt x="2841" y="28"/>
                  <a:pt x="2853" y="36"/>
                </a:cubicBezTo>
                <a:cubicBezTo>
                  <a:pt x="2864" y="43"/>
                  <a:pt x="2875" y="52"/>
                  <a:pt x="2885" y="62"/>
                </a:cubicBezTo>
                <a:cubicBezTo>
                  <a:pt x="2895" y="72"/>
                  <a:pt x="2903" y="82"/>
                  <a:pt x="2911" y="94"/>
                </a:cubicBezTo>
                <a:cubicBezTo>
                  <a:pt x="2919" y="105"/>
                  <a:pt x="2925" y="117"/>
                  <a:pt x="2930" y="130"/>
                </a:cubicBezTo>
                <a:cubicBezTo>
                  <a:pt x="2936" y="143"/>
                  <a:pt x="2940" y="156"/>
                  <a:pt x="2942" y="170"/>
                </a:cubicBezTo>
                <a:cubicBezTo>
                  <a:pt x="2945" y="183"/>
                  <a:pt x="2946" y="197"/>
                  <a:pt x="2946" y="211"/>
                </a:cubicBezTo>
                <a:lnTo>
                  <a:pt x="2946" y="738"/>
                </a:lnTo>
                <a:cubicBezTo>
                  <a:pt x="2946" y="751"/>
                  <a:pt x="2945" y="765"/>
                  <a:pt x="2942" y="779"/>
                </a:cubicBezTo>
                <a:cubicBezTo>
                  <a:pt x="2940" y="792"/>
                  <a:pt x="2936" y="805"/>
                  <a:pt x="2930" y="818"/>
                </a:cubicBezTo>
                <a:cubicBezTo>
                  <a:pt x="2925" y="831"/>
                  <a:pt x="2919" y="843"/>
                  <a:pt x="2911" y="854"/>
                </a:cubicBezTo>
                <a:cubicBezTo>
                  <a:pt x="2903" y="866"/>
                  <a:pt x="2895" y="877"/>
                  <a:pt x="2885" y="886"/>
                </a:cubicBezTo>
                <a:cubicBezTo>
                  <a:pt x="2875" y="896"/>
                  <a:pt x="2864" y="905"/>
                  <a:pt x="2853" y="913"/>
                </a:cubicBezTo>
                <a:cubicBezTo>
                  <a:pt x="2841" y="920"/>
                  <a:pt x="2829" y="927"/>
                  <a:pt x="2817" y="932"/>
                </a:cubicBezTo>
                <a:cubicBezTo>
                  <a:pt x="2804" y="937"/>
                  <a:pt x="2791" y="941"/>
                  <a:pt x="2777" y="944"/>
                </a:cubicBezTo>
                <a:cubicBezTo>
                  <a:pt x="2764" y="947"/>
                  <a:pt x="2750" y="948"/>
                  <a:pt x="2736" y="948"/>
                </a:cubicBezTo>
                <a:lnTo>
                  <a:pt x="210" y="948"/>
                </a:lnTo>
                <a:cubicBezTo>
                  <a:pt x="197" y="948"/>
                  <a:pt x="183" y="947"/>
                  <a:pt x="169" y="944"/>
                </a:cubicBezTo>
                <a:cubicBezTo>
                  <a:pt x="156" y="941"/>
                  <a:pt x="143" y="937"/>
                  <a:pt x="130" y="932"/>
                </a:cubicBezTo>
                <a:cubicBezTo>
                  <a:pt x="117" y="927"/>
                  <a:pt x="105" y="920"/>
                  <a:pt x="93" y="913"/>
                </a:cubicBezTo>
                <a:cubicBezTo>
                  <a:pt x="82" y="905"/>
                  <a:pt x="71" y="896"/>
                  <a:pt x="62" y="886"/>
                </a:cubicBezTo>
                <a:cubicBezTo>
                  <a:pt x="52" y="877"/>
                  <a:pt x="43" y="866"/>
                  <a:pt x="35" y="854"/>
                </a:cubicBezTo>
                <a:cubicBezTo>
                  <a:pt x="28" y="843"/>
                  <a:pt x="21" y="831"/>
                  <a:pt x="16" y="818"/>
                </a:cubicBezTo>
                <a:cubicBezTo>
                  <a:pt x="11" y="805"/>
                  <a:pt x="7" y="792"/>
                  <a:pt x="4" y="779"/>
                </a:cubicBezTo>
                <a:cubicBezTo>
                  <a:pt x="1" y="765"/>
                  <a:pt x="0" y="751"/>
                  <a:pt x="0" y="738"/>
                </a:cubicBezTo>
                <a:lnTo>
                  <a:pt x="0" y="211"/>
                </a:lnTo>
                <a:cubicBezTo>
                  <a:pt x="0" y="197"/>
                  <a:pt x="1" y="183"/>
                  <a:pt x="4" y="170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1" y="117"/>
                  <a:pt x="28" y="105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3" y="36"/>
                </a:cubicBezTo>
                <a:cubicBezTo>
                  <a:pt x="105" y="28"/>
                  <a:pt x="117" y="22"/>
                  <a:pt x="130" y="16"/>
                </a:cubicBezTo>
                <a:cubicBezTo>
                  <a:pt x="143" y="11"/>
                  <a:pt x="156" y="7"/>
                  <a:pt x="169" y="4"/>
                </a:cubicBezTo>
                <a:cubicBezTo>
                  <a:pt x="183" y="2"/>
                  <a:pt x="197" y="0"/>
                  <a:pt x="21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594200" y="1323360"/>
            <a:ext cx="1060560" cy="341280"/>
          </a:xfrm>
          <a:custGeom>
            <a:avLst/>
            <a:gdLst/>
            <a:ahLst/>
            <a:rect l="0" t="0" r="r" b="b"/>
            <a:pathLst>
              <a:path w="2946" h="948">
                <a:moveTo>
                  <a:pt x="210" y="0"/>
                </a:moveTo>
                <a:lnTo>
                  <a:pt x="2736" y="0"/>
                </a:lnTo>
                <a:cubicBezTo>
                  <a:pt x="2750" y="0"/>
                  <a:pt x="2764" y="2"/>
                  <a:pt x="2777" y="4"/>
                </a:cubicBezTo>
                <a:cubicBezTo>
                  <a:pt x="2791" y="7"/>
                  <a:pt x="2804" y="11"/>
                  <a:pt x="2817" y="16"/>
                </a:cubicBezTo>
                <a:cubicBezTo>
                  <a:pt x="2829" y="22"/>
                  <a:pt x="2841" y="28"/>
                  <a:pt x="2853" y="36"/>
                </a:cubicBezTo>
                <a:cubicBezTo>
                  <a:pt x="2864" y="43"/>
                  <a:pt x="2875" y="52"/>
                  <a:pt x="2885" y="62"/>
                </a:cubicBezTo>
                <a:cubicBezTo>
                  <a:pt x="2895" y="72"/>
                  <a:pt x="2903" y="82"/>
                  <a:pt x="2911" y="94"/>
                </a:cubicBezTo>
                <a:cubicBezTo>
                  <a:pt x="2919" y="105"/>
                  <a:pt x="2925" y="117"/>
                  <a:pt x="2930" y="130"/>
                </a:cubicBezTo>
                <a:cubicBezTo>
                  <a:pt x="2936" y="143"/>
                  <a:pt x="2940" y="156"/>
                  <a:pt x="2942" y="170"/>
                </a:cubicBezTo>
                <a:cubicBezTo>
                  <a:pt x="2945" y="183"/>
                  <a:pt x="2946" y="197"/>
                  <a:pt x="2946" y="211"/>
                </a:cubicBezTo>
                <a:lnTo>
                  <a:pt x="2946" y="738"/>
                </a:lnTo>
                <a:cubicBezTo>
                  <a:pt x="2946" y="751"/>
                  <a:pt x="2945" y="765"/>
                  <a:pt x="2942" y="779"/>
                </a:cubicBezTo>
                <a:cubicBezTo>
                  <a:pt x="2940" y="792"/>
                  <a:pt x="2936" y="805"/>
                  <a:pt x="2930" y="818"/>
                </a:cubicBezTo>
                <a:cubicBezTo>
                  <a:pt x="2925" y="831"/>
                  <a:pt x="2919" y="843"/>
                  <a:pt x="2911" y="854"/>
                </a:cubicBezTo>
                <a:cubicBezTo>
                  <a:pt x="2903" y="866"/>
                  <a:pt x="2895" y="877"/>
                  <a:pt x="2885" y="886"/>
                </a:cubicBezTo>
                <a:cubicBezTo>
                  <a:pt x="2875" y="896"/>
                  <a:pt x="2864" y="905"/>
                  <a:pt x="2853" y="913"/>
                </a:cubicBezTo>
                <a:cubicBezTo>
                  <a:pt x="2841" y="920"/>
                  <a:pt x="2829" y="927"/>
                  <a:pt x="2817" y="932"/>
                </a:cubicBezTo>
                <a:cubicBezTo>
                  <a:pt x="2804" y="937"/>
                  <a:pt x="2791" y="941"/>
                  <a:pt x="2777" y="944"/>
                </a:cubicBezTo>
                <a:cubicBezTo>
                  <a:pt x="2764" y="947"/>
                  <a:pt x="2750" y="948"/>
                  <a:pt x="2736" y="948"/>
                </a:cubicBezTo>
                <a:lnTo>
                  <a:pt x="210" y="948"/>
                </a:lnTo>
                <a:cubicBezTo>
                  <a:pt x="197" y="948"/>
                  <a:pt x="183" y="947"/>
                  <a:pt x="169" y="944"/>
                </a:cubicBezTo>
                <a:cubicBezTo>
                  <a:pt x="156" y="941"/>
                  <a:pt x="143" y="937"/>
                  <a:pt x="130" y="932"/>
                </a:cubicBezTo>
                <a:cubicBezTo>
                  <a:pt x="117" y="927"/>
                  <a:pt x="105" y="920"/>
                  <a:pt x="93" y="913"/>
                </a:cubicBezTo>
                <a:cubicBezTo>
                  <a:pt x="82" y="905"/>
                  <a:pt x="71" y="896"/>
                  <a:pt x="62" y="886"/>
                </a:cubicBezTo>
                <a:cubicBezTo>
                  <a:pt x="52" y="877"/>
                  <a:pt x="43" y="866"/>
                  <a:pt x="35" y="854"/>
                </a:cubicBezTo>
                <a:cubicBezTo>
                  <a:pt x="28" y="843"/>
                  <a:pt x="21" y="831"/>
                  <a:pt x="16" y="818"/>
                </a:cubicBezTo>
                <a:cubicBezTo>
                  <a:pt x="11" y="805"/>
                  <a:pt x="7" y="792"/>
                  <a:pt x="4" y="779"/>
                </a:cubicBezTo>
                <a:cubicBezTo>
                  <a:pt x="1" y="765"/>
                  <a:pt x="0" y="751"/>
                  <a:pt x="0" y="738"/>
                </a:cubicBezTo>
                <a:lnTo>
                  <a:pt x="0" y="211"/>
                </a:lnTo>
                <a:cubicBezTo>
                  <a:pt x="0" y="197"/>
                  <a:pt x="1" y="183"/>
                  <a:pt x="4" y="170"/>
                </a:cubicBezTo>
                <a:cubicBezTo>
                  <a:pt x="7" y="156"/>
                  <a:pt x="11" y="143"/>
                  <a:pt x="16" y="130"/>
                </a:cubicBezTo>
                <a:cubicBezTo>
                  <a:pt x="21" y="117"/>
                  <a:pt x="28" y="105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3" y="36"/>
                </a:cubicBezTo>
                <a:cubicBezTo>
                  <a:pt x="105" y="28"/>
                  <a:pt x="117" y="22"/>
                  <a:pt x="130" y="16"/>
                </a:cubicBezTo>
                <a:cubicBezTo>
                  <a:pt x="143" y="11"/>
                  <a:pt x="156" y="7"/>
                  <a:pt x="169" y="4"/>
                </a:cubicBezTo>
                <a:cubicBezTo>
                  <a:pt x="183" y="2"/>
                  <a:pt x="197" y="0"/>
                  <a:pt x="210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5073480" y="1443960"/>
            <a:ext cx="1009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b1b2f"/>
                </a:solidFill>
                <a:latin typeface="Arial"/>
                <a:ea typeface="Arial"/>
              </a:rPr>
              <a:t>Kwaliﬁcatiedossier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4981320" y="2289240"/>
            <a:ext cx="1060560" cy="340920"/>
          </a:xfrm>
          <a:custGeom>
            <a:avLst/>
            <a:gdLst/>
            <a:ahLst/>
            <a:rect l="0" t="0" r="r" b="b"/>
            <a:pathLst>
              <a:path w="2946" h="947">
                <a:moveTo>
                  <a:pt x="210" y="0"/>
                </a:moveTo>
                <a:lnTo>
                  <a:pt x="2736" y="0"/>
                </a:lnTo>
                <a:cubicBezTo>
                  <a:pt x="2749" y="0"/>
                  <a:pt x="2763" y="1"/>
                  <a:pt x="2777" y="4"/>
                </a:cubicBezTo>
                <a:cubicBezTo>
                  <a:pt x="2790" y="6"/>
                  <a:pt x="2803" y="10"/>
                  <a:pt x="2816" y="16"/>
                </a:cubicBezTo>
                <a:cubicBezTo>
                  <a:pt x="2829" y="21"/>
                  <a:pt x="2841" y="27"/>
                  <a:pt x="2853" y="35"/>
                </a:cubicBezTo>
                <a:cubicBezTo>
                  <a:pt x="2864" y="43"/>
                  <a:pt x="2875" y="52"/>
                  <a:pt x="2884" y="61"/>
                </a:cubicBezTo>
                <a:cubicBezTo>
                  <a:pt x="2894" y="71"/>
                  <a:pt x="2903" y="82"/>
                  <a:pt x="2911" y="93"/>
                </a:cubicBezTo>
                <a:cubicBezTo>
                  <a:pt x="2918" y="105"/>
                  <a:pt x="2925" y="117"/>
                  <a:pt x="2930" y="130"/>
                </a:cubicBezTo>
                <a:cubicBezTo>
                  <a:pt x="2935" y="142"/>
                  <a:pt x="2939" y="155"/>
                  <a:pt x="2942" y="169"/>
                </a:cubicBezTo>
                <a:cubicBezTo>
                  <a:pt x="2945" y="183"/>
                  <a:pt x="2946" y="196"/>
                  <a:pt x="2946" y="210"/>
                </a:cubicBezTo>
                <a:lnTo>
                  <a:pt x="2946" y="736"/>
                </a:lnTo>
                <a:cubicBezTo>
                  <a:pt x="2946" y="751"/>
                  <a:pt x="2945" y="765"/>
                  <a:pt x="2942" y="778"/>
                </a:cubicBezTo>
                <a:cubicBezTo>
                  <a:pt x="2939" y="792"/>
                  <a:pt x="2935" y="805"/>
                  <a:pt x="2930" y="818"/>
                </a:cubicBezTo>
                <a:cubicBezTo>
                  <a:pt x="2925" y="830"/>
                  <a:pt x="2918" y="842"/>
                  <a:pt x="2911" y="854"/>
                </a:cubicBezTo>
                <a:cubicBezTo>
                  <a:pt x="2903" y="865"/>
                  <a:pt x="2894" y="876"/>
                  <a:pt x="2884" y="886"/>
                </a:cubicBezTo>
                <a:cubicBezTo>
                  <a:pt x="2875" y="896"/>
                  <a:pt x="2864" y="904"/>
                  <a:pt x="2853" y="912"/>
                </a:cubicBezTo>
                <a:cubicBezTo>
                  <a:pt x="2841" y="920"/>
                  <a:pt x="2829" y="926"/>
                  <a:pt x="2816" y="931"/>
                </a:cubicBezTo>
                <a:cubicBezTo>
                  <a:pt x="2803" y="937"/>
                  <a:pt x="2790" y="941"/>
                  <a:pt x="2777" y="943"/>
                </a:cubicBezTo>
                <a:cubicBezTo>
                  <a:pt x="2763" y="946"/>
                  <a:pt x="2749" y="947"/>
                  <a:pt x="2736" y="947"/>
                </a:cubicBezTo>
                <a:lnTo>
                  <a:pt x="210" y="947"/>
                </a:lnTo>
                <a:cubicBezTo>
                  <a:pt x="196" y="947"/>
                  <a:pt x="182" y="946"/>
                  <a:pt x="169" y="943"/>
                </a:cubicBezTo>
                <a:cubicBezTo>
                  <a:pt x="155" y="941"/>
                  <a:pt x="142" y="937"/>
                  <a:pt x="129" y="931"/>
                </a:cubicBezTo>
                <a:cubicBezTo>
                  <a:pt x="117" y="926"/>
                  <a:pt x="105" y="920"/>
                  <a:pt x="93" y="912"/>
                </a:cubicBezTo>
                <a:cubicBezTo>
                  <a:pt x="82" y="904"/>
                  <a:pt x="71" y="896"/>
                  <a:pt x="61" y="886"/>
                </a:cubicBezTo>
                <a:cubicBezTo>
                  <a:pt x="51" y="876"/>
                  <a:pt x="43" y="865"/>
                  <a:pt x="35" y="854"/>
                </a:cubicBezTo>
                <a:cubicBezTo>
                  <a:pt x="27" y="842"/>
                  <a:pt x="21" y="830"/>
                  <a:pt x="16" y="818"/>
                </a:cubicBezTo>
                <a:cubicBezTo>
                  <a:pt x="10" y="805"/>
                  <a:pt x="6" y="792"/>
                  <a:pt x="4" y="778"/>
                </a:cubicBezTo>
                <a:cubicBezTo>
                  <a:pt x="1" y="765"/>
                  <a:pt x="0" y="751"/>
                  <a:pt x="0" y="736"/>
                </a:cubicBezTo>
                <a:lnTo>
                  <a:pt x="0" y="210"/>
                </a:lnTo>
                <a:cubicBezTo>
                  <a:pt x="0" y="196"/>
                  <a:pt x="1" y="183"/>
                  <a:pt x="4" y="169"/>
                </a:cubicBezTo>
                <a:cubicBezTo>
                  <a:pt x="6" y="155"/>
                  <a:pt x="10" y="142"/>
                  <a:pt x="16" y="130"/>
                </a:cubicBezTo>
                <a:cubicBezTo>
                  <a:pt x="21" y="117"/>
                  <a:pt x="27" y="105"/>
                  <a:pt x="35" y="93"/>
                </a:cubicBezTo>
                <a:cubicBezTo>
                  <a:pt x="43" y="82"/>
                  <a:pt x="51" y="71"/>
                  <a:pt x="61" y="61"/>
                </a:cubicBezTo>
                <a:cubicBezTo>
                  <a:pt x="71" y="52"/>
                  <a:pt x="82" y="43"/>
                  <a:pt x="93" y="35"/>
                </a:cubicBezTo>
                <a:cubicBezTo>
                  <a:pt x="105" y="27"/>
                  <a:pt x="117" y="21"/>
                  <a:pt x="129" y="16"/>
                </a:cubicBezTo>
                <a:cubicBezTo>
                  <a:pt x="142" y="10"/>
                  <a:pt x="155" y="6"/>
                  <a:pt x="169" y="4"/>
                </a:cubicBezTo>
                <a:cubicBezTo>
                  <a:pt x="182" y="1"/>
                  <a:pt x="196" y="0"/>
                  <a:pt x="21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4981320" y="2289240"/>
            <a:ext cx="1060560" cy="340920"/>
          </a:xfrm>
          <a:custGeom>
            <a:avLst/>
            <a:gdLst/>
            <a:ahLst/>
            <a:rect l="0" t="0" r="r" b="b"/>
            <a:pathLst>
              <a:path w="2946" h="947">
                <a:moveTo>
                  <a:pt x="210" y="0"/>
                </a:moveTo>
                <a:lnTo>
                  <a:pt x="2736" y="0"/>
                </a:lnTo>
                <a:cubicBezTo>
                  <a:pt x="2749" y="0"/>
                  <a:pt x="2763" y="1"/>
                  <a:pt x="2777" y="4"/>
                </a:cubicBezTo>
                <a:cubicBezTo>
                  <a:pt x="2790" y="6"/>
                  <a:pt x="2803" y="10"/>
                  <a:pt x="2816" y="16"/>
                </a:cubicBezTo>
                <a:cubicBezTo>
                  <a:pt x="2829" y="21"/>
                  <a:pt x="2841" y="27"/>
                  <a:pt x="2853" y="35"/>
                </a:cubicBezTo>
                <a:cubicBezTo>
                  <a:pt x="2864" y="43"/>
                  <a:pt x="2875" y="52"/>
                  <a:pt x="2884" y="61"/>
                </a:cubicBezTo>
                <a:cubicBezTo>
                  <a:pt x="2894" y="71"/>
                  <a:pt x="2903" y="82"/>
                  <a:pt x="2911" y="93"/>
                </a:cubicBezTo>
                <a:cubicBezTo>
                  <a:pt x="2918" y="105"/>
                  <a:pt x="2925" y="117"/>
                  <a:pt x="2930" y="130"/>
                </a:cubicBezTo>
                <a:cubicBezTo>
                  <a:pt x="2935" y="142"/>
                  <a:pt x="2939" y="155"/>
                  <a:pt x="2942" y="169"/>
                </a:cubicBezTo>
                <a:cubicBezTo>
                  <a:pt x="2945" y="183"/>
                  <a:pt x="2946" y="196"/>
                  <a:pt x="2946" y="210"/>
                </a:cubicBezTo>
                <a:lnTo>
                  <a:pt x="2946" y="736"/>
                </a:lnTo>
                <a:cubicBezTo>
                  <a:pt x="2946" y="751"/>
                  <a:pt x="2945" y="765"/>
                  <a:pt x="2942" y="778"/>
                </a:cubicBezTo>
                <a:cubicBezTo>
                  <a:pt x="2939" y="792"/>
                  <a:pt x="2935" y="805"/>
                  <a:pt x="2930" y="818"/>
                </a:cubicBezTo>
                <a:cubicBezTo>
                  <a:pt x="2925" y="830"/>
                  <a:pt x="2918" y="842"/>
                  <a:pt x="2911" y="854"/>
                </a:cubicBezTo>
                <a:cubicBezTo>
                  <a:pt x="2903" y="865"/>
                  <a:pt x="2894" y="876"/>
                  <a:pt x="2884" y="886"/>
                </a:cubicBezTo>
                <a:cubicBezTo>
                  <a:pt x="2875" y="896"/>
                  <a:pt x="2864" y="904"/>
                  <a:pt x="2853" y="912"/>
                </a:cubicBezTo>
                <a:cubicBezTo>
                  <a:pt x="2841" y="920"/>
                  <a:pt x="2829" y="926"/>
                  <a:pt x="2816" y="931"/>
                </a:cubicBezTo>
                <a:cubicBezTo>
                  <a:pt x="2803" y="937"/>
                  <a:pt x="2790" y="941"/>
                  <a:pt x="2777" y="943"/>
                </a:cubicBezTo>
                <a:cubicBezTo>
                  <a:pt x="2763" y="946"/>
                  <a:pt x="2749" y="947"/>
                  <a:pt x="2736" y="947"/>
                </a:cubicBezTo>
                <a:lnTo>
                  <a:pt x="210" y="947"/>
                </a:lnTo>
                <a:cubicBezTo>
                  <a:pt x="196" y="947"/>
                  <a:pt x="182" y="946"/>
                  <a:pt x="169" y="943"/>
                </a:cubicBezTo>
                <a:cubicBezTo>
                  <a:pt x="155" y="941"/>
                  <a:pt x="142" y="937"/>
                  <a:pt x="129" y="931"/>
                </a:cubicBezTo>
                <a:cubicBezTo>
                  <a:pt x="117" y="926"/>
                  <a:pt x="105" y="920"/>
                  <a:pt x="93" y="912"/>
                </a:cubicBezTo>
                <a:cubicBezTo>
                  <a:pt x="82" y="904"/>
                  <a:pt x="71" y="896"/>
                  <a:pt x="61" y="886"/>
                </a:cubicBezTo>
                <a:cubicBezTo>
                  <a:pt x="51" y="876"/>
                  <a:pt x="43" y="865"/>
                  <a:pt x="35" y="854"/>
                </a:cubicBezTo>
                <a:cubicBezTo>
                  <a:pt x="27" y="842"/>
                  <a:pt x="21" y="830"/>
                  <a:pt x="16" y="818"/>
                </a:cubicBezTo>
                <a:cubicBezTo>
                  <a:pt x="10" y="805"/>
                  <a:pt x="6" y="792"/>
                  <a:pt x="4" y="778"/>
                </a:cubicBezTo>
                <a:cubicBezTo>
                  <a:pt x="1" y="765"/>
                  <a:pt x="0" y="751"/>
                  <a:pt x="0" y="736"/>
                </a:cubicBezTo>
                <a:lnTo>
                  <a:pt x="0" y="210"/>
                </a:lnTo>
                <a:cubicBezTo>
                  <a:pt x="0" y="196"/>
                  <a:pt x="1" y="183"/>
                  <a:pt x="4" y="169"/>
                </a:cubicBezTo>
                <a:cubicBezTo>
                  <a:pt x="6" y="155"/>
                  <a:pt x="10" y="142"/>
                  <a:pt x="16" y="130"/>
                </a:cubicBezTo>
                <a:cubicBezTo>
                  <a:pt x="21" y="117"/>
                  <a:pt x="27" y="105"/>
                  <a:pt x="35" y="93"/>
                </a:cubicBezTo>
                <a:cubicBezTo>
                  <a:pt x="43" y="82"/>
                  <a:pt x="51" y="71"/>
                  <a:pt x="61" y="61"/>
                </a:cubicBezTo>
                <a:cubicBezTo>
                  <a:pt x="71" y="52"/>
                  <a:pt x="82" y="43"/>
                  <a:pt x="93" y="35"/>
                </a:cubicBezTo>
                <a:cubicBezTo>
                  <a:pt x="105" y="27"/>
                  <a:pt x="117" y="21"/>
                  <a:pt x="129" y="16"/>
                </a:cubicBezTo>
                <a:cubicBezTo>
                  <a:pt x="142" y="10"/>
                  <a:pt x="155" y="6"/>
                  <a:pt x="169" y="4"/>
                </a:cubicBezTo>
                <a:cubicBezTo>
                  <a:pt x="182" y="1"/>
                  <a:pt x="196" y="0"/>
                  <a:pt x="210" y="0"/>
                </a:cubicBezTo>
                <a:close/>
              </a:path>
            </a:pathLst>
          </a:custGeom>
          <a:noFill/>
          <a:ln w="18720">
            <a:solidFill>
              <a:srgbClr val="e9a27f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7843680" y="1443960"/>
            <a:ext cx="621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594200" y="2289240"/>
            <a:ext cx="1060560" cy="340920"/>
          </a:xfrm>
          <a:custGeom>
            <a:avLst/>
            <a:gdLst/>
            <a:ahLst/>
            <a:rect l="0" t="0" r="r" b="b"/>
            <a:pathLst>
              <a:path w="2946" h="947">
                <a:moveTo>
                  <a:pt x="210" y="0"/>
                </a:moveTo>
                <a:lnTo>
                  <a:pt x="2736" y="0"/>
                </a:lnTo>
                <a:cubicBezTo>
                  <a:pt x="2750" y="0"/>
                  <a:pt x="2764" y="1"/>
                  <a:pt x="2777" y="4"/>
                </a:cubicBezTo>
                <a:cubicBezTo>
                  <a:pt x="2791" y="6"/>
                  <a:pt x="2804" y="10"/>
                  <a:pt x="2817" y="16"/>
                </a:cubicBezTo>
                <a:cubicBezTo>
                  <a:pt x="2829" y="21"/>
                  <a:pt x="2841" y="27"/>
                  <a:pt x="2853" y="35"/>
                </a:cubicBezTo>
                <a:cubicBezTo>
                  <a:pt x="2864" y="43"/>
                  <a:pt x="2875" y="52"/>
                  <a:pt x="2885" y="61"/>
                </a:cubicBezTo>
                <a:cubicBezTo>
                  <a:pt x="2895" y="71"/>
                  <a:pt x="2903" y="82"/>
                  <a:pt x="2911" y="93"/>
                </a:cubicBezTo>
                <a:cubicBezTo>
                  <a:pt x="2919" y="105"/>
                  <a:pt x="2925" y="117"/>
                  <a:pt x="2930" y="130"/>
                </a:cubicBezTo>
                <a:cubicBezTo>
                  <a:pt x="2936" y="142"/>
                  <a:pt x="2940" y="155"/>
                  <a:pt x="2942" y="169"/>
                </a:cubicBezTo>
                <a:cubicBezTo>
                  <a:pt x="2945" y="183"/>
                  <a:pt x="2946" y="196"/>
                  <a:pt x="2946" y="210"/>
                </a:cubicBezTo>
                <a:lnTo>
                  <a:pt x="2946" y="736"/>
                </a:lnTo>
                <a:cubicBezTo>
                  <a:pt x="2946" y="751"/>
                  <a:pt x="2945" y="765"/>
                  <a:pt x="2942" y="778"/>
                </a:cubicBezTo>
                <a:cubicBezTo>
                  <a:pt x="2940" y="792"/>
                  <a:pt x="2936" y="805"/>
                  <a:pt x="2930" y="818"/>
                </a:cubicBezTo>
                <a:cubicBezTo>
                  <a:pt x="2925" y="830"/>
                  <a:pt x="2919" y="842"/>
                  <a:pt x="2911" y="854"/>
                </a:cubicBezTo>
                <a:cubicBezTo>
                  <a:pt x="2903" y="865"/>
                  <a:pt x="2895" y="876"/>
                  <a:pt x="2885" y="886"/>
                </a:cubicBezTo>
                <a:cubicBezTo>
                  <a:pt x="2875" y="896"/>
                  <a:pt x="2864" y="904"/>
                  <a:pt x="2853" y="912"/>
                </a:cubicBezTo>
                <a:cubicBezTo>
                  <a:pt x="2841" y="920"/>
                  <a:pt x="2829" y="926"/>
                  <a:pt x="2817" y="931"/>
                </a:cubicBezTo>
                <a:cubicBezTo>
                  <a:pt x="2804" y="937"/>
                  <a:pt x="2791" y="941"/>
                  <a:pt x="2777" y="943"/>
                </a:cubicBezTo>
                <a:cubicBezTo>
                  <a:pt x="2764" y="946"/>
                  <a:pt x="2750" y="947"/>
                  <a:pt x="2736" y="947"/>
                </a:cubicBezTo>
                <a:lnTo>
                  <a:pt x="210" y="947"/>
                </a:lnTo>
                <a:cubicBezTo>
                  <a:pt x="197" y="947"/>
                  <a:pt x="183" y="946"/>
                  <a:pt x="169" y="943"/>
                </a:cubicBezTo>
                <a:cubicBezTo>
                  <a:pt x="156" y="941"/>
                  <a:pt x="143" y="937"/>
                  <a:pt x="130" y="931"/>
                </a:cubicBezTo>
                <a:cubicBezTo>
                  <a:pt x="117" y="926"/>
                  <a:pt x="105" y="920"/>
                  <a:pt x="93" y="912"/>
                </a:cubicBezTo>
                <a:cubicBezTo>
                  <a:pt x="82" y="904"/>
                  <a:pt x="71" y="896"/>
                  <a:pt x="62" y="886"/>
                </a:cubicBezTo>
                <a:cubicBezTo>
                  <a:pt x="52" y="876"/>
                  <a:pt x="43" y="865"/>
                  <a:pt x="35" y="854"/>
                </a:cubicBezTo>
                <a:cubicBezTo>
                  <a:pt x="28" y="842"/>
                  <a:pt x="21" y="830"/>
                  <a:pt x="16" y="818"/>
                </a:cubicBezTo>
                <a:cubicBezTo>
                  <a:pt x="11" y="805"/>
                  <a:pt x="7" y="792"/>
                  <a:pt x="4" y="778"/>
                </a:cubicBezTo>
                <a:cubicBezTo>
                  <a:pt x="1" y="765"/>
                  <a:pt x="0" y="751"/>
                  <a:pt x="0" y="736"/>
                </a:cubicBezTo>
                <a:lnTo>
                  <a:pt x="0" y="210"/>
                </a:lnTo>
                <a:cubicBezTo>
                  <a:pt x="0" y="196"/>
                  <a:pt x="1" y="183"/>
                  <a:pt x="4" y="169"/>
                </a:cubicBezTo>
                <a:cubicBezTo>
                  <a:pt x="7" y="155"/>
                  <a:pt x="11" y="142"/>
                  <a:pt x="16" y="130"/>
                </a:cubicBezTo>
                <a:cubicBezTo>
                  <a:pt x="21" y="117"/>
                  <a:pt x="28" y="105"/>
                  <a:pt x="35" y="93"/>
                </a:cubicBezTo>
                <a:cubicBezTo>
                  <a:pt x="43" y="82"/>
                  <a:pt x="52" y="71"/>
                  <a:pt x="62" y="61"/>
                </a:cubicBezTo>
                <a:cubicBezTo>
                  <a:pt x="71" y="52"/>
                  <a:pt x="82" y="43"/>
                  <a:pt x="93" y="35"/>
                </a:cubicBezTo>
                <a:cubicBezTo>
                  <a:pt x="105" y="27"/>
                  <a:pt x="117" y="21"/>
                  <a:pt x="130" y="16"/>
                </a:cubicBezTo>
                <a:cubicBezTo>
                  <a:pt x="143" y="10"/>
                  <a:pt x="156" y="6"/>
                  <a:pt x="169" y="4"/>
                </a:cubicBezTo>
                <a:cubicBezTo>
                  <a:pt x="183" y="1"/>
                  <a:pt x="197" y="0"/>
                  <a:pt x="21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594200" y="2289240"/>
            <a:ext cx="1060560" cy="340920"/>
          </a:xfrm>
          <a:custGeom>
            <a:avLst/>
            <a:gdLst/>
            <a:ahLst/>
            <a:rect l="0" t="0" r="r" b="b"/>
            <a:pathLst>
              <a:path w="2946" h="947">
                <a:moveTo>
                  <a:pt x="210" y="0"/>
                </a:moveTo>
                <a:lnTo>
                  <a:pt x="2736" y="0"/>
                </a:lnTo>
                <a:cubicBezTo>
                  <a:pt x="2750" y="0"/>
                  <a:pt x="2764" y="1"/>
                  <a:pt x="2777" y="4"/>
                </a:cubicBezTo>
                <a:cubicBezTo>
                  <a:pt x="2791" y="6"/>
                  <a:pt x="2804" y="10"/>
                  <a:pt x="2817" y="16"/>
                </a:cubicBezTo>
                <a:cubicBezTo>
                  <a:pt x="2829" y="21"/>
                  <a:pt x="2841" y="27"/>
                  <a:pt x="2853" y="35"/>
                </a:cubicBezTo>
                <a:cubicBezTo>
                  <a:pt x="2864" y="43"/>
                  <a:pt x="2875" y="52"/>
                  <a:pt x="2885" y="61"/>
                </a:cubicBezTo>
                <a:cubicBezTo>
                  <a:pt x="2895" y="71"/>
                  <a:pt x="2903" y="82"/>
                  <a:pt x="2911" y="93"/>
                </a:cubicBezTo>
                <a:cubicBezTo>
                  <a:pt x="2919" y="105"/>
                  <a:pt x="2925" y="117"/>
                  <a:pt x="2930" y="130"/>
                </a:cubicBezTo>
                <a:cubicBezTo>
                  <a:pt x="2936" y="142"/>
                  <a:pt x="2940" y="155"/>
                  <a:pt x="2942" y="169"/>
                </a:cubicBezTo>
                <a:cubicBezTo>
                  <a:pt x="2945" y="183"/>
                  <a:pt x="2946" y="196"/>
                  <a:pt x="2946" y="210"/>
                </a:cubicBezTo>
                <a:lnTo>
                  <a:pt x="2946" y="736"/>
                </a:lnTo>
                <a:cubicBezTo>
                  <a:pt x="2946" y="751"/>
                  <a:pt x="2945" y="765"/>
                  <a:pt x="2942" y="778"/>
                </a:cubicBezTo>
                <a:cubicBezTo>
                  <a:pt x="2940" y="792"/>
                  <a:pt x="2936" y="805"/>
                  <a:pt x="2930" y="818"/>
                </a:cubicBezTo>
                <a:cubicBezTo>
                  <a:pt x="2925" y="830"/>
                  <a:pt x="2919" y="842"/>
                  <a:pt x="2911" y="854"/>
                </a:cubicBezTo>
                <a:cubicBezTo>
                  <a:pt x="2903" y="865"/>
                  <a:pt x="2895" y="876"/>
                  <a:pt x="2885" y="886"/>
                </a:cubicBezTo>
                <a:cubicBezTo>
                  <a:pt x="2875" y="896"/>
                  <a:pt x="2864" y="904"/>
                  <a:pt x="2853" y="912"/>
                </a:cubicBezTo>
                <a:cubicBezTo>
                  <a:pt x="2841" y="920"/>
                  <a:pt x="2829" y="926"/>
                  <a:pt x="2817" y="931"/>
                </a:cubicBezTo>
                <a:cubicBezTo>
                  <a:pt x="2804" y="937"/>
                  <a:pt x="2791" y="941"/>
                  <a:pt x="2777" y="943"/>
                </a:cubicBezTo>
                <a:cubicBezTo>
                  <a:pt x="2764" y="946"/>
                  <a:pt x="2750" y="947"/>
                  <a:pt x="2736" y="947"/>
                </a:cubicBezTo>
                <a:lnTo>
                  <a:pt x="210" y="947"/>
                </a:lnTo>
                <a:cubicBezTo>
                  <a:pt x="197" y="947"/>
                  <a:pt x="183" y="946"/>
                  <a:pt x="169" y="943"/>
                </a:cubicBezTo>
                <a:cubicBezTo>
                  <a:pt x="156" y="941"/>
                  <a:pt x="143" y="937"/>
                  <a:pt x="130" y="931"/>
                </a:cubicBezTo>
                <a:cubicBezTo>
                  <a:pt x="117" y="926"/>
                  <a:pt x="105" y="920"/>
                  <a:pt x="93" y="912"/>
                </a:cubicBezTo>
                <a:cubicBezTo>
                  <a:pt x="82" y="904"/>
                  <a:pt x="71" y="896"/>
                  <a:pt x="62" y="886"/>
                </a:cubicBezTo>
                <a:cubicBezTo>
                  <a:pt x="52" y="876"/>
                  <a:pt x="43" y="865"/>
                  <a:pt x="35" y="854"/>
                </a:cubicBezTo>
                <a:cubicBezTo>
                  <a:pt x="28" y="842"/>
                  <a:pt x="21" y="830"/>
                  <a:pt x="16" y="818"/>
                </a:cubicBezTo>
                <a:cubicBezTo>
                  <a:pt x="11" y="805"/>
                  <a:pt x="7" y="792"/>
                  <a:pt x="4" y="778"/>
                </a:cubicBezTo>
                <a:cubicBezTo>
                  <a:pt x="1" y="765"/>
                  <a:pt x="0" y="751"/>
                  <a:pt x="0" y="736"/>
                </a:cubicBezTo>
                <a:lnTo>
                  <a:pt x="0" y="210"/>
                </a:lnTo>
                <a:cubicBezTo>
                  <a:pt x="0" y="196"/>
                  <a:pt x="1" y="183"/>
                  <a:pt x="4" y="169"/>
                </a:cubicBezTo>
                <a:cubicBezTo>
                  <a:pt x="7" y="155"/>
                  <a:pt x="11" y="142"/>
                  <a:pt x="16" y="130"/>
                </a:cubicBezTo>
                <a:cubicBezTo>
                  <a:pt x="21" y="117"/>
                  <a:pt x="28" y="105"/>
                  <a:pt x="35" y="93"/>
                </a:cubicBezTo>
                <a:cubicBezTo>
                  <a:pt x="43" y="82"/>
                  <a:pt x="52" y="71"/>
                  <a:pt x="62" y="61"/>
                </a:cubicBezTo>
                <a:cubicBezTo>
                  <a:pt x="71" y="52"/>
                  <a:pt x="82" y="43"/>
                  <a:pt x="93" y="35"/>
                </a:cubicBezTo>
                <a:cubicBezTo>
                  <a:pt x="105" y="27"/>
                  <a:pt x="117" y="21"/>
                  <a:pt x="130" y="16"/>
                </a:cubicBezTo>
                <a:cubicBezTo>
                  <a:pt x="143" y="10"/>
                  <a:pt x="156" y="6"/>
                  <a:pt x="169" y="4"/>
                </a:cubicBezTo>
                <a:cubicBezTo>
                  <a:pt x="183" y="1"/>
                  <a:pt x="197" y="0"/>
                  <a:pt x="210" y="0"/>
                </a:cubicBezTo>
                <a:close/>
              </a:path>
            </a:pathLst>
          </a:custGeom>
          <a:noFill/>
          <a:ln w="18720">
            <a:solidFill>
              <a:srgbClr val="e9a27f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5130360" y="2409840"/>
            <a:ext cx="913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b1b2f"/>
                </a:solidFill>
                <a:latin typeface="Arial"/>
                <a:ea typeface="Arial"/>
              </a:rPr>
              <a:t>Toets en examen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6041520" y="1550520"/>
            <a:ext cx="208800" cy="284400"/>
          </a:xfrm>
          <a:prstGeom prst="line">
            <a:avLst/>
          </a:prstGeom>
          <a:ln w="151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7560" rIns="7560" tIns="7560" bIns="7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 flipH="1">
            <a:off x="7385760" y="1550520"/>
            <a:ext cx="208800" cy="284400"/>
          </a:xfrm>
          <a:prstGeom prst="line">
            <a:avLst/>
          </a:prstGeom>
          <a:ln w="151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7560" rIns="7560" tIns="7560" bIns="7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 flipV="1">
            <a:off x="6041520" y="2118600"/>
            <a:ext cx="208800" cy="284400"/>
          </a:xfrm>
          <a:prstGeom prst="line">
            <a:avLst/>
          </a:prstGeom>
          <a:ln w="151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7560" rIns="7560" tIns="7560" bIns="7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 flipH="1" flipV="1">
            <a:off x="7385760" y="2118600"/>
            <a:ext cx="208800" cy="284400"/>
          </a:xfrm>
          <a:prstGeom prst="line">
            <a:avLst/>
          </a:prstGeom>
          <a:ln w="151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7560" rIns="7560" tIns="7560" bIns="7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7695720" y="2409840"/>
            <a:ext cx="1012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50" spc="-1" strike="noStrike">
                <a:solidFill>
                  <a:srgbClr val="1b1b2f"/>
                </a:solidFill>
                <a:latin typeface="Arial"/>
                <a:ea typeface="Arial"/>
              </a:rPr>
              <a:t>Resultaatstructuur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4928040" y="2757600"/>
            <a:ext cx="39463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De leeruitkomst is de sleutel: het dossier wordt erin vertaald,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4928040" y="2948400"/>
            <a:ext cx="41184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speciﬁcaties, toetsen en de resultaatstructuur verwijzen ernaar.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456840" y="4552920"/>
            <a:ext cx="8420760" cy="628920"/>
          </a:xfrm>
          <a:custGeom>
            <a:avLst/>
            <a:gdLst/>
            <a:ahLst/>
            <a:rect l="0" t="0" r="r" b="b"/>
            <a:pathLst>
              <a:path w="23391" h="1747">
                <a:moveTo>
                  <a:pt x="0" y="0"/>
                </a:moveTo>
                <a:lnTo>
                  <a:pt x="23391" y="0"/>
                </a:lnTo>
                <a:lnTo>
                  <a:pt x="23391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456840" y="4552920"/>
            <a:ext cx="8420760" cy="38160"/>
          </a:xfrm>
          <a:custGeom>
            <a:avLst/>
            <a:gdLst/>
            <a:ahLst/>
            <a:rect l="0" t="0" r="r" b="b"/>
            <a:pathLst>
              <a:path w="23391" h="106">
                <a:moveTo>
                  <a:pt x="0" y="0"/>
                </a:moveTo>
                <a:lnTo>
                  <a:pt x="23391" y="0"/>
                </a:lnTo>
                <a:lnTo>
                  <a:pt x="2339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456840" y="517176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8867520" y="455292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105"/>
                </a:moveTo>
                <a:lnTo>
                  <a:pt x="0" y="1747"/>
                </a:lnTo>
                <a:lnTo>
                  <a:pt x="28" y="1747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456840" y="455292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4928040" y="3138840"/>
            <a:ext cx="42757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De instelling vult haar in vanuit haar eigen onderwijskundig kader.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619200" y="4701960"/>
            <a:ext cx="9322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De vraag aan de tafel: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maken andere ontwikkelingen binnen LZD dezelfde keuzes? Dan weten wij dat liever nu dan bij de oplevering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619200" y="4911480"/>
            <a:ext cx="942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van de keten.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27" name=""/>
          <p:cNvSpPr/>
          <p:nvPr/>
        </p:nvSpPr>
        <p:spPr>
          <a:xfrm>
            <a:off x="456840" y="1266480"/>
            <a:ext cx="2029320" cy="315000"/>
          </a:xfrm>
          <a:custGeom>
            <a:avLst/>
            <a:gdLst/>
            <a:ahLst/>
            <a:rect l="0" t="0" r="r" b="b"/>
            <a:pathLst>
              <a:path w="5637" h="875">
                <a:moveTo>
                  <a:pt x="0" y="0"/>
                </a:moveTo>
                <a:lnTo>
                  <a:pt x="5637" y="0"/>
                </a:lnTo>
                <a:lnTo>
                  <a:pt x="5637" y="875"/>
                </a:lnTo>
                <a:lnTo>
                  <a:pt x="0" y="87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2485800" y="1266480"/>
            <a:ext cx="2895840" cy="315000"/>
          </a:xfrm>
          <a:custGeom>
            <a:avLst/>
            <a:gdLst/>
            <a:ahLst/>
            <a:rect l="0" t="0" r="r" b="b"/>
            <a:pathLst>
              <a:path w="8044" h="875">
                <a:moveTo>
                  <a:pt x="0" y="0"/>
                </a:moveTo>
                <a:lnTo>
                  <a:pt x="8044" y="0"/>
                </a:lnTo>
                <a:lnTo>
                  <a:pt x="8044" y="875"/>
                </a:lnTo>
                <a:lnTo>
                  <a:pt x="0" y="87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1571400"/>
            <a:ext cx="2029320" cy="19440"/>
          </a:xfrm>
          <a:custGeom>
            <a:avLst/>
            <a:gdLst/>
            <a:ahLst/>
            <a:rect l="0" t="0" r="r" b="b"/>
            <a:pathLst>
              <a:path w="5637" h="54">
                <a:moveTo>
                  <a:pt x="0" y="0"/>
                </a:moveTo>
                <a:lnTo>
                  <a:pt x="5637" y="0"/>
                </a:lnTo>
                <a:lnTo>
                  <a:pt x="563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485800" y="1571400"/>
            <a:ext cx="2895840" cy="19440"/>
          </a:xfrm>
          <a:custGeom>
            <a:avLst/>
            <a:gdLst/>
            <a:ahLst/>
            <a:rect l="0" t="0" r="r" b="b"/>
            <a:pathLst>
              <a:path w="8044" h="54">
                <a:moveTo>
                  <a:pt x="0" y="0"/>
                </a:moveTo>
                <a:lnTo>
                  <a:pt x="8044" y="0"/>
                </a:lnTo>
                <a:lnTo>
                  <a:pt x="804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456840" y="1923840"/>
            <a:ext cx="2029320" cy="10080"/>
          </a:xfrm>
          <a:custGeom>
            <a:avLst/>
            <a:gdLst/>
            <a:ahLst/>
            <a:rect l="0" t="0" r="r" b="b"/>
            <a:pathLst>
              <a:path w="5637" h="28">
                <a:moveTo>
                  <a:pt x="0" y="0"/>
                </a:moveTo>
                <a:lnTo>
                  <a:pt x="5637" y="0"/>
                </a:lnTo>
                <a:lnTo>
                  <a:pt x="56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2485800" y="1923840"/>
            <a:ext cx="2895840" cy="10080"/>
          </a:xfrm>
          <a:custGeom>
            <a:avLst/>
            <a:gdLst/>
            <a:ahLst/>
            <a:rect l="0" t="0" r="r" b="b"/>
            <a:pathLst>
              <a:path w="8044" h="28">
                <a:moveTo>
                  <a:pt x="0" y="0"/>
                </a:moveTo>
                <a:lnTo>
                  <a:pt x="8044" y="0"/>
                </a:lnTo>
                <a:lnTo>
                  <a:pt x="80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456840" y="2466720"/>
            <a:ext cx="2029320" cy="10080"/>
          </a:xfrm>
          <a:custGeom>
            <a:avLst/>
            <a:gdLst/>
            <a:ahLst/>
            <a:rect l="0" t="0" r="r" b="b"/>
            <a:pathLst>
              <a:path w="5637" h="28">
                <a:moveTo>
                  <a:pt x="0" y="0"/>
                </a:moveTo>
                <a:lnTo>
                  <a:pt x="5637" y="0"/>
                </a:lnTo>
                <a:lnTo>
                  <a:pt x="56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2485800" y="2466720"/>
            <a:ext cx="2895840" cy="10080"/>
          </a:xfrm>
          <a:custGeom>
            <a:avLst/>
            <a:gdLst/>
            <a:ahLst/>
            <a:rect l="0" t="0" r="r" b="b"/>
            <a:pathLst>
              <a:path w="8044" h="28">
                <a:moveTo>
                  <a:pt x="0" y="0"/>
                </a:moveTo>
                <a:lnTo>
                  <a:pt x="8044" y="0"/>
                </a:lnTo>
                <a:lnTo>
                  <a:pt x="80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2809800"/>
            <a:ext cx="2029320" cy="9720"/>
          </a:xfrm>
          <a:custGeom>
            <a:avLst/>
            <a:gdLst/>
            <a:ahLst/>
            <a:rect l="0" t="0" r="r" b="b"/>
            <a:pathLst>
              <a:path w="5637" h="27">
                <a:moveTo>
                  <a:pt x="0" y="0"/>
                </a:moveTo>
                <a:lnTo>
                  <a:pt x="5637" y="0"/>
                </a:lnTo>
                <a:lnTo>
                  <a:pt x="56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485800" y="2809800"/>
            <a:ext cx="2895840" cy="9720"/>
          </a:xfrm>
          <a:custGeom>
            <a:avLst/>
            <a:gdLst/>
            <a:ahLst/>
            <a:rect l="0" t="0" r="r" b="b"/>
            <a:pathLst>
              <a:path w="8044" h="27">
                <a:moveTo>
                  <a:pt x="0" y="0"/>
                </a:moveTo>
                <a:lnTo>
                  <a:pt x="8044" y="0"/>
                </a:lnTo>
                <a:lnTo>
                  <a:pt x="80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456840" y="3152520"/>
            <a:ext cx="2029320" cy="10080"/>
          </a:xfrm>
          <a:custGeom>
            <a:avLst/>
            <a:gdLst/>
            <a:ahLst/>
            <a:rect l="0" t="0" r="r" b="b"/>
            <a:pathLst>
              <a:path w="5637" h="28">
                <a:moveTo>
                  <a:pt x="0" y="0"/>
                </a:moveTo>
                <a:lnTo>
                  <a:pt x="5637" y="0"/>
                </a:lnTo>
                <a:lnTo>
                  <a:pt x="56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2485800" y="3152520"/>
            <a:ext cx="2895840" cy="10080"/>
          </a:xfrm>
          <a:custGeom>
            <a:avLst/>
            <a:gdLst/>
            <a:ahLst/>
            <a:rect l="0" t="0" r="r" b="b"/>
            <a:pathLst>
              <a:path w="8044" h="28">
                <a:moveTo>
                  <a:pt x="0" y="0"/>
                </a:moveTo>
                <a:lnTo>
                  <a:pt x="8044" y="0"/>
                </a:lnTo>
                <a:lnTo>
                  <a:pt x="80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456840" y="3695400"/>
            <a:ext cx="2029320" cy="10080"/>
          </a:xfrm>
          <a:custGeom>
            <a:avLst/>
            <a:gdLst/>
            <a:ahLst/>
            <a:rect l="0" t="0" r="r" b="b"/>
            <a:pathLst>
              <a:path w="5637" h="28">
                <a:moveTo>
                  <a:pt x="0" y="0"/>
                </a:moveTo>
                <a:lnTo>
                  <a:pt x="5637" y="0"/>
                </a:lnTo>
                <a:lnTo>
                  <a:pt x="56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2485800" y="3695400"/>
            <a:ext cx="2895840" cy="10080"/>
          </a:xfrm>
          <a:custGeom>
            <a:avLst/>
            <a:gdLst/>
            <a:ahLst/>
            <a:rect l="0" t="0" r="r" b="b"/>
            <a:pathLst>
              <a:path w="8044" h="28">
                <a:moveTo>
                  <a:pt x="0" y="0"/>
                </a:moveTo>
                <a:lnTo>
                  <a:pt x="8044" y="0"/>
                </a:lnTo>
                <a:lnTo>
                  <a:pt x="80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456840" y="4028760"/>
            <a:ext cx="2029320" cy="10080"/>
          </a:xfrm>
          <a:custGeom>
            <a:avLst/>
            <a:gdLst/>
            <a:ahLst/>
            <a:rect l="0" t="0" r="r" b="b"/>
            <a:pathLst>
              <a:path w="5637" h="28">
                <a:moveTo>
                  <a:pt x="0" y="0"/>
                </a:moveTo>
                <a:lnTo>
                  <a:pt x="5637" y="0"/>
                </a:lnTo>
                <a:lnTo>
                  <a:pt x="56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2485800" y="4028760"/>
            <a:ext cx="2895840" cy="10080"/>
          </a:xfrm>
          <a:custGeom>
            <a:avLst/>
            <a:gdLst/>
            <a:ahLst/>
            <a:rect l="0" t="0" r="r" b="b"/>
            <a:pathLst>
              <a:path w="8044" h="28">
                <a:moveTo>
                  <a:pt x="0" y="0"/>
                </a:moveTo>
                <a:lnTo>
                  <a:pt x="8044" y="0"/>
                </a:lnTo>
                <a:lnTo>
                  <a:pt x="80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56840" y="4571640"/>
            <a:ext cx="2029320" cy="10080"/>
          </a:xfrm>
          <a:custGeom>
            <a:avLst/>
            <a:gdLst/>
            <a:ahLst/>
            <a:rect l="0" t="0" r="r" b="b"/>
            <a:pathLst>
              <a:path w="5637" h="28">
                <a:moveTo>
                  <a:pt x="0" y="0"/>
                </a:moveTo>
                <a:lnTo>
                  <a:pt x="5637" y="0"/>
                </a:lnTo>
                <a:lnTo>
                  <a:pt x="56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2485800" y="4571640"/>
            <a:ext cx="2895840" cy="10080"/>
          </a:xfrm>
          <a:custGeom>
            <a:avLst/>
            <a:gdLst/>
            <a:ahLst/>
            <a:rect l="0" t="0" r="r" b="b"/>
            <a:pathLst>
              <a:path w="8044" h="28">
                <a:moveTo>
                  <a:pt x="0" y="0"/>
                </a:moveTo>
                <a:lnTo>
                  <a:pt x="8044" y="0"/>
                </a:lnTo>
                <a:lnTo>
                  <a:pt x="80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439920" y="672480"/>
            <a:ext cx="10197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Informatiemodel: zeven begrippen delen de keten in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63760" y="1355400"/>
            <a:ext cx="455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2588040" y="1355400"/>
            <a:ext cx="1639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BEANTWOORDT DE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1688040"/>
            <a:ext cx="1459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Kwaliﬁcatiekader mbo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588040" y="1688040"/>
            <a:ext cx="1538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Wat is normatief geldig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563760" y="2031120"/>
            <a:ext cx="1518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Onderwijskundig kader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63760" y="2230920"/>
            <a:ext cx="599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instelling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2588040" y="2031120"/>
            <a:ext cx="2666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Wat moet de student kennen en kunnen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63760" y="2574000"/>
            <a:ext cx="1399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2588040" y="2574000"/>
            <a:ext cx="1672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Wat wordt georganiseerd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563760" y="2907360"/>
            <a:ext cx="1148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Onderwijsaanbod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588040" y="2907360"/>
            <a:ext cx="2666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Wanneer, met hoeveel plekken, met wie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63760" y="3250080"/>
            <a:ext cx="1392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Onderwijsverbintenis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2588040" y="3250080"/>
            <a:ext cx="2641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Welke relatie heeft een student met dat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2588040" y="3459600"/>
            <a:ext cx="494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aanbod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563760" y="3793320"/>
            <a:ext cx="1242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Onderwijsresultaat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588040" y="3793320"/>
            <a:ext cx="11559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Wat is er behaald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63760" y="4136040"/>
            <a:ext cx="1229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Resultaatstructuur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2588040" y="4136040"/>
            <a:ext cx="2695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Hoe telt dat op tot een uitspraak over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5591160" y="1266480"/>
            <a:ext cx="3286440" cy="876960"/>
          </a:xfrm>
          <a:custGeom>
            <a:avLst/>
            <a:gdLst/>
            <a:ahLst/>
            <a:rect l="0" t="0" r="r" b="b"/>
            <a:pathLst>
              <a:path w="9129" h="2436">
                <a:moveTo>
                  <a:pt x="0" y="0"/>
                </a:moveTo>
                <a:lnTo>
                  <a:pt x="9129" y="0"/>
                </a:lnTo>
                <a:lnTo>
                  <a:pt x="9129" y="2436"/>
                </a:lnTo>
                <a:lnTo>
                  <a:pt x="0" y="24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5591160" y="1266480"/>
            <a:ext cx="3286440" cy="38520"/>
          </a:xfrm>
          <a:custGeom>
            <a:avLst/>
            <a:gdLst/>
            <a:ahLst/>
            <a:rect l="0" t="0" r="r" b="b"/>
            <a:pathLst>
              <a:path w="9129" h="107">
                <a:moveTo>
                  <a:pt x="0" y="0"/>
                </a:moveTo>
                <a:lnTo>
                  <a:pt x="9129" y="0"/>
                </a:lnTo>
                <a:lnTo>
                  <a:pt x="91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5591160" y="2133360"/>
            <a:ext cx="3286440" cy="10080"/>
          </a:xfrm>
          <a:custGeom>
            <a:avLst/>
            <a:gdLst/>
            <a:ahLst/>
            <a:rect l="0" t="0" r="r" b="b"/>
            <a:pathLst>
              <a:path w="9129" h="28">
                <a:moveTo>
                  <a:pt x="0" y="0"/>
                </a:moveTo>
                <a:lnTo>
                  <a:pt x="9129" y="0"/>
                </a:lnTo>
                <a:lnTo>
                  <a:pt x="91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8867520" y="1266480"/>
            <a:ext cx="10080" cy="876960"/>
          </a:xfrm>
          <a:custGeom>
            <a:avLst/>
            <a:gdLst/>
            <a:ahLst/>
            <a:rect l="0" t="0" r="r" b="b"/>
            <a:pathLst>
              <a:path w="28" h="2436">
                <a:moveTo>
                  <a:pt x="0" y="106"/>
                </a:moveTo>
                <a:lnTo>
                  <a:pt x="0" y="2436"/>
                </a:lnTo>
                <a:lnTo>
                  <a:pt x="28" y="24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5591160" y="1266480"/>
            <a:ext cx="9720" cy="876960"/>
          </a:xfrm>
          <a:custGeom>
            <a:avLst/>
            <a:gdLst/>
            <a:ahLst/>
            <a:rect l="0" t="0" r="r" b="b"/>
            <a:pathLst>
              <a:path w="27" h="2436">
                <a:moveTo>
                  <a:pt x="0" y="0"/>
                </a:moveTo>
                <a:lnTo>
                  <a:pt x="0" y="2436"/>
                </a:lnTo>
                <a:lnTo>
                  <a:pt x="27" y="243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5788080" y="1422360"/>
            <a:ext cx="148680" cy="193320"/>
          </a:xfrm>
          <a:custGeom>
            <a:avLst/>
            <a:gdLst/>
            <a:ahLst/>
            <a:rect l="0" t="0" r="r" b="b"/>
            <a:pathLst>
              <a:path w="413" h="537">
                <a:moveTo>
                  <a:pt x="372" y="0"/>
                </a:moveTo>
                <a:lnTo>
                  <a:pt x="41" y="0"/>
                </a:lnTo>
                <a:cubicBezTo>
                  <a:pt x="35" y="0"/>
                  <a:pt x="30" y="1"/>
                  <a:pt x="25" y="3"/>
                </a:cubicBezTo>
                <a:cubicBezTo>
                  <a:pt x="20" y="5"/>
                  <a:pt x="16" y="8"/>
                  <a:pt x="12" y="12"/>
                </a:cubicBezTo>
                <a:cubicBezTo>
                  <a:pt x="8" y="16"/>
                  <a:pt x="5" y="20"/>
                  <a:pt x="3" y="25"/>
                </a:cubicBezTo>
                <a:cubicBezTo>
                  <a:pt x="1" y="30"/>
                  <a:pt x="0" y="36"/>
                  <a:pt x="0" y="41"/>
                </a:cubicBezTo>
                <a:lnTo>
                  <a:pt x="0" y="496"/>
                </a:lnTo>
                <a:cubicBezTo>
                  <a:pt x="0" y="501"/>
                  <a:pt x="1" y="507"/>
                  <a:pt x="3" y="512"/>
                </a:cubicBezTo>
                <a:cubicBezTo>
                  <a:pt x="5" y="517"/>
                  <a:pt x="8" y="521"/>
                  <a:pt x="12" y="525"/>
                </a:cubicBezTo>
                <a:cubicBezTo>
                  <a:pt x="16" y="529"/>
                  <a:pt x="20" y="532"/>
                  <a:pt x="25" y="534"/>
                </a:cubicBezTo>
                <a:cubicBezTo>
                  <a:pt x="30" y="536"/>
                  <a:pt x="35" y="537"/>
                  <a:pt x="41" y="537"/>
                </a:cubicBezTo>
                <a:lnTo>
                  <a:pt x="372" y="537"/>
                </a:lnTo>
                <a:cubicBezTo>
                  <a:pt x="378" y="537"/>
                  <a:pt x="383" y="536"/>
                  <a:pt x="388" y="534"/>
                </a:cubicBezTo>
                <a:cubicBezTo>
                  <a:pt x="393" y="532"/>
                  <a:pt x="397" y="529"/>
                  <a:pt x="401" y="525"/>
                </a:cubicBezTo>
                <a:cubicBezTo>
                  <a:pt x="405" y="521"/>
                  <a:pt x="408" y="517"/>
                  <a:pt x="410" y="512"/>
                </a:cubicBezTo>
                <a:cubicBezTo>
                  <a:pt x="412" y="507"/>
                  <a:pt x="413" y="501"/>
                  <a:pt x="413" y="496"/>
                </a:cubicBezTo>
                <a:lnTo>
                  <a:pt x="413" y="41"/>
                </a:lnTo>
                <a:cubicBezTo>
                  <a:pt x="413" y="36"/>
                  <a:pt x="412" y="30"/>
                  <a:pt x="410" y="25"/>
                </a:cubicBezTo>
                <a:cubicBezTo>
                  <a:pt x="408" y="20"/>
                  <a:pt x="405" y="16"/>
                  <a:pt x="401" y="12"/>
                </a:cubicBezTo>
                <a:cubicBezTo>
                  <a:pt x="397" y="8"/>
                  <a:pt x="393" y="5"/>
                  <a:pt x="388" y="3"/>
                </a:cubicBezTo>
                <a:cubicBezTo>
                  <a:pt x="383" y="1"/>
                  <a:pt x="378" y="0"/>
                  <a:pt x="372" y="0"/>
                </a:cubicBezTo>
                <a:moveTo>
                  <a:pt x="372" y="41"/>
                </a:moveTo>
                <a:lnTo>
                  <a:pt x="372" y="166"/>
                </a:lnTo>
                <a:lnTo>
                  <a:pt x="41" y="166"/>
                </a:lnTo>
                <a:lnTo>
                  <a:pt x="41" y="41"/>
                </a:lnTo>
                <a:lnTo>
                  <a:pt x="372" y="41"/>
                </a:lnTo>
                <a:moveTo>
                  <a:pt x="41" y="331"/>
                </a:moveTo>
                <a:lnTo>
                  <a:pt x="41" y="207"/>
                </a:lnTo>
                <a:lnTo>
                  <a:pt x="372" y="207"/>
                </a:lnTo>
                <a:lnTo>
                  <a:pt x="372" y="331"/>
                </a:lnTo>
                <a:lnTo>
                  <a:pt x="41" y="331"/>
                </a:lnTo>
                <a:moveTo>
                  <a:pt x="41" y="496"/>
                </a:moveTo>
                <a:lnTo>
                  <a:pt x="41" y="372"/>
                </a:lnTo>
                <a:lnTo>
                  <a:pt x="372" y="372"/>
                </a:lnTo>
                <a:lnTo>
                  <a:pt x="372" y="496"/>
                </a:lnTo>
                <a:lnTo>
                  <a:pt x="41" y="496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5817600" y="145188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2"/>
                  <a:pt x="36" y="37"/>
                </a:cubicBezTo>
                <a:cubicBezTo>
                  <a:pt x="32" y="41"/>
                  <a:pt x="28" y="43"/>
                  <a:pt x="22" y="43"/>
                </a:cubicBezTo>
                <a:cubicBezTo>
                  <a:pt x="16" y="43"/>
                  <a:pt x="10" y="41"/>
                  <a:pt x="6" y="37"/>
                </a:cubicBezTo>
                <a:cubicBezTo>
                  <a:pt x="2" y="32"/>
                  <a:pt x="0" y="28"/>
                  <a:pt x="0" y="22"/>
                </a:cubicBezTo>
                <a:cubicBezTo>
                  <a:pt x="0" y="16"/>
                  <a:pt x="2" y="11"/>
                  <a:pt x="6" y="7"/>
                </a:cubicBezTo>
                <a:cubicBezTo>
                  <a:pt x="10" y="2"/>
                  <a:pt x="16" y="0"/>
                  <a:pt x="22" y="0"/>
                </a:cubicBezTo>
                <a:cubicBezTo>
                  <a:pt x="28" y="0"/>
                  <a:pt x="32" y="2"/>
                  <a:pt x="36" y="7"/>
                </a:cubicBezTo>
                <a:cubicBezTo>
                  <a:pt x="40" y="11"/>
                  <a:pt x="42" y="16"/>
                  <a:pt x="42" y="2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5817600" y="151128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3"/>
                  <a:pt x="36" y="37"/>
                </a:cubicBezTo>
                <a:cubicBezTo>
                  <a:pt x="32" y="41"/>
                  <a:pt x="28" y="43"/>
                  <a:pt x="22" y="43"/>
                </a:cubicBezTo>
                <a:cubicBezTo>
                  <a:pt x="16" y="43"/>
                  <a:pt x="10" y="41"/>
                  <a:pt x="6" y="37"/>
                </a:cubicBezTo>
                <a:cubicBezTo>
                  <a:pt x="2" y="33"/>
                  <a:pt x="0" y="28"/>
                  <a:pt x="0" y="22"/>
                </a:cubicBezTo>
                <a:cubicBezTo>
                  <a:pt x="0" y="16"/>
                  <a:pt x="2" y="11"/>
                  <a:pt x="6" y="7"/>
                </a:cubicBezTo>
                <a:cubicBezTo>
                  <a:pt x="10" y="2"/>
                  <a:pt x="16" y="0"/>
                  <a:pt x="22" y="0"/>
                </a:cubicBezTo>
                <a:cubicBezTo>
                  <a:pt x="28" y="0"/>
                  <a:pt x="32" y="2"/>
                  <a:pt x="36" y="7"/>
                </a:cubicBezTo>
                <a:cubicBezTo>
                  <a:pt x="40" y="11"/>
                  <a:pt x="42" y="16"/>
                  <a:pt x="42" y="2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5817600" y="1570680"/>
            <a:ext cx="15120" cy="15480"/>
          </a:xfrm>
          <a:custGeom>
            <a:avLst/>
            <a:gdLst/>
            <a:ahLst/>
            <a:rect l="0" t="0" r="r" b="b"/>
            <a:pathLst>
              <a:path w="42" h="43">
                <a:moveTo>
                  <a:pt x="42" y="22"/>
                </a:moveTo>
                <a:cubicBezTo>
                  <a:pt x="42" y="28"/>
                  <a:pt x="40" y="33"/>
                  <a:pt x="36" y="37"/>
                </a:cubicBezTo>
                <a:cubicBezTo>
                  <a:pt x="32" y="41"/>
                  <a:pt x="28" y="43"/>
                  <a:pt x="22" y="43"/>
                </a:cubicBezTo>
                <a:cubicBezTo>
                  <a:pt x="16" y="43"/>
                  <a:pt x="10" y="41"/>
                  <a:pt x="6" y="37"/>
                </a:cubicBezTo>
                <a:cubicBezTo>
                  <a:pt x="2" y="33"/>
                  <a:pt x="0" y="28"/>
                  <a:pt x="0" y="22"/>
                </a:cubicBezTo>
                <a:cubicBezTo>
                  <a:pt x="0" y="16"/>
                  <a:pt x="2" y="11"/>
                  <a:pt x="6" y="7"/>
                </a:cubicBezTo>
                <a:cubicBezTo>
                  <a:pt x="10" y="2"/>
                  <a:pt x="16" y="0"/>
                  <a:pt x="22" y="0"/>
                </a:cubicBezTo>
                <a:cubicBezTo>
                  <a:pt x="28" y="0"/>
                  <a:pt x="32" y="2"/>
                  <a:pt x="36" y="7"/>
                </a:cubicBezTo>
                <a:cubicBezTo>
                  <a:pt x="40" y="11"/>
                  <a:pt x="42" y="16"/>
                  <a:pt x="42" y="2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2588040" y="4336200"/>
            <a:ext cx="74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kwaliﬁcatie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5978880" y="1478160"/>
            <a:ext cx="2618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Conceptueel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(MIM 1 en 2): begrippen,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5740920" y="1668960"/>
            <a:ext cx="3219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objecttypen en relaties. De plaat op de volgende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5591160" y="2266920"/>
            <a:ext cx="3286440" cy="676440"/>
          </a:xfrm>
          <a:custGeom>
            <a:avLst/>
            <a:gdLst/>
            <a:ahLst/>
            <a:rect l="0" t="0" r="r" b="b"/>
            <a:pathLst>
              <a:path w="9129" h="1879">
                <a:moveTo>
                  <a:pt x="0" y="0"/>
                </a:moveTo>
                <a:lnTo>
                  <a:pt x="9129" y="0"/>
                </a:lnTo>
                <a:lnTo>
                  <a:pt x="9129" y="1879"/>
                </a:lnTo>
                <a:lnTo>
                  <a:pt x="0" y="187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5591160" y="2266920"/>
            <a:ext cx="3286440" cy="38160"/>
          </a:xfrm>
          <a:custGeom>
            <a:avLst/>
            <a:gdLst/>
            <a:ahLst/>
            <a:rect l="0" t="0" r="r" b="b"/>
            <a:pathLst>
              <a:path w="9129" h="106">
                <a:moveTo>
                  <a:pt x="0" y="0"/>
                </a:moveTo>
                <a:lnTo>
                  <a:pt x="9129" y="0"/>
                </a:lnTo>
                <a:lnTo>
                  <a:pt x="9129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5591160" y="2933640"/>
            <a:ext cx="3286440" cy="9720"/>
          </a:xfrm>
          <a:custGeom>
            <a:avLst/>
            <a:gdLst/>
            <a:ahLst/>
            <a:rect l="0" t="0" r="r" b="b"/>
            <a:pathLst>
              <a:path w="9129" h="27">
                <a:moveTo>
                  <a:pt x="0" y="0"/>
                </a:moveTo>
                <a:lnTo>
                  <a:pt x="9129" y="0"/>
                </a:lnTo>
                <a:lnTo>
                  <a:pt x="91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8867520" y="2266920"/>
            <a:ext cx="10080" cy="676440"/>
          </a:xfrm>
          <a:custGeom>
            <a:avLst/>
            <a:gdLst/>
            <a:ahLst/>
            <a:rect l="0" t="0" r="r" b="b"/>
            <a:pathLst>
              <a:path w="28" h="1879">
                <a:moveTo>
                  <a:pt x="0" y="105"/>
                </a:moveTo>
                <a:lnTo>
                  <a:pt x="0" y="1879"/>
                </a:lnTo>
                <a:lnTo>
                  <a:pt x="28" y="1879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5591160" y="2266920"/>
            <a:ext cx="9720" cy="676440"/>
          </a:xfrm>
          <a:custGeom>
            <a:avLst/>
            <a:gdLst/>
            <a:ahLst/>
            <a:rect l="0" t="0" r="r" b="b"/>
            <a:pathLst>
              <a:path w="27" h="1879">
                <a:moveTo>
                  <a:pt x="0" y="0"/>
                </a:moveTo>
                <a:lnTo>
                  <a:pt x="0" y="1879"/>
                </a:lnTo>
                <a:lnTo>
                  <a:pt x="27" y="1879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5772960" y="2420280"/>
            <a:ext cx="178920" cy="178560"/>
          </a:xfrm>
          <a:custGeom>
            <a:avLst/>
            <a:gdLst/>
            <a:ahLst/>
            <a:rect l="0" t="0" r="r" b="b"/>
            <a:pathLst>
              <a:path w="497" h="496">
                <a:moveTo>
                  <a:pt x="154" y="467"/>
                </a:moveTo>
                <a:lnTo>
                  <a:pt x="80" y="392"/>
                </a:lnTo>
                <a:lnTo>
                  <a:pt x="497" y="392"/>
                </a:lnTo>
                <a:lnTo>
                  <a:pt x="497" y="351"/>
                </a:lnTo>
                <a:lnTo>
                  <a:pt x="80" y="351"/>
                </a:lnTo>
                <a:lnTo>
                  <a:pt x="154" y="277"/>
                </a:lnTo>
                <a:lnTo>
                  <a:pt x="125" y="248"/>
                </a:lnTo>
                <a:lnTo>
                  <a:pt x="0" y="371"/>
                </a:lnTo>
                <a:lnTo>
                  <a:pt x="125" y="496"/>
                </a:lnTo>
                <a:lnTo>
                  <a:pt x="154" y="467"/>
                </a:lnTo>
                <a:moveTo>
                  <a:pt x="497" y="124"/>
                </a:moveTo>
                <a:lnTo>
                  <a:pt x="373" y="0"/>
                </a:lnTo>
                <a:lnTo>
                  <a:pt x="344" y="29"/>
                </a:lnTo>
                <a:lnTo>
                  <a:pt x="418" y="103"/>
                </a:lnTo>
                <a:lnTo>
                  <a:pt x="0" y="103"/>
                </a:lnTo>
                <a:lnTo>
                  <a:pt x="0" y="144"/>
                </a:lnTo>
                <a:lnTo>
                  <a:pt x="418" y="144"/>
                </a:lnTo>
                <a:lnTo>
                  <a:pt x="344" y="219"/>
                </a:lnTo>
                <a:lnTo>
                  <a:pt x="373" y="248"/>
                </a:lnTo>
                <a:lnTo>
                  <a:pt x="497" y="124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5740920" y="1869120"/>
            <a:ext cx="348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slide.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5978880" y="2468880"/>
            <a:ext cx="3071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Gemapt op OEAPI v6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daar is de aansluiting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5591160" y="3066840"/>
            <a:ext cx="3286440" cy="1076760"/>
          </a:xfrm>
          <a:custGeom>
            <a:avLst/>
            <a:gdLst/>
            <a:ahLst/>
            <a:rect l="0" t="0" r="r" b="b"/>
            <a:pathLst>
              <a:path w="9129" h="2991">
                <a:moveTo>
                  <a:pt x="0" y="0"/>
                </a:moveTo>
                <a:lnTo>
                  <a:pt x="9129" y="0"/>
                </a:lnTo>
                <a:lnTo>
                  <a:pt x="9129" y="2991"/>
                </a:lnTo>
                <a:lnTo>
                  <a:pt x="0" y="29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5591160" y="3066840"/>
            <a:ext cx="3286440" cy="38520"/>
          </a:xfrm>
          <a:custGeom>
            <a:avLst/>
            <a:gdLst/>
            <a:ahLst/>
            <a:rect l="0" t="0" r="r" b="b"/>
            <a:pathLst>
              <a:path w="9129" h="107">
                <a:moveTo>
                  <a:pt x="0" y="0"/>
                </a:moveTo>
                <a:lnTo>
                  <a:pt x="9129" y="0"/>
                </a:lnTo>
                <a:lnTo>
                  <a:pt x="91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5591160" y="4133520"/>
            <a:ext cx="3286440" cy="10080"/>
          </a:xfrm>
          <a:custGeom>
            <a:avLst/>
            <a:gdLst/>
            <a:ahLst/>
            <a:rect l="0" t="0" r="r" b="b"/>
            <a:pathLst>
              <a:path w="9129" h="28">
                <a:moveTo>
                  <a:pt x="0" y="0"/>
                </a:moveTo>
                <a:lnTo>
                  <a:pt x="9129" y="0"/>
                </a:lnTo>
                <a:lnTo>
                  <a:pt x="91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8867520" y="3066840"/>
            <a:ext cx="10080" cy="1076760"/>
          </a:xfrm>
          <a:custGeom>
            <a:avLst/>
            <a:gdLst/>
            <a:ahLst/>
            <a:rect l="0" t="0" r="r" b="b"/>
            <a:pathLst>
              <a:path w="28" h="2991">
                <a:moveTo>
                  <a:pt x="0" y="106"/>
                </a:moveTo>
                <a:lnTo>
                  <a:pt x="0" y="2991"/>
                </a:lnTo>
                <a:lnTo>
                  <a:pt x="28" y="29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5591160" y="3066840"/>
            <a:ext cx="9720" cy="1076760"/>
          </a:xfrm>
          <a:custGeom>
            <a:avLst/>
            <a:gdLst/>
            <a:ahLst/>
            <a:rect l="0" t="0" r="r" b="b"/>
            <a:pathLst>
              <a:path w="27" h="2991">
                <a:moveTo>
                  <a:pt x="0" y="0"/>
                </a:moveTo>
                <a:lnTo>
                  <a:pt x="0" y="2991"/>
                </a:lnTo>
                <a:lnTo>
                  <a:pt x="27" y="29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5772960" y="3215160"/>
            <a:ext cx="178920" cy="208080"/>
          </a:xfrm>
          <a:custGeom>
            <a:avLst/>
            <a:gdLst/>
            <a:ahLst/>
            <a:rect l="0" t="0" r="r" b="b"/>
            <a:pathLst>
              <a:path w="497" h="578">
                <a:moveTo>
                  <a:pt x="455" y="0"/>
                </a:moveTo>
                <a:lnTo>
                  <a:pt x="84" y="0"/>
                </a:lnTo>
                <a:cubicBezTo>
                  <a:pt x="78" y="0"/>
                  <a:pt x="73" y="1"/>
                  <a:pt x="68" y="3"/>
                </a:cubicBezTo>
                <a:cubicBezTo>
                  <a:pt x="63" y="5"/>
                  <a:pt x="59" y="8"/>
                  <a:pt x="55" y="12"/>
                </a:cubicBezTo>
                <a:cubicBezTo>
                  <a:pt x="50" y="17"/>
                  <a:pt x="47" y="21"/>
                  <a:pt x="45" y="26"/>
                </a:cubicBezTo>
                <a:cubicBezTo>
                  <a:pt x="43" y="31"/>
                  <a:pt x="42" y="37"/>
                  <a:pt x="42" y="42"/>
                </a:cubicBezTo>
                <a:lnTo>
                  <a:pt x="42" y="125"/>
                </a:lnTo>
                <a:lnTo>
                  <a:pt x="0" y="125"/>
                </a:lnTo>
                <a:lnTo>
                  <a:pt x="0" y="166"/>
                </a:lnTo>
                <a:lnTo>
                  <a:pt x="42" y="166"/>
                </a:lnTo>
                <a:lnTo>
                  <a:pt x="42" y="269"/>
                </a:lnTo>
                <a:lnTo>
                  <a:pt x="0" y="269"/>
                </a:lnTo>
                <a:lnTo>
                  <a:pt x="0" y="310"/>
                </a:lnTo>
                <a:lnTo>
                  <a:pt x="42" y="310"/>
                </a:lnTo>
                <a:lnTo>
                  <a:pt x="42" y="413"/>
                </a:lnTo>
                <a:lnTo>
                  <a:pt x="0" y="413"/>
                </a:lnTo>
                <a:lnTo>
                  <a:pt x="0" y="455"/>
                </a:lnTo>
                <a:lnTo>
                  <a:pt x="42" y="455"/>
                </a:lnTo>
                <a:lnTo>
                  <a:pt x="42" y="537"/>
                </a:lnTo>
                <a:cubicBezTo>
                  <a:pt x="42" y="543"/>
                  <a:pt x="43" y="548"/>
                  <a:pt x="45" y="553"/>
                </a:cubicBezTo>
                <a:cubicBezTo>
                  <a:pt x="47" y="558"/>
                  <a:pt x="50" y="562"/>
                  <a:pt x="55" y="566"/>
                </a:cubicBezTo>
                <a:cubicBezTo>
                  <a:pt x="59" y="570"/>
                  <a:pt x="63" y="573"/>
                  <a:pt x="68" y="575"/>
                </a:cubicBezTo>
                <a:cubicBezTo>
                  <a:pt x="73" y="577"/>
                  <a:pt x="78" y="578"/>
                  <a:pt x="84" y="578"/>
                </a:cubicBezTo>
                <a:lnTo>
                  <a:pt x="455" y="578"/>
                </a:lnTo>
                <a:cubicBezTo>
                  <a:pt x="461" y="578"/>
                  <a:pt x="466" y="577"/>
                  <a:pt x="471" y="575"/>
                </a:cubicBezTo>
                <a:cubicBezTo>
                  <a:pt x="476" y="573"/>
                  <a:pt x="481" y="570"/>
                  <a:pt x="484" y="566"/>
                </a:cubicBezTo>
                <a:cubicBezTo>
                  <a:pt x="488" y="562"/>
                  <a:pt x="491" y="558"/>
                  <a:pt x="493" y="553"/>
                </a:cubicBezTo>
                <a:cubicBezTo>
                  <a:pt x="496" y="548"/>
                  <a:pt x="497" y="543"/>
                  <a:pt x="497" y="537"/>
                </a:cubicBezTo>
                <a:lnTo>
                  <a:pt x="497" y="42"/>
                </a:lnTo>
                <a:cubicBezTo>
                  <a:pt x="497" y="37"/>
                  <a:pt x="496" y="31"/>
                  <a:pt x="493" y="26"/>
                </a:cubicBezTo>
                <a:cubicBezTo>
                  <a:pt x="491" y="21"/>
                  <a:pt x="488" y="17"/>
                  <a:pt x="484" y="12"/>
                </a:cubicBezTo>
                <a:cubicBezTo>
                  <a:pt x="481" y="8"/>
                  <a:pt x="476" y="5"/>
                  <a:pt x="471" y="3"/>
                </a:cubicBezTo>
                <a:cubicBezTo>
                  <a:pt x="466" y="1"/>
                  <a:pt x="461" y="0"/>
                  <a:pt x="455" y="0"/>
                </a:cubicBezTo>
                <a:moveTo>
                  <a:pt x="455" y="537"/>
                </a:moveTo>
                <a:lnTo>
                  <a:pt x="84" y="537"/>
                </a:lnTo>
                <a:lnTo>
                  <a:pt x="84" y="455"/>
                </a:lnTo>
                <a:lnTo>
                  <a:pt x="125" y="455"/>
                </a:lnTo>
                <a:lnTo>
                  <a:pt x="125" y="413"/>
                </a:lnTo>
                <a:lnTo>
                  <a:pt x="84" y="413"/>
                </a:lnTo>
                <a:lnTo>
                  <a:pt x="84" y="310"/>
                </a:lnTo>
                <a:lnTo>
                  <a:pt x="125" y="310"/>
                </a:lnTo>
                <a:lnTo>
                  <a:pt x="125" y="269"/>
                </a:lnTo>
                <a:lnTo>
                  <a:pt x="84" y="269"/>
                </a:lnTo>
                <a:lnTo>
                  <a:pt x="84" y="166"/>
                </a:lnTo>
                <a:lnTo>
                  <a:pt x="125" y="166"/>
                </a:lnTo>
                <a:lnTo>
                  <a:pt x="125" y="125"/>
                </a:lnTo>
                <a:lnTo>
                  <a:pt x="84" y="125"/>
                </a:lnTo>
                <a:lnTo>
                  <a:pt x="84" y="42"/>
                </a:lnTo>
                <a:lnTo>
                  <a:pt x="455" y="42"/>
                </a:lnTo>
                <a:lnTo>
                  <a:pt x="455" y="537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5847480" y="3259800"/>
            <a:ext cx="59760" cy="119160"/>
          </a:xfrm>
          <a:custGeom>
            <a:avLst/>
            <a:gdLst/>
            <a:ahLst/>
            <a:rect l="0" t="0" r="r" b="b"/>
            <a:pathLst>
              <a:path w="166" h="331">
                <a:moveTo>
                  <a:pt x="0" y="0"/>
                </a:moveTo>
                <a:lnTo>
                  <a:pt x="166" y="0"/>
                </a:lnTo>
                <a:lnTo>
                  <a:pt x="166" y="42"/>
                </a:lnTo>
                <a:lnTo>
                  <a:pt x="0" y="42"/>
                </a:lnTo>
                <a:lnTo>
                  <a:pt x="0" y="0"/>
                </a:lnTo>
                <a:moveTo>
                  <a:pt x="0" y="145"/>
                </a:moveTo>
                <a:lnTo>
                  <a:pt x="166" y="145"/>
                </a:lnTo>
                <a:lnTo>
                  <a:pt x="166" y="186"/>
                </a:lnTo>
                <a:lnTo>
                  <a:pt x="0" y="186"/>
                </a:lnTo>
                <a:lnTo>
                  <a:pt x="0" y="145"/>
                </a:lnTo>
                <a:moveTo>
                  <a:pt x="0" y="289"/>
                </a:moveTo>
                <a:lnTo>
                  <a:pt x="166" y="289"/>
                </a:lnTo>
                <a:lnTo>
                  <a:pt x="166" y="331"/>
                </a:lnTo>
                <a:lnTo>
                  <a:pt x="0" y="331"/>
                </a:lnTo>
                <a:lnTo>
                  <a:pt x="0" y="28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5740920" y="2669040"/>
            <a:ext cx="3112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met de landelijke standaard redelijk te pakken.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5978880" y="3278520"/>
            <a:ext cx="3034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Onderwijs Catalogus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hetzelfde functionele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5740920" y="3469320"/>
            <a:ext cx="2987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gebied als eduXchange en het ontsluiten van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5740920" y="3669480"/>
            <a:ext cx="3210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aanbod; dezelfde deﬁnities en gegevenssets zijn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5740920" y="3859920"/>
            <a:ext cx="569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inzet.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04" name="" descr=""/>
          <p:cNvPicPr/>
          <p:nvPr/>
        </p:nvPicPr>
        <p:blipFill>
          <a:blip r:embed="rId1"/>
          <a:stretch/>
        </p:blipFill>
        <p:spPr>
          <a:xfrm>
            <a:off x="1571760" y="237960"/>
            <a:ext cx="6190920" cy="4609800"/>
          </a:xfrm>
          <a:prstGeom prst="rect">
            <a:avLst/>
          </a:prstGeom>
          <a:ln w="0">
            <a:noFill/>
          </a:ln>
        </p:spPr>
      </p:pic>
      <p:sp>
        <p:nvSpPr>
          <p:cNvPr id="4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447840" y="4916160"/>
            <a:ext cx="9469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v0.1: zeven kolommen, een per begrippenfamilie, met de objecttypen en hun relaties. Concept, ter review bij de kerngroep techniek.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14" name=""/>
          <p:cNvSpPr/>
          <p:nvPr/>
        </p:nvSpPr>
        <p:spPr>
          <a:xfrm>
            <a:off x="456840" y="1276200"/>
            <a:ext cx="1600560" cy="2171880"/>
          </a:xfrm>
          <a:custGeom>
            <a:avLst/>
            <a:gdLst/>
            <a:ahLst/>
            <a:rect l="0" t="0" r="r" b="b"/>
            <a:pathLst>
              <a:path w="4446" h="6033">
                <a:moveTo>
                  <a:pt x="0" y="0"/>
                </a:moveTo>
                <a:lnTo>
                  <a:pt x="4446" y="0"/>
                </a:lnTo>
                <a:lnTo>
                  <a:pt x="4446" y="6033"/>
                </a:lnTo>
                <a:lnTo>
                  <a:pt x="0" y="6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56840" y="1276200"/>
            <a:ext cx="1600560" cy="38520"/>
          </a:xfrm>
          <a:custGeom>
            <a:avLst/>
            <a:gdLst/>
            <a:ahLst/>
            <a:rect l="0" t="0" r="r" b="b"/>
            <a:pathLst>
              <a:path w="4446" h="107">
                <a:moveTo>
                  <a:pt x="0" y="0"/>
                </a:moveTo>
                <a:lnTo>
                  <a:pt x="4446" y="0"/>
                </a:lnTo>
                <a:lnTo>
                  <a:pt x="444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56840" y="343836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2047680" y="1276200"/>
            <a:ext cx="9720" cy="2171880"/>
          </a:xfrm>
          <a:custGeom>
            <a:avLst/>
            <a:gdLst/>
            <a:ahLst/>
            <a:rect l="0" t="0" r="r" b="b"/>
            <a:pathLst>
              <a:path w="27" h="6033">
                <a:moveTo>
                  <a:pt x="0" y="106"/>
                </a:moveTo>
                <a:lnTo>
                  <a:pt x="0" y="6033"/>
                </a:lnTo>
                <a:lnTo>
                  <a:pt x="27" y="6033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456840" y="1276200"/>
            <a:ext cx="10080" cy="2171880"/>
          </a:xfrm>
          <a:custGeom>
            <a:avLst/>
            <a:gdLst/>
            <a:ahLst/>
            <a:rect l="0" t="0" r="r" b="b"/>
            <a:pathLst>
              <a:path w="28" h="6033">
                <a:moveTo>
                  <a:pt x="0" y="0"/>
                </a:moveTo>
                <a:lnTo>
                  <a:pt x="0" y="6033"/>
                </a:lnTo>
                <a:lnTo>
                  <a:pt x="28" y="603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88600" y="1426680"/>
            <a:ext cx="257400" cy="240480"/>
          </a:xfrm>
          <a:custGeom>
            <a:avLst/>
            <a:gdLst/>
            <a:ahLst/>
            <a:rect l="0" t="0" r="r" b="b"/>
            <a:pathLst>
              <a:path w="715" h="668">
                <a:moveTo>
                  <a:pt x="715" y="286"/>
                </a:moveTo>
                <a:lnTo>
                  <a:pt x="620" y="286"/>
                </a:lnTo>
                <a:lnTo>
                  <a:pt x="620" y="190"/>
                </a:lnTo>
                <a:lnTo>
                  <a:pt x="572" y="190"/>
                </a:lnTo>
                <a:lnTo>
                  <a:pt x="572" y="286"/>
                </a:lnTo>
                <a:lnTo>
                  <a:pt x="477" y="286"/>
                </a:lnTo>
                <a:lnTo>
                  <a:pt x="477" y="333"/>
                </a:lnTo>
                <a:lnTo>
                  <a:pt x="572" y="333"/>
                </a:lnTo>
                <a:lnTo>
                  <a:pt x="572" y="430"/>
                </a:lnTo>
                <a:lnTo>
                  <a:pt x="620" y="430"/>
                </a:lnTo>
                <a:lnTo>
                  <a:pt x="620" y="333"/>
                </a:lnTo>
                <a:lnTo>
                  <a:pt x="715" y="333"/>
                </a:lnTo>
                <a:lnTo>
                  <a:pt x="715" y="286"/>
                </a:lnTo>
                <a:moveTo>
                  <a:pt x="239" y="48"/>
                </a:moveTo>
                <a:cubicBezTo>
                  <a:pt x="255" y="48"/>
                  <a:pt x="270" y="51"/>
                  <a:pt x="284" y="57"/>
                </a:cubicBezTo>
                <a:cubicBezTo>
                  <a:pt x="299" y="63"/>
                  <a:pt x="312" y="71"/>
                  <a:pt x="323" y="82"/>
                </a:cubicBezTo>
                <a:cubicBezTo>
                  <a:pt x="334" y="94"/>
                  <a:pt x="343" y="106"/>
                  <a:pt x="349" y="121"/>
                </a:cubicBezTo>
                <a:cubicBezTo>
                  <a:pt x="355" y="136"/>
                  <a:pt x="358" y="151"/>
                  <a:pt x="358" y="167"/>
                </a:cubicBezTo>
                <a:cubicBezTo>
                  <a:pt x="358" y="182"/>
                  <a:pt x="355" y="198"/>
                  <a:pt x="349" y="212"/>
                </a:cubicBezTo>
                <a:cubicBezTo>
                  <a:pt x="343" y="227"/>
                  <a:pt x="334" y="240"/>
                  <a:pt x="323" y="251"/>
                </a:cubicBezTo>
                <a:cubicBezTo>
                  <a:pt x="312" y="262"/>
                  <a:pt x="299" y="271"/>
                  <a:pt x="284" y="277"/>
                </a:cubicBezTo>
                <a:cubicBezTo>
                  <a:pt x="270" y="283"/>
                  <a:pt x="255" y="286"/>
                  <a:pt x="239" y="286"/>
                </a:cubicBezTo>
                <a:cubicBezTo>
                  <a:pt x="223" y="286"/>
                  <a:pt x="208" y="283"/>
                  <a:pt x="193" y="277"/>
                </a:cubicBezTo>
                <a:cubicBezTo>
                  <a:pt x="179" y="271"/>
                  <a:pt x="166" y="262"/>
                  <a:pt x="155" y="251"/>
                </a:cubicBezTo>
                <a:cubicBezTo>
                  <a:pt x="142" y="240"/>
                  <a:pt x="134" y="227"/>
                  <a:pt x="128" y="212"/>
                </a:cubicBezTo>
                <a:cubicBezTo>
                  <a:pt x="122" y="198"/>
                  <a:pt x="119" y="182"/>
                  <a:pt x="119" y="167"/>
                </a:cubicBezTo>
                <a:cubicBezTo>
                  <a:pt x="119" y="151"/>
                  <a:pt x="122" y="136"/>
                  <a:pt x="128" y="121"/>
                </a:cubicBezTo>
                <a:cubicBezTo>
                  <a:pt x="134" y="106"/>
                  <a:pt x="142" y="94"/>
                  <a:pt x="155" y="82"/>
                </a:cubicBezTo>
                <a:cubicBezTo>
                  <a:pt x="166" y="71"/>
                  <a:pt x="179" y="63"/>
                  <a:pt x="193" y="57"/>
                </a:cubicBezTo>
                <a:cubicBezTo>
                  <a:pt x="208" y="51"/>
                  <a:pt x="223" y="48"/>
                  <a:pt x="239" y="48"/>
                </a:cubicBezTo>
                <a:moveTo>
                  <a:pt x="239" y="0"/>
                </a:moveTo>
                <a:cubicBezTo>
                  <a:pt x="228" y="0"/>
                  <a:pt x="217" y="1"/>
                  <a:pt x="206" y="3"/>
                </a:cubicBezTo>
                <a:cubicBezTo>
                  <a:pt x="195" y="5"/>
                  <a:pt x="185" y="8"/>
                  <a:pt x="175" y="13"/>
                </a:cubicBezTo>
                <a:cubicBezTo>
                  <a:pt x="165" y="17"/>
                  <a:pt x="155" y="22"/>
                  <a:pt x="145" y="28"/>
                </a:cubicBezTo>
                <a:cubicBezTo>
                  <a:pt x="136" y="34"/>
                  <a:pt x="128" y="41"/>
                  <a:pt x="120" y="49"/>
                </a:cubicBezTo>
                <a:cubicBezTo>
                  <a:pt x="112" y="57"/>
                  <a:pt x="105" y="65"/>
                  <a:pt x="99" y="74"/>
                </a:cubicBezTo>
                <a:cubicBezTo>
                  <a:pt x="93" y="83"/>
                  <a:pt x="88" y="93"/>
                  <a:pt x="84" y="103"/>
                </a:cubicBezTo>
                <a:cubicBezTo>
                  <a:pt x="80" y="113"/>
                  <a:pt x="76" y="123"/>
                  <a:pt x="74" y="134"/>
                </a:cubicBezTo>
                <a:cubicBezTo>
                  <a:pt x="72" y="145"/>
                  <a:pt x="71" y="156"/>
                  <a:pt x="71" y="167"/>
                </a:cubicBezTo>
                <a:cubicBezTo>
                  <a:pt x="71" y="178"/>
                  <a:pt x="72" y="188"/>
                  <a:pt x="74" y="199"/>
                </a:cubicBezTo>
                <a:cubicBezTo>
                  <a:pt x="76" y="210"/>
                  <a:pt x="80" y="220"/>
                  <a:pt x="84" y="230"/>
                </a:cubicBezTo>
                <a:cubicBezTo>
                  <a:pt x="88" y="241"/>
                  <a:pt x="93" y="250"/>
                  <a:pt x="99" y="259"/>
                </a:cubicBezTo>
                <a:cubicBezTo>
                  <a:pt x="105" y="268"/>
                  <a:pt x="112" y="277"/>
                  <a:pt x="120" y="284"/>
                </a:cubicBezTo>
                <a:cubicBezTo>
                  <a:pt x="128" y="292"/>
                  <a:pt x="136" y="299"/>
                  <a:pt x="145" y="305"/>
                </a:cubicBezTo>
                <a:cubicBezTo>
                  <a:pt x="155" y="311"/>
                  <a:pt x="165" y="316"/>
                  <a:pt x="175" y="321"/>
                </a:cubicBezTo>
                <a:cubicBezTo>
                  <a:pt x="185" y="325"/>
                  <a:pt x="195" y="328"/>
                  <a:pt x="206" y="330"/>
                </a:cubicBezTo>
                <a:cubicBezTo>
                  <a:pt x="217" y="332"/>
                  <a:pt x="228" y="333"/>
                  <a:pt x="239" y="333"/>
                </a:cubicBezTo>
                <a:cubicBezTo>
                  <a:pt x="250" y="333"/>
                  <a:pt x="261" y="332"/>
                  <a:pt x="271" y="330"/>
                </a:cubicBezTo>
                <a:cubicBezTo>
                  <a:pt x="282" y="328"/>
                  <a:pt x="292" y="325"/>
                  <a:pt x="303" y="321"/>
                </a:cubicBezTo>
                <a:cubicBezTo>
                  <a:pt x="313" y="316"/>
                  <a:pt x="322" y="311"/>
                  <a:pt x="331" y="305"/>
                </a:cubicBezTo>
                <a:cubicBezTo>
                  <a:pt x="340" y="299"/>
                  <a:pt x="349" y="292"/>
                  <a:pt x="357" y="284"/>
                </a:cubicBezTo>
                <a:cubicBezTo>
                  <a:pt x="364" y="277"/>
                  <a:pt x="371" y="268"/>
                  <a:pt x="377" y="259"/>
                </a:cubicBezTo>
                <a:cubicBezTo>
                  <a:pt x="383" y="250"/>
                  <a:pt x="389" y="241"/>
                  <a:pt x="393" y="230"/>
                </a:cubicBezTo>
                <a:cubicBezTo>
                  <a:pt x="397" y="220"/>
                  <a:pt x="400" y="210"/>
                  <a:pt x="402" y="199"/>
                </a:cubicBezTo>
                <a:cubicBezTo>
                  <a:pt x="404" y="188"/>
                  <a:pt x="405" y="178"/>
                  <a:pt x="405" y="167"/>
                </a:cubicBezTo>
                <a:cubicBezTo>
                  <a:pt x="405" y="156"/>
                  <a:pt x="404" y="145"/>
                  <a:pt x="402" y="134"/>
                </a:cubicBezTo>
                <a:cubicBezTo>
                  <a:pt x="400" y="123"/>
                  <a:pt x="397" y="113"/>
                  <a:pt x="393" y="103"/>
                </a:cubicBezTo>
                <a:cubicBezTo>
                  <a:pt x="389" y="93"/>
                  <a:pt x="383" y="83"/>
                  <a:pt x="377" y="74"/>
                </a:cubicBezTo>
                <a:cubicBezTo>
                  <a:pt x="371" y="65"/>
                  <a:pt x="364" y="57"/>
                  <a:pt x="357" y="49"/>
                </a:cubicBezTo>
                <a:cubicBezTo>
                  <a:pt x="349" y="41"/>
                  <a:pt x="340" y="34"/>
                  <a:pt x="331" y="28"/>
                </a:cubicBezTo>
                <a:cubicBezTo>
                  <a:pt x="322" y="22"/>
                  <a:pt x="313" y="17"/>
                  <a:pt x="303" y="13"/>
                </a:cubicBezTo>
                <a:cubicBezTo>
                  <a:pt x="292" y="8"/>
                  <a:pt x="282" y="5"/>
                  <a:pt x="271" y="3"/>
                </a:cubicBezTo>
                <a:cubicBezTo>
                  <a:pt x="261" y="1"/>
                  <a:pt x="250" y="0"/>
                  <a:pt x="239" y="0"/>
                </a:cubicBezTo>
                <a:moveTo>
                  <a:pt x="477" y="668"/>
                </a:moveTo>
                <a:lnTo>
                  <a:pt x="429" y="668"/>
                </a:lnTo>
                <a:lnTo>
                  <a:pt x="429" y="549"/>
                </a:lnTo>
                <a:cubicBezTo>
                  <a:pt x="429" y="533"/>
                  <a:pt x="426" y="518"/>
                  <a:pt x="420" y="503"/>
                </a:cubicBezTo>
                <a:cubicBezTo>
                  <a:pt x="414" y="488"/>
                  <a:pt x="405" y="476"/>
                  <a:pt x="394" y="464"/>
                </a:cubicBezTo>
                <a:cubicBezTo>
                  <a:pt x="383" y="453"/>
                  <a:pt x="370" y="445"/>
                  <a:pt x="356" y="439"/>
                </a:cubicBezTo>
                <a:cubicBezTo>
                  <a:pt x="341" y="433"/>
                  <a:pt x="326" y="430"/>
                  <a:pt x="310" y="430"/>
                </a:cubicBezTo>
                <a:lnTo>
                  <a:pt x="167" y="430"/>
                </a:lnTo>
                <a:cubicBezTo>
                  <a:pt x="152" y="430"/>
                  <a:pt x="135" y="433"/>
                  <a:pt x="121" y="439"/>
                </a:cubicBezTo>
                <a:cubicBezTo>
                  <a:pt x="106" y="445"/>
                  <a:pt x="93" y="453"/>
                  <a:pt x="82" y="464"/>
                </a:cubicBezTo>
                <a:cubicBezTo>
                  <a:pt x="71" y="476"/>
                  <a:pt x="62" y="488"/>
                  <a:pt x="56" y="503"/>
                </a:cubicBezTo>
                <a:cubicBezTo>
                  <a:pt x="50" y="518"/>
                  <a:pt x="47" y="533"/>
                  <a:pt x="47" y="549"/>
                </a:cubicBezTo>
                <a:lnTo>
                  <a:pt x="47" y="668"/>
                </a:lnTo>
                <a:lnTo>
                  <a:pt x="0" y="668"/>
                </a:lnTo>
                <a:lnTo>
                  <a:pt x="0" y="549"/>
                </a:lnTo>
                <a:cubicBezTo>
                  <a:pt x="0" y="538"/>
                  <a:pt x="1" y="527"/>
                  <a:pt x="3" y="516"/>
                </a:cubicBezTo>
                <a:cubicBezTo>
                  <a:pt x="5" y="505"/>
                  <a:pt x="8" y="495"/>
                  <a:pt x="12" y="485"/>
                </a:cubicBezTo>
                <a:cubicBezTo>
                  <a:pt x="16" y="475"/>
                  <a:pt x="22" y="465"/>
                  <a:pt x="28" y="456"/>
                </a:cubicBezTo>
                <a:cubicBezTo>
                  <a:pt x="34" y="447"/>
                  <a:pt x="41" y="438"/>
                  <a:pt x="48" y="431"/>
                </a:cubicBezTo>
                <a:cubicBezTo>
                  <a:pt x="56" y="423"/>
                  <a:pt x="65" y="416"/>
                  <a:pt x="74" y="410"/>
                </a:cubicBezTo>
                <a:cubicBezTo>
                  <a:pt x="83" y="404"/>
                  <a:pt x="92" y="399"/>
                  <a:pt x="103" y="395"/>
                </a:cubicBezTo>
                <a:cubicBezTo>
                  <a:pt x="113" y="390"/>
                  <a:pt x="123" y="387"/>
                  <a:pt x="134" y="385"/>
                </a:cubicBezTo>
                <a:cubicBezTo>
                  <a:pt x="145" y="383"/>
                  <a:pt x="156" y="382"/>
                  <a:pt x="167" y="382"/>
                </a:cubicBezTo>
                <a:lnTo>
                  <a:pt x="310" y="382"/>
                </a:lnTo>
                <a:cubicBezTo>
                  <a:pt x="321" y="382"/>
                  <a:pt x="332" y="383"/>
                  <a:pt x="343" y="385"/>
                </a:cubicBezTo>
                <a:cubicBezTo>
                  <a:pt x="353" y="387"/>
                  <a:pt x="364" y="390"/>
                  <a:pt x="374" y="395"/>
                </a:cubicBezTo>
                <a:cubicBezTo>
                  <a:pt x="384" y="399"/>
                  <a:pt x="394" y="404"/>
                  <a:pt x="403" y="410"/>
                </a:cubicBezTo>
                <a:cubicBezTo>
                  <a:pt x="412" y="416"/>
                  <a:pt x="420" y="423"/>
                  <a:pt x="428" y="431"/>
                </a:cubicBezTo>
                <a:cubicBezTo>
                  <a:pt x="436" y="438"/>
                  <a:pt x="443" y="447"/>
                  <a:pt x="449" y="456"/>
                </a:cubicBezTo>
                <a:cubicBezTo>
                  <a:pt x="455" y="465"/>
                  <a:pt x="460" y="475"/>
                  <a:pt x="464" y="485"/>
                </a:cubicBezTo>
                <a:cubicBezTo>
                  <a:pt x="468" y="495"/>
                  <a:pt x="471" y="505"/>
                  <a:pt x="474" y="516"/>
                </a:cubicBezTo>
                <a:cubicBezTo>
                  <a:pt x="476" y="527"/>
                  <a:pt x="477" y="538"/>
                  <a:pt x="477" y="549"/>
                </a:cubicBezTo>
                <a:lnTo>
                  <a:pt x="477" y="66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439920" y="653400"/>
            <a:ext cx="7616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OKx andere ontwikkelingen raakt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908280" y="1470960"/>
            <a:ext cx="723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AII spoor 3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573120" y="1747080"/>
            <a:ext cx="1402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Raakvlak: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aanmelden,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573120" y="1918440"/>
            <a:ext cx="1353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intekenen, inschrijven;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573120" y="2080440"/>
            <a:ext cx="8510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ontsluiten van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573120" y="2251800"/>
            <a:ext cx="15033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aanmeldbaar aanbod; de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573120" y="2413800"/>
            <a:ext cx="979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aanmelding met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573120" y="2585160"/>
            <a:ext cx="1521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verbintenis terug naar de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573120" y="2747160"/>
            <a:ext cx="8830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kernregistratie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573120" y="2966400"/>
            <a:ext cx="1238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Vraag:</a:t>
            </a:r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 bedoelen wij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2162160" y="1276200"/>
            <a:ext cx="1600560" cy="2171880"/>
          </a:xfrm>
          <a:custGeom>
            <a:avLst/>
            <a:gdLst/>
            <a:ahLst/>
            <a:rect l="0" t="0" r="r" b="b"/>
            <a:pathLst>
              <a:path w="4446" h="6033">
                <a:moveTo>
                  <a:pt x="0" y="0"/>
                </a:moveTo>
                <a:lnTo>
                  <a:pt x="4446" y="0"/>
                </a:lnTo>
                <a:lnTo>
                  <a:pt x="4446" y="6033"/>
                </a:lnTo>
                <a:lnTo>
                  <a:pt x="0" y="6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2162160" y="1276200"/>
            <a:ext cx="1600560" cy="38520"/>
          </a:xfrm>
          <a:custGeom>
            <a:avLst/>
            <a:gdLst/>
            <a:ahLst/>
            <a:rect l="0" t="0" r="r" b="b"/>
            <a:pathLst>
              <a:path w="4446" h="107">
                <a:moveTo>
                  <a:pt x="0" y="0"/>
                </a:moveTo>
                <a:lnTo>
                  <a:pt x="4446" y="0"/>
                </a:lnTo>
                <a:lnTo>
                  <a:pt x="444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2162160" y="343836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3752640" y="1276200"/>
            <a:ext cx="10080" cy="2171880"/>
          </a:xfrm>
          <a:custGeom>
            <a:avLst/>
            <a:gdLst/>
            <a:ahLst/>
            <a:rect l="0" t="0" r="r" b="b"/>
            <a:pathLst>
              <a:path w="28" h="6033">
                <a:moveTo>
                  <a:pt x="0" y="106"/>
                </a:moveTo>
                <a:lnTo>
                  <a:pt x="0" y="6033"/>
                </a:lnTo>
                <a:lnTo>
                  <a:pt x="28" y="603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2162160" y="1276200"/>
            <a:ext cx="9720" cy="2171880"/>
          </a:xfrm>
          <a:custGeom>
            <a:avLst/>
            <a:gdLst/>
            <a:ahLst/>
            <a:rect l="0" t="0" r="r" b="b"/>
            <a:pathLst>
              <a:path w="27" h="6033">
                <a:moveTo>
                  <a:pt x="0" y="0"/>
                </a:moveTo>
                <a:lnTo>
                  <a:pt x="0" y="6033"/>
                </a:lnTo>
                <a:lnTo>
                  <a:pt x="27" y="6033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2293560" y="1537920"/>
            <a:ext cx="240120" cy="129240"/>
          </a:xfrm>
          <a:custGeom>
            <a:avLst/>
            <a:gdLst/>
            <a:ahLst/>
            <a:rect l="0" t="0" r="r" b="b"/>
            <a:pathLst>
              <a:path w="667" h="359">
                <a:moveTo>
                  <a:pt x="667" y="359"/>
                </a:moveTo>
                <a:lnTo>
                  <a:pt x="476" y="359"/>
                </a:lnTo>
                <a:lnTo>
                  <a:pt x="476" y="167"/>
                </a:lnTo>
                <a:lnTo>
                  <a:pt x="667" y="167"/>
                </a:lnTo>
                <a:lnTo>
                  <a:pt x="667" y="359"/>
                </a:lnTo>
                <a:moveTo>
                  <a:pt x="523" y="311"/>
                </a:moveTo>
                <a:lnTo>
                  <a:pt x="619" y="311"/>
                </a:lnTo>
                <a:lnTo>
                  <a:pt x="619" y="216"/>
                </a:lnTo>
                <a:lnTo>
                  <a:pt x="523" y="216"/>
                </a:lnTo>
                <a:lnTo>
                  <a:pt x="523" y="311"/>
                </a:lnTo>
                <a:moveTo>
                  <a:pt x="428" y="287"/>
                </a:moveTo>
                <a:lnTo>
                  <a:pt x="143" y="287"/>
                </a:lnTo>
                <a:cubicBezTo>
                  <a:pt x="133" y="287"/>
                  <a:pt x="124" y="286"/>
                  <a:pt x="115" y="284"/>
                </a:cubicBezTo>
                <a:cubicBezTo>
                  <a:pt x="105" y="283"/>
                  <a:pt x="97" y="280"/>
                  <a:pt x="88" y="276"/>
                </a:cubicBezTo>
                <a:cubicBezTo>
                  <a:pt x="79" y="273"/>
                  <a:pt x="71" y="268"/>
                  <a:pt x="63" y="263"/>
                </a:cubicBezTo>
                <a:cubicBezTo>
                  <a:pt x="55" y="258"/>
                  <a:pt x="48" y="252"/>
                  <a:pt x="42" y="245"/>
                </a:cubicBezTo>
                <a:cubicBezTo>
                  <a:pt x="35" y="239"/>
                  <a:pt x="29" y="232"/>
                  <a:pt x="24" y="224"/>
                </a:cubicBezTo>
                <a:cubicBezTo>
                  <a:pt x="19" y="216"/>
                  <a:pt x="14" y="208"/>
                  <a:pt x="11" y="199"/>
                </a:cubicBezTo>
                <a:cubicBezTo>
                  <a:pt x="7" y="189"/>
                  <a:pt x="4" y="180"/>
                  <a:pt x="2" y="171"/>
                </a:cubicBezTo>
                <a:cubicBezTo>
                  <a:pt x="1" y="162"/>
                  <a:pt x="0" y="153"/>
                  <a:pt x="0" y="143"/>
                </a:cubicBezTo>
                <a:cubicBezTo>
                  <a:pt x="0" y="134"/>
                  <a:pt x="1" y="125"/>
                  <a:pt x="2" y="115"/>
                </a:cubicBezTo>
                <a:cubicBezTo>
                  <a:pt x="4" y="106"/>
                  <a:pt x="7" y="97"/>
                  <a:pt x="11" y="89"/>
                </a:cubicBezTo>
                <a:cubicBezTo>
                  <a:pt x="14" y="80"/>
                  <a:pt x="19" y="72"/>
                  <a:pt x="24" y="64"/>
                </a:cubicBezTo>
                <a:cubicBezTo>
                  <a:pt x="29" y="56"/>
                  <a:pt x="35" y="49"/>
                  <a:pt x="42" y="42"/>
                </a:cubicBezTo>
                <a:cubicBezTo>
                  <a:pt x="48" y="36"/>
                  <a:pt x="55" y="30"/>
                  <a:pt x="63" y="25"/>
                </a:cubicBezTo>
                <a:cubicBezTo>
                  <a:pt x="71" y="19"/>
                  <a:pt x="79" y="15"/>
                  <a:pt x="88" y="11"/>
                </a:cubicBezTo>
                <a:cubicBezTo>
                  <a:pt x="97" y="8"/>
                  <a:pt x="105" y="5"/>
                  <a:pt x="115" y="3"/>
                </a:cubicBezTo>
                <a:cubicBezTo>
                  <a:pt x="124" y="1"/>
                  <a:pt x="133" y="0"/>
                  <a:pt x="143" y="0"/>
                </a:cubicBezTo>
                <a:lnTo>
                  <a:pt x="190" y="0"/>
                </a:lnTo>
                <a:lnTo>
                  <a:pt x="190" y="48"/>
                </a:lnTo>
                <a:lnTo>
                  <a:pt x="143" y="48"/>
                </a:lnTo>
                <a:cubicBezTo>
                  <a:pt x="130" y="48"/>
                  <a:pt x="118" y="51"/>
                  <a:pt x="106" y="55"/>
                </a:cubicBezTo>
                <a:cubicBezTo>
                  <a:pt x="94" y="60"/>
                  <a:pt x="84" y="67"/>
                  <a:pt x="75" y="76"/>
                </a:cubicBezTo>
                <a:cubicBezTo>
                  <a:pt x="66" y="85"/>
                  <a:pt x="59" y="95"/>
                  <a:pt x="55" y="107"/>
                </a:cubicBezTo>
                <a:cubicBezTo>
                  <a:pt x="50" y="119"/>
                  <a:pt x="47" y="131"/>
                  <a:pt x="47" y="143"/>
                </a:cubicBezTo>
                <a:cubicBezTo>
                  <a:pt x="47" y="156"/>
                  <a:pt x="50" y="168"/>
                  <a:pt x="55" y="180"/>
                </a:cubicBezTo>
                <a:cubicBezTo>
                  <a:pt x="59" y="192"/>
                  <a:pt x="66" y="203"/>
                  <a:pt x="75" y="212"/>
                </a:cubicBezTo>
                <a:cubicBezTo>
                  <a:pt x="84" y="221"/>
                  <a:pt x="94" y="227"/>
                  <a:pt x="106" y="232"/>
                </a:cubicBezTo>
                <a:cubicBezTo>
                  <a:pt x="118" y="237"/>
                  <a:pt x="130" y="240"/>
                  <a:pt x="143" y="240"/>
                </a:cubicBezTo>
                <a:lnTo>
                  <a:pt x="428" y="240"/>
                </a:lnTo>
                <a:lnTo>
                  <a:pt x="428" y="287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2379240" y="1512360"/>
            <a:ext cx="68760" cy="69120"/>
          </a:xfrm>
          <a:custGeom>
            <a:avLst/>
            <a:gdLst/>
            <a:ahLst/>
            <a:rect l="0" t="0" r="r" b="b"/>
            <a:pathLst>
              <a:path w="191" h="192"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7" y="144"/>
                </a:moveTo>
                <a:lnTo>
                  <a:pt x="144" y="144"/>
                </a:lnTo>
                <a:lnTo>
                  <a:pt x="144" y="48"/>
                </a:lnTo>
                <a:lnTo>
                  <a:pt x="47" y="48"/>
                </a:lnTo>
                <a:lnTo>
                  <a:pt x="47" y="14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2293560" y="142668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523" y="358"/>
                </a:moveTo>
                <a:lnTo>
                  <a:pt x="476" y="358"/>
                </a:lnTo>
                <a:lnTo>
                  <a:pt x="476" y="310"/>
                </a:lnTo>
                <a:lnTo>
                  <a:pt x="523" y="310"/>
                </a:lnTo>
                <a:cubicBezTo>
                  <a:pt x="536" y="310"/>
                  <a:pt x="548" y="308"/>
                  <a:pt x="560" y="303"/>
                </a:cubicBezTo>
                <a:cubicBezTo>
                  <a:pt x="572" y="298"/>
                  <a:pt x="582" y="292"/>
                  <a:pt x="591" y="283"/>
                </a:cubicBezTo>
                <a:cubicBezTo>
                  <a:pt x="600" y="274"/>
                  <a:pt x="607" y="263"/>
                  <a:pt x="611" y="252"/>
                </a:cubicBezTo>
                <a:cubicBezTo>
                  <a:pt x="616" y="240"/>
                  <a:pt x="619" y="228"/>
                  <a:pt x="619" y="215"/>
                </a:cubicBezTo>
                <a:cubicBezTo>
                  <a:pt x="619" y="203"/>
                  <a:pt x="616" y="190"/>
                  <a:pt x="611" y="179"/>
                </a:cubicBezTo>
                <a:cubicBezTo>
                  <a:pt x="607" y="167"/>
                  <a:pt x="600" y="157"/>
                  <a:pt x="591" y="148"/>
                </a:cubicBezTo>
                <a:cubicBezTo>
                  <a:pt x="582" y="138"/>
                  <a:pt x="572" y="131"/>
                  <a:pt x="560" y="126"/>
                </a:cubicBezTo>
                <a:cubicBezTo>
                  <a:pt x="548" y="121"/>
                  <a:pt x="536" y="119"/>
                  <a:pt x="523" y="119"/>
                </a:cubicBezTo>
                <a:lnTo>
                  <a:pt x="238" y="119"/>
                </a:lnTo>
                <a:lnTo>
                  <a:pt x="238" y="71"/>
                </a:lnTo>
                <a:lnTo>
                  <a:pt x="523" y="71"/>
                </a:lnTo>
                <a:cubicBezTo>
                  <a:pt x="533" y="71"/>
                  <a:pt x="542" y="72"/>
                  <a:pt x="551" y="74"/>
                </a:cubicBezTo>
                <a:cubicBezTo>
                  <a:pt x="561" y="76"/>
                  <a:pt x="569" y="79"/>
                  <a:pt x="578" y="82"/>
                </a:cubicBezTo>
                <a:cubicBezTo>
                  <a:pt x="587" y="86"/>
                  <a:pt x="595" y="90"/>
                  <a:pt x="603" y="95"/>
                </a:cubicBezTo>
                <a:cubicBezTo>
                  <a:pt x="611" y="101"/>
                  <a:pt x="618" y="107"/>
                  <a:pt x="625" y="113"/>
                </a:cubicBezTo>
                <a:cubicBezTo>
                  <a:pt x="632" y="120"/>
                  <a:pt x="638" y="127"/>
                  <a:pt x="643" y="135"/>
                </a:cubicBezTo>
                <a:cubicBezTo>
                  <a:pt x="648" y="144"/>
                  <a:pt x="653" y="152"/>
                  <a:pt x="656" y="161"/>
                </a:cubicBezTo>
                <a:cubicBezTo>
                  <a:pt x="660" y="169"/>
                  <a:pt x="663" y="178"/>
                  <a:pt x="665" y="187"/>
                </a:cubicBezTo>
                <a:cubicBezTo>
                  <a:pt x="666" y="197"/>
                  <a:pt x="667" y="206"/>
                  <a:pt x="667" y="215"/>
                </a:cubicBezTo>
                <a:cubicBezTo>
                  <a:pt x="667" y="225"/>
                  <a:pt x="666" y="234"/>
                  <a:pt x="665" y="243"/>
                </a:cubicBezTo>
                <a:cubicBezTo>
                  <a:pt x="663" y="252"/>
                  <a:pt x="660" y="261"/>
                  <a:pt x="656" y="270"/>
                </a:cubicBezTo>
                <a:cubicBezTo>
                  <a:pt x="653" y="279"/>
                  <a:pt x="648" y="287"/>
                  <a:pt x="643" y="295"/>
                </a:cubicBezTo>
                <a:cubicBezTo>
                  <a:pt x="638" y="302"/>
                  <a:pt x="632" y="310"/>
                  <a:pt x="625" y="316"/>
                </a:cubicBezTo>
                <a:cubicBezTo>
                  <a:pt x="618" y="323"/>
                  <a:pt x="611" y="329"/>
                  <a:pt x="603" y="334"/>
                </a:cubicBezTo>
                <a:cubicBezTo>
                  <a:pt x="595" y="339"/>
                  <a:pt x="587" y="344"/>
                  <a:pt x="578" y="347"/>
                </a:cubicBezTo>
                <a:cubicBezTo>
                  <a:pt x="569" y="351"/>
                  <a:pt x="561" y="354"/>
                  <a:pt x="551" y="355"/>
                </a:cubicBezTo>
                <a:cubicBezTo>
                  <a:pt x="542" y="357"/>
                  <a:pt x="533" y="358"/>
                  <a:pt x="523" y="358"/>
                </a:cubicBezTo>
                <a:moveTo>
                  <a:pt x="190" y="191"/>
                </a:moveTo>
                <a:lnTo>
                  <a:pt x="0" y="191"/>
                </a:lnTo>
                <a:lnTo>
                  <a:pt x="0" y="0"/>
                </a:lnTo>
                <a:lnTo>
                  <a:pt x="190" y="0"/>
                </a:lnTo>
                <a:lnTo>
                  <a:pt x="190" y="191"/>
                </a:lnTo>
                <a:moveTo>
                  <a:pt x="47" y="144"/>
                </a:moveTo>
                <a:lnTo>
                  <a:pt x="143" y="144"/>
                </a:lnTo>
                <a:lnTo>
                  <a:pt x="143" y="48"/>
                </a:lnTo>
                <a:lnTo>
                  <a:pt x="47" y="48"/>
                </a:lnTo>
                <a:lnTo>
                  <a:pt x="47" y="14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573120" y="3137760"/>
            <a:ext cx="1523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hetzelfde met intekenen?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2613600" y="1470960"/>
            <a:ext cx="831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eduXchange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2278440" y="1747080"/>
            <a:ext cx="1343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Raakvlak: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keuzedeel,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2278440" y="1918440"/>
            <a:ext cx="13388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en verbintenis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2278440" y="2080440"/>
            <a:ext cx="1555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over instellingen heen; de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2278440" y="2251800"/>
            <a:ext cx="579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catalogus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2278440" y="2471040"/>
            <a:ext cx="1222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Vraag:</a:t>
            </a:r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 een gedeeld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2278440" y="2633040"/>
            <a:ext cx="15080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model voor keuzedeel 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2278440" y="2804400"/>
            <a:ext cx="1285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resultaat; federatie is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2278440" y="2966400"/>
            <a:ext cx="1320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voor OKx de volgende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3867120" y="1276200"/>
            <a:ext cx="1600560" cy="2171880"/>
          </a:xfrm>
          <a:custGeom>
            <a:avLst/>
            <a:gdLst/>
            <a:ahLst/>
            <a:rect l="0" t="0" r="r" b="b"/>
            <a:pathLst>
              <a:path w="4446" h="6033">
                <a:moveTo>
                  <a:pt x="0" y="0"/>
                </a:moveTo>
                <a:lnTo>
                  <a:pt x="4446" y="0"/>
                </a:lnTo>
                <a:lnTo>
                  <a:pt x="4446" y="6033"/>
                </a:lnTo>
                <a:lnTo>
                  <a:pt x="0" y="6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3867120" y="1276200"/>
            <a:ext cx="1600560" cy="38520"/>
          </a:xfrm>
          <a:custGeom>
            <a:avLst/>
            <a:gdLst/>
            <a:ahLst/>
            <a:rect l="0" t="0" r="r" b="b"/>
            <a:pathLst>
              <a:path w="4446" h="107">
                <a:moveTo>
                  <a:pt x="0" y="0"/>
                </a:moveTo>
                <a:lnTo>
                  <a:pt x="4446" y="0"/>
                </a:lnTo>
                <a:lnTo>
                  <a:pt x="444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3867120" y="343836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5457600" y="1276200"/>
            <a:ext cx="10080" cy="2171880"/>
          </a:xfrm>
          <a:custGeom>
            <a:avLst/>
            <a:gdLst/>
            <a:ahLst/>
            <a:rect l="0" t="0" r="r" b="b"/>
            <a:pathLst>
              <a:path w="28" h="6033">
                <a:moveTo>
                  <a:pt x="0" y="106"/>
                </a:moveTo>
                <a:lnTo>
                  <a:pt x="0" y="6033"/>
                </a:lnTo>
                <a:lnTo>
                  <a:pt x="28" y="603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3867120" y="1276200"/>
            <a:ext cx="9720" cy="2171880"/>
          </a:xfrm>
          <a:custGeom>
            <a:avLst/>
            <a:gdLst/>
            <a:ahLst/>
            <a:rect l="0" t="0" r="r" b="b"/>
            <a:pathLst>
              <a:path w="27" h="6033">
                <a:moveTo>
                  <a:pt x="0" y="0"/>
                </a:moveTo>
                <a:lnTo>
                  <a:pt x="0" y="6033"/>
                </a:lnTo>
                <a:lnTo>
                  <a:pt x="27" y="6033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012200" y="1467720"/>
            <a:ext cx="184680" cy="215640"/>
          </a:xfrm>
          <a:custGeom>
            <a:avLst/>
            <a:gdLst/>
            <a:ahLst/>
            <a:rect l="0" t="0" r="r" b="b"/>
            <a:pathLst>
              <a:path w="513" h="599">
                <a:moveTo>
                  <a:pt x="471" y="0"/>
                </a:moveTo>
                <a:lnTo>
                  <a:pt x="85" y="0"/>
                </a:lnTo>
                <a:cubicBezTo>
                  <a:pt x="79" y="0"/>
                  <a:pt x="74" y="1"/>
                  <a:pt x="69" y="3"/>
                </a:cubicBezTo>
                <a:cubicBezTo>
                  <a:pt x="63" y="5"/>
                  <a:pt x="59" y="8"/>
                  <a:pt x="55" y="12"/>
                </a:cubicBezTo>
                <a:cubicBezTo>
                  <a:pt x="51" y="16"/>
                  <a:pt x="48" y="21"/>
                  <a:pt x="46" y="26"/>
                </a:cubicBezTo>
                <a:cubicBezTo>
                  <a:pt x="43" y="31"/>
                  <a:pt x="42" y="37"/>
                  <a:pt x="42" y="42"/>
                </a:cubicBezTo>
                <a:lnTo>
                  <a:pt x="42" y="128"/>
                </a:lnTo>
                <a:lnTo>
                  <a:pt x="0" y="128"/>
                </a:lnTo>
                <a:lnTo>
                  <a:pt x="0" y="170"/>
                </a:lnTo>
                <a:lnTo>
                  <a:pt x="42" y="170"/>
                </a:lnTo>
                <a:lnTo>
                  <a:pt x="42" y="277"/>
                </a:lnTo>
                <a:lnTo>
                  <a:pt x="0" y="277"/>
                </a:lnTo>
                <a:lnTo>
                  <a:pt x="0" y="320"/>
                </a:lnTo>
                <a:lnTo>
                  <a:pt x="42" y="320"/>
                </a:lnTo>
                <a:lnTo>
                  <a:pt x="42" y="428"/>
                </a:lnTo>
                <a:lnTo>
                  <a:pt x="0" y="428"/>
                </a:lnTo>
                <a:lnTo>
                  <a:pt x="0" y="471"/>
                </a:lnTo>
                <a:lnTo>
                  <a:pt x="42" y="471"/>
                </a:lnTo>
                <a:lnTo>
                  <a:pt x="42" y="556"/>
                </a:lnTo>
                <a:cubicBezTo>
                  <a:pt x="42" y="562"/>
                  <a:pt x="43" y="567"/>
                  <a:pt x="46" y="572"/>
                </a:cubicBezTo>
                <a:cubicBezTo>
                  <a:pt x="48" y="578"/>
                  <a:pt x="51" y="582"/>
                  <a:pt x="55" y="586"/>
                </a:cubicBezTo>
                <a:cubicBezTo>
                  <a:pt x="59" y="590"/>
                  <a:pt x="63" y="593"/>
                  <a:pt x="69" y="596"/>
                </a:cubicBezTo>
                <a:cubicBezTo>
                  <a:pt x="74" y="598"/>
                  <a:pt x="79" y="599"/>
                  <a:pt x="85" y="599"/>
                </a:cubicBezTo>
                <a:lnTo>
                  <a:pt x="471" y="599"/>
                </a:lnTo>
                <a:cubicBezTo>
                  <a:pt x="476" y="599"/>
                  <a:pt x="482" y="598"/>
                  <a:pt x="487" y="596"/>
                </a:cubicBezTo>
                <a:cubicBezTo>
                  <a:pt x="492" y="593"/>
                  <a:pt x="497" y="590"/>
                  <a:pt x="501" y="586"/>
                </a:cubicBezTo>
                <a:cubicBezTo>
                  <a:pt x="505" y="582"/>
                  <a:pt x="508" y="578"/>
                  <a:pt x="510" y="572"/>
                </a:cubicBezTo>
                <a:cubicBezTo>
                  <a:pt x="512" y="567"/>
                  <a:pt x="513" y="562"/>
                  <a:pt x="513" y="556"/>
                </a:cubicBezTo>
                <a:lnTo>
                  <a:pt x="513" y="42"/>
                </a:lnTo>
                <a:cubicBezTo>
                  <a:pt x="513" y="37"/>
                  <a:pt x="512" y="31"/>
                  <a:pt x="510" y="26"/>
                </a:cubicBezTo>
                <a:cubicBezTo>
                  <a:pt x="508" y="21"/>
                  <a:pt x="505" y="16"/>
                  <a:pt x="501" y="12"/>
                </a:cubicBezTo>
                <a:cubicBezTo>
                  <a:pt x="497" y="8"/>
                  <a:pt x="492" y="5"/>
                  <a:pt x="487" y="3"/>
                </a:cubicBezTo>
                <a:cubicBezTo>
                  <a:pt x="482" y="1"/>
                  <a:pt x="476" y="0"/>
                  <a:pt x="471" y="0"/>
                </a:cubicBezTo>
                <a:moveTo>
                  <a:pt x="471" y="556"/>
                </a:moveTo>
                <a:lnTo>
                  <a:pt x="85" y="556"/>
                </a:lnTo>
                <a:lnTo>
                  <a:pt x="85" y="471"/>
                </a:lnTo>
                <a:lnTo>
                  <a:pt x="128" y="471"/>
                </a:lnTo>
                <a:lnTo>
                  <a:pt x="128" y="428"/>
                </a:lnTo>
                <a:lnTo>
                  <a:pt x="85" y="428"/>
                </a:lnTo>
                <a:lnTo>
                  <a:pt x="85" y="320"/>
                </a:lnTo>
                <a:lnTo>
                  <a:pt x="128" y="320"/>
                </a:lnTo>
                <a:lnTo>
                  <a:pt x="128" y="277"/>
                </a:lnTo>
                <a:lnTo>
                  <a:pt x="85" y="277"/>
                </a:lnTo>
                <a:lnTo>
                  <a:pt x="85" y="170"/>
                </a:lnTo>
                <a:lnTo>
                  <a:pt x="128" y="170"/>
                </a:lnTo>
                <a:lnTo>
                  <a:pt x="128" y="128"/>
                </a:lnTo>
                <a:lnTo>
                  <a:pt x="85" y="128"/>
                </a:lnTo>
                <a:lnTo>
                  <a:pt x="85" y="42"/>
                </a:lnTo>
                <a:lnTo>
                  <a:pt x="471" y="42"/>
                </a:lnTo>
                <a:lnTo>
                  <a:pt x="471" y="556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4088880" y="1513800"/>
            <a:ext cx="61920" cy="123480"/>
          </a:xfrm>
          <a:custGeom>
            <a:avLst/>
            <a:gdLst/>
            <a:ahLst/>
            <a:rect l="0" t="0" r="r" b="b"/>
            <a:pathLst>
              <a:path w="172" h="343">
                <a:moveTo>
                  <a:pt x="0" y="0"/>
                </a:moveTo>
                <a:lnTo>
                  <a:pt x="172" y="0"/>
                </a:lnTo>
                <a:lnTo>
                  <a:pt x="172" y="42"/>
                </a:lnTo>
                <a:lnTo>
                  <a:pt x="0" y="42"/>
                </a:lnTo>
                <a:lnTo>
                  <a:pt x="0" y="0"/>
                </a:lnTo>
                <a:moveTo>
                  <a:pt x="0" y="150"/>
                </a:moveTo>
                <a:lnTo>
                  <a:pt x="172" y="150"/>
                </a:lnTo>
                <a:lnTo>
                  <a:pt x="172" y="193"/>
                </a:lnTo>
                <a:lnTo>
                  <a:pt x="0" y="193"/>
                </a:lnTo>
                <a:lnTo>
                  <a:pt x="0" y="150"/>
                </a:lnTo>
                <a:moveTo>
                  <a:pt x="0" y="300"/>
                </a:moveTo>
                <a:lnTo>
                  <a:pt x="172" y="300"/>
                </a:lnTo>
                <a:lnTo>
                  <a:pt x="172" y="343"/>
                </a:lnTo>
                <a:lnTo>
                  <a:pt x="0" y="343"/>
                </a:lnTo>
                <a:lnTo>
                  <a:pt x="0" y="30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2278440" y="3137760"/>
            <a:ext cx="259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stap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4290840" y="1423080"/>
            <a:ext cx="6728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Onderwijs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4290840" y="1585080"/>
            <a:ext cx="66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Catalogus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3983760" y="1804320"/>
            <a:ext cx="15476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Raakvlak: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ontsluiten van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3983760" y="1975680"/>
            <a:ext cx="10598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onderwijsaanbod: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3983760" y="2137680"/>
            <a:ext cx="1282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dezelfde deﬁnities 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3983760" y="2309040"/>
            <a:ext cx="14943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gegevenssets, aanbod in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3983760" y="2471040"/>
            <a:ext cx="1500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fasen van rijpheid, OEAPI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3983760" y="2642400"/>
            <a:ext cx="146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v6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3983760" y="2861640"/>
            <a:ext cx="1559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Vraag:</a:t>
            </a:r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 een begrippenlijst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3983760" y="3023280"/>
            <a:ext cx="1172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en informatiemodel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5572080" y="1276200"/>
            <a:ext cx="1600560" cy="2171880"/>
          </a:xfrm>
          <a:custGeom>
            <a:avLst/>
            <a:gdLst/>
            <a:ahLst/>
            <a:rect l="0" t="0" r="r" b="b"/>
            <a:pathLst>
              <a:path w="4446" h="6033">
                <a:moveTo>
                  <a:pt x="0" y="0"/>
                </a:moveTo>
                <a:lnTo>
                  <a:pt x="4446" y="0"/>
                </a:lnTo>
                <a:lnTo>
                  <a:pt x="4446" y="6033"/>
                </a:lnTo>
                <a:lnTo>
                  <a:pt x="0" y="6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5572080" y="1276200"/>
            <a:ext cx="1600560" cy="38520"/>
          </a:xfrm>
          <a:custGeom>
            <a:avLst/>
            <a:gdLst/>
            <a:ahLst/>
            <a:rect l="0" t="0" r="r" b="b"/>
            <a:pathLst>
              <a:path w="4446" h="107">
                <a:moveTo>
                  <a:pt x="0" y="0"/>
                </a:moveTo>
                <a:lnTo>
                  <a:pt x="4446" y="0"/>
                </a:lnTo>
                <a:lnTo>
                  <a:pt x="444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f4d9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5572080" y="343836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7162560" y="1276200"/>
            <a:ext cx="10080" cy="2171880"/>
          </a:xfrm>
          <a:custGeom>
            <a:avLst/>
            <a:gdLst/>
            <a:ahLst/>
            <a:rect l="0" t="0" r="r" b="b"/>
            <a:pathLst>
              <a:path w="28" h="6033">
                <a:moveTo>
                  <a:pt x="0" y="106"/>
                </a:moveTo>
                <a:lnTo>
                  <a:pt x="0" y="6033"/>
                </a:lnTo>
                <a:lnTo>
                  <a:pt x="28" y="603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5572080" y="1276200"/>
            <a:ext cx="9720" cy="2171880"/>
          </a:xfrm>
          <a:custGeom>
            <a:avLst/>
            <a:gdLst/>
            <a:ahLst/>
            <a:rect l="0" t="0" r="r" b="b"/>
            <a:pathLst>
              <a:path w="27" h="6033">
                <a:moveTo>
                  <a:pt x="0" y="0"/>
                </a:moveTo>
                <a:lnTo>
                  <a:pt x="0" y="6033"/>
                </a:lnTo>
                <a:lnTo>
                  <a:pt x="27" y="6033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5866200" y="1503720"/>
            <a:ext cx="51840" cy="26280"/>
          </a:xfrm>
          <a:custGeom>
            <a:avLst/>
            <a:gdLst/>
            <a:ahLst/>
            <a:rect l="0" t="0" r="r" b="b"/>
            <a:pathLst>
              <a:path w="144" h="73">
                <a:moveTo>
                  <a:pt x="24" y="0"/>
                </a:moveTo>
                <a:lnTo>
                  <a:pt x="120" y="0"/>
                </a:lnTo>
                <a:cubicBezTo>
                  <a:pt x="127" y="0"/>
                  <a:pt x="132" y="3"/>
                  <a:pt x="137" y="7"/>
                </a:cubicBezTo>
                <a:cubicBezTo>
                  <a:pt x="142" y="12"/>
                  <a:pt x="144" y="17"/>
                  <a:pt x="144" y="24"/>
                </a:cubicBezTo>
                <a:lnTo>
                  <a:pt x="144" y="73"/>
                </a:lnTo>
                <a:lnTo>
                  <a:pt x="0" y="73"/>
                </a:lnTo>
                <a:lnTo>
                  <a:pt x="0" y="24"/>
                </a:lnTo>
                <a:cubicBezTo>
                  <a:pt x="0" y="17"/>
                  <a:pt x="2" y="12"/>
                  <a:pt x="7" y="7"/>
                </a:cubicBezTo>
                <a:cubicBezTo>
                  <a:pt x="12" y="3"/>
                  <a:pt x="17" y="0"/>
                  <a:pt x="24" y="0"/>
                </a:cubicBezTo>
                <a:close/>
              </a:path>
            </a:pathLst>
          </a:custGeom>
          <a:solidFill>
            <a:srgbClr val="f4d9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5874840" y="146088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96" y="48"/>
                </a:moveTo>
                <a:cubicBezTo>
                  <a:pt x="96" y="54"/>
                  <a:pt x="95" y="60"/>
                  <a:pt x="93" y="66"/>
                </a:cubicBezTo>
                <a:cubicBezTo>
                  <a:pt x="90" y="72"/>
                  <a:pt x="87" y="78"/>
                  <a:pt x="82" y="82"/>
                </a:cubicBezTo>
                <a:cubicBezTo>
                  <a:pt x="78" y="87"/>
                  <a:pt x="73" y="90"/>
                  <a:pt x="66" y="93"/>
                </a:cubicBezTo>
                <a:cubicBezTo>
                  <a:pt x="60" y="95"/>
                  <a:pt x="54" y="96"/>
                  <a:pt x="48" y="96"/>
                </a:cubicBezTo>
                <a:cubicBezTo>
                  <a:pt x="41" y="96"/>
                  <a:pt x="35" y="95"/>
                  <a:pt x="29" y="93"/>
                </a:cubicBezTo>
                <a:cubicBezTo>
                  <a:pt x="24" y="90"/>
                  <a:pt x="18" y="87"/>
                  <a:pt x="14" y="82"/>
                </a:cubicBezTo>
                <a:cubicBezTo>
                  <a:pt x="9" y="78"/>
                  <a:pt x="6" y="72"/>
                  <a:pt x="4" y="66"/>
                </a:cubicBezTo>
                <a:cubicBezTo>
                  <a:pt x="1" y="60"/>
                  <a:pt x="0" y="54"/>
                  <a:pt x="0" y="48"/>
                </a:cubicBezTo>
                <a:cubicBezTo>
                  <a:pt x="0" y="41"/>
                  <a:pt x="1" y="35"/>
                  <a:pt x="4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ubicBezTo>
                  <a:pt x="54" y="0"/>
                  <a:pt x="60" y="1"/>
                  <a:pt x="66" y="4"/>
                </a:cubicBezTo>
                <a:cubicBezTo>
                  <a:pt x="73" y="6"/>
                  <a:pt x="78" y="10"/>
                  <a:pt x="82" y="14"/>
                </a:cubicBezTo>
                <a:cubicBezTo>
                  <a:pt x="87" y="19"/>
                  <a:pt x="90" y="24"/>
                  <a:pt x="93" y="30"/>
                </a:cubicBezTo>
                <a:cubicBezTo>
                  <a:pt x="95" y="35"/>
                  <a:pt x="96" y="41"/>
                  <a:pt x="96" y="48"/>
                </a:cubicBezTo>
                <a:close/>
              </a:path>
            </a:pathLst>
          </a:custGeom>
          <a:solidFill>
            <a:srgbClr val="f4d9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5694840" y="1426680"/>
            <a:ext cx="266040" cy="240480"/>
          </a:xfrm>
          <a:custGeom>
            <a:avLst/>
            <a:gdLst/>
            <a:ahLst/>
            <a:rect l="0" t="0" r="r" b="b"/>
            <a:pathLst>
              <a:path w="739" h="668">
                <a:moveTo>
                  <a:pt x="691" y="382"/>
                </a:moveTo>
                <a:lnTo>
                  <a:pt x="406" y="382"/>
                </a:lnTo>
                <a:cubicBezTo>
                  <a:pt x="399" y="382"/>
                  <a:pt x="393" y="381"/>
                  <a:pt x="387" y="378"/>
                </a:cubicBezTo>
                <a:cubicBezTo>
                  <a:pt x="382" y="376"/>
                  <a:pt x="376" y="372"/>
                  <a:pt x="372" y="368"/>
                </a:cubicBezTo>
                <a:cubicBezTo>
                  <a:pt x="368" y="362"/>
                  <a:pt x="364" y="357"/>
                  <a:pt x="362" y="352"/>
                </a:cubicBezTo>
                <a:cubicBezTo>
                  <a:pt x="359" y="346"/>
                  <a:pt x="358" y="340"/>
                  <a:pt x="358" y="333"/>
                </a:cubicBezTo>
                <a:lnTo>
                  <a:pt x="358" y="48"/>
                </a:lnTo>
                <a:cubicBezTo>
                  <a:pt x="358" y="41"/>
                  <a:pt x="359" y="35"/>
                  <a:pt x="362" y="29"/>
                </a:cubicBezTo>
                <a:cubicBezTo>
                  <a:pt x="364" y="24"/>
                  <a:pt x="368" y="18"/>
                  <a:pt x="372" y="14"/>
                </a:cubicBezTo>
                <a:cubicBezTo>
                  <a:pt x="376" y="9"/>
                  <a:pt x="382" y="6"/>
                  <a:pt x="387" y="4"/>
                </a:cubicBezTo>
                <a:cubicBezTo>
                  <a:pt x="393" y="1"/>
                  <a:pt x="399" y="0"/>
                  <a:pt x="406" y="0"/>
                </a:cubicBezTo>
                <a:lnTo>
                  <a:pt x="691" y="0"/>
                </a:lnTo>
                <a:cubicBezTo>
                  <a:pt x="698" y="0"/>
                  <a:pt x="704" y="1"/>
                  <a:pt x="710" y="4"/>
                </a:cubicBezTo>
                <a:cubicBezTo>
                  <a:pt x="715" y="6"/>
                  <a:pt x="721" y="9"/>
                  <a:pt x="725" y="14"/>
                </a:cubicBezTo>
                <a:cubicBezTo>
                  <a:pt x="730" y="18"/>
                  <a:pt x="733" y="24"/>
                  <a:pt x="735" y="29"/>
                </a:cubicBezTo>
                <a:cubicBezTo>
                  <a:pt x="738" y="35"/>
                  <a:pt x="739" y="41"/>
                  <a:pt x="739" y="48"/>
                </a:cubicBezTo>
                <a:lnTo>
                  <a:pt x="739" y="333"/>
                </a:lnTo>
                <a:cubicBezTo>
                  <a:pt x="739" y="340"/>
                  <a:pt x="738" y="346"/>
                  <a:pt x="735" y="352"/>
                </a:cubicBezTo>
                <a:cubicBezTo>
                  <a:pt x="733" y="357"/>
                  <a:pt x="730" y="362"/>
                  <a:pt x="725" y="368"/>
                </a:cubicBezTo>
                <a:cubicBezTo>
                  <a:pt x="721" y="372"/>
                  <a:pt x="715" y="376"/>
                  <a:pt x="710" y="378"/>
                </a:cubicBezTo>
                <a:cubicBezTo>
                  <a:pt x="704" y="381"/>
                  <a:pt x="698" y="382"/>
                  <a:pt x="691" y="382"/>
                </a:cubicBezTo>
                <a:moveTo>
                  <a:pt x="406" y="48"/>
                </a:moveTo>
                <a:lnTo>
                  <a:pt x="406" y="333"/>
                </a:lnTo>
                <a:lnTo>
                  <a:pt x="691" y="333"/>
                </a:lnTo>
                <a:lnTo>
                  <a:pt x="691" y="48"/>
                </a:lnTo>
                <a:lnTo>
                  <a:pt x="406" y="48"/>
                </a:lnTo>
                <a:moveTo>
                  <a:pt x="334" y="668"/>
                </a:moveTo>
                <a:lnTo>
                  <a:pt x="287" y="668"/>
                </a:lnTo>
                <a:lnTo>
                  <a:pt x="287" y="572"/>
                </a:lnTo>
                <a:cubicBezTo>
                  <a:pt x="287" y="563"/>
                  <a:pt x="285" y="554"/>
                  <a:pt x="282" y="545"/>
                </a:cubicBezTo>
                <a:cubicBezTo>
                  <a:pt x="278" y="536"/>
                  <a:pt x="273" y="528"/>
                  <a:pt x="266" y="522"/>
                </a:cubicBezTo>
                <a:cubicBezTo>
                  <a:pt x="259" y="515"/>
                  <a:pt x="252" y="510"/>
                  <a:pt x="243" y="506"/>
                </a:cubicBezTo>
                <a:cubicBezTo>
                  <a:pt x="234" y="502"/>
                  <a:pt x="225" y="501"/>
                  <a:pt x="215" y="501"/>
                </a:cubicBezTo>
                <a:lnTo>
                  <a:pt x="120" y="501"/>
                </a:lnTo>
                <a:cubicBezTo>
                  <a:pt x="110" y="501"/>
                  <a:pt x="101" y="502"/>
                  <a:pt x="92" y="506"/>
                </a:cubicBezTo>
                <a:cubicBezTo>
                  <a:pt x="84" y="510"/>
                  <a:pt x="76" y="515"/>
                  <a:pt x="69" y="522"/>
                </a:cubicBezTo>
                <a:cubicBezTo>
                  <a:pt x="62" y="528"/>
                  <a:pt x="57" y="536"/>
                  <a:pt x="54" y="545"/>
                </a:cubicBezTo>
                <a:cubicBezTo>
                  <a:pt x="50" y="554"/>
                  <a:pt x="47" y="563"/>
                  <a:pt x="49" y="572"/>
                </a:cubicBezTo>
                <a:lnTo>
                  <a:pt x="49" y="668"/>
                </a:lnTo>
                <a:lnTo>
                  <a:pt x="0" y="668"/>
                </a:lnTo>
                <a:lnTo>
                  <a:pt x="0" y="572"/>
                </a:lnTo>
                <a:cubicBezTo>
                  <a:pt x="0" y="557"/>
                  <a:pt x="3" y="541"/>
                  <a:pt x="9" y="527"/>
                </a:cubicBezTo>
                <a:cubicBezTo>
                  <a:pt x="15" y="512"/>
                  <a:pt x="23" y="499"/>
                  <a:pt x="34" y="488"/>
                </a:cubicBezTo>
                <a:cubicBezTo>
                  <a:pt x="46" y="477"/>
                  <a:pt x="60" y="468"/>
                  <a:pt x="74" y="462"/>
                </a:cubicBezTo>
                <a:cubicBezTo>
                  <a:pt x="89" y="456"/>
                  <a:pt x="104" y="453"/>
                  <a:pt x="120" y="453"/>
                </a:cubicBezTo>
                <a:lnTo>
                  <a:pt x="215" y="453"/>
                </a:lnTo>
                <a:cubicBezTo>
                  <a:pt x="231" y="453"/>
                  <a:pt x="246" y="456"/>
                  <a:pt x="261" y="462"/>
                </a:cubicBezTo>
                <a:cubicBezTo>
                  <a:pt x="276" y="468"/>
                  <a:pt x="289" y="477"/>
                  <a:pt x="300" y="488"/>
                </a:cubicBezTo>
                <a:cubicBezTo>
                  <a:pt x="311" y="499"/>
                  <a:pt x="320" y="512"/>
                  <a:pt x="326" y="527"/>
                </a:cubicBezTo>
                <a:cubicBezTo>
                  <a:pt x="332" y="541"/>
                  <a:pt x="334" y="557"/>
                  <a:pt x="334" y="572"/>
                </a:cubicBezTo>
                <a:lnTo>
                  <a:pt x="334" y="668"/>
                </a:lnTo>
                <a:moveTo>
                  <a:pt x="168" y="214"/>
                </a:moveTo>
                <a:cubicBezTo>
                  <a:pt x="177" y="214"/>
                  <a:pt x="186" y="216"/>
                  <a:pt x="195" y="220"/>
                </a:cubicBezTo>
                <a:cubicBezTo>
                  <a:pt x="204" y="223"/>
                  <a:pt x="211" y="228"/>
                  <a:pt x="218" y="235"/>
                </a:cubicBezTo>
                <a:cubicBezTo>
                  <a:pt x="225" y="242"/>
                  <a:pt x="230" y="250"/>
                  <a:pt x="234" y="258"/>
                </a:cubicBezTo>
                <a:cubicBezTo>
                  <a:pt x="237" y="267"/>
                  <a:pt x="239" y="276"/>
                  <a:pt x="239" y="286"/>
                </a:cubicBezTo>
                <a:cubicBezTo>
                  <a:pt x="239" y="295"/>
                  <a:pt x="237" y="304"/>
                  <a:pt x="234" y="313"/>
                </a:cubicBezTo>
                <a:cubicBezTo>
                  <a:pt x="230" y="322"/>
                  <a:pt x="225" y="329"/>
                  <a:pt x="218" y="336"/>
                </a:cubicBezTo>
                <a:cubicBezTo>
                  <a:pt x="211" y="343"/>
                  <a:pt x="204" y="348"/>
                  <a:pt x="195" y="352"/>
                </a:cubicBezTo>
                <a:cubicBezTo>
                  <a:pt x="186" y="355"/>
                  <a:pt x="177" y="357"/>
                  <a:pt x="168" y="357"/>
                </a:cubicBezTo>
                <a:cubicBezTo>
                  <a:pt x="158" y="357"/>
                  <a:pt x="149" y="355"/>
                  <a:pt x="140" y="352"/>
                </a:cubicBezTo>
                <a:cubicBezTo>
                  <a:pt x="132" y="348"/>
                  <a:pt x="124" y="343"/>
                  <a:pt x="117" y="336"/>
                </a:cubicBezTo>
                <a:cubicBezTo>
                  <a:pt x="110" y="329"/>
                  <a:pt x="105" y="322"/>
                  <a:pt x="102" y="313"/>
                </a:cubicBezTo>
                <a:cubicBezTo>
                  <a:pt x="98" y="304"/>
                  <a:pt x="96" y="295"/>
                  <a:pt x="96" y="286"/>
                </a:cubicBezTo>
                <a:cubicBezTo>
                  <a:pt x="96" y="276"/>
                  <a:pt x="98" y="267"/>
                  <a:pt x="102" y="258"/>
                </a:cubicBezTo>
                <a:cubicBezTo>
                  <a:pt x="105" y="250"/>
                  <a:pt x="110" y="242"/>
                  <a:pt x="117" y="235"/>
                </a:cubicBezTo>
                <a:cubicBezTo>
                  <a:pt x="124" y="228"/>
                  <a:pt x="132" y="223"/>
                  <a:pt x="140" y="220"/>
                </a:cubicBezTo>
                <a:cubicBezTo>
                  <a:pt x="149" y="216"/>
                  <a:pt x="158" y="214"/>
                  <a:pt x="168" y="214"/>
                </a:cubicBezTo>
                <a:moveTo>
                  <a:pt x="168" y="167"/>
                </a:moveTo>
                <a:cubicBezTo>
                  <a:pt x="152" y="167"/>
                  <a:pt x="137" y="170"/>
                  <a:pt x="122" y="176"/>
                </a:cubicBezTo>
                <a:cubicBezTo>
                  <a:pt x="107" y="182"/>
                  <a:pt x="95" y="190"/>
                  <a:pt x="83" y="202"/>
                </a:cubicBezTo>
                <a:cubicBezTo>
                  <a:pt x="72" y="213"/>
                  <a:pt x="64" y="226"/>
                  <a:pt x="58" y="240"/>
                </a:cubicBezTo>
                <a:cubicBezTo>
                  <a:pt x="52" y="255"/>
                  <a:pt x="49" y="270"/>
                  <a:pt x="49" y="286"/>
                </a:cubicBezTo>
                <a:cubicBezTo>
                  <a:pt x="49" y="301"/>
                  <a:pt x="52" y="317"/>
                  <a:pt x="58" y="331"/>
                </a:cubicBezTo>
                <a:cubicBezTo>
                  <a:pt x="64" y="346"/>
                  <a:pt x="72" y="359"/>
                  <a:pt x="83" y="371"/>
                </a:cubicBezTo>
                <a:cubicBezTo>
                  <a:pt x="95" y="382"/>
                  <a:pt x="107" y="391"/>
                  <a:pt x="122" y="397"/>
                </a:cubicBezTo>
                <a:cubicBezTo>
                  <a:pt x="137" y="403"/>
                  <a:pt x="152" y="406"/>
                  <a:pt x="168" y="406"/>
                </a:cubicBezTo>
                <a:cubicBezTo>
                  <a:pt x="183" y="406"/>
                  <a:pt x="199" y="403"/>
                  <a:pt x="213" y="397"/>
                </a:cubicBezTo>
                <a:cubicBezTo>
                  <a:pt x="228" y="391"/>
                  <a:pt x="241" y="382"/>
                  <a:pt x="252" y="371"/>
                </a:cubicBezTo>
                <a:cubicBezTo>
                  <a:pt x="263" y="359"/>
                  <a:pt x="272" y="346"/>
                  <a:pt x="278" y="331"/>
                </a:cubicBezTo>
                <a:cubicBezTo>
                  <a:pt x="284" y="317"/>
                  <a:pt x="287" y="301"/>
                  <a:pt x="287" y="286"/>
                </a:cubicBezTo>
                <a:cubicBezTo>
                  <a:pt x="287" y="270"/>
                  <a:pt x="284" y="255"/>
                  <a:pt x="278" y="240"/>
                </a:cubicBezTo>
                <a:cubicBezTo>
                  <a:pt x="272" y="226"/>
                  <a:pt x="263" y="213"/>
                  <a:pt x="252" y="202"/>
                </a:cubicBezTo>
                <a:cubicBezTo>
                  <a:pt x="241" y="190"/>
                  <a:pt x="228" y="182"/>
                  <a:pt x="213" y="176"/>
                </a:cubicBezTo>
                <a:cubicBezTo>
                  <a:pt x="199" y="170"/>
                  <a:pt x="183" y="167"/>
                  <a:pt x="168" y="167"/>
                </a:cubicBezTo>
                <a:close/>
              </a:path>
            </a:pathLst>
          </a:custGeom>
          <a:solidFill>
            <a:srgbClr val="f4d9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983760" y="3195000"/>
            <a:ext cx="331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6024240" y="1470960"/>
            <a:ext cx="39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EduID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5689080" y="1747080"/>
            <a:ext cx="11530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Raakvlak: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identity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5689080" y="1918440"/>
            <a:ext cx="1451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provisioning: de student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5689080" y="2080440"/>
            <a:ext cx="8755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als persoon 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5689080" y="2251800"/>
            <a:ext cx="9363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deelnemer, van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5689080" y="2413800"/>
            <a:ext cx="13784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aanmelding tot LMS 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5689080" y="2585160"/>
            <a:ext cx="4946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toegang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5689080" y="2804400"/>
            <a:ext cx="1559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Vraag:</a:t>
            </a:r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 welke voorziening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5689080" y="2966400"/>
            <a:ext cx="1363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is leidend, en wat gaat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7277040" y="1276200"/>
            <a:ext cx="1600560" cy="2171880"/>
          </a:xfrm>
          <a:custGeom>
            <a:avLst/>
            <a:gdLst/>
            <a:ahLst/>
            <a:rect l="0" t="0" r="r" b="b"/>
            <a:pathLst>
              <a:path w="4446" h="6033">
                <a:moveTo>
                  <a:pt x="0" y="0"/>
                </a:moveTo>
                <a:lnTo>
                  <a:pt x="4446" y="0"/>
                </a:lnTo>
                <a:lnTo>
                  <a:pt x="4446" y="6033"/>
                </a:lnTo>
                <a:lnTo>
                  <a:pt x="0" y="6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7277040" y="1276200"/>
            <a:ext cx="1600560" cy="38520"/>
          </a:xfrm>
          <a:custGeom>
            <a:avLst/>
            <a:gdLst/>
            <a:ahLst/>
            <a:rect l="0" t="0" r="r" b="b"/>
            <a:pathLst>
              <a:path w="4446" h="107">
                <a:moveTo>
                  <a:pt x="0" y="0"/>
                </a:moveTo>
                <a:lnTo>
                  <a:pt x="4446" y="0"/>
                </a:lnTo>
                <a:lnTo>
                  <a:pt x="444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f4d7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7277040" y="343836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8867520" y="1276200"/>
            <a:ext cx="10080" cy="2171880"/>
          </a:xfrm>
          <a:custGeom>
            <a:avLst/>
            <a:gdLst/>
            <a:ahLst/>
            <a:rect l="0" t="0" r="r" b="b"/>
            <a:pathLst>
              <a:path w="28" h="6033">
                <a:moveTo>
                  <a:pt x="0" y="106"/>
                </a:moveTo>
                <a:lnTo>
                  <a:pt x="0" y="6033"/>
                </a:lnTo>
                <a:lnTo>
                  <a:pt x="28" y="603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7277040" y="1276200"/>
            <a:ext cx="9720" cy="2171880"/>
          </a:xfrm>
          <a:custGeom>
            <a:avLst/>
            <a:gdLst/>
            <a:ahLst/>
            <a:rect l="0" t="0" r="r" b="b"/>
            <a:pathLst>
              <a:path w="27" h="6033">
                <a:moveTo>
                  <a:pt x="0" y="0"/>
                </a:moveTo>
                <a:lnTo>
                  <a:pt x="0" y="6033"/>
                </a:lnTo>
                <a:lnTo>
                  <a:pt x="27" y="6033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7476840" y="1521000"/>
            <a:ext cx="103320" cy="103320"/>
          </a:xfrm>
          <a:custGeom>
            <a:avLst/>
            <a:gdLst/>
            <a:ahLst/>
            <a:rect l="0" t="0" r="r" b="b"/>
            <a:pathLst>
              <a:path w="287" h="287">
                <a:moveTo>
                  <a:pt x="0" y="119"/>
                </a:moveTo>
                <a:lnTo>
                  <a:pt x="192" y="119"/>
                </a:lnTo>
                <a:lnTo>
                  <a:pt x="192" y="167"/>
                </a:lnTo>
                <a:lnTo>
                  <a:pt x="0" y="167"/>
                </a:lnTo>
                <a:lnTo>
                  <a:pt x="0" y="119"/>
                </a:lnTo>
                <a:moveTo>
                  <a:pt x="0" y="0"/>
                </a:moveTo>
                <a:lnTo>
                  <a:pt x="287" y="0"/>
                </a:lnTo>
                <a:lnTo>
                  <a:pt x="287" y="47"/>
                </a:lnTo>
                <a:lnTo>
                  <a:pt x="0" y="47"/>
                </a:lnTo>
                <a:lnTo>
                  <a:pt x="0" y="0"/>
                </a:lnTo>
                <a:moveTo>
                  <a:pt x="0" y="239"/>
                </a:moveTo>
                <a:lnTo>
                  <a:pt x="119" y="239"/>
                </a:lnTo>
                <a:lnTo>
                  <a:pt x="119" y="287"/>
                </a:lnTo>
                <a:lnTo>
                  <a:pt x="0" y="287"/>
                </a:lnTo>
                <a:lnTo>
                  <a:pt x="0" y="239"/>
                </a:lnTo>
                <a:close/>
              </a:path>
            </a:pathLst>
          </a:custGeom>
          <a:solidFill>
            <a:srgbClr val="f4d7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7434000" y="1426680"/>
            <a:ext cx="189000" cy="240480"/>
          </a:xfrm>
          <a:custGeom>
            <a:avLst/>
            <a:gdLst/>
            <a:ahLst/>
            <a:rect l="0" t="0" r="r" b="b"/>
            <a:pathLst>
              <a:path w="525" h="668">
                <a:moveTo>
                  <a:pt x="477" y="71"/>
                </a:moveTo>
                <a:lnTo>
                  <a:pt x="406" y="71"/>
                </a:lnTo>
                <a:lnTo>
                  <a:pt x="406" y="48"/>
                </a:lnTo>
                <a:cubicBezTo>
                  <a:pt x="406" y="41"/>
                  <a:pt x="405" y="35"/>
                  <a:pt x="402" y="29"/>
                </a:cubicBezTo>
                <a:cubicBezTo>
                  <a:pt x="400" y="24"/>
                  <a:pt x="397" y="18"/>
                  <a:pt x="392" y="14"/>
                </a:cubicBezTo>
                <a:cubicBezTo>
                  <a:pt x="388" y="9"/>
                  <a:pt x="382" y="6"/>
                  <a:pt x="377" y="4"/>
                </a:cubicBezTo>
                <a:cubicBezTo>
                  <a:pt x="371" y="1"/>
                  <a:pt x="365" y="0"/>
                  <a:pt x="358" y="0"/>
                </a:cubicBezTo>
                <a:lnTo>
                  <a:pt x="168" y="0"/>
                </a:lnTo>
                <a:cubicBezTo>
                  <a:pt x="162" y="0"/>
                  <a:pt x="155" y="1"/>
                  <a:pt x="150" y="4"/>
                </a:cubicBezTo>
                <a:cubicBezTo>
                  <a:pt x="144" y="6"/>
                  <a:pt x="139" y="9"/>
                  <a:pt x="134" y="14"/>
                </a:cubicBezTo>
                <a:cubicBezTo>
                  <a:pt x="130" y="18"/>
                  <a:pt x="126" y="24"/>
                  <a:pt x="124" y="29"/>
                </a:cubicBezTo>
                <a:cubicBezTo>
                  <a:pt x="121" y="35"/>
                  <a:pt x="120" y="41"/>
                  <a:pt x="120" y="48"/>
                </a:cubicBezTo>
                <a:lnTo>
                  <a:pt x="120" y="71"/>
                </a:lnTo>
                <a:lnTo>
                  <a:pt x="49" y="71"/>
                </a:lnTo>
                <a:cubicBezTo>
                  <a:pt x="43" y="71"/>
                  <a:pt x="36" y="73"/>
                  <a:pt x="31" y="75"/>
                </a:cubicBezTo>
                <a:cubicBezTo>
                  <a:pt x="25" y="77"/>
                  <a:pt x="20" y="81"/>
                  <a:pt x="15" y="85"/>
                </a:cubicBezTo>
                <a:cubicBezTo>
                  <a:pt x="11" y="90"/>
                  <a:pt x="6" y="95"/>
                  <a:pt x="4" y="101"/>
                </a:cubicBezTo>
                <a:cubicBezTo>
                  <a:pt x="1" y="107"/>
                  <a:pt x="0" y="113"/>
                  <a:pt x="0" y="119"/>
                </a:cubicBezTo>
                <a:lnTo>
                  <a:pt x="0" y="620"/>
                </a:lnTo>
                <a:cubicBezTo>
                  <a:pt x="0" y="626"/>
                  <a:pt x="1" y="632"/>
                  <a:pt x="4" y="638"/>
                </a:cubicBezTo>
                <a:cubicBezTo>
                  <a:pt x="6" y="644"/>
                  <a:pt x="11" y="649"/>
                  <a:pt x="15" y="654"/>
                </a:cubicBezTo>
                <a:cubicBezTo>
                  <a:pt x="20" y="658"/>
                  <a:pt x="25" y="662"/>
                  <a:pt x="31" y="664"/>
                </a:cubicBezTo>
                <a:cubicBezTo>
                  <a:pt x="36" y="666"/>
                  <a:pt x="43" y="668"/>
                  <a:pt x="49" y="668"/>
                </a:cubicBezTo>
                <a:lnTo>
                  <a:pt x="477" y="668"/>
                </a:lnTo>
                <a:cubicBezTo>
                  <a:pt x="484" y="668"/>
                  <a:pt x="490" y="666"/>
                  <a:pt x="496" y="664"/>
                </a:cubicBezTo>
                <a:cubicBezTo>
                  <a:pt x="501" y="662"/>
                  <a:pt x="507" y="658"/>
                  <a:pt x="511" y="654"/>
                </a:cubicBezTo>
                <a:cubicBezTo>
                  <a:pt x="516" y="649"/>
                  <a:pt x="519" y="644"/>
                  <a:pt x="521" y="638"/>
                </a:cubicBezTo>
                <a:cubicBezTo>
                  <a:pt x="524" y="632"/>
                  <a:pt x="525" y="626"/>
                  <a:pt x="525" y="620"/>
                </a:cubicBezTo>
                <a:lnTo>
                  <a:pt x="525" y="119"/>
                </a:lnTo>
                <a:cubicBezTo>
                  <a:pt x="525" y="113"/>
                  <a:pt x="524" y="107"/>
                  <a:pt x="521" y="101"/>
                </a:cubicBezTo>
                <a:cubicBezTo>
                  <a:pt x="519" y="95"/>
                  <a:pt x="516" y="90"/>
                  <a:pt x="511" y="85"/>
                </a:cubicBezTo>
                <a:cubicBezTo>
                  <a:pt x="507" y="81"/>
                  <a:pt x="501" y="77"/>
                  <a:pt x="496" y="75"/>
                </a:cubicBezTo>
                <a:cubicBezTo>
                  <a:pt x="490" y="73"/>
                  <a:pt x="484" y="71"/>
                  <a:pt x="477" y="71"/>
                </a:cubicBezTo>
                <a:moveTo>
                  <a:pt x="168" y="48"/>
                </a:moveTo>
                <a:lnTo>
                  <a:pt x="358" y="48"/>
                </a:lnTo>
                <a:lnTo>
                  <a:pt x="358" y="143"/>
                </a:lnTo>
                <a:lnTo>
                  <a:pt x="168" y="143"/>
                </a:lnTo>
                <a:lnTo>
                  <a:pt x="168" y="48"/>
                </a:lnTo>
                <a:moveTo>
                  <a:pt x="477" y="620"/>
                </a:moveTo>
                <a:lnTo>
                  <a:pt x="49" y="620"/>
                </a:lnTo>
                <a:lnTo>
                  <a:pt x="49" y="119"/>
                </a:lnTo>
                <a:lnTo>
                  <a:pt x="120" y="119"/>
                </a:lnTo>
                <a:lnTo>
                  <a:pt x="120" y="190"/>
                </a:lnTo>
                <a:lnTo>
                  <a:pt x="406" y="190"/>
                </a:lnTo>
                <a:lnTo>
                  <a:pt x="406" y="119"/>
                </a:lnTo>
                <a:lnTo>
                  <a:pt x="477" y="119"/>
                </a:lnTo>
                <a:lnTo>
                  <a:pt x="477" y="620"/>
                </a:lnTo>
                <a:close/>
              </a:path>
            </a:pathLst>
          </a:custGeom>
          <a:solidFill>
            <a:srgbClr val="f4d7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689080" y="3137760"/>
            <a:ext cx="15080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over de OKx-koppelingen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7729560" y="1470960"/>
            <a:ext cx="236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RIO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7394400" y="1747080"/>
            <a:ext cx="659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Raakvlak: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7394400" y="1918440"/>
            <a:ext cx="1384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verantwoording van de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7394400" y="2080440"/>
            <a:ext cx="13921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studievoortgang vanuit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7394400" y="2251800"/>
            <a:ext cx="10706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 kernregistratie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7394400" y="2471040"/>
            <a:ext cx="631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Vraag:</a:t>
            </a:r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 de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7394400" y="2633040"/>
            <a:ext cx="14774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resultaatstructuur ook in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456840" y="3581280"/>
            <a:ext cx="4115160" cy="829080"/>
          </a:xfrm>
          <a:custGeom>
            <a:avLst/>
            <a:gdLst/>
            <a:ahLst/>
            <a:rect l="0" t="0" r="r" b="b"/>
            <a:pathLst>
              <a:path w="11431" h="2303">
                <a:moveTo>
                  <a:pt x="0" y="0"/>
                </a:moveTo>
                <a:lnTo>
                  <a:pt x="11431" y="0"/>
                </a:lnTo>
                <a:lnTo>
                  <a:pt x="11431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456840" y="358128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456840" y="440028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4562280" y="3581280"/>
            <a:ext cx="9720" cy="829080"/>
          </a:xfrm>
          <a:custGeom>
            <a:avLst/>
            <a:gdLst/>
            <a:ahLst/>
            <a:rect l="0" t="0" r="r" b="b"/>
            <a:pathLst>
              <a:path w="27" h="2303">
                <a:moveTo>
                  <a:pt x="0" y="106"/>
                </a:moveTo>
                <a:lnTo>
                  <a:pt x="0" y="2303"/>
                </a:lnTo>
                <a:lnTo>
                  <a:pt x="27" y="2303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456840" y="358128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613440" y="3718800"/>
            <a:ext cx="192600" cy="192240"/>
          </a:xfrm>
          <a:custGeom>
            <a:avLst/>
            <a:gdLst/>
            <a:ahLst/>
            <a:rect l="0" t="0" r="r" b="b"/>
            <a:pathLst>
              <a:path w="535" h="534">
                <a:moveTo>
                  <a:pt x="497" y="0"/>
                </a:moveTo>
                <a:lnTo>
                  <a:pt x="268" y="0"/>
                </a:lnTo>
                <a:cubicBezTo>
                  <a:pt x="263" y="0"/>
                  <a:pt x="258" y="1"/>
                  <a:pt x="253" y="3"/>
                </a:cubicBezTo>
                <a:cubicBezTo>
                  <a:pt x="249" y="5"/>
                  <a:pt x="245" y="7"/>
                  <a:pt x="241" y="11"/>
                </a:cubicBezTo>
                <a:cubicBezTo>
                  <a:pt x="238" y="15"/>
                  <a:pt x="235" y="19"/>
                  <a:pt x="233" y="23"/>
                </a:cubicBezTo>
                <a:cubicBezTo>
                  <a:pt x="231" y="28"/>
                  <a:pt x="230" y="33"/>
                  <a:pt x="230" y="38"/>
                </a:cubicBezTo>
                <a:lnTo>
                  <a:pt x="230" y="229"/>
                </a:lnTo>
                <a:lnTo>
                  <a:pt x="39" y="229"/>
                </a:lnTo>
                <a:cubicBezTo>
                  <a:pt x="33" y="229"/>
                  <a:pt x="29" y="230"/>
                  <a:pt x="24" y="232"/>
                </a:cubicBezTo>
                <a:cubicBezTo>
                  <a:pt x="19" y="234"/>
                  <a:pt x="15" y="237"/>
                  <a:pt x="12" y="241"/>
                </a:cubicBezTo>
                <a:cubicBezTo>
                  <a:pt x="8" y="244"/>
                  <a:pt x="5" y="248"/>
                  <a:pt x="3" y="253"/>
                </a:cubicBezTo>
                <a:cubicBezTo>
                  <a:pt x="1" y="258"/>
                  <a:pt x="0" y="262"/>
                  <a:pt x="0" y="267"/>
                </a:cubicBezTo>
                <a:lnTo>
                  <a:pt x="0" y="534"/>
                </a:lnTo>
                <a:lnTo>
                  <a:pt x="535" y="534"/>
                </a:lnTo>
                <a:lnTo>
                  <a:pt x="535" y="38"/>
                </a:lnTo>
                <a:cubicBezTo>
                  <a:pt x="535" y="33"/>
                  <a:pt x="534" y="28"/>
                  <a:pt x="532" y="23"/>
                </a:cubicBezTo>
                <a:cubicBezTo>
                  <a:pt x="530" y="19"/>
                  <a:pt x="527" y="15"/>
                  <a:pt x="524" y="11"/>
                </a:cubicBezTo>
                <a:cubicBezTo>
                  <a:pt x="520" y="7"/>
                  <a:pt x="516" y="5"/>
                  <a:pt x="511" y="3"/>
                </a:cubicBezTo>
                <a:cubicBezTo>
                  <a:pt x="506" y="1"/>
                  <a:pt x="502" y="0"/>
                  <a:pt x="497" y="0"/>
                </a:cubicBezTo>
                <a:moveTo>
                  <a:pt x="134" y="496"/>
                </a:moveTo>
                <a:lnTo>
                  <a:pt x="134" y="363"/>
                </a:lnTo>
                <a:lnTo>
                  <a:pt x="211" y="363"/>
                </a:lnTo>
                <a:lnTo>
                  <a:pt x="211" y="496"/>
                </a:lnTo>
                <a:lnTo>
                  <a:pt x="134" y="496"/>
                </a:lnTo>
                <a:moveTo>
                  <a:pt x="497" y="496"/>
                </a:moveTo>
                <a:lnTo>
                  <a:pt x="249" y="496"/>
                </a:lnTo>
                <a:lnTo>
                  <a:pt x="249" y="344"/>
                </a:lnTo>
                <a:cubicBezTo>
                  <a:pt x="249" y="338"/>
                  <a:pt x="247" y="334"/>
                  <a:pt x="243" y="330"/>
                </a:cubicBezTo>
                <a:cubicBezTo>
                  <a:pt x="240" y="326"/>
                  <a:pt x="235" y="325"/>
                  <a:pt x="230" y="325"/>
                </a:cubicBezTo>
                <a:lnTo>
                  <a:pt x="115" y="325"/>
                </a:lnTo>
                <a:cubicBezTo>
                  <a:pt x="109" y="325"/>
                  <a:pt x="105" y="326"/>
                  <a:pt x="101" y="330"/>
                </a:cubicBezTo>
                <a:cubicBezTo>
                  <a:pt x="98" y="334"/>
                  <a:pt x="96" y="338"/>
                  <a:pt x="96" y="344"/>
                </a:cubicBezTo>
                <a:lnTo>
                  <a:pt x="96" y="496"/>
                </a:lnTo>
                <a:lnTo>
                  <a:pt x="39" y="496"/>
                </a:lnTo>
                <a:lnTo>
                  <a:pt x="39" y="267"/>
                </a:lnTo>
                <a:lnTo>
                  <a:pt x="268" y="267"/>
                </a:lnTo>
                <a:lnTo>
                  <a:pt x="268" y="38"/>
                </a:lnTo>
                <a:lnTo>
                  <a:pt x="497" y="38"/>
                </a:lnTo>
                <a:lnTo>
                  <a:pt x="497" y="496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723240" y="3759840"/>
            <a:ext cx="55080" cy="96480"/>
          </a:xfrm>
          <a:custGeom>
            <a:avLst/>
            <a:gdLst/>
            <a:ahLst/>
            <a:rect l="0" t="0" r="r" b="b"/>
            <a:pathLst>
              <a:path w="153" h="268">
                <a:moveTo>
                  <a:pt x="0" y="0"/>
                </a:moveTo>
                <a:lnTo>
                  <a:pt x="38" y="0"/>
                </a:lnTo>
                <a:lnTo>
                  <a:pt x="38" y="38"/>
                </a:lnTo>
                <a:lnTo>
                  <a:pt x="0" y="38"/>
                </a:lnTo>
                <a:lnTo>
                  <a:pt x="0" y="0"/>
                </a:lnTo>
                <a:moveTo>
                  <a:pt x="115" y="0"/>
                </a:moveTo>
                <a:lnTo>
                  <a:pt x="153" y="0"/>
                </a:lnTo>
                <a:lnTo>
                  <a:pt x="153" y="38"/>
                </a:lnTo>
                <a:lnTo>
                  <a:pt x="115" y="38"/>
                </a:lnTo>
                <a:lnTo>
                  <a:pt x="115" y="0"/>
                </a:lnTo>
                <a:moveTo>
                  <a:pt x="0" y="115"/>
                </a:moveTo>
                <a:lnTo>
                  <a:pt x="38" y="115"/>
                </a:lnTo>
                <a:lnTo>
                  <a:pt x="38" y="153"/>
                </a:lnTo>
                <a:lnTo>
                  <a:pt x="0" y="153"/>
                </a:lnTo>
                <a:lnTo>
                  <a:pt x="0" y="115"/>
                </a:lnTo>
                <a:moveTo>
                  <a:pt x="115" y="115"/>
                </a:moveTo>
                <a:lnTo>
                  <a:pt x="153" y="115"/>
                </a:lnTo>
                <a:lnTo>
                  <a:pt x="153" y="153"/>
                </a:lnTo>
                <a:lnTo>
                  <a:pt x="115" y="153"/>
                </a:lnTo>
                <a:lnTo>
                  <a:pt x="115" y="115"/>
                </a:lnTo>
                <a:moveTo>
                  <a:pt x="0" y="230"/>
                </a:moveTo>
                <a:lnTo>
                  <a:pt x="38" y="230"/>
                </a:lnTo>
                <a:lnTo>
                  <a:pt x="38" y="268"/>
                </a:lnTo>
                <a:lnTo>
                  <a:pt x="0" y="268"/>
                </a:lnTo>
                <a:lnTo>
                  <a:pt x="0" y="230"/>
                </a:lnTo>
                <a:moveTo>
                  <a:pt x="115" y="230"/>
                </a:moveTo>
                <a:lnTo>
                  <a:pt x="153" y="230"/>
                </a:lnTo>
                <a:lnTo>
                  <a:pt x="153" y="268"/>
                </a:lnTo>
                <a:lnTo>
                  <a:pt x="115" y="268"/>
                </a:lnTo>
                <a:lnTo>
                  <a:pt x="115" y="23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7394400" y="2804400"/>
            <a:ext cx="10706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374151"/>
                </a:solidFill>
                <a:latin typeface="Arial"/>
                <a:ea typeface="Arial"/>
              </a:rPr>
              <a:t>de kernregistratie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823320" y="3772440"/>
            <a:ext cx="3784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OKx gaat over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de koppelingen tussen de componenten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603720" y="3964680"/>
            <a:ext cx="4164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binnen de instelling, hun informatiemodel en hun eisen; kiezen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4762440" y="3581280"/>
            <a:ext cx="4115160" cy="1019520"/>
          </a:xfrm>
          <a:custGeom>
            <a:avLst/>
            <a:gdLst/>
            <a:ahLst/>
            <a:rect l="0" t="0" r="r" b="b"/>
            <a:pathLst>
              <a:path w="11431" h="2832">
                <a:moveTo>
                  <a:pt x="0" y="0"/>
                </a:moveTo>
                <a:lnTo>
                  <a:pt x="11431" y="0"/>
                </a:lnTo>
                <a:lnTo>
                  <a:pt x="11431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4762440" y="358128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4762440" y="459072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8867520" y="358128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6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4762440" y="3581280"/>
            <a:ext cx="9720" cy="1019520"/>
          </a:xfrm>
          <a:custGeom>
            <a:avLst/>
            <a:gdLst/>
            <a:ahLst/>
            <a:rect l="0" t="0" r="r" b="b"/>
            <a:pathLst>
              <a:path w="27" h="2832">
                <a:moveTo>
                  <a:pt x="0" y="0"/>
                </a:moveTo>
                <a:lnTo>
                  <a:pt x="0" y="2832"/>
                </a:lnTo>
                <a:lnTo>
                  <a:pt x="27" y="2832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4919040" y="3711960"/>
            <a:ext cx="192240" cy="199080"/>
          </a:xfrm>
          <a:custGeom>
            <a:avLst/>
            <a:gdLst/>
            <a:ahLst/>
            <a:rect l="0" t="0" r="r" b="b"/>
            <a:pathLst>
              <a:path w="534" h="553">
                <a:moveTo>
                  <a:pt x="114" y="152"/>
                </a:moveTo>
                <a:cubicBezTo>
                  <a:pt x="104" y="152"/>
                  <a:pt x="94" y="150"/>
                  <a:pt x="85" y="146"/>
                </a:cubicBezTo>
                <a:cubicBezTo>
                  <a:pt x="75" y="143"/>
                  <a:pt x="67" y="137"/>
                  <a:pt x="60" y="130"/>
                </a:cubicBezTo>
                <a:cubicBezTo>
                  <a:pt x="53" y="123"/>
                  <a:pt x="47" y="114"/>
                  <a:pt x="44" y="105"/>
                </a:cubicBezTo>
                <a:cubicBezTo>
                  <a:pt x="40" y="96"/>
                  <a:pt x="38" y="86"/>
                  <a:pt x="38" y="76"/>
                </a:cubicBezTo>
                <a:cubicBezTo>
                  <a:pt x="38" y="66"/>
                  <a:pt x="40" y="56"/>
                  <a:pt x="44" y="47"/>
                </a:cubicBezTo>
                <a:cubicBezTo>
                  <a:pt x="47" y="38"/>
                  <a:pt x="53" y="29"/>
                  <a:pt x="60" y="22"/>
                </a:cubicBezTo>
                <a:cubicBezTo>
                  <a:pt x="67" y="15"/>
                  <a:pt x="75" y="9"/>
                  <a:pt x="85" y="6"/>
                </a:cubicBezTo>
                <a:cubicBezTo>
                  <a:pt x="94" y="2"/>
                  <a:pt x="104" y="0"/>
                  <a:pt x="114" y="0"/>
                </a:cubicBezTo>
                <a:cubicBezTo>
                  <a:pt x="124" y="0"/>
                  <a:pt x="134" y="2"/>
                  <a:pt x="143" y="6"/>
                </a:cubicBezTo>
                <a:cubicBezTo>
                  <a:pt x="152" y="9"/>
                  <a:pt x="161" y="15"/>
                  <a:pt x="168" y="22"/>
                </a:cubicBezTo>
                <a:cubicBezTo>
                  <a:pt x="175" y="29"/>
                  <a:pt x="180" y="38"/>
                  <a:pt x="184" y="47"/>
                </a:cubicBezTo>
                <a:cubicBezTo>
                  <a:pt x="188" y="56"/>
                  <a:pt x="190" y="66"/>
                  <a:pt x="190" y="76"/>
                </a:cubicBezTo>
                <a:cubicBezTo>
                  <a:pt x="190" y="86"/>
                  <a:pt x="188" y="96"/>
                  <a:pt x="184" y="105"/>
                </a:cubicBezTo>
                <a:cubicBezTo>
                  <a:pt x="180" y="114"/>
                  <a:pt x="175" y="123"/>
                  <a:pt x="168" y="130"/>
                </a:cubicBezTo>
                <a:cubicBezTo>
                  <a:pt x="161" y="137"/>
                  <a:pt x="152" y="143"/>
                  <a:pt x="143" y="146"/>
                </a:cubicBezTo>
                <a:cubicBezTo>
                  <a:pt x="134" y="150"/>
                  <a:pt x="124" y="152"/>
                  <a:pt x="114" y="152"/>
                </a:cubicBezTo>
                <a:moveTo>
                  <a:pt x="114" y="38"/>
                </a:moveTo>
                <a:cubicBezTo>
                  <a:pt x="109" y="38"/>
                  <a:pt x="104" y="39"/>
                  <a:pt x="99" y="41"/>
                </a:cubicBezTo>
                <a:cubicBezTo>
                  <a:pt x="95" y="43"/>
                  <a:pt x="91" y="46"/>
                  <a:pt x="87" y="49"/>
                </a:cubicBezTo>
                <a:cubicBezTo>
                  <a:pt x="83" y="53"/>
                  <a:pt x="81" y="57"/>
                  <a:pt x="79" y="61"/>
                </a:cubicBezTo>
                <a:cubicBezTo>
                  <a:pt x="77" y="66"/>
                  <a:pt x="76" y="71"/>
                  <a:pt x="76" y="76"/>
                </a:cubicBezTo>
                <a:cubicBezTo>
                  <a:pt x="76" y="81"/>
                  <a:pt x="77" y="86"/>
                  <a:pt x="79" y="91"/>
                </a:cubicBezTo>
                <a:cubicBezTo>
                  <a:pt x="81" y="95"/>
                  <a:pt x="83" y="99"/>
                  <a:pt x="87" y="103"/>
                </a:cubicBezTo>
                <a:cubicBezTo>
                  <a:pt x="91" y="107"/>
                  <a:pt x="95" y="109"/>
                  <a:pt x="99" y="111"/>
                </a:cubicBezTo>
                <a:cubicBezTo>
                  <a:pt x="104" y="113"/>
                  <a:pt x="109" y="114"/>
                  <a:pt x="114" y="114"/>
                </a:cubicBezTo>
                <a:cubicBezTo>
                  <a:pt x="119" y="114"/>
                  <a:pt x="124" y="113"/>
                  <a:pt x="128" y="111"/>
                </a:cubicBezTo>
                <a:cubicBezTo>
                  <a:pt x="133" y="109"/>
                  <a:pt x="137" y="107"/>
                  <a:pt x="141" y="103"/>
                </a:cubicBezTo>
                <a:cubicBezTo>
                  <a:pt x="144" y="99"/>
                  <a:pt x="147" y="95"/>
                  <a:pt x="149" y="91"/>
                </a:cubicBezTo>
                <a:cubicBezTo>
                  <a:pt x="151" y="86"/>
                  <a:pt x="152" y="81"/>
                  <a:pt x="152" y="76"/>
                </a:cubicBezTo>
                <a:cubicBezTo>
                  <a:pt x="152" y="71"/>
                  <a:pt x="151" y="66"/>
                  <a:pt x="149" y="61"/>
                </a:cubicBezTo>
                <a:cubicBezTo>
                  <a:pt x="147" y="57"/>
                  <a:pt x="144" y="53"/>
                  <a:pt x="141" y="49"/>
                </a:cubicBezTo>
                <a:cubicBezTo>
                  <a:pt x="137" y="46"/>
                  <a:pt x="133" y="43"/>
                  <a:pt x="128" y="41"/>
                </a:cubicBezTo>
                <a:cubicBezTo>
                  <a:pt x="124" y="39"/>
                  <a:pt x="119" y="38"/>
                  <a:pt x="114" y="38"/>
                </a:cubicBezTo>
                <a:moveTo>
                  <a:pt x="419" y="152"/>
                </a:moveTo>
                <a:cubicBezTo>
                  <a:pt x="408" y="152"/>
                  <a:pt x="399" y="150"/>
                  <a:pt x="389" y="146"/>
                </a:cubicBezTo>
                <a:cubicBezTo>
                  <a:pt x="380" y="143"/>
                  <a:pt x="372" y="137"/>
                  <a:pt x="365" y="130"/>
                </a:cubicBezTo>
                <a:cubicBezTo>
                  <a:pt x="358" y="123"/>
                  <a:pt x="352" y="114"/>
                  <a:pt x="348" y="105"/>
                </a:cubicBezTo>
                <a:cubicBezTo>
                  <a:pt x="344" y="96"/>
                  <a:pt x="342" y="86"/>
                  <a:pt x="342" y="76"/>
                </a:cubicBezTo>
                <a:cubicBezTo>
                  <a:pt x="342" y="66"/>
                  <a:pt x="344" y="56"/>
                  <a:pt x="348" y="47"/>
                </a:cubicBezTo>
                <a:cubicBezTo>
                  <a:pt x="352" y="38"/>
                  <a:pt x="358" y="29"/>
                  <a:pt x="365" y="22"/>
                </a:cubicBezTo>
                <a:cubicBezTo>
                  <a:pt x="372" y="15"/>
                  <a:pt x="380" y="9"/>
                  <a:pt x="389" y="6"/>
                </a:cubicBezTo>
                <a:cubicBezTo>
                  <a:pt x="399" y="2"/>
                  <a:pt x="408" y="0"/>
                  <a:pt x="419" y="0"/>
                </a:cubicBezTo>
                <a:cubicBezTo>
                  <a:pt x="429" y="0"/>
                  <a:pt x="438" y="2"/>
                  <a:pt x="448" y="6"/>
                </a:cubicBezTo>
                <a:cubicBezTo>
                  <a:pt x="457" y="9"/>
                  <a:pt x="466" y="15"/>
                  <a:pt x="473" y="22"/>
                </a:cubicBezTo>
                <a:cubicBezTo>
                  <a:pt x="481" y="29"/>
                  <a:pt x="486" y="38"/>
                  <a:pt x="490" y="47"/>
                </a:cubicBezTo>
                <a:cubicBezTo>
                  <a:pt x="494" y="56"/>
                  <a:pt x="496" y="66"/>
                  <a:pt x="496" y="76"/>
                </a:cubicBezTo>
                <a:cubicBezTo>
                  <a:pt x="496" y="86"/>
                  <a:pt x="494" y="96"/>
                  <a:pt x="490" y="105"/>
                </a:cubicBezTo>
                <a:cubicBezTo>
                  <a:pt x="486" y="114"/>
                  <a:pt x="481" y="123"/>
                  <a:pt x="473" y="130"/>
                </a:cubicBezTo>
                <a:cubicBezTo>
                  <a:pt x="466" y="137"/>
                  <a:pt x="457" y="143"/>
                  <a:pt x="448" y="146"/>
                </a:cubicBezTo>
                <a:cubicBezTo>
                  <a:pt x="438" y="150"/>
                  <a:pt x="429" y="152"/>
                  <a:pt x="419" y="152"/>
                </a:cubicBezTo>
                <a:moveTo>
                  <a:pt x="419" y="38"/>
                </a:moveTo>
                <a:cubicBezTo>
                  <a:pt x="414" y="38"/>
                  <a:pt x="409" y="39"/>
                  <a:pt x="404" y="41"/>
                </a:cubicBezTo>
                <a:cubicBezTo>
                  <a:pt x="399" y="43"/>
                  <a:pt x="395" y="46"/>
                  <a:pt x="392" y="49"/>
                </a:cubicBezTo>
                <a:cubicBezTo>
                  <a:pt x="388" y="53"/>
                  <a:pt x="385" y="57"/>
                  <a:pt x="383" y="61"/>
                </a:cubicBezTo>
                <a:cubicBezTo>
                  <a:pt x="381" y="66"/>
                  <a:pt x="380" y="71"/>
                  <a:pt x="380" y="76"/>
                </a:cubicBezTo>
                <a:cubicBezTo>
                  <a:pt x="380" y="81"/>
                  <a:pt x="381" y="86"/>
                  <a:pt x="383" y="91"/>
                </a:cubicBezTo>
                <a:cubicBezTo>
                  <a:pt x="385" y="95"/>
                  <a:pt x="388" y="99"/>
                  <a:pt x="392" y="103"/>
                </a:cubicBezTo>
                <a:cubicBezTo>
                  <a:pt x="395" y="107"/>
                  <a:pt x="399" y="109"/>
                  <a:pt x="404" y="111"/>
                </a:cubicBezTo>
                <a:cubicBezTo>
                  <a:pt x="409" y="113"/>
                  <a:pt x="414" y="114"/>
                  <a:pt x="419" y="114"/>
                </a:cubicBezTo>
                <a:cubicBezTo>
                  <a:pt x="424" y="114"/>
                  <a:pt x="428" y="113"/>
                  <a:pt x="433" y="111"/>
                </a:cubicBezTo>
                <a:cubicBezTo>
                  <a:pt x="438" y="109"/>
                  <a:pt x="442" y="107"/>
                  <a:pt x="445" y="103"/>
                </a:cubicBezTo>
                <a:cubicBezTo>
                  <a:pt x="449" y="99"/>
                  <a:pt x="452" y="95"/>
                  <a:pt x="454" y="91"/>
                </a:cubicBezTo>
                <a:cubicBezTo>
                  <a:pt x="456" y="86"/>
                  <a:pt x="457" y="81"/>
                  <a:pt x="457" y="76"/>
                </a:cubicBezTo>
                <a:cubicBezTo>
                  <a:pt x="457" y="71"/>
                  <a:pt x="456" y="66"/>
                  <a:pt x="454" y="61"/>
                </a:cubicBezTo>
                <a:cubicBezTo>
                  <a:pt x="452" y="57"/>
                  <a:pt x="449" y="53"/>
                  <a:pt x="445" y="49"/>
                </a:cubicBezTo>
                <a:cubicBezTo>
                  <a:pt x="442" y="46"/>
                  <a:pt x="438" y="43"/>
                  <a:pt x="433" y="41"/>
                </a:cubicBezTo>
                <a:cubicBezTo>
                  <a:pt x="428" y="39"/>
                  <a:pt x="424" y="38"/>
                  <a:pt x="419" y="38"/>
                </a:cubicBezTo>
                <a:moveTo>
                  <a:pt x="457" y="553"/>
                </a:moveTo>
                <a:lnTo>
                  <a:pt x="380" y="553"/>
                </a:lnTo>
                <a:cubicBezTo>
                  <a:pt x="375" y="553"/>
                  <a:pt x="371" y="552"/>
                  <a:pt x="366" y="550"/>
                </a:cubicBezTo>
                <a:cubicBezTo>
                  <a:pt x="361" y="548"/>
                  <a:pt x="357" y="545"/>
                  <a:pt x="354" y="542"/>
                </a:cubicBezTo>
                <a:cubicBezTo>
                  <a:pt x="350" y="538"/>
                  <a:pt x="347" y="534"/>
                  <a:pt x="345" y="530"/>
                </a:cubicBezTo>
                <a:cubicBezTo>
                  <a:pt x="343" y="525"/>
                  <a:pt x="342" y="520"/>
                  <a:pt x="342" y="515"/>
                </a:cubicBezTo>
                <a:lnTo>
                  <a:pt x="342" y="381"/>
                </a:lnTo>
                <a:lnTo>
                  <a:pt x="380" y="381"/>
                </a:lnTo>
                <a:lnTo>
                  <a:pt x="380" y="515"/>
                </a:lnTo>
                <a:lnTo>
                  <a:pt x="457" y="515"/>
                </a:lnTo>
                <a:lnTo>
                  <a:pt x="457" y="343"/>
                </a:lnTo>
                <a:lnTo>
                  <a:pt x="496" y="343"/>
                </a:lnTo>
                <a:lnTo>
                  <a:pt x="496" y="228"/>
                </a:lnTo>
                <a:cubicBezTo>
                  <a:pt x="496" y="223"/>
                  <a:pt x="494" y="219"/>
                  <a:pt x="490" y="215"/>
                </a:cubicBezTo>
                <a:cubicBezTo>
                  <a:pt x="486" y="211"/>
                  <a:pt x="482" y="209"/>
                  <a:pt x="477" y="209"/>
                </a:cubicBezTo>
                <a:lnTo>
                  <a:pt x="353" y="209"/>
                </a:lnTo>
                <a:lnTo>
                  <a:pt x="266" y="362"/>
                </a:lnTo>
                <a:lnTo>
                  <a:pt x="179" y="209"/>
                </a:lnTo>
                <a:lnTo>
                  <a:pt x="57" y="209"/>
                </a:lnTo>
                <a:cubicBezTo>
                  <a:pt x="51" y="209"/>
                  <a:pt x="47" y="211"/>
                  <a:pt x="43" y="215"/>
                </a:cubicBezTo>
                <a:cubicBezTo>
                  <a:pt x="40" y="219"/>
                  <a:pt x="38" y="223"/>
                  <a:pt x="38" y="228"/>
                </a:cubicBezTo>
                <a:lnTo>
                  <a:pt x="38" y="343"/>
                </a:lnTo>
                <a:lnTo>
                  <a:pt x="76" y="343"/>
                </a:lnTo>
                <a:lnTo>
                  <a:pt x="76" y="515"/>
                </a:lnTo>
                <a:lnTo>
                  <a:pt x="152" y="515"/>
                </a:lnTo>
                <a:lnTo>
                  <a:pt x="152" y="381"/>
                </a:lnTo>
                <a:lnTo>
                  <a:pt x="190" y="381"/>
                </a:lnTo>
                <a:lnTo>
                  <a:pt x="190" y="515"/>
                </a:lnTo>
                <a:cubicBezTo>
                  <a:pt x="190" y="520"/>
                  <a:pt x="189" y="525"/>
                  <a:pt x="187" y="530"/>
                </a:cubicBezTo>
                <a:cubicBezTo>
                  <a:pt x="185" y="534"/>
                  <a:pt x="182" y="538"/>
                  <a:pt x="179" y="542"/>
                </a:cubicBezTo>
                <a:cubicBezTo>
                  <a:pt x="175" y="545"/>
                  <a:pt x="171" y="548"/>
                  <a:pt x="167" y="550"/>
                </a:cubicBezTo>
                <a:cubicBezTo>
                  <a:pt x="162" y="552"/>
                  <a:pt x="157" y="553"/>
                  <a:pt x="152" y="553"/>
                </a:cubicBezTo>
                <a:lnTo>
                  <a:pt x="76" y="553"/>
                </a:lnTo>
                <a:cubicBezTo>
                  <a:pt x="71" y="553"/>
                  <a:pt x="66" y="552"/>
                  <a:pt x="61" y="550"/>
                </a:cubicBezTo>
                <a:cubicBezTo>
                  <a:pt x="57" y="548"/>
                  <a:pt x="52" y="545"/>
                  <a:pt x="49" y="542"/>
                </a:cubicBezTo>
                <a:cubicBezTo>
                  <a:pt x="45" y="538"/>
                  <a:pt x="43" y="534"/>
                  <a:pt x="41" y="530"/>
                </a:cubicBezTo>
                <a:cubicBezTo>
                  <a:pt x="39" y="525"/>
                  <a:pt x="38" y="520"/>
                  <a:pt x="38" y="515"/>
                </a:cubicBezTo>
                <a:lnTo>
                  <a:pt x="38" y="381"/>
                </a:lnTo>
                <a:cubicBezTo>
                  <a:pt x="33" y="381"/>
                  <a:pt x="28" y="380"/>
                  <a:pt x="23" y="378"/>
                </a:cubicBezTo>
                <a:cubicBezTo>
                  <a:pt x="18" y="376"/>
                  <a:pt x="14" y="373"/>
                  <a:pt x="11" y="370"/>
                </a:cubicBezTo>
                <a:cubicBezTo>
                  <a:pt x="7" y="366"/>
                  <a:pt x="4" y="362"/>
                  <a:pt x="3" y="357"/>
                </a:cubicBezTo>
                <a:cubicBezTo>
                  <a:pt x="1" y="353"/>
                  <a:pt x="0" y="348"/>
                  <a:pt x="0" y="343"/>
                </a:cubicBezTo>
                <a:lnTo>
                  <a:pt x="0" y="228"/>
                </a:lnTo>
                <a:cubicBezTo>
                  <a:pt x="0" y="221"/>
                  <a:pt x="1" y="213"/>
                  <a:pt x="4" y="206"/>
                </a:cubicBezTo>
                <a:cubicBezTo>
                  <a:pt x="7" y="199"/>
                  <a:pt x="11" y="193"/>
                  <a:pt x="16" y="188"/>
                </a:cubicBezTo>
                <a:cubicBezTo>
                  <a:pt x="22" y="183"/>
                  <a:pt x="28" y="178"/>
                  <a:pt x="35" y="176"/>
                </a:cubicBezTo>
                <a:cubicBezTo>
                  <a:pt x="42" y="173"/>
                  <a:pt x="49" y="171"/>
                  <a:pt x="57" y="171"/>
                </a:cubicBezTo>
                <a:lnTo>
                  <a:pt x="201" y="171"/>
                </a:lnTo>
                <a:lnTo>
                  <a:pt x="266" y="285"/>
                </a:lnTo>
                <a:lnTo>
                  <a:pt x="331" y="171"/>
                </a:lnTo>
                <a:lnTo>
                  <a:pt x="477" y="171"/>
                </a:lnTo>
                <a:cubicBezTo>
                  <a:pt x="484" y="171"/>
                  <a:pt x="492" y="173"/>
                  <a:pt x="499" y="176"/>
                </a:cubicBezTo>
                <a:cubicBezTo>
                  <a:pt x="506" y="178"/>
                  <a:pt x="512" y="183"/>
                  <a:pt x="517" y="188"/>
                </a:cubicBezTo>
                <a:cubicBezTo>
                  <a:pt x="522" y="193"/>
                  <a:pt x="527" y="199"/>
                  <a:pt x="529" y="206"/>
                </a:cubicBezTo>
                <a:cubicBezTo>
                  <a:pt x="532" y="213"/>
                  <a:pt x="534" y="221"/>
                  <a:pt x="534" y="228"/>
                </a:cubicBezTo>
                <a:lnTo>
                  <a:pt x="534" y="343"/>
                </a:lnTo>
                <a:cubicBezTo>
                  <a:pt x="534" y="348"/>
                  <a:pt x="533" y="353"/>
                  <a:pt x="531" y="357"/>
                </a:cubicBezTo>
                <a:cubicBezTo>
                  <a:pt x="529" y="362"/>
                  <a:pt x="526" y="366"/>
                  <a:pt x="523" y="370"/>
                </a:cubicBezTo>
                <a:cubicBezTo>
                  <a:pt x="519" y="373"/>
                  <a:pt x="515" y="376"/>
                  <a:pt x="510" y="378"/>
                </a:cubicBezTo>
                <a:cubicBezTo>
                  <a:pt x="506" y="380"/>
                  <a:pt x="501" y="381"/>
                  <a:pt x="496" y="381"/>
                </a:cubicBezTo>
                <a:lnTo>
                  <a:pt x="496" y="515"/>
                </a:lnTo>
                <a:cubicBezTo>
                  <a:pt x="496" y="520"/>
                  <a:pt x="495" y="525"/>
                  <a:pt x="493" y="530"/>
                </a:cubicBezTo>
                <a:cubicBezTo>
                  <a:pt x="491" y="534"/>
                  <a:pt x="488" y="538"/>
                  <a:pt x="485" y="542"/>
                </a:cubicBezTo>
                <a:cubicBezTo>
                  <a:pt x="481" y="545"/>
                  <a:pt x="477" y="548"/>
                  <a:pt x="472" y="550"/>
                </a:cubicBezTo>
                <a:cubicBezTo>
                  <a:pt x="468" y="552"/>
                  <a:pt x="463" y="553"/>
                  <a:pt x="457" y="55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603720" y="4155120"/>
            <a:ext cx="3594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tot en met de leeractiviteit; leeruitkomsten als sleutel.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5124600" y="3772440"/>
            <a:ext cx="407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De grens: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de applicatie is van de leverancier, alles onder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905360" y="3964680"/>
            <a:ext cx="42696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leeractiviteit en de didactiek van de instelling, roosteren van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4905360" y="4155120"/>
            <a:ext cx="3902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roostersysteem, de landelijke voorzieningen van hun eigen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4905360" y="4345560"/>
            <a:ext cx="369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pijler.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8" name=""/>
          <p:cNvSpPr txBox="1"/>
          <p:nvPr/>
        </p:nvSpPr>
        <p:spPr>
          <a:xfrm>
            <a:off x="439920" y="253440"/>
            <a:ext cx="8949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wij elkaar raken: aanmelden, intekenen,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439920" y="634320"/>
            <a:ext cx="2117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inschrijven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1800000" y="1228680"/>
            <a:ext cx="2048400" cy="181080"/>
          </a:xfrm>
          <a:custGeom>
            <a:avLst/>
            <a:gdLst/>
            <a:ahLst/>
            <a:rect l="0" t="0" r="r" b="b"/>
            <a:pathLst>
              <a:path w="5690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5584" y="0"/>
                </a:lnTo>
                <a:cubicBezTo>
                  <a:pt x="5598" y="0"/>
                  <a:pt x="5611" y="2"/>
                  <a:pt x="5624" y="8"/>
                </a:cubicBezTo>
                <a:cubicBezTo>
                  <a:pt x="5637" y="13"/>
                  <a:pt x="5649" y="21"/>
                  <a:pt x="5659" y="31"/>
                </a:cubicBezTo>
                <a:cubicBezTo>
                  <a:pt x="5669" y="41"/>
                  <a:pt x="5676" y="52"/>
                  <a:pt x="5682" y="65"/>
                </a:cubicBezTo>
                <a:cubicBezTo>
                  <a:pt x="5687" y="78"/>
                  <a:pt x="5690" y="91"/>
                  <a:pt x="5690" y="105"/>
                </a:cubicBezTo>
                <a:lnTo>
                  <a:pt x="5690" y="397"/>
                </a:lnTo>
                <a:cubicBezTo>
                  <a:pt x="5690" y="412"/>
                  <a:pt x="5687" y="425"/>
                  <a:pt x="5682" y="438"/>
                </a:cubicBezTo>
                <a:cubicBezTo>
                  <a:pt x="5676" y="451"/>
                  <a:pt x="5669" y="462"/>
                  <a:pt x="5659" y="472"/>
                </a:cubicBezTo>
                <a:cubicBezTo>
                  <a:pt x="5649" y="482"/>
                  <a:pt x="5637" y="490"/>
                  <a:pt x="5624" y="495"/>
                </a:cubicBezTo>
                <a:cubicBezTo>
                  <a:pt x="5611" y="501"/>
                  <a:pt x="5598" y="503"/>
                  <a:pt x="5584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4" y="451"/>
                  <a:pt x="8" y="438"/>
                </a:cubicBezTo>
                <a:cubicBezTo>
                  <a:pt x="3" y="425"/>
                  <a:pt x="0" y="412"/>
                  <a:pt x="0" y="397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457200" y="1225440"/>
            <a:ext cx="1476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OKx onderscheidt de 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1857240" y="1238040"/>
            <a:ext cx="1942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Intekening op specificatie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4105080" y="1228680"/>
            <a:ext cx="857520" cy="181080"/>
          </a:xfrm>
          <a:custGeom>
            <a:avLst/>
            <a:gdLst/>
            <a:ahLst/>
            <a:rect l="0" t="0" r="r" b="b"/>
            <a:pathLst>
              <a:path w="2382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2276" y="0"/>
                </a:lnTo>
                <a:cubicBezTo>
                  <a:pt x="2290" y="0"/>
                  <a:pt x="2304" y="2"/>
                  <a:pt x="2317" y="8"/>
                </a:cubicBezTo>
                <a:cubicBezTo>
                  <a:pt x="2330" y="13"/>
                  <a:pt x="2341" y="21"/>
                  <a:pt x="2351" y="31"/>
                </a:cubicBezTo>
                <a:cubicBezTo>
                  <a:pt x="2361" y="41"/>
                  <a:pt x="2369" y="52"/>
                  <a:pt x="2374" y="65"/>
                </a:cubicBezTo>
                <a:cubicBezTo>
                  <a:pt x="2380" y="78"/>
                  <a:pt x="2382" y="91"/>
                  <a:pt x="2382" y="105"/>
                </a:cubicBezTo>
                <a:lnTo>
                  <a:pt x="2382" y="397"/>
                </a:lnTo>
                <a:cubicBezTo>
                  <a:pt x="2382" y="412"/>
                  <a:pt x="2380" y="425"/>
                  <a:pt x="2374" y="438"/>
                </a:cubicBezTo>
                <a:cubicBezTo>
                  <a:pt x="2369" y="451"/>
                  <a:pt x="2361" y="462"/>
                  <a:pt x="2351" y="472"/>
                </a:cubicBezTo>
                <a:cubicBezTo>
                  <a:pt x="2341" y="482"/>
                  <a:pt x="2330" y="490"/>
                  <a:pt x="2317" y="495"/>
                </a:cubicBezTo>
                <a:cubicBezTo>
                  <a:pt x="2304" y="501"/>
                  <a:pt x="2290" y="503"/>
                  <a:pt x="2276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3" y="425"/>
                  <a:pt x="0" y="412"/>
                  <a:pt x="0" y="397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3845880" y="1225440"/>
            <a:ext cx="303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, de 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4160160" y="1238040"/>
            <a:ext cx="74736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Aanmelding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5362560" y="1228680"/>
            <a:ext cx="1000440" cy="181080"/>
          </a:xfrm>
          <a:custGeom>
            <a:avLst/>
            <a:gdLst/>
            <a:ahLst/>
            <a:rect l="0" t="0" r="r" b="b"/>
            <a:pathLst>
              <a:path w="2779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2673" y="0"/>
                </a:lnTo>
                <a:cubicBezTo>
                  <a:pt x="2687" y="0"/>
                  <a:pt x="2700" y="2"/>
                  <a:pt x="2713" y="8"/>
                </a:cubicBezTo>
                <a:cubicBezTo>
                  <a:pt x="2726" y="13"/>
                  <a:pt x="2738" y="21"/>
                  <a:pt x="2748" y="31"/>
                </a:cubicBezTo>
                <a:cubicBezTo>
                  <a:pt x="2758" y="41"/>
                  <a:pt x="2765" y="52"/>
                  <a:pt x="2771" y="65"/>
                </a:cubicBezTo>
                <a:cubicBezTo>
                  <a:pt x="2776" y="78"/>
                  <a:pt x="2779" y="91"/>
                  <a:pt x="2779" y="105"/>
                </a:cubicBezTo>
                <a:lnTo>
                  <a:pt x="2779" y="397"/>
                </a:lnTo>
                <a:cubicBezTo>
                  <a:pt x="2779" y="412"/>
                  <a:pt x="2776" y="425"/>
                  <a:pt x="2771" y="438"/>
                </a:cubicBezTo>
                <a:cubicBezTo>
                  <a:pt x="2765" y="451"/>
                  <a:pt x="2758" y="462"/>
                  <a:pt x="2748" y="472"/>
                </a:cubicBezTo>
                <a:cubicBezTo>
                  <a:pt x="2738" y="482"/>
                  <a:pt x="2726" y="490"/>
                  <a:pt x="2713" y="495"/>
                </a:cubicBezTo>
                <a:cubicBezTo>
                  <a:pt x="2700" y="501"/>
                  <a:pt x="2687" y="503"/>
                  <a:pt x="2673" y="503"/>
                </a:cubicBezTo>
                <a:lnTo>
                  <a:pt x="105" y="503"/>
                </a:lnTo>
                <a:cubicBezTo>
                  <a:pt x="91" y="503"/>
                  <a:pt x="78" y="501"/>
                  <a:pt x="65" y="495"/>
                </a:cubicBezTo>
                <a:cubicBezTo>
                  <a:pt x="52" y="490"/>
                  <a:pt x="40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2" y="425"/>
                  <a:pt x="0" y="412"/>
                  <a:pt x="0" y="397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4960440" y="1225440"/>
            <a:ext cx="474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de 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5417640" y="1238040"/>
            <a:ext cx="89676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Inschrijving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6366240" y="1225440"/>
            <a:ext cx="240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, en laat aanbod rijpen in fasen. AII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546840" y="215208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1"/>
                  <a:pt x="4605" y="16"/>
                </a:cubicBezTo>
                <a:cubicBezTo>
                  <a:pt x="4617" y="21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1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4"/>
                </a:cubicBezTo>
                <a:cubicBezTo>
                  <a:pt x="4687" y="1864"/>
                  <a:pt x="4679" y="1875"/>
                  <a:pt x="4670" y="1884"/>
                </a:cubicBezTo>
                <a:cubicBezTo>
                  <a:pt x="4661" y="1893"/>
                  <a:pt x="4651" y="1901"/>
                  <a:pt x="4640" y="1909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9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5"/>
                  <a:pt x="41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546840" y="215208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1"/>
                  <a:pt x="4605" y="16"/>
                </a:cubicBezTo>
                <a:cubicBezTo>
                  <a:pt x="4617" y="21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1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4"/>
                </a:cubicBezTo>
                <a:cubicBezTo>
                  <a:pt x="4687" y="1864"/>
                  <a:pt x="4679" y="1875"/>
                  <a:pt x="4670" y="1884"/>
                </a:cubicBezTo>
                <a:cubicBezTo>
                  <a:pt x="4661" y="1893"/>
                  <a:pt x="4651" y="1901"/>
                  <a:pt x="4640" y="1909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9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5"/>
                  <a:pt x="41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7a97f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457200" y="1444320"/>
            <a:ext cx="6589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hanteert de volgorde aanmelden, intekenen, inschrijven. Wat verstaan wij elk onder intekenen?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1031040" y="2251080"/>
            <a:ext cx="822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1107360" y="2455200"/>
            <a:ext cx="62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het ontwerp,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1045440" y="2589480"/>
            <a:ext cx="801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los van wanneer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607120" y="2080440"/>
            <a:ext cx="6090480" cy="0"/>
          </a:xfrm>
          <a:prstGeom prst="line">
            <a:avLst/>
          </a:prstGeom>
          <a:ln w="8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607120" y="215208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1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9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5"/>
                  <a:pt x="40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solidFill>
            <a:srgbClr val="e6f7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607120" y="215208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1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9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5"/>
                  <a:pt x="40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4641840" y="1935360"/>
            <a:ext cx="2053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b7280"/>
                </a:solidFill>
                <a:latin typeface="Arial"/>
                <a:ea typeface="Arial"/>
              </a:rPr>
              <a:t>ON DER W IJS AAN BOD,  S TEEDS  R IJPER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3304800" y="2251080"/>
            <a:ext cx="55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Intentie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3047400" y="2455200"/>
            <a:ext cx="1151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we gaan dit aanbieden;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4711680" y="215208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1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9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5"/>
                  <a:pt x="41" y="1864"/>
                  <a:pt x="34" y="1854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1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1"/>
                  <a:pt x="123" y="16"/>
                </a:cubicBezTo>
                <a:cubicBezTo>
                  <a:pt x="135" y="11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solidFill>
            <a:srgbClr val="b3e8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711680" y="215208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1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9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5"/>
                  <a:pt x="41" y="1864"/>
                  <a:pt x="34" y="1854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1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1"/>
                  <a:pt x="123" y="16"/>
                </a:cubicBezTo>
                <a:cubicBezTo>
                  <a:pt x="135" y="11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2909520" y="2589480"/>
            <a:ext cx="1469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gaat door bij voldoende vraag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5090400" y="2251080"/>
            <a:ext cx="1337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Grofmazig gepland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5085720" y="2455200"/>
            <a:ext cx="12564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periode en start, gebouw,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6816600" y="215208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7" y="0"/>
                </a:lnTo>
                <a:cubicBezTo>
                  <a:pt x="5040" y="0"/>
                  <a:pt x="5053" y="2"/>
                  <a:pt x="5066" y="4"/>
                </a:cubicBezTo>
                <a:cubicBezTo>
                  <a:pt x="5079" y="7"/>
                  <a:pt x="5091" y="11"/>
                  <a:pt x="5104" y="16"/>
                </a:cubicBezTo>
                <a:cubicBezTo>
                  <a:pt x="5116" y="21"/>
                  <a:pt x="5127" y="27"/>
                  <a:pt x="5138" y="34"/>
                </a:cubicBezTo>
                <a:cubicBezTo>
                  <a:pt x="5149" y="41"/>
                  <a:pt x="5159" y="49"/>
                  <a:pt x="5168" y="59"/>
                </a:cubicBezTo>
                <a:cubicBezTo>
                  <a:pt x="5177" y="68"/>
                  <a:pt x="5186" y="78"/>
                  <a:pt x="5193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1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3" y="1854"/>
                </a:cubicBezTo>
                <a:cubicBezTo>
                  <a:pt x="5186" y="1864"/>
                  <a:pt x="5177" y="1875"/>
                  <a:pt x="5168" y="1884"/>
                </a:cubicBezTo>
                <a:cubicBezTo>
                  <a:pt x="5159" y="1893"/>
                  <a:pt x="5149" y="1901"/>
                  <a:pt x="5138" y="1909"/>
                </a:cubicBezTo>
                <a:cubicBezTo>
                  <a:pt x="5127" y="1916"/>
                  <a:pt x="5116" y="1922"/>
                  <a:pt x="5104" y="1927"/>
                </a:cubicBezTo>
                <a:cubicBezTo>
                  <a:pt x="5091" y="1932"/>
                  <a:pt x="5079" y="1936"/>
                  <a:pt x="5066" y="1938"/>
                </a:cubicBezTo>
                <a:cubicBezTo>
                  <a:pt x="5053" y="1941"/>
                  <a:pt x="5040" y="1942"/>
                  <a:pt x="5027" y="1942"/>
                </a:cubicBezTo>
                <a:lnTo>
                  <a:pt x="200" y="1942"/>
                </a:lnTo>
                <a:cubicBezTo>
                  <a:pt x="186" y="1942"/>
                  <a:pt x="173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9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5"/>
                  <a:pt x="41" y="1864"/>
                  <a:pt x="34" y="1854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1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1"/>
                  <a:pt x="123" y="16"/>
                </a:cubicBezTo>
                <a:cubicBezTo>
                  <a:pt x="135" y="11"/>
                  <a:pt x="148" y="7"/>
                  <a:pt x="161" y="4"/>
                </a:cubicBezTo>
                <a:cubicBezTo>
                  <a:pt x="173" y="2"/>
                  <a:pt x="186" y="0"/>
                  <a:pt x="200" y="0"/>
                </a:cubicBezTo>
                <a:close/>
              </a:path>
            </a:pathLst>
          </a:custGeom>
          <a:solidFill>
            <a:srgbClr val="00af81"/>
          </a:solidFill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119200" y="2589480"/>
            <a:ext cx="1183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misschien al een docent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7409520" y="2251080"/>
            <a:ext cx="79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Geroosterd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7242840" y="2455200"/>
            <a:ext cx="1178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dag, tijd, lokaal, docent,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2266560" y="250164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2571120" y="245664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4505760" y="250164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4810320" y="245664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610680" y="250164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6915240" y="245664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546840" y="3012120"/>
            <a:ext cx="1702080" cy="233280"/>
          </a:xfrm>
          <a:custGeom>
            <a:avLst/>
            <a:gdLst/>
            <a:ahLst/>
            <a:rect l="0" t="0" r="r" b="b"/>
            <a:pathLst>
              <a:path w="4728" h="648">
                <a:moveTo>
                  <a:pt x="323" y="0"/>
                </a:moveTo>
                <a:lnTo>
                  <a:pt x="4405" y="0"/>
                </a:lnTo>
                <a:cubicBezTo>
                  <a:pt x="4426" y="0"/>
                  <a:pt x="4447" y="2"/>
                  <a:pt x="4468" y="6"/>
                </a:cubicBezTo>
                <a:cubicBezTo>
                  <a:pt x="4489" y="10"/>
                  <a:pt x="4509" y="16"/>
                  <a:pt x="4529" y="25"/>
                </a:cubicBezTo>
                <a:cubicBezTo>
                  <a:pt x="4548" y="33"/>
                  <a:pt x="4567" y="43"/>
                  <a:pt x="4585" y="54"/>
                </a:cubicBezTo>
                <a:cubicBezTo>
                  <a:pt x="4602" y="66"/>
                  <a:pt x="4619" y="80"/>
                  <a:pt x="4634" y="95"/>
                </a:cubicBezTo>
                <a:cubicBezTo>
                  <a:pt x="4649" y="110"/>
                  <a:pt x="4662" y="126"/>
                  <a:pt x="4674" y="144"/>
                </a:cubicBezTo>
                <a:cubicBezTo>
                  <a:pt x="4686" y="161"/>
                  <a:pt x="4696" y="180"/>
                  <a:pt x="4704" y="200"/>
                </a:cubicBezTo>
                <a:cubicBezTo>
                  <a:pt x="4712" y="219"/>
                  <a:pt x="4718" y="239"/>
                  <a:pt x="4722" y="260"/>
                </a:cubicBezTo>
                <a:cubicBezTo>
                  <a:pt x="4726" y="281"/>
                  <a:pt x="4728" y="302"/>
                  <a:pt x="4728" y="323"/>
                </a:cubicBezTo>
                <a:cubicBezTo>
                  <a:pt x="4728" y="345"/>
                  <a:pt x="4726" y="367"/>
                  <a:pt x="4722" y="387"/>
                </a:cubicBezTo>
                <a:cubicBezTo>
                  <a:pt x="4718" y="408"/>
                  <a:pt x="4712" y="429"/>
                  <a:pt x="4704" y="448"/>
                </a:cubicBezTo>
                <a:cubicBezTo>
                  <a:pt x="4696" y="468"/>
                  <a:pt x="4686" y="486"/>
                  <a:pt x="4674" y="504"/>
                </a:cubicBezTo>
                <a:cubicBezTo>
                  <a:pt x="4662" y="522"/>
                  <a:pt x="4649" y="538"/>
                  <a:pt x="4634" y="553"/>
                </a:cubicBezTo>
                <a:cubicBezTo>
                  <a:pt x="4619" y="568"/>
                  <a:pt x="4602" y="582"/>
                  <a:pt x="4585" y="593"/>
                </a:cubicBezTo>
                <a:cubicBezTo>
                  <a:pt x="4567" y="605"/>
                  <a:pt x="4548" y="615"/>
                  <a:pt x="4529" y="623"/>
                </a:cubicBezTo>
                <a:cubicBezTo>
                  <a:pt x="4509" y="631"/>
                  <a:pt x="4489" y="637"/>
                  <a:pt x="4468" y="642"/>
                </a:cubicBezTo>
                <a:cubicBezTo>
                  <a:pt x="4447" y="646"/>
                  <a:pt x="4426" y="648"/>
                  <a:pt x="4405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2"/>
                </a:cubicBezTo>
                <a:cubicBezTo>
                  <a:pt x="239" y="637"/>
                  <a:pt x="219" y="631"/>
                  <a:pt x="200" y="623"/>
                </a:cubicBezTo>
                <a:cubicBezTo>
                  <a:pt x="180" y="615"/>
                  <a:pt x="161" y="605"/>
                  <a:pt x="144" y="593"/>
                </a:cubicBezTo>
                <a:cubicBezTo>
                  <a:pt x="126" y="582"/>
                  <a:pt x="110" y="568"/>
                  <a:pt x="95" y="553"/>
                </a:cubicBezTo>
                <a:cubicBezTo>
                  <a:pt x="80" y="538"/>
                  <a:pt x="66" y="522"/>
                  <a:pt x="54" y="504"/>
                </a:cubicBezTo>
                <a:cubicBezTo>
                  <a:pt x="43" y="486"/>
                  <a:pt x="33" y="468"/>
                  <a:pt x="25" y="448"/>
                </a:cubicBezTo>
                <a:cubicBezTo>
                  <a:pt x="16" y="429"/>
                  <a:pt x="10" y="408"/>
                  <a:pt x="6" y="387"/>
                </a:cubicBezTo>
                <a:cubicBezTo>
                  <a:pt x="2" y="367"/>
                  <a:pt x="0" y="345"/>
                  <a:pt x="0" y="323"/>
                </a:cubicBezTo>
                <a:cubicBezTo>
                  <a:pt x="0" y="302"/>
                  <a:pt x="2" y="281"/>
                  <a:pt x="6" y="260"/>
                </a:cubicBezTo>
                <a:cubicBezTo>
                  <a:pt x="10" y="239"/>
                  <a:pt x="16" y="219"/>
                  <a:pt x="25" y="200"/>
                </a:cubicBezTo>
                <a:cubicBezTo>
                  <a:pt x="33" y="180"/>
                  <a:pt x="43" y="161"/>
                  <a:pt x="54" y="144"/>
                </a:cubicBezTo>
                <a:cubicBezTo>
                  <a:pt x="66" y="126"/>
                  <a:pt x="80" y="110"/>
                  <a:pt x="95" y="95"/>
                </a:cubicBezTo>
                <a:cubicBezTo>
                  <a:pt x="110" y="80"/>
                  <a:pt x="126" y="66"/>
                  <a:pt x="144" y="54"/>
                </a:cubicBezTo>
                <a:cubicBezTo>
                  <a:pt x="161" y="43"/>
                  <a:pt x="180" y="33"/>
                  <a:pt x="200" y="25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624080" y="2589480"/>
            <a:ext cx="284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groep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607120" y="3388320"/>
            <a:ext cx="6090840" cy="233280"/>
          </a:xfrm>
          <a:custGeom>
            <a:avLst/>
            <a:gdLst/>
            <a:ahLst/>
            <a:rect l="0" t="0" r="r" b="b"/>
            <a:pathLst>
              <a:path w="16919" h="648">
                <a:moveTo>
                  <a:pt x="323" y="0"/>
                </a:moveTo>
                <a:lnTo>
                  <a:pt x="16596" y="0"/>
                </a:lnTo>
                <a:cubicBezTo>
                  <a:pt x="16617" y="0"/>
                  <a:pt x="16638" y="2"/>
                  <a:pt x="16659" y="6"/>
                </a:cubicBezTo>
                <a:cubicBezTo>
                  <a:pt x="16680" y="10"/>
                  <a:pt x="16700" y="16"/>
                  <a:pt x="16720" y="25"/>
                </a:cubicBezTo>
                <a:cubicBezTo>
                  <a:pt x="16739" y="33"/>
                  <a:pt x="16758" y="43"/>
                  <a:pt x="16776" y="54"/>
                </a:cubicBezTo>
                <a:cubicBezTo>
                  <a:pt x="16793" y="66"/>
                  <a:pt x="16810" y="80"/>
                  <a:pt x="16825" y="95"/>
                </a:cubicBezTo>
                <a:cubicBezTo>
                  <a:pt x="16840" y="110"/>
                  <a:pt x="16853" y="126"/>
                  <a:pt x="16865" y="144"/>
                </a:cubicBezTo>
                <a:cubicBezTo>
                  <a:pt x="16877" y="161"/>
                  <a:pt x="16887" y="180"/>
                  <a:pt x="16895" y="200"/>
                </a:cubicBezTo>
                <a:cubicBezTo>
                  <a:pt x="16903" y="219"/>
                  <a:pt x="16909" y="239"/>
                  <a:pt x="16913" y="260"/>
                </a:cubicBezTo>
                <a:cubicBezTo>
                  <a:pt x="16917" y="281"/>
                  <a:pt x="16919" y="302"/>
                  <a:pt x="16919" y="323"/>
                </a:cubicBezTo>
                <a:cubicBezTo>
                  <a:pt x="16919" y="345"/>
                  <a:pt x="16917" y="366"/>
                  <a:pt x="16913" y="386"/>
                </a:cubicBezTo>
                <a:cubicBezTo>
                  <a:pt x="16909" y="407"/>
                  <a:pt x="16903" y="428"/>
                  <a:pt x="16895" y="447"/>
                </a:cubicBezTo>
                <a:cubicBezTo>
                  <a:pt x="16887" y="467"/>
                  <a:pt x="16877" y="485"/>
                  <a:pt x="16865" y="503"/>
                </a:cubicBezTo>
                <a:cubicBezTo>
                  <a:pt x="16853" y="521"/>
                  <a:pt x="16840" y="537"/>
                  <a:pt x="16825" y="552"/>
                </a:cubicBezTo>
                <a:cubicBezTo>
                  <a:pt x="16810" y="567"/>
                  <a:pt x="16793" y="580"/>
                  <a:pt x="16776" y="592"/>
                </a:cubicBezTo>
                <a:cubicBezTo>
                  <a:pt x="16758" y="605"/>
                  <a:pt x="16739" y="615"/>
                  <a:pt x="16720" y="623"/>
                </a:cubicBezTo>
                <a:cubicBezTo>
                  <a:pt x="16700" y="631"/>
                  <a:pt x="16680" y="637"/>
                  <a:pt x="16659" y="642"/>
                </a:cubicBezTo>
                <a:cubicBezTo>
                  <a:pt x="16638" y="646"/>
                  <a:pt x="16617" y="648"/>
                  <a:pt x="16596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2"/>
                </a:cubicBezTo>
                <a:cubicBezTo>
                  <a:pt x="239" y="637"/>
                  <a:pt x="219" y="631"/>
                  <a:pt x="199" y="623"/>
                </a:cubicBezTo>
                <a:cubicBezTo>
                  <a:pt x="180" y="615"/>
                  <a:pt x="161" y="605"/>
                  <a:pt x="143" y="592"/>
                </a:cubicBezTo>
                <a:cubicBezTo>
                  <a:pt x="126" y="580"/>
                  <a:pt x="109" y="567"/>
                  <a:pt x="94" y="552"/>
                </a:cubicBezTo>
                <a:cubicBezTo>
                  <a:pt x="79" y="537"/>
                  <a:pt x="66" y="521"/>
                  <a:pt x="54" y="503"/>
                </a:cubicBezTo>
                <a:cubicBezTo>
                  <a:pt x="42" y="485"/>
                  <a:pt x="32" y="467"/>
                  <a:pt x="24" y="447"/>
                </a:cubicBezTo>
                <a:cubicBezTo>
                  <a:pt x="16" y="428"/>
                  <a:pt x="10" y="407"/>
                  <a:pt x="6" y="386"/>
                </a:cubicBezTo>
                <a:cubicBezTo>
                  <a:pt x="2" y="366"/>
                  <a:pt x="0" y="345"/>
                  <a:pt x="0" y="323"/>
                </a:cubicBezTo>
                <a:cubicBezTo>
                  <a:pt x="0" y="302"/>
                  <a:pt x="2" y="281"/>
                  <a:pt x="6" y="260"/>
                </a:cubicBezTo>
                <a:cubicBezTo>
                  <a:pt x="10" y="239"/>
                  <a:pt x="16" y="219"/>
                  <a:pt x="24" y="200"/>
                </a:cubicBezTo>
                <a:cubicBezTo>
                  <a:pt x="32" y="180"/>
                  <a:pt x="42" y="161"/>
                  <a:pt x="54" y="144"/>
                </a:cubicBezTo>
                <a:cubicBezTo>
                  <a:pt x="66" y="126"/>
                  <a:pt x="79" y="110"/>
                  <a:pt x="94" y="95"/>
                </a:cubicBezTo>
                <a:cubicBezTo>
                  <a:pt x="109" y="80"/>
                  <a:pt x="126" y="66"/>
                  <a:pt x="143" y="54"/>
                </a:cubicBezTo>
                <a:cubicBezTo>
                  <a:pt x="161" y="43"/>
                  <a:pt x="180" y="33"/>
                  <a:pt x="199" y="25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3db8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72480" y="3064680"/>
            <a:ext cx="1735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intekenen: op de speciﬁcatie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6816600" y="3764520"/>
            <a:ext cx="1881360" cy="233280"/>
          </a:xfrm>
          <a:custGeom>
            <a:avLst/>
            <a:gdLst/>
            <a:ahLst/>
            <a:rect l="0" t="0" r="r" b="b"/>
            <a:pathLst>
              <a:path w="5226" h="648">
                <a:moveTo>
                  <a:pt x="324" y="0"/>
                </a:moveTo>
                <a:lnTo>
                  <a:pt x="4903" y="0"/>
                </a:lnTo>
                <a:cubicBezTo>
                  <a:pt x="4924" y="0"/>
                  <a:pt x="4945" y="2"/>
                  <a:pt x="4966" y="6"/>
                </a:cubicBezTo>
                <a:cubicBezTo>
                  <a:pt x="4987" y="10"/>
                  <a:pt x="5007" y="16"/>
                  <a:pt x="5027" y="25"/>
                </a:cubicBezTo>
                <a:cubicBezTo>
                  <a:pt x="5046" y="33"/>
                  <a:pt x="5065" y="43"/>
                  <a:pt x="5083" y="54"/>
                </a:cubicBezTo>
                <a:cubicBezTo>
                  <a:pt x="5100" y="66"/>
                  <a:pt x="5117" y="80"/>
                  <a:pt x="5132" y="95"/>
                </a:cubicBezTo>
                <a:cubicBezTo>
                  <a:pt x="5147" y="110"/>
                  <a:pt x="5160" y="126"/>
                  <a:pt x="5172" y="144"/>
                </a:cubicBezTo>
                <a:cubicBezTo>
                  <a:pt x="5184" y="161"/>
                  <a:pt x="5194" y="180"/>
                  <a:pt x="5202" y="200"/>
                </a:cubicBezTo>
                <a:cubicBezTo>
                  <a:pt x="5210" y="220"/>
                  <a:pt x="5216" y="240"/>
                  <a:pt x="5220" y="261"/>
                </a:cubicBezTo>
                <a:cubicBezTo>
                  <a:pt x="5224" y="282"/>
                  <a:pt x="5226" y="303"/>
                  <a:pt x="5226" y="324"/>
                </a:cubicBezTo>
                <a:cubicBezTo>
                  <a:pt x="5226" y="346"/>
                  <a:pt x="5224" y="367"/>
                  <a:pt x="5220" y="387"/>
                </a:cubicBezTo>
                <a:cubicBezTo>
                  <a:pt x="5216" y="408"/>
                  <a:pt x="5210" y="429"/>
                  <a:pt x="5202" y="448"/>
                </a:cubicBezTo>
                <a:cubicBezTo>
                  <a:pt x="5194" y="468"/>
                  <a:pt x="5184" y="486"/>
                  <a:pt x="5172" y="504"/>
                </a:cubicBezTo>
                <a:cubicBezTo>
                  <a:pt x="5160" y="522"/>
                  <a:pt x="5147" y="538"/>
                  <a:pt x="5132" y="553"/>
                </a:cubicBezTo>
                <a:cubicBezTo>
                  <a:pt x="5117" y="568"/>
                  <a:pt x="5100" y="581"/>
                  <a:pt x="5083" y="593"/>
                </a:cubicBezTo>
                <a:cubicBezTo>
                  <a:pt x="5065" y="605"/>
                  <a:pt x="5046" y="615"/>
                  <a:pt x="5027" y="623"/>
                </a:cubicBezTo>
                <a:cubicBezTo>
                  <a:pt x="5007" y="631"/>
                  <a:pt x="4987" y="637"/>
                  <a:pt x="4966" y="642"/>
                </a:cubicBezTo>
                <a:cubicBezTo>
                  <a:pt x="4945" y="646"/>
                  <a:pt x="4924" y="648"/>
                  <a:pt x="4903" y="648"/>
                </a:cubicBezTo>
                <a:lnTo>
                  <a:pt x="324" y="648"/>
                </a:lnTo>
                <a:cubicBezTo>
                  <a:pt x="303" y="648"/>
                  <a:pt x="282" y="646"/>
                  <a:pt x="261" y="642"/>
                </a:cubicBezTo>
                <a:cubicBezTo>
                  <a:pt x="240" y="637"/>
                  <a:pt x="220" y="631"/>
                  <a:pt x="200" y="623"/>
                </a:cubicBezTo>
                <a:cubicBezTo>
                  <a:pt x="181" y="615"/>
                  <a:pt x="162" y="605"/>
                  <a:pt x="144" y="593"/>
                </a:cubicBezTo>
                <a:cubicBezTo>
                  <a:pt x="127" y="581"/>
                  <a:pt x="110" y="568"/>
                  <a:pt x="95" y="553"/>
                </a:cubicBezTo>
                <a:cubicBezTo>
                  <a:pt x="80" y="538"/>
                  <a:pt x="67" y="522"/>
                  <a:pt x="55" y="504"/>
                </a:cubicBezTo>
                <a:cubicBezTo>
                  <a:pt x="43" y="486"/>
                  <a:pt x="33" y="468"/>
                  <a:pt x="25" y="448"/>
                </a:cubicBezTo>
                <a:cubicBezTo>
                  <a:pt x="17" y="429"/>
                  <a:pt x="11" y="408"/>
                  <a:pt x="7" y="387"/>
                </a:cubicBezTo>
                <a:cubicBezTo>
                  <a:pt x="3" y="367"/>
                  <a:pt x="0" y="346"/>
                  <a:pt x="0" y="324"/>
                </a:cubicBezTo>
                <a:cubicBezTo>
                  <a:pt x="0" y="303"/>
                  <a:pt x="3" y="282"/>
                  <a:pt x="7" y="261"/>
                </a:cubicBezTo>
                <a:cubicBezTo>
                  <a:pt x="11" y="240"/>
                  <a:pt x="17" y="220"/>
                  <a:pt x="25" y="200"/>
                </a:cubicBezTo>
                <a:cubicBezTo>
                  <a:pt x="33" y="180"/>
                  <a:pt x="43" y="161"/>
                  <a:pt x="55" y="144"/>
                </a:cubicBezTo>
                <a:cubicBezTo>
                  <a:pt x="67" y="126"/>
                  <a:pt x="80" y="110"/>
                  <a:pt x="95" y="95"/>
                </a:cubicBezTo>
                <a:cubicBezTo>
                  <a:pt x="110" y="80"/>
                  <a:pt x="127" y="66"/>
                  <a:pt x="144" y="54"/>
                </a:cubicBezTo>
                <a:cubicBezTo>
                  <a:pt x="162" y="43"/>
                  <a:pt x="181" y="33"/>
                  <a:pt x="200" y="25"/>
                </a:cubicBezTo>
                <a:cubicBezTo>
                  <a:pt x="220" y="16"/>
                  <a:pt x="240" y="10"/>
                  <a:pt x="261" y="6"/>
                </a:cubicBezTo>
                <a:cubicBezTo>
                  <a:pt x="282" y="2"/>
                  <a:pt x="303" y="0"/>
                  <a:pt x="324" y="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2732400" y="3440880"/>
            <a:ext cx="289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aanmelden: op aanbod, in elke fase van rijpheid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8456040" y="3782520"/>
            <a:ext cx="197280" cy="197280"/>
          </a:xfrm>
          <a:custGeom>
            <a:avLst/>
            <a:gdLst/>
            <a:ahLst/>
            <a:rect l="0" t="0" r="r" b="b"/>
            <a:pathLst>
              <a:path w="548" h="548">
                <a:moveTo>
                  <a:pt x="548" y="274"/>
                </a:moveTo>
                <a:cubicBezTo>
                  <a:pt x="548" y="292"/>
                  <a:pt x="546" y="310"/>
                  <a:pt x="543" y="328"/>
                </a:cubicBezTo>
                <a:cubicBezTo>
                  <a:pt x="539" y="345"/>
                  <a:pt x="534" y="362"/>
                  <a:pt x="527" y="379"/>
                </a:cubicBezTo>
                <a:cubicBezTo>
                  <a:pt x="520" y="396"/>
                  <a:pt x="512" y="411"/>
                  <a:pt x="502" y="426"/>
                </a:cubicBezTo>
                <a:cubicBezTo>
                  <a:pt x="492" y="441"/>
                  <a:pt x="481" y="455"/>
                  <a:pt x="468" y="468"/>
                </a:cubicBezTo>
                <a:cubicBezTo>
                  <a:pt x="455" y="481"/>
                  <a:pt x="441" y="492"/>
                  <a:pt x="426" y="502"/>
                </a:cubicBezTo>
                <a:cubicBezTo>
                  <a:pt x="411" y="512"/>
                  <a:pt x="396" y="520"/>
                  <a:pt x="379" y="527"/>
                </a:cubicBezTo>
                <a:cubicBezTo>
                  <a:pt x="362" y="534"/>
                  <a:pt x="345" y="539"/>
                  <a:pt x="328" y="543"/>
                </a:cubicBezTo>
                <a:cubicBezTo>
                  <a:pt x="310" y="546"/>
                  <a:pt x="291" y="548"/>
                  <a:pt x="273" y="548"/>
                </a:cubicBezTo>
                <a:cubicBezTo>
                  <a:pt x="255" y="548"/>
                  <a:pt x="238" y="546"/>
                  <a:pt x="220" y="543"/>
                </a:cubicBezTo>
                <a:cubicBezTo>
                  <a:pt x="202" y="539"/>
                  <a:pt x="185" y="534"/>
                  <a:pt x="169" y="527"/>
                </a:cubicBezTo>
                <a:cubicBezTo>
                  <a:pt x="152" y="520"/>
                  <a:pt x="136" y="512"/>
                  <a:pt x="121" y="502"/>
                </a:cubicBezTo>
                <a:cubicBezTo>
                  <a:pt x="106" y="492"/>
                  <a:pt x="93" y="481"/>
                  <a:pt x="80" y="468"/>
                </a:cubicBezTo>
                <a:cubicBezTo>
                  <a:pt x="67" y="455"/>
                  <a:pt x="56" y="441"/>
                  <a:pt x="46" y="426"/>
                </a:cubicBezTo>
                <a:cubicBezTo>
                  <a:pt x="36" y="411"/>
                  <a:pt x="27" y="396"/>
                  <a:pt x="20" y="379"/>
                </a:cubicBezTo>
                <a:cubicBezTo>
                  <a:pt x="14" y="362"/>
                  <a:pt x="8" y="345"/>
                  <a:pt x="5" y="328"/>
                </a:cubicBezTo>
                <a:cubicBezTo>
                  <a:pt x="1" y="310"/>
                  <a:pt x="0" y="292"/>
                  <a:pt x="0" y="274"/>
                </a:cubicBezTo>
                <a:cubicBezTo>
                  <a:pt x="0" y="256"/>
                  <a:pt x="1" y="239"/>
                  <a:pt x="5" y="221"/>
                </a:cubicBezTo>
                <a:cubicBezTo>
                  <a:pt x="8" y="203"/>
                  <a:pt x="14" y="186"/>
                  <a:pt x="20" y="170"/>
                </a:cubicBezTo>
                <a:cubicBezTo>
                  <a:pt x="27" y="152"/>
                  <a:pt x="36" y="136"/>
                  <a:pt x="46" y="121"/>
                </a:cubicBezTo>
                <a:cubicBezTo>
                  <a:pt x="56" y="106"/>
                  <a:pt x="67" y="93"/>
                  <a:pt x="80" y="80"/>
                </a:cubicBezTo>
                <a:cubicBezTo>
                  <a:pt x="93" y="67"/>
                  <a:pt x="106" y="56"/>
                  <a:pt x="121" y="46"/>
                </a:cubicBezTo>
                <a:cubicBezTo>
                  <a:pt x="136" y="36"/>
                  <a:pt x="152" y="27"/>
                  <a:pt x="169" y="20"/>
                </a:cubicBezTo>
                <a:cubicBezTo>
                  <a:pt x="185" y="14"/>
                  <a:pt x="202" y="8"/>
                  <a:pt x="220" y="5"/>
                </a:cubicBezTo>
                <a:cubicBezTo>
                  <a:pt x="238" y="1"/>
                  <a:pt x="255" y="0"/>
                  <a:pt x="273" y="0"/>
                </a:cubicBezTo>
                <a:cubicBezTo>
                  <a:pt x="291" y="0"/>
                  <a:pt x="310" y="1"/>
                  <a:pt x="328" y="5"/>
                </a:cubicBezTo>
                <a:cubicBezTo>
                  <a:pt x="345" y="8"/>
                  <a:pt x="362" y="14"/>
                  <a:pt x="379" y="20"/>
                </a:cubicBezTo>
                <a:cubicBezTo>
                  <a:pt x="396" y="27"/>
                  <a:pt x="411" y="36"/>
                  <a:pt x="426" y="46"/>
                </a:cubicBezTo>
                <a:cubicBezTo>
                  <a:pt x="441" y="56"/>
                  <a:pt x="455" y="67"/>
                  <a:pt x="468" y="80"/>
                </a:cubicBezTo>
                <a:cubicBezTo>
                  <a:pt x="481" y="93"/>
                  <a:pt x="492" y="106"/>
                  <a:pt x="502" y="121"/>
                </a:cubicBezTo>
                <a:cubicBezTo>
                  <a:pt x="512" y="136"/>
                  <a:pt x="520" y="152"/>
                  <a:pt x="527" y="170"/>
                </a:cubicBezTo>
                <a:cubicBezTo>
                  <a:pt x="534" y="186"/>
                  <a:pt x="539" y="203"/>
                  <a:pt x="543" y="221"/>
                </a:cubicBezTo>
                <a:cubicBezTo>
                  <a:pt x="546" y="239"/>
                  <a:pt x="548" y="256"/>
                  <a:pt x="548" y="27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6942240" y="3817080"/>
            <a:ext cx="1588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inschrijven: op geroosterd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2248560" y="3128400"/>
            <a:ext cx="340920" cy="376560"/>
          </a:xfrm>
          <a:custGeom>
            <a:avLst/>
            <a:gdLst/>
            <a:ahLst/>
            <a:rect l="0" t="0" r="r" b="b"/>
            <a:pathLst>
              <a:path fill="none" w="947" h="1046">
                <a:moveTo>
                  <a:pt x="0" y="0"/>
                </a:moveTo>
                <a:cubicBezTo>
                  <a:pt x="622" y="0"/>
                  <a:pt x="622" y="1046"/>
                  <a:pt x="947" y="1046"/>
                </a:cubicBezTo>
              </a:path>
            </a:pathLst>
          </a:custGeom>
          <a:ln w="17640">
            <a:solidFill>
              <a:srgbClr val="6b728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2571120" y="3459960"/>
            <a:ext cx="72000" cy="90000"/>
          </a:xfrm>
          <a:custGeom>
            <a:avLst/>
            <a:gdLst/>
            <a:ahLst/>
            <a:rect l="0" t="0" r="r" b="b"/>
            <a:pathLst>
              <a:path w="200" h="250">
                <a:moveTo>
                  <a:pt x="0" y="0"/>
                </a:moveTo>
                <a:lnTo>
                  <a:pt x="200" y="124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8521200" y="3801240"/>
            <a:ext cx="133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60" spc="-1" strike="noStrike">
                <a:solidFill>
                  <a:srgbClr val="e9a27f"/>
                </a:solidFill>
                <a:latin typeface="Arial"/>
                <a:ea typeface="Arial"/>
              </a:rPr>
              <a:t>?</a:t>
            </a:r>
            <a:endParaRPr b="0" lang="en-US" sz="10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7757280" y="3621240"/>
            <a:ext cx="0" cy="12528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7712640" y="3728520"/>
            <a:ext cx="89640" cy="54360"/>
          </a:xfrm>
          <a:custGeom>
            <a:avLst/>
            <a:gdLst/>
            <a:ahLst/>
            <a:rect l="0" t="0" r="r" b="b"/>
            <a:pathLst>
              <a:path w="249" h="151">
                <a:moveTo>
                  <a:pt x="0" y="0"/>
                </a:moveTo>
                <a:lnTo>
                  <a:pt x="125" y="151"/>
                </a:lnTo>
                <a:lnTo>
                  <a:pt x="249" y="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456840" y="4352760"/>
            <a:ext cx="8420760" cy="648000"/>
          </a:xfrm>
          <a:custGeom>
            <a:avLst/>
            <a:gdLst/>
            <a:ahLst/>
            <a:rect l="0" t="0" r="r" b="b"/>
            <a:pathLst>
              <a:path w="23391" h="1800">
                <a:moveTo>
                  <a:pt x="0" y="0"/>
                </a:moveTo>
                <a:lnTo>
                  <a:pt x="23391" y="0"/>
                </a:lnTo>
                <a:lnTo>
                  <a:pt x="23391" y="1800"/>
                </a:lnTo>
                <a:lnTo>
                  <a:pt x="0" y="1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456840" y="43527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456840" y="49910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8867520" y="4352760"/>
            <a:ext cx="10080" cy="648000"/>
          </a:xfrm>
          <a:custGeom>
            <a:avLst/>
            <a:gdLst/>
            <a:ahLst/>
            <a:rect l="0" t="0" r="r" b="b"/>
            <a:pathLst>
              <a:path w="28" h="1800">
                <a:moveTo>
                  <a:pt x="0" y="106"/>
                </a:moveTo>
                <a:lnTo>
                  <a:pt x="0" y="1800"/>
                </a:lnTo>
                <a:lnTo>
                  <a:pt x="28" y="18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456840" y="4352760"/>
            <a:ext cx="10080" cy="648000"/>
          </a:xfrm>
          <a:custGeom>
            <a:avLst/>
            <a:gdLst/>
            <a:ahLst/>
            <a:rect l="0" t="0" r="r" b="b"/>
            <a:pathLst>
              <a:path w="28" h="1800">
                <a:moveTo>
                  <a:pt x="0" y="0"/>
                </a:moveTo>
                <a:lnTo>
                  <a:pt x="0" y="1800"/>
                </a:lnTo>
                <a:lnTo>
                  <a:pt x="28" y="180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2212560" y="3260520"/>
            <a:ext cx="520560" cy="1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6b7280"/>
                </a:solidFill>
                <a:latin typeface="Arial"/>
                <a:ea typeface="Arial"/>
              </a:rPr>
              <a:t>bevestiging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619200" y="4498920"/>
            <a:ext cx="9029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Vraag aan AII: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intekenen op een speciﬁcatie (er is nog geen aanbod) is wat koploperscholen ons vragen; bij leveranciers is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619200" y="4708440"/>
            <a:ext cx="4514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nieuw. Zien wij hetzelfde, of noemen wij twee dingen hetzelfde?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9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96" name=""/>
          <p:cNvSpPr/>
          <p:nvPr/>
        </p:nvSpPr>
        <p:spPr>
          <a:xfrm>
            <a:off x="456840" y="1142640"/>
            <a:ext cx="3572280" cy="2686680"/>
          </a:xfrm>
          <a:custGeom>
            <a:avLst/>
            <a:gdLst/>
            <a:ahLst/>
            <a:rect l="0" t="0" r="r" b="b"/>
            <a:pathLst>
              <a:path w="9923" h="7463">
                <a:moveTo>
                  <a:pt x="0" y="0"/>
                </a:moveTo>
                <a:lnTo>
                  <a:pt x="9923" y="0"/>
                </a:lnTo>
                <a:lnTo>
                  <a:pt x="9923" y="7463"/>
                </a:lnTo>
                <a:lnTo>
                  <a:pt x="0" y="746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456840" y="1142640"/>
            <a:ext cx="3572280" cy="38520"/>
          </a:xfrm>
          <a:custGeom>
            <a:avLst/>
            <a:gdLst/>
            <a:ahLst/>
            <a:rect l="0" t="0" r="r" b="b"/>
            <a:pathLst>
              <a:path w="9923" h="107">
                <a:moveTo>
                  <a:pt x="0" y="0"/>
                </a:moveTo>
                <a:lnTo>
                  <a:pt x="9923" y="0"/>
                </a:lnTo>
                <a:lnTo>
                  <a:pt x="992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456840" y="3819240"/>
            <a:ext cx="3572280" cy="10080"/>
          </a:xfrm>
          <a:custGeom>
            <a:avLst/>
            <a:gdLst/>
            <a:ahLst/>
            <a:rect l="0" t="0" r="r" b="b"/>
            <a:pathLst>
              <a:path w="9923" h="28">
                <a:moveTo>
                  <a:pt x="0" y="0"/>
                </a:moveTo>
                <a:lnTo>
                  <a:pt x="9923" y="0"/>
                </a:lnTo>
                <a:lnTo>
                  <a:pt x="99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4019400" y="1142640"/>
            <a:ext cx="9720" cy="2686680"/>
          </a:xfrm>
          <a:custGeom>
            <a:avLst/>
            <a:gdLst/>
            <a:ahLst/>
            <a:rect l="0" t="0" r="r" b="b"/>
            <a:pathLst>
              <a:path w="27" h="7463">
                <a:moveTo>
                  <a:pt x="0" y="106"/>
                </a:moveTo>
                <a:lnTo>
                  <a:pt x="0" y="7463"/>
                </a:lnTo>
                <a:lnTo>
                  <a:pt x="27" y="7463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456840" y="1142640"/>
            <a:ext cx="10080" cy="2686680"/>
          </a:xfrm>
          <a:custGeom>
            <a:avLst/>
            <a:gdLst/>
            <a:ahLst/>
            <a:rect l="0" t="0" r="r" b="b"/>
            <a:pathLst>
              <a:path w="28" h="7463">
                <a:moveTo>
                  <a:pt x="0" y="0"/>
                </a:moveTo>
                <a:lnTo>
                  <a:pt x="0" y="7463"/>
                </a:lnTo>
                <a:lnTo>
                  <a:pt x="28" y="746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439920" y="548640"/>
            <a:ext cx="9999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Op de hoogte blijven, en de afspraken van vandaag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635040" y="1596960"/>
            <a:ext cx="224640" cy="218880"/>
          </a:xfrm>
          <a:custGeom>
            <a:avLst/>
            <a:gdLst/>
            <a:ahLst/>
            <a:rect l="0" t="0" r="r" b="b"/>
            <a:pathLst>
              <a:path w="624" h="608">
                <a:moveTo>
                  <a:pt x="311" y="0"/>
                </a:moveTo>
                <a:cubicBezTo>
                  <a:pt x="293" y="0"/>
                  <a:pt x="274" y="2"/>
                  <a:pt x="256" y="5"/>
                </a:cubicBezTo>
                <a:cubicBezTo>
                  <a:pt x="238" y="8"/>
                  <a:pt x="221" y="13"/>
                  <a:pt x="203" y="19"/>
                </a:cubicBezTo>
                <a:cubicBezTo>
                  <a:pt x="186" y="25"/>
                  <a:pt x="170" y="33"/>
                  <a:pt x="154" y="43"/>
                </a:cubicBezTo>
                <a:cubicBezTo>
                  <a:pt x="138" y="52"/>
                  <a:pt x="123" y="62"/>
                  <a:pt x="109" y="74"/>
                </a:cubicBezTo>
                <a:cubicBezTo>
                  <a:pt x="95" y="86"/>
                  <a:pt x="83" y="99"/>
                  <a:pt x="71" y="114"/>
                </a:cubicBezTo>
                <a:cubicBezTo>
                  <a:pt x="59" y="128"/>
                  <a:pt x="49" y="143"/>
                  <a:pt x="40" y="159"/>
                </a:cubicBezTo>
                <a:cubicBezTo>
                  <a:pt x="31" y="175"/>
                  <a:pt x="23" y="192"/>
                  <a:pt x="17" y="209"/>
                </a:cubicBezTo>
                <a:cubicBezTo>
                  <a:pt x="11" y="226"/>
                  <a:pt x="7" y="244"/>
                  <a:pt x="4" y="262"/>
                </a:cubicBezTo>
                <a:cubicBezTo>
                  <a:pt x="1" y="280"/>
                  <a:pt x="0" y="299"/>
                  <a:pt x="0" y="317"/>
                </a:cubicBezTo>
                <a:cubicBezTo>
                  <a:pt x="0" y="335"/>
                  <a:pt x="2" y="353"/>
                  <a:pt x="5" y="371"/>
                </a:cubicBezTo>
                <a:cubicBezTo>
                  <a:pt x="9" y="389"/>
                  <a:pt x="14" y="407"/>
                  <a:pt x="21" y="424"/>
                </a:cubicBezTo>
                <a:cubicBezTo>
                  <a:pt x="27" y="441"/>
                  <a:pt x="35" y="457"/>
                  <a:pt x="45" y="473"/>
                </a:cubicBezTo>
                <a:cubicBezTo>
                  <a:pt x="54" y="489"/>
                  <a:pt x="65" y="503"/>
                  <a:pt x="77" y="517"/>
                </a:cubicBezTo>
                <a:cubicBezTo>
                  <a:pt x="89" y="531"/>
                  <a:pt x="102" y="544"/>
                  <a:pt x="117" y="555"/>
                </a:cubicBezTo>
                <a:cubicBezTo>
                  <a:pt x="131" y="567"/>
                  <a:pt x="146" y="577"/>
                  <a:pt x="162" y="585"/>
                </a:cubicBezTo>
                <a:cubicBezTo>
                  <a:pt x="178" y="594"/>
                  <a:pt x="195" y="601"/>
                  <a:pt x="212" y="607"/>
                </a:cubicBezTo>
                <a:cubicBezTo>
                  <a:pt x="228" y="610"/>
                  <a:pt x="235" y="601"/>
                  <a:pt x="235" y="592"/>
                </a:cubicBezTo>
                <a:lnTo>
                  <a:pt x="235" y="539"/>
                </a:lnTo>
                <a:cubicBezTo>
                  <a:pt x="148" y="558"/>
                  <a:pt x="130" y="498"/>
                  <a:pt x="130" y="498"/>
                </a:cubicBezTo>
                <a:cubicBezTo>
                  <a:pt x="124" y="478"/>
                  <a:pt x="112" y="463"/>
                  <a:pt x="94" y="452"/>
                </a:cubicBezTo>
                <a:cubicBezTo>
                  <a:pt x="66" y="433"/>
                  <a:pt x="96" y="433"/>
                  <a:pt x="96" y="433"/>
                </a:cubicBezTo>
                <a:cubicBezTo>
                  <a:pt x="117" y="436"/>
                  <a:pt x="133" y="447"/>
                  <a:pt x="144" y="465"/>
                </a:cubicBezTo>
                <a:cubicBezTo>
                  <a:pt x="148" y="473"/>
                  <a:pt x="154" y="480"/>
                  <a:pt x="161" y="485"/>
                </a:cubicBezTo>
                <a:cubicBezTo>
                  <a:pt x="168" y="491"/>
                  <a:pt x="175" y="495"/>
                  <a:pt x="184" y="497"/>
                </a:cubicBezTo>
                <a:cubicBezTo>
                  <a:pt x="192" y="500"/>
                  <a:pt x="201" y="500"/>
                  <a:pt x="210" y="499"/>
                </a:cubicBezTo>
                <a:cubicBezTo>
                  <a:pt x="218" y="498"/>
                  <a:pt x="227" y="496"/>
                  <a:pt x="234" y="491"/>
                </a:cubicBezTo>
                <a:cubicBezTo>
                  <a:pt x="236" y="475"/>
                  <a:pt x="242" y="461"/>
                  <a:pt x="254" y="450"/>
                </a:cubicBezTo>
                <a:cubicBezTo>
                  <a:pt x="185" y="442"/>
                  <a:pt x="112" y="415"/>
                  <a:pt x="112" y="296"/>
                </a:cubicBezTo>
                <a:cubicBezTo>
                  <a:pt x="112" y="264"/>
                  <a:pt x="123" y="236"/>
                  <a:pt x="144" y="212"/>
                </a:cubicBezTo>
                <a:cubicBezTo>
                  <a:pt x="135" y="185"/>
                  <a:pt x="136" y="157"/>
                  <a:pt x="148" y="130"/>
                </a:cubicBezTo>
                <a:cubicBezTo>
                  <a:pt x="148" y="130"/>
                  <a:pt x="174" y="122"/>
                  <a:pt x="233" y="162"/>
                </a:cubicBezTo>
                <a:cubicBezTo>
                  <a:pt x="285" y="148"/>
                  <a:pt x="337" y="148"/>
                  <a:pt x="389" y="162"/>
                </a:cubicBezTo>
                <a:cubicBezTo>
                  <a:pt x="449" y="122"/>
                  <a:pt x="475" y="130"/>
                  <a:pt x="475" y="130"/>
                </a:cubicBezTo>
                <a:cubicBezTo>
                  <a:pt x="487" y="157"/>
                  <a:pt x="488" y="185"/>
                  <a:pt x="478" y="212"/>
                </a:cubicBezTo>
                <a:cubicBezTo>
                  <a:pt x="500" y="236"/>
                  <a:pt x="511" y="264"/>
                  <a:pt x="510" y="296"/>
                </a:cubicBezTo>
                <a:cubicBezTo>
                  <a:pt x="510" y="415"/>
                  <a:pt x="437" y="442"/>
                  <a:pt x="367" y="449"/>
                </a:cubicBezTo>
                <a:cubicBezTo>
                  <a:pt x="383" y="465"/>
                  <a:pt x="390" y="485"/>
                  <a:pt x="388" y="507"/>
                </a:cubicBezTo>
                <a:lnTo>
                  <a:pt x="388" y="592"/>
                </a:lnTo>
                <a:cubicBezTo>
                  <a:pt x="388" y="603"/>
                  <a:pt x="394" y="610"/>
                  <a:pt x="410" y="607"/>
                </a:cubicBezTo>
                <a:cubicBezTo>
                  <a:pt x="429" y="601"/>
                  <a:pt x="446" y="594"/>
                  <a:pt x="462" y="585"/>
                </a:cubicBezTo>
                <a:cubicBezTo>
                  <a:pt x="478" y="577"/>
                  <a:pt x="493" y="566"/>
                  <a:pt x="507" y="555"/>
                </a:cubicBezTo>
                <a:cubicBezTo>
                  <a:pt x="522" y="544"/>
                  <a:pt x="535" y="531"/>
                  <a:pt x="547" y="517"/>
                </a:cubicBezTo>
                <a:cubicBezTo>
                  <a:pt x="559" y="503"/>
                  <a:pt x="570" y="489"/>
                  <a:pt x="579" y="473"/>
                </a:cubicBezTo>
                <a:cubicBezTo>
                  <a:pt x="589" y="457"/>
                  <a:pt x="597" y="441"/>
                  <a:pt x="603" y="424"/>
                </a:cubicBezTo>
                <a:cubicBezTo>
                  <a:pt x="610" y="406"/>
                  <a:pt x="615" y="389"/>
                  <a:pt x="618" y="371"/>
                </a:cubicBezTo>
                <a:cubicBezTo>
                  <a:pt x="622" y="353"/>
                  <a:pt x="624" y="335"/>
                  <a:pt x="624" y="316"/>
                </a:cubicBezTo>
                <a:cubicBezTo>
                  <a:pt x="624" y="298"/>
                  <a:pt x="623" y="280"/>
                  <a:pt x="620" y="262"/>
                </a:cubicBezTo>
                <a:cubicBezTo>
                  <a:pt x="617" y="244"/>
                  <a:pt x="612" y="226"/>
                  <a:pt x="606" y="209"/>
                </a:cubicBezTo>
                <a:cubicBezTo>
                  <a:pt x="600" y="191"/>
                  <a:pt x="593" y="175"/>
                  <a:pt x="584" y="159"/>
                </a:cubicBezTo>
                <a:cubicBezTo>
                  <a:pt x="574" y="143"/>
                  <a:pt x="564" y="128"/>
                  <a:pt x="552" y="114"/>
                </a:cubicBezTo>
                <a:cubicBezTo>
                  <a:pt x="541" y="98"/>
                  <a:pt x="528" y="85"/>
                  <a:pt x="514" y="74"/>
                </a:cubicBezTo>
                <a:cubicBezTo>
                  <a:pt x="500" y="62"/>
                  <a:pt x="485" y="51"/>
                  <a:pt x="469" y="42"/>
                </a:cubicBezTo>
                <a:cubicBezTo>
                  <a:pt x="453" y="33"/>
                  <a:pt x="437" y="25"/>
                  <a:pt x="419" y="19"/>
                </a:cubicBezTo>
                <a:cubicBezTo>
                  <a:pt x="401" y="13"/>
                  <a:pt x="384" y="8"/>
                  <a:pt x="365" y="5"/>
                </a:cubicBezTo>
                <a:cubicBezTo>
                  <a:pt x="347" y="2"/>
                  <a:pt x="329" y="0"/>
                  <a:pt x="311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619200" y="1316520"/>
            <a:ext cx="1338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Wat OKx aanbiedt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966600" y="1602360"/>
            <a:ext cx="2932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Alles openbaar en herleidbaar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in GitHub: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966600" y="1792800"/>
            <a:ext cx="2778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begrippen, informatiemodel, speciﬁcaties,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966600" y="1992960"/>
            <a:ext cx="607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besluiten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966600" y="2204280"/>
            <a:ext cx="2935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github.com/Npuls-OKx/Public · github.com/Npuls-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627120" y="2663640"/>
            <a:ext cx="240120" cy="224640"/>
          </a:xfrm>
          <a:custGeom>
            <a:avLst/>
            <a:gdLst/>
            <a:ahLst/>
            <a:rect l="0" t="0" r="r" b="b"/>
            <a:pathLst>
              <a:path w="667" h="624">
                <a:moveTo>
                  <a:pt x="667" y="624"/>
                </a:moveTo>
                <a:lnTo>
                  <a:pt x="623" y="624"/>
                </a:lnTo>
                <a:lnTo>
                  <a:pt x="623" y="557"/>
                </a:lnTo>
                <a:cubicBezTo>
                  <a:pt x="623" y="548"/>
                  <a:pt x="621" y="540"/>
                  <a:pt x="618" y="531"/>
                </a:cubicBezTo>
                <a:cubicBezTo>
                  <a:pt x="614" y="523"/>
                  <a:pt x="609" y="516"/>
                  <a:pt x="603" y="510"/>
                </a:cubicBezTo>
                <a:cubicBezTo>
                  <a:pt x="597" y="503"/>
                  <a:pt x="589" y="499"/>
                  <a:pt x="581" y="495"/>
                </a:cubicBezTo>
                <a:cubicBezTo>
                  <a:pt x="572" y="492"/>
                  <a:pt x="564" y="490"/>
                  <a:pt x="555" y="490"/>
                </a:cubicBezTo>
                <a:lnTo>
                  <a:pt x="466" y="490"/>
                </a:lnTo>
                <a:cubicBezTo>
                  <a:pt x="457" y="490"/>
                  <a:pt x="449" y="492"/>
                  <a:pt x="441" y="495"/>
                </a:cubicBezTo>
                <a:cubicBezTo>
                  <a:pt x="432" y="499"/>
                  <a:pt x="425" y="503"/>
                  <a:pt x="419" y="510"/>
                </a:cubicBezTo>
                <a:cubicBezTo>
                  <a:pt x="413" y="516"/>
                  <a:pt x="408" y="523"/>
                  <a:pt x="405" y="531"/>
                </a:cubicBezTo>
                <a:cubicBezTo>
                  <a:pt x="401" y="540"/>
                  <a:pt x="399" y="548"/>
                  <a:pt x="399" y="557"/>
                </a:cubicBezTo>
                <a:lnTo>
                  <a:pt x="399" y="624"/>
                </a:lnTo>
                <a:lnTo>
                  <a:pt x="355" y="624"/>
                </a:lnTo>
                <a:lnTo>
                  <a:pt x="355" y="557"/>
                </a:lnTo>
                <a:cubicBezTo>
                  <a:pt x="355" y="542"/>
                  <a:pt x="358" y="528"/>
                  <a:pt x="364" y="514"/>
                </a:cubicBezTo>
                <a:cubicBezTo>
                  <a:pt x="369" y="501"/>
                  <a:pt x="377" y="489"/>
                  <a:pt x="388" y="478"/>
                </a:cubicBezTo>
                <a:cubicBezTo>
                  <a:pt x="398" y="468"/>
                  <a:pt x="410" y="460"/>
                  <a:pt x="424" y="454"/>
                </a:cubicBezTo>
                <a:cubicBezTo>
                  <a:pt x="437" y="449"/>
                  <a:pt x="451" y="446"/>
                  <a:pt x="466" y="446"/>
                </a:cubicBezTo>
                <a:lnTo>
                  <a:pt x="555" y="446"/>
                </a:lnTo>
                <a:cubicBezTo>
                  <a:pt x="570" y="446"/>
                  <a:pt x="584" y="449"/>
                  <a:pt x="599" y="454"/>
                </a:cubicBezTo>
                <a:cubicBezTo>
                  <a:pt x="612" y="460"/>
                  <a:pt x="624" y="468"/>
                  <a:pt x="635" y="478"/>
                </a:cubicBezTo>
                <a:cubicBezTo>
                  <a:pt x="645" y="489"/>
                  <a:pt x="653" y="501"/>
                  <a:pt x="659" y="514"/>
                </a:cubicBezTo>
                <a:cubicBezTo>
                  <a:pt x="664" y="528"/>
                  <a:pt x="667" y="542"/>
                  <a:pt x="667" y="557"/>
                </a:cubicBezTo>
                <a:lnTo>
                  <a:pt x="667" y="624"/>
                </a:lnTo>
                <a:moveTo>
                  <a:pt x="511" y="223"/>
                </a:moveTo>
                <a:cubicBezTo>
                  <a:pt x="519" y="223"/>
                  <a:pt x="528" y="224"/>
                  <a:pt x="536" y="228"/>
                </a:cubicBezTo>
                <a:cubicBezTo>
                  <a:pt x="544" y="231"/>
                  <a:pt x="551" y="236"/>
                  <a:pt x="558" y="242"/>
                </a:cubicBezTo>
                <a:cubicBezTo>
                  <a:pt x="564" y="248"/>
                  <a:pt x="569" y="256"/>
                  <a:pt x="572" y="264"/>
                </a:cubicBezTo>
                <a:cubicBezTo>
                  <a:pt x="576" y="272"/>
                  <a:pt x="577" y="280"/>
                  <a:pt x="577" y="289"/>
                </a:cubicBezTo>
                <a:cubicBezTo>
                  <a:pt x="577" y="298"/>
                  <a:pt x="576" y="307"/>
                  <a:pt x="572" y="315"/>
                </a:cubicBezTo>
                <a:cubicBezTo>
                  <a:pt x="569" y="323"/>
                  <a:pt x="564" y="330"/>
                  <a:pt x="558" y="336"/>
                </a:cubicBezTo>
                <a:cubicBezTo>
                  <a:pt x="551" y="343"/>
                  <a:pt x="544" y="347"/>
                  <a:pt x="536" y="351"/>
                </a:cubicBezTo>
                <a:cubicBezTo>
                  <a:pt x="528" y="354"/>
                  <a:pt x="519" y="356"/>
                  <a:pt x="511" y="356"/>
                </a:cubicBezTo>
                <a:cubicBezTo>
                  <a:pt x="502" y="356"/>
                  <a:pt x="493" y="354"/>
                  <a:pt x="485" y="351"/>
                </a:cubicBezTo>
                <a:cubicBezTo>
                  <a:pt x="477" y="347"/>
                  <a:pt x="470" y="343"/>
                  <a:pt x="463" y="336"/>
                </a:cubicBezTo>
                <a:cubicBezTo>
                  <a:pt x="457" y="330"/>
                  <a:pt x="452" y="323"/>
                  <a:pt x="449" y="315"/>
                </a:cubicBezTo>
                <a:cubicBezTo>
                  <a:pt x="446" y="307"/>
                  <a:pt x="444" y="298"/>
                  <a:pt x="444" y="289"/>
                </a:cubicBezTo>
                <a:cubicBezTo>
                  <a:pt x="444" y="280"/>
                  <a:pt x="446" y="272"/>
                  <a:pt x="449" y="264"/>
                </a:cubicBezTo>
                <a:cubicBezTo>
                  <a:pt x="452" y="256"/>
                  <a:pt x="457" y="248"/>
                  <a:pt x="463" y="242"/>
                </a:cubicBezTo>
                <a:cubicBezTo>
                  <a:pt x="470" y="236"/>
                  <a:pt x="477" y="231"/>
                  <a:pt x="485" y="228"/>
                </a:cubicBezTo>
                <a:cubicBezTo>
                  <a:pt x="493" y="224"/>
                  <a:pt x="502" y="223"/>
                  <a:pt x="511" y="223"/>
                </a:cubicBezTo>
                <a:moveTo>
                  <a:pt x="511" y="178"/>
                </a:moveTo>
                <a:cubicBezTo>
                  <a:pt x="496" y="178"/>
                  <a:pt x="482" y="181"/>
                  <a:pt x="468" y="187"/>
                </a:cubicBezTo>
                <a:cubicBezTo>
                  <a:pt x="454" y="192"/>
                  <a:pt x="442" y="200"/>
                  <a:pt x="432" y="211"/>
                </a:cubicBezTo>
                <a:cubicBezTo>
                  <a:pt x="422" y="221"/>
                  <a:pt x="414" y="233"/>
                  <a:pt x="408" y="247"/>
                </a:cubicBezTo>
                <a:cubicBezTo>
                  <a:pt x="402" y="260"/>
                  <a:pt x="399" y="274"/>
                  <a:pt x="399" y="289"/>
                </a:cubicBezTo>
                <a:cubicBezTo>
                  <a:pt x="399" y="304"/>
                  <a:pt x="402" y="318"/>
                  <a:pt x="408" y="332"/>
                </a:cubicBezTo>
                <a:cubicBezTo>
                  <a:pt x="414" y="345"/>
                  <a:pt x="422" y="357"/>
                  <a:pt x="432" y="368"/>
                </a:cubicBezTo>
                <a:cubicBezTo>
                  <a:pt x="442" y="379"/>
                  <a:pt x="454" y="387"/>
                  <a:pt x="468" y="393"/>
                </a:cubicBezTo>
                <a:cubicBezTo>
                  <a:pt x="482" y="399"/>
                  <a:pt x="496" y="401"/>
                  <a:pt x="511" y="401"/>
                </a:cubicBezTo>
                <a:cubicBezTo>
                  <a:pt x="525" y="401"/>
                  <a:pt x="539" y="399"/>
                  <a:pt x="553" y="393"/>
                </a:cubicBezTo>
                <a:cubicBezTo>
                  <a:pt x="567" y="387"/>
                  <a:pt x="579" y="379"/>
                  <a:pt x="590" y="368"/>
                </a:cubicBezTo>
                <a:cubicBezTo>
                  <a:pt x="601" y="357"/>
                  <a:pt x="609" y="345"/>
                  <a:pt x="614" y="332"/>
                </a:cubicBezTo>
                <a:cubicBezTo>
                  <a:pt x="620" y="318"/>
                  <a:pt x="623" y="304"/>
                  <a:pt x="623" y="289"/>
                </a:cubicBezTo>
                <a:cubicBezTo>
                  <a:pt x="623" y="274"/>
                  <a:pt x="620" y="260"/>
                  <a:pt x="614" y="247"/>
                </a:cubicBezTo>
                <a:cubicBezTo>
                  <a:pt x="609" y="233"/>
                  <a:pt x="601" y="221"/>
                  <a:pt x="590" y="211"/>
                </a:cubicBezTo>
                <a:cubicBezTo>
                  <a:pt x="579" y="200"/>
                  <a:pt x="567" y="192"/>
                  <a:pt x="553" y="187"/>
                </a:cubicBezTo>
                <a:cubicBezTo>
                  <a:pt x="539" y="181"/>
                  <a:pt x="525" y="178"/>
                  <a:pt x="511" y="178"/>
                </a:cubicBezTo>
                <a:moveTo>
                  <a:pt x="311" y="446"/>
                </a:moveTo>
                <a:lnTo>
                  <a:pt x="266" y="446"/>
                </a:lnTo>
                <a:lnTo>
                  <a:pt x="266" y="379"/>
                </a:lnTo>
                <a:cubicBezTo>
                  <a:pt x="266" y="369"/>
                  <a:pt x="264" y="361"/>
                  <a:pt x="261" y="353"/>
                </a:cubicBezTo>
                <a:cubicBezTo>
                  <a:pt x="258" y="344"/>
                  <a:pt x="253" y="337"/>
                  <a:pt x="247" y="331"/>
                </a:cubicBezTo>
                <a:cubicBezTo>
                  <a:pt x="240" y="325"/>
                  <a:pt x="233" y="320"/>
                  <a:pt x="225" y="317"/>
                </a:cubicBezTo>
                <a:cubicBezTo>
                  <a:pt x="217" y="313"/>
                  <a:pt x="208" y="311"/>
                  <a:pt x="200" y="311"/>
                </a:cubicBezTo>
                <a:lnTo>
                  <a:pt x="111" y="311"/>
                </a:lnTo>
                <a:cubicBezTo>
                  <a:pt x="102" y="311"/>
                  <a:pt x="93" y="313"/>
                  <a:pt x="85" y="317"/>
                </a:cubicBezTo>
                <a:cubicBezTo>
                  <a:pt x="77" y="320"/>
                  <a:pt x="70" y="325"/>
                  <a:pt x="63" y="331"/>
                </a:cubicBezTo>
                <a:cubicBezTo>
                  <a:pt x="57" y="337"/>
                  <a:pt x="52" y="344"/>
                  <a:pt x="49" y="353"/>
                </a:cubicBezTo>
                <a:cubicBezTo>
                  <a:pt x="46" y="361"/>
                  <a:pt x="44" y="369"/>
                  <a:pt x="44" y="379"/>
                </a:cubicBezTo>
                <a:lnTo>
                  <a:pt x="44" y="446"/>
                </a:lnTo>
                <a:lnTo>
                  <a:pt x="0" y="446"/>
                </a:lnTo>
                <a:lnTo>
                  <a:pt x="0" y="379"/>
                </a:lnTo>
                <a:cubicBezTo>
                  <a:pt x="0" y="363"/>
                  <a:pt x="2" y="349"/>
                  <a:pt x="8" y="336"/>
                </a:cubicBezTo>
                <a:cubicBezTo>
                  <a:pt x="14" y="322"/>
                  <a:pt x="22" y="310"/>
                  <a:pt x="32" y="300"/>
                </a:cubicBezTo>
                <a:cubicBezTo>
                  <a:pt x="42" y="289"/>
                  <a:pt x="54" y="281"/>
                  <a:pt x="68" y="275"/>
                </a:cubicBezTo>
                <a:cubicBezTo>
                  <a:pt x="82" y="270"/>
                  <a:pt x="96" y="267"/>
                  <a:pt x="111" y="267"/>
                </a:cubicBezTo>
                <a:lnTo>
                  <a:pt x="200" y="267"/>
                </a:lnTo>
                <a:cubicBezTo>
                  <a:pt x="214" y="267"/>
                  <a:pt x="228" y="270"/>
                  <a:pt x="242" y="275"/>
                </a:cubicBezTo>
                <a:cubicBezTo>
                  <a:pt x="256" y="281"/>
                  <a:pt x="268" y="289"/>
                  <a:pt x="278" y="300"/>
                </a:cubicBezTo>
                <a:cubicBezTo>
                  <a:pt x="288" y="310"/>
                  <a:pt x="297" y="322"/>
                  <a:pt x="302" y="336"/>
                </a:cubicBezTo>
                <a:cubicBezTo>
                  <a:pt x="308" y="349"/>
                  <a:pt x="311" y="363"/>
                  <a:pt x="311" y="379"/>
                </a:cubicBezTo>
                <a:lnTo>
                  <a:pt x="311" y="446"/>
                </a:lnTo>
                <a:moveTo>
                  <a:pt x="155" y="45"/>
                </a:moveTo>
                <a:cubicBezTo>
                  <a:pt x="164" y="45"/>
                  <a:pt x="172" y="46"/>
                  <a:pt x="181" y="50"/>
                </a:cubicBezTo>
                <a:cubicBezTo>
                  <a:pt x="189" y="53"/>
                  <a:pt x="196" y="58"/>
                  <a:pt x="202" y="64"/>
                </a:cubicBezTo>
                <a:cubicBezTo>
                  <a:pt x="208" y="71"/>
                  <a:pt x="213" y="78"/>
                  <a:pt x="217" y="86"/>
                </a:cubicBezTo>
                <a:cubicBezTo>
                  <a:pt x="220" y="94"/>
                  <a:pt x="222" y="103"/>
                  <a:pt x="222" y="111"/>
                </a:cubicBezTo>
                <a:cubicBezTo>
                  <a:pt x="222" y="120"/>
                  <a:pt x="220" y="129"/>
                  <a:pt x="217" y="137"/>
                </a:cubicBezTo>
                <a:cubicBezTo>
                  <a:pt x="213" y="145"/>
                  <a:pt x="208" y="152"/>
                  <a:pt x="202" y="159"/>
                </a:cubicBezTo>
                <a:cubicBezTo>
                  <a:pt x="196" y="165"/>
                  <a:pt x="189" y="170"/>
                  <a:pt x="181" y="173"/>
                </a:cubicBezTo>
                <a:cubicBezTo>
                  <a:pt x="172" y="176"/>
                  <a:pt x="164" y="178"/>
                  <a:pt x="155" y="178"/>
                </a:cubicBezTo>
                <a:cubicBezTo>
                  <a:pt x="146" y="178"/>
                  <a:pt x="138" y="176"/>
                  <a:pt x="130" y="173"/>
                </a:cubicBezTo>
                <a:cubicBezTo>
                  <a:pt x="121" y="170"/>
                  <a:pt x="114" y="165"/>
                  <a:pt x="108" y="159"/>
                </a:cubicBezTo>
                <a:cubicBezTo>
                  <a:pt x="102" y="152"/>
                  <a:pt x="97" y="145"/>
                  <a:pt x="93" y="137"/>
                </a:cubicBezTo>
                <a:cubicBezTo>
                  <a:pt x="90" y="129"/>
                  <a:pt x="88" y="120"/>
                  <a:pt x="88" y="111"/>
                </a:cubicBezTo>
                <a:cubicBezTo>
                  <a:pt x="88" y="103"/>
                  <a:pt x="90" y="94"/>
                  <a:pt x="93" y="86"/>
                </a:cubicBezTo>
                <a:cubicBezTo>
                  <a:pt x="97" y="78"/>
                  <a:pt x="102" y="71"/>
                  <a:pt x="108" y="64"/>
                </a:cubicBezTo>
                <a:cubicBezTo>
                  <a:pt x="114" y="58"/>
                  <a:pt x="121" y="53"/>
                  <a:pt x="130" y="50"/>
                </a:cubicBezTo>
                <a:cubicBezTo>
                  <a:pt x="138" y="46"/>
                  <a:pt x="146" y="45"/>
                  <a:pt x="155" y="45"/>
                </a:cubicBezTo>
                <a:moveTo>
                  <a:pt x="155" y="0"/>
                </a:moveTo>
                <a:cubicBezTo>
                  <a:pt x="140" y="0"/>
                  <a:pt x="126" y="3"/>
                  <a:pt x="113" y="9"/>
                </a:cubicBezTo>
                <a:cubicBezTo>
                  <a:pt x="99" y="14"/>
                  <a:pt x="87" y="22"/>
                  <a:pt x="76" y="33"/>
                </a:cubicBezTo>
                <a:cubicBezTo>
                  <a:pt x="66" y="43"/>
                  <a:pt x="58" y="55"/>
                  <a:pt x="52" y="69"/>
                </a:cubicBezTo>
                <a:cubicBezTo>
                  <a:pt x="47" y="83"/>
                  <a:pt x="44" y="97"/>
                  <a:pt x="44" y="111"/>
                </a:cubicBezTo>
                <a:cubicBezTo>
                  <a:pt x="44" y="126"/>
                  <a:pt x="47" y="140"/>
                  <a:pt x="52" y="154"/>
                </a:cubicBezTo>
                <a:cubicBezTo>
                  <a:pt x="58" y="168"/>
                  <a:pt x="66" y="180"/>
                  <a:pt x="76" y="190"/>
                </a:cubicBezTo>
                <a:cubicBezTo>
                  <a:pt x="87" y="200"/>
                  <a:pt x="99" y="208"/>
                  <a:pt x="113" y="214"/>
                </a:cubicBezTo>
                <a:cubicBezTo>
                  <a:pt x="126" y="220"/>
                  <a:pt x="140" y="223"/>
                  <a:pt x="155" y="223"/>
                </a:cubicBezTo>
                <a:cubicBezTo>
                  <a:pt x="170" y="223"/>
                  <a:pt x="184" y="220"/>
                  <a:pt x="198" y="214"/>
                </a:cubicBezTo>
                <a:cubicBezTo>
                  <a:pt x="211" y="208"/>
                  <a:pt x="223" y="200"/>
                  <a:pt x="234" y="190"/>
                </a:cubicBezTo>
                <a:cubicBezTo>
                  <a:pt x="244" y="180"/>
                  <a:pt x="252" y="168"/>
                  <a:pt x="258" y="154"/>
                </a:cubicBezTo>
                <a:cubicBezTo>
                  <a:pt x="263" y="140"/>
                  <a:pt x="266" y="126"/>
                  <a:pt x="266" y="111"/>
                </a:cubicBezTo>
                <a:cubicBezTo>
                  <a:pt x="266" y="97"/>
                  <a:pt x="263" y="83"/>
                  <a:pt x="258" y="69"/>
                </a:cubicBezTo>
                <a:cubicBezTo>
                  <a:pt x="252" y="55"/>
                  <a:pt x="244" y="43"/>
                  <a:pt x="234" y="33"/>
                </a:cubicBezTo>
                <a:cubicBezTo>
                  <a:pt x="223" y="22"/>
                  <a:pt x="211" y="14"/>
                  <a:pt x="198" y="9"/>
                </a:cubicBezTo>
                <a:cubicBezTo>
                  <a:pt x="184" y="3"/>
                  <a:pt x="170" y="0"/>
                  <a:pt x="155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966600" y="2394720"/>
            <a:ext cx="590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OKx/meta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966600" y="2669040"/>
            <a:ext cx="3006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Per doelgroep de juiste vorm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uit dezelfde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635040" y="3156120"/>
            <a:ext cx="224280" cy="208080"/>
          </a:xfrm>
          <a:custGeom>
            <a:avLst/>
            <a:gdLst/>
            <a:ahLst/>
            <a:rect l="0" t="0" r="r" b="b"/>
            <a:pathLst>
              <a:path w="623" h="578">
                <a:moveTo>
                  <a:pt x="349" y="578"/>
                </a:moveTo>
                <a:lnTo>
                  <a:pt x="311" y="556"/>
                </a:lnTo>
                <a:lnTo>
                  <a:pt x="400" y="401"/>
                </a:lnTo>
                <a:lnTo>
                  <a:pt x="534" y="401"/>
                </a:lnTo>
                <a:cubicBezTo>
                  <a:pt x="540" y="401"/>
                  <a:pt x="546" y="400"/>
                  <a:pt x="551" y="397"/>
                </a:cubicBezTo>
                <a:cubicBezTo>
                  <a:pt x="556" y="395"/>
                  <a:pt x="561" y="392"/>
                  <a:pt x="565" y="388"/>
                </a:cubicBezTo>
                <a:cubicBezTo>
                  <a:pt x="570" y="384"/>
                  <a:pt x="573" y="379"/>
                  <a:pt x="575" y="373"/>
                </a:cubicBezTo>
                <a:cubicBezTo>
                  <a:pt x="577" y="368"/>
                  <a:pt x="578" y="362"/>
                  <a:pt x="578" y="356"/>
                </a:cubicBezTo>
                <a:lnTo>
                  <a:pt x="578" y="89"/>
                </a:lnTo>
                <a:cubicBezTo>
                  <a:pt x="578" y="83"/>
                  <a:pt x="577" y="77"/>
                  <a:pt x="575" y="72"/>
                </a:cubicBezTo>
                <a:cubicBezTo>
                  <a:pt x="573" y="66"/>
                  <a:pt x="570" y="61"/>
                  <a:pt x="565" y="57"/>
                </a:cubicBezTo>
                <a:cubicBezTo>
                  <a:pt x="561" y="53"/>
                  <a:pt x="556" y="50"/>
                  <a:pt x="551" y="48"/>
                </a:cubicBezTo>
                <a:cubicBezTo>
                  <a:pt x="546" y="45"/>
                  <a:pt x="540" y="44"/>
                  <a:pt x="534" y="44"/>
                </a:cubicBezTo>
                <a:lnTo>
                  <a:pt x="89" y="44"/>
                </a:lnTo>
                <a:cubicBezTo>
                  <a:pt x="83" y="44"/>
                  <a:pt x="77" y="45"/>
                  <a:pt x="72" y="48"/>
                </a:cubicBezTo>
                <a:cubicBezTo>
                  <a:pt x="66" y="50"/>
                  <a:pt x="61" y="53"/>
                  <a:pt x="57" y="57"/>
                </a:cubicBezTo>
                <a:cubicBezTo>
                  <a:pt x="53" y="61"/>
                  <a:pt x="50" y="66"/>
                  <a:pt x="48" y="72"/>
                </a:cubicBezTo>
                <a:cubicBezTo>
                  <a:pt x="45" y="77"/>
                  <a:pt x="44" y="83"/>
                  <a:pt x="44" y="89"/>
                </a:cubicBezTo>
                <a:lnTo>
                  <a:pt x="44" y="356"/>
                </a:lnTo>
                <a:cubicBezTo>
                  <a:pt x="44" y="362"/>
                  <a:pt x="45" y="368"/>
                  <a:pt x="48" y="373"/>
                </a:cubicBezTo>
                <a:cubicBezTo>
                  <a:pt x="50" y="379"/>
                  <a:pt x="53" y="384"/>
                  <a:pt x="57" y="388"/>
                </a:cubicBezTo>
                <a:cubicBezTo>
                  <a:pt x="61" y="392"/>
                  <a:pt x="66" y="395"/>
                  <a:pt x="72" y="397"/>
                </a:cubicBezTo>
                <a:cubicBezTo>
                  <a:pt x="77" y="400"/>
                  <a:pt x="83" y="401"/>
                  <a:pt x="89" y="401"/>
                </a:cubicBezTo>
                <a:lnTo>
                  <a:pt x="289" y="401"/>
                </a:lnTo>
                <a:lnTo>
                  <a:pt x="289" y="445"/>
                </a:lnTo>
                <a:lnTo>
                  <a:pt x="89" y="445"/>
                </a:lnTo>
                <a:cubicBezTo>
                  <a:pt x="77" y="445"/>
                  <a:pt x="65" y="443"/>
                  <a:pt x="55" y="438"/>
                </a:cubicBezTo>
                <a:cubicBezTo>
                  <a:pt x="44" y="434"/>
                  <a:pt x="34" y="427"/>
                  <a:pt x="26" y="419"/>
                </a:cubicBezTo>
                <a:cubicBezTo>
                  <a:pt x="17" y="411"/>
                  <a:pt x="11" y="401"/>
                  <a:pt x="6" y="390"/>
                </a:cubicBezTo>
                <a:cubicBezTo>
                  <a:pt x="2" y="379"/>
                  <a:pt x="0" y="368"/>
                  <a:pt x="0" y="356"/>
                </a:cubicBezTo>
                <a:lnTo>
                  <a:pt x="0" y="89"/>
                </a:lnTo>
                <a:cubicBezTo>
                  <a:pt x="0" y="77"/>
                  <a:pt x="2" y="65"/>
                  <a:pt x="6" y="55"/>
                </a:cubicBezTo>
                <a:cubicBezTo>
                  <a:pt x="11" y="44"/>
                  <a:pt x="17" y="34"/>
                  <a:pt x="26" y="26"/>
                </a:cubicBezTo>
                <a:cubicBezTo>
                  <a:pt x="34" y="17"/>
                  <a:pt x="44" y="11"/>
                  <a:pt x="55" y="6"/>
                </a:cubicBezTo>
                <a:cubicBezTo>
                  <a:pt x="65" y="2"/>
                  <a:pt x="77" y="0"/>
                  <a:pt x="89" y="0"/>
                </a:cubicBezTo>
                <a:lnTo>
                  <a:pt x="534" y="0"/>
                </a:lnTo>
                <a:cubicBezTo>
                  <a:pt x="546" y="0"/>
                  <a:pt x="557" y="2"/>
                  <a:pt x="568" y="6"/>
                </a:cubicBezTo>
                <a:cubicBezTo>
                  <a:pt x="579" y="11"/>
                  <a:pt x="589" y="17"/>
                  <a:pt x="597" y="26"/>
                </a:cubicBezTo>
                <a:cubicBezTo>
                  <a:pt x="605" y="34"/>
                  <a:pt x="612" y="44"/>
                  <a:pt x="616" y="55"/>
                </a:cubicBezTo>
                <a:cubicBezTo>
                  <a:pt x="621" y="65"/>
                  <a:pt x="623" y="77"/>
                  <a:pt x="623" y="89"/>
                </a:cubicBezTo>
                <a:lnTo>
                  <a:pt x="623" y="356"/>
                </a:lnTo>
                <a:cubicBezTo>
                  <a:pt x="623" y="368"/>
                  <a:pt x="621" y="379"/>
                  <a:pt x="616" y="390"/>
                </a:cubicBezTo>
                <a:cubicBezTo>
                  <a:pt x="612" y="401"/>
                  <a:pt x="605" y="411"/>
                  <a:pt x="597" y="419"/>
                </a:cubicBezTo>
                <a:cubicBezTo>
                  <a:pt x="589" y="427"/>
                  <a:pt x="579" y="434"/>
                  <a:pt x="568" y="438"/>
                </a:cubicBezTo>
                <a:cubicBezTo>
                  <a:pt x="557" y="443"/>
                  <a:pt x="546" y="445"/>
                  <a:pt x="534" y="445"/>
                </a:cubicBezTo>
                <a:lnTo>
                  <a:pt x="426" y="445"/>
                </a:lnTo>
                <a:lnTo>
                  <a:pt x="349" y="5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682920" y="3204000"/>
            <a:ext cx="128520" cy="64440"/>
          </a:xfrm>
          <a:custGeom>
            <a:avLst/>
            <a:gdLst/>
            <a:ahLst/>
            <a:rect l="0" t="0" r="r" b="b"/>
            <a:pathLst>
              <a:path w="357" h="179">
                <a:moveTo>
                  <a:pt x="0" y="0"/>
                </a:moveTo>
                <a:lnTo>
                  <a:pt x="357" y="0"/>
                </a:lnTo>
                <a:lnTo>
                  <a:pt x="357" y="45"/>
                </a:lnTo>
                <a:lnTo>
                  <a:pt x="0" y="45"/>
                </a:lnTo>
                <a:lnTo>
                  <a:pt x="0" y="0"/>
                </a:lnTo>
                <a:moveTo>
                  <a:pt x="0" y="134"/>
                </a:moveTo>
                <a:lnTo>
                  <a:pt x="223" y="134"/>
                </a:lnTo>
                <a:lnTo>
                  <a:pt x="223" y="179"/>
                </a:lnTo>
                <a:lnTo>
                  <a:pt x="0" y="179"/>
                </a:lnTo>
                <a:lnTo>
                  <a:pt x="0" y="13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966600" y="2859840"/>
            <a:ext cx="3111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bron: leeshulp met invulblad, speciﬁcatie, deck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966600" y="3145320"/>
            <a:ext cx="2408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Een gemeenschappelijke taal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966600" y="3345480"/>
            <a:ext cx="30013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begrippenlijst en het informatiemodel om het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228920" y="1142640"/>
            <a:ext cx="4648680" cy="2791440"/>
          </a:xfrm>
          <a:custGeom>
            <a:avLst/>
            <a:gdLst/>
            <a:ahLst/>
            <a:rect l="0" t="0" r="r" b="b"/>
            <a:pathLst>
              <a:path w="12913" h="7754">
                <a:moveTo>
                  <a:pt x="0" y="0"/>
                </a:moveTo>
                <a:lnTo>
                  <a:pt x="12913" y="0"/>
                </a:lnTo>
                <a:lnTo>
                  <a:pt x="12913" y="7754"/>
                </a:lnTo>
                <a:lnTo>
                  <a:pt x="0" y="775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4228920" y="1142640"/>
            <a:ext cx="4648680" cy="38520"/>
          </a:xfrm>
          <a:custGeom>
            <a:avLst/>
            <a:gdLst/>
            <a:ahLst/>
            <a:rect l="0" t="0" r="r" b="b"/>
            <a:pathLst>
              <a:path w="12913" h="107">
                <a:moveTo>
                  <a:pt x="0" y="0"/>
                </a:moveTo>
                <a:lnTo>
                  <a:pt x="12913" y="0"/>
                </a:lnTo>
                <a:lnTo>
                  <a:pt x="129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4228920" y="3924000"/>
            <a:ext cx="4648680" cy="10080"/>
          </a:xfrm>
          <a:custGeom>
            <a:avLst/>
            <a:gdLst/>
            <a:ahLst/>
            <a:rect l="0" t="0" r="r" b="b"/>
            <a:pathLst>
              <a:path w="12913" h="28">
                <a:moveTo>
                  <a:pt x="0" y="0"/>
                </a:moveTo>
                <a:lnTo>
                  <a:pt x="12913" y="0"/>
                </a:lnTo>
                <a:lnTo>
                  <a:pt x="129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8867520" y="1142640"/>
            <a:ext cx="10080" cy="2791440"/>
          </a:xfrm>
          <a:custGeom>
            <a:avLst/>
            <a:gdLst/>
            <a:ahLst/>
            <a:rect l="0" t="0" r="r" b="b"/>
            <a:pathLst>
              <a:path w="28" h="7754">
                <a:moveTo>
                  <a:pt x="0" y="106"/>
                </a:moveTo>
                <a:lnTo>
                  <a:pt x="0" y="7754"/>
                </a:lnTo>
                <a:lnTo>
                  <a:pt x="28" y="775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4228920" y="1142640"/>
            <a:ext cx="9720" cy="2791440"/>
          </a:xfrm>
          <a:custGeom>
            <a:avLst/>
            <a:gdLst/>
            <a:ahLst/>
            <a:rect l="0" t="0" r="r" b="b"/>
            <a:pathLst>
              <a:path w="27" h="7754">
                <a:moveTo>
                  <a:pt x="0" y="0"/>
                </a:moveTo>
                <a:lnTo>
                  <a:pt x="0" y="7754"/>
                </a:lnTo>
                <a:lnTo>
                  <a:pt x="27" y="775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966600" y="3535920"/>
            <a:ext cx="1888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eigen model naast te leggen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4405680" y="1672200"/>
            <a:ext cx="223200" cy="208080"/>
          </a:xfrm>
          <a:custGeom>
            <a:avLst/>
            <a:gdLst/>
            <a:ahLst/>
            <a:rect l="0" t="0" r="r" b="b"/>
            <a:pathLst>
              <a:path w="620" h="578">
                <a:moveTo>
                  <a:pt x="620" y="247"/>
                </a:moveTo>
                <a:lnTo>
                  <a:pt x="537" y="247"/>
                </a:lnTo>
                <a:lnTo>
                  <a:pt x="537" y="165"/>
                </a:lnTo>
                <a:lnTo>
                  <a:pt x="496" y="165"/>
                </a:lnTo>
                <a:lnTo>
                  <a:pt x="496" y="247"/>
                </a:lnTo>
                <a:lnTo>
                  <a:pt x="413" y="247"/>
                </a:lnTo>
                <a:lnTo>
                  <a:pt x="413" y="289"/>
                </a:lnTo>
                <a:lnTo>
                  <a:pt x="496" y="289"/>
                </a:lnTo>
                <a:lnTo>
                  <a:pt x="496" y="372"/>
                </a:lnTo>
                <a:lnTo>
                  <a:pt x="537" y="372"/>
                </a:lnTo>
                <a:lnTo>
                  <a:pt x="537" y="289"/>
                </a:lnTo>
                <a:lnTo>
                  <a:pt x="620" y="289"/>
                </a:lnTo>
                <a:lnTo>
                  <a:pt x="620" y="247"/>
                </a:lnTo>
                <a:moveTo>
                  <a:pt x="206" y="41"/>
                </a:moveTo>
                <a:cubicBezTo>
                  <a:pt x="220" y="41"/>
                  <a:pt x="233" y="43"/>
                  <a:pt x="246" y="49"/>
                </a:cubicBezTo>
                <a:cubicBezTo>
                  <a:pt x="258" y="54"/>
                  <a:pt x="270" y="61"/>
                  <a:pt x="279" y="71"/>
                </a:cubicBezTo>
                <a:cubicBezTo>
                  <a:pt x="289" y="81"/>
                  <a:pt x="296" y="92"/>
                  <a:pt x="302" y="104"/>
                </a:cubicBezTo>
                <a:cubicBezTo>
                  <a:pt x="307" y="117"/>
                  <a:pt x="310" y="130"/>
                  <a:pt x="310" y="144"/>
                </a:cubicBezTo>
                <a:cubicBezTo>
                  <a:pt x="310" y="158"/>
                  <a:pt x="307" y="171"/>
                  <a:pt x="302" y="183"/>
                </a:cubicBezTo>
                <a:cubicBezTo>
                  <a:pt x="296" y="196"/>
                  <a:pt x="289" y="207"/>
                  <a:pt x="279" y="217"/>
                </a:cubicBezTo>
                <a:cubicBezTo>
                  <a:pt x="270" y="227"/>
                  <a:pt x="258" y="234"/>
                  <a:pt x="246" y="239"/>
                </a:cubicBezTo>
                <a:cubicBezTo>
                  <a:pt x="233" y="244"/>
                  <a:pt x="220" y="247"/>
                  <a:pt x="206" y="247"/>
                </a:cubicBezTo>
                <a:cubicBezTo>
                  <a:pt x="193" y="247"/>
                  <a:pt x="180" y="244"/>
                  <a:pt x="167" y="239"/>
                </a:cubicBezTo>
                <a:cubicBezTo>
                  <a:pt x="154" y="234"/>
                  <a:pt x="143" y="227"/>
                  <a:pt x="133" y="217"/>
                </a:cubicBezTo>
                <a:cubicBezTo>
                  <a:pt x="124" y="207"/>
                  <a:pt x="116" y="196"/>
                  <a:pt x="111" y="183"/>
                </a:cubicBezTo>
                <a:cubicBezTo>
                  <a:pt x="106" y="171"/>
                  <a:pt x="103" y="158"/>
                  <a:pt x="103" y="144"/>
                </a:cubicBezTo>
                <a:cubicBezTo>
                  <a:pt x="103" y="130"/>
                  <a:pt x="106" y="117"/>
                  <a:pt x="111" y="104"/>
                </a:cubicBezTo>
                <a:cubicBezTo>
                  <a:pt x="116" y="92"/>
                  <a:pt x="124" y="81"/>
                  <a:pt x="133" y="71"/>
                </a:cubicBezTo>
                <a:cubicBezTo>
                  <a:pt x="143" y="61"/>
                  <a:pt x="154" y="54"/>
                  <a:pt x="167" y="49"/>
                </a:cubicBezTo>
                <a:cubicBezTo>
                  <a:pt x="180" y="43"/>
                  <a:pt x="193" y="41"/>
                  <a:pt x="206" y="41"/>
                </a:cubicBezTo>
                <a:moveTo>
                  <a:pt x="206" y="0"/>
                </a:moveTo>
                <a:cubicBezTo>
                  <a:pt x="197" y="0"/>
                  <a:pt x="187" y="0"/>
                  <a:pt x="178" y="2"/>
                </a:cubicBezTo>
                <a:cubicBezTo>
                  <a:pt x="169" y="4"/>
                  <a:pt x="160" y="7"/>
                  <a:pt x="151" y="11"/>
                </a:cubicBezTo>
                <a:cubicBezTo>
                  <a:pt x="142" y="14"/>
                  <a:pt x="134" y="19"/>
                  <a:pt x="126" y="24"/>
                </a:cubicBezTo>
                <a:cubicBezTo>
                  <a:pt x="118" y="29"/>
                  <a:pt x="111" y="35"/>
                  <a:pt x="104" y="42"/>
                </a:cubicBezTo>
                <a:cubicBezTo>
                  <a:pt x="98" y="49"/>
                  <a:pt x="92" y="56"/>
                  <a:pt x="86" y="64"/>
                </a:cubicBezTo>
                <a:cubicBezTo>
                  <a:pt x="81" y="72"/>
                  <a:pt x="77" y="80"/>
                  <a:pt x="73" y="89"/>
                </a:cubicBezTo>
                <a:cubicBezTo>
                  <a:pt x="69" y="97"/>
                  <a:pt x="67" y="106"/>
                  <a:pt x="65" y="116"/>
                </a:cubicBezTo>
                <a:cubicBezTo>
                  <a:pt x="63" y="125"/>
                  <a:pt x="62" y="134"/>
                  <a:pt x="62" y="144"/>
                </a:cubicBezTo>
                <a:cubicBezTo>
                  <a:pt x="62" y="153"/>
                  <a:pt x="63" y="163"/>
                  <a:pt x="65" y="172"/>
                </a:cubicBezTo>
                <a:cubicBezTo>
                  <a:pt x="67" y="181"/>
                  <a:pt x="69" y="190"/>
                  <a:pt x="73" y="199"/>
                </a:cubicBezTo>
                <a:cubicBezTo>
                  <a:pt x="77" y="208"/>
                  <a:pt x="81" y="216"/>
                  <a:pt x="86" y="224"/>
                </a:cubicBezTo>
                <a:cubicBezTo>
                  <a:pt x="92" y="232"/>
                  <a:pt x="98" y="239"/>
                  <a:pt x="104" y="246"/>
                </a:cubicBezTo>
                <a:cubicBezTo>
                  <a:pt x="111" y="253"/>
                  <a:pt x="118" y="259"/>
                  <a:pt x="126" y="265"/>
                </a:cubicBezTo>
                <a:cubicBezTo>
                  <a:pt x="134" y="270"/>
                  <a:pt x="142" y="275"/>
                  <a:pt x="151" y="278"/>
                </a:cubicBezTo>
                <a:cubicBezTo>
                  <a:pt x="160" y="282"/>
                  <a:pt x="169" y="285"/>
                  <a:pt x="178" y="287"/>
                </a:cubicBezTo>
                <a:cubicBezTo>
                  <a:pt x="187" y="288"/>
                  <a:pt x="197" y="289"/>
                  <a:pt x="206" y="289"/>
                </a:cubicBezTo>
                <a:cubicBezTo>
                  <a:pt x="216" y="289"/>
                  <a:pt x="225" y="288"/>
                  <a:pt x="235" y="287"/>
                </a:cubicBezTo>
                <a:cubicBezTo>
                  <a:pt x="244" y="285"/>
                  <a:pt x="253" y="282"/>
                  <a:pt x="262" y="278"/>
                </a:cubicBezTo>
                <a:cubicBezTo>
                  <a:pt x="270" y="275"/>
                  <a:pt x="279" y="270"/>
                  <a:pt x="287" y="265"/>
                </a:cubicBezTo>
                <a:cubicBezTo>
                  <a:pt x="294" y="259"/>
                  <a:pt x="302" y="253"/>
                  <a:pt x="308" y="246"/>
                </a:cubicBezTo>
                <a:cubicBezTo>
                  <a:pt x="315" y="239"/>
                  <a:pt x="321" y="232"/>
                  <a:pt x="326" y="224"/>
                </a:cubicBezTo>
                <a:cubicBezTo>
                  <a:pt x="332" y="216"/>
                  <a:pt x="336" y="208"/>
                  <a:pt x="340" y="199"/>
                </a:cubicBezTo>
                <a:cubicBezTo>
                  <a:pt x="343" y="190"/>
                  <a:pt x="346" y="181"/>
                  <a:pt x="348" y="172"/>
                </a:cubicBezTo>
                <a:cubicBezTo>
                  <a:pt x="350" y="163"/>
                  <a:pt x="351" y="153"/>
                  <a:pt x="351" y="144"/>
                </a:cubicBezTo>
                <a:cubicBezTo>
                  <a:pt x="351" y="134"/>
                  <a:pt x="350" y="125"/>
                  <a:pt x="348" y="116"/>
                </a:cubicBezTo>
                <a:cubicBezTo>
                  <a:pt x="346" y="106"/>
                  <a:pt x="343" y="97"/>
                  <a:pt x="340" y="89"/>
                </a:cubicBezTo>
                <a:cubicBezTo>
                  <a:pt x="336" y="80"/>
                  <a:pt x="332" y="72"/>
                  <a:pt x="326" y="64"/>
                </a:cubicBezTo>
                <a:cubicBezTo>
                  <a:pt x="321" y="56"/>
                  <a:pt x="315" y="49"/>
                  <a:pt x="308" y="42"/>
                </a:cubicBezTo>
                <a:cubicBezTo>
                  <a:pt x="302" y="35"/>
                  <a:pt x="294" y="29"/>
                  <a:pt x="287" y="24"/>
                </a:cubicBezTo>
                <a:cubicBezTo>
                  <a:pt x="279" y="19"/>
                  <a:pt x="270" y="14"/>
                  <a:pt x="262" y="11"/>
                </a:cubicBezTo>
                <a:cubicBezTo>
                  <a:pt x="253" y="7"/>
                  <a:pt x="244" y="4"/>
                  <a:pt x="235" y="2"/>
                </a:cubicBezTo>
                <a:cubicBezTo>
                  <a:pt x="225" y="0"/>
                  <a:pt x="216" y="0"/>
                  <a:pt x="206" y="0"/>
                </a:cubicBezTo>
                <a:moveTo>
                  <a:pt x="413" y="578"/>
                </a:moveTo>
                <a:lnTo>
                  <a:pt x="371" y="578"/>
                </a:lnTo>
                <a:lnTo>
                  <a:pt x="371" y="475"/>
                </a:lnTo>
                <a:cubicBezTo>
                  <a:pt x="371" y="461"/>
                  <a:pt x="369" y="448"/>
                  <a:pt x="364" y="436"/>
                </a:cubicBezTo>
                <a:cubicBezTo>
                  <a:pt x="358" y="423"/>
                  <a:pt x="351" y="412"/>
                  <a:pt x="341" y="402"/>
                </a:cubicBezTo>
                <a:cubicBezTo>
                  <a:pt x="332" y="392"/>
                  <a:pt x="320" y="385"/>
                  <a:pt x="308" y="380"/>
                </a:cubicBezTo>
                <a:cubicBezTo>
                  <a:pt x="295" y="375"/>
                  <a:pt x="282" y="372"/>
                  <a:pt x="268" y="372"/>
                </a:cubicBezTo>
                <a:lnTo>
                  <a:pt x="144" y="372"/>
                </a:lnTo>
                <a:cubicBezTo>
                  <a:pt x="131" y="372"/>
                  <a:pt x="118" y="375"/>
                  <a:pt x="105" y="380"/>
                </a:cubicBezTo>
                <a:cubicBezTo>
                  <a:pt x="92" y="385"/>
                  <a:pt x="81" y="392"/>
                  <a:pt x="72" y="402"/>
                </a:cubicBezTo>
                <a:cubicBezTo>
                  <a:pt x="62" y="412"/>
                  <a:pt x="54" y="423"/>
                  <a:pt x="49" y="436"/>
                </a:cubicBezTo>
                <a:cubicBezTo>
                  <a:pt x="44" y="448"/>
                  <a:pt x="41" y="461"/>
                  <a:pt x="41" y="475"/>
                </a:cubicBezTo>
                <a:lnTo>
                  <a:pt x="41" y="578"/>
                </a:lnTo>
                <a:lnTo>
                  <a:pt x="0" y="578"/>
                </a:lnTo>
                <a:lnTo>
                  <a:pt x="0" y="475"/>
                </a:lnTo>
                <a:cubicBezTo>
                  <a:pt x="0" y="466"/>
                  <a:pt x="1" y="456"/>
                  <a:pt x="3" y="447"/>
                </a:cubicBezTo>
                <a:cubicBezTo>
                  <a:pt x="5" y="438"/>
                  <a:pt x="7" y="429"/>
                  <a:pt x="11" y="420"/>
                </a:cubicBezTo>
                <a:cubicBezTo>
                  <a:pt x="15" y="411"/>
                  <a:pt x="19" y="403"/>
                  <a:pt x="24" y="395"/>
                </a:cubicBezTo>
                <a:cubicBezTo>
                  <a:pt x="30" y="387"/>
                  <a:pt x="36" y="380"/>
                  <a:pt x="42" y="373"/>
                </a:cubicBezTo>
                <a:cubicBezTo>
                  <a:pt x="49" y="366"/>
                  <a:pt x="56" y="360"/>
                  <a:pt x="64" y="355"/>
                </a:cubicBezTo>
                <a:cubicBezTo>
                  <a:pt x="72" y="350"/>
                  <a:pt x="80" y="345"/>
                  <a:pt x="89" y="342"/>
                </a:cubicBezTo>
                <a:cubicBezTo>
                  <a:pt x="98" y="338"/>
                  <a:pt x="107" y="335"/>
                  <a:pt x="116" y="333"/>
                </a:cubicBezTo>
                <a:cubicBezTo>
                  <a:pt x="126" y="332"/>
                  <a:pt x="135" y="331"/>
                  <a:pt x="144" y="331"/>
                </a:cubicBezTo>
                <a:lnTo>
                  <a:pt x="268" y="331"/>
                </a:lnTo>
                <a:cubicBezTo>
                  <a:pt x="278" y="331"/>
                  <a:pt x="287" y="332"/>
                  <a:pt x="296" y="333"/>
                </a:cubicBezTo>
                <a:cubicBezTo>
                  <a:pt x="306" y="335"/>
                  <a:pt x="315" y="338"/>
                  <a:pt x="324" y="342"/>
                </a:cubicBezTo>
                <a:cubicBezTo>
                  <a:pt x="332" y="345"/>
                  <a:pt x="341" y="350"/>
                  <a:pt x="349" y="355"/>
                </a:cubicBezTo>
                <a:cubicBezTo>
                  <a:pt x="356" y="360"/>
                  <a:pt x="364" y="366"/>
                  <a:pt x="370" y="373"/>
                </a:cubicBezTo>
                <a:cubicBezTo>
                  <a:pt x="377" y="380"/>
                  <a:pt x="383" y="387"/>
                  <a:pt x="388" y="395"/>
                </a:cubicBezTo>
                <a:cubicBezTo>
                  <a:pt x="394" y="403"/>
                  <a:pt x="398" y="411"/>
                  <a:pt x="402" y="420"/>
                </a:cubicBezTo>
                <a:cubicBezTo>
                  <a:pt x="405" y="429"/>
                  <a:pt x="408" y="438"/>
                  <a:pt x="410" y="447"/>
                </a:cubicBezTo>
                <a:cubicBezTo>
                  <a:pt x="412" y="456"/>
                  <a:pt x="413" y="466"/>
                  <a:pt x="413" y="475"/>
                </a:cubicBezTo>
                <a:lnTo>
                  <a:pt x="413" y="57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4392000" y="1316520"/>
            <a:ext cx="1672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Voorstel voor vandaag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4721040" y="1602360"/>
            <a:ext cx="4461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AII spoor 3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werksessie over aanmelden, intekenen, inschrijven 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4420440" y="2129400"/>
            <a:ext cx="178560" cy="208080"/>
          </a:xfrm>
          <a:custGeom>
            <a:avLst/>
            <a:gdLst/>
            <a:ahLst/>
            <a:rect l="0" t="0" r="r" b="b"/>
            <a:pathLst>
              <a:path w="496" h="578">
                <a:moveTo>
                  <a:pt x="455" y="0"/>
                </a:moveTo>
                <a:lnTo>
                  <a:pt x="83" y="0"/>
                </a:lnTo>
                <a:cubicBezTo>
                  <a:pt x="77" y="0"/>
                  <a:pt x="72" y="1"/>
                  <a:pt x="67" y="3"/>
                </a:cubicBezTo>
                <a:cubicBezTo>
                  <a:pt x="62" y="5"/>
                  <a:pt x="58" y="8"/>
                  <a:pt x="54" y="12"/>
                </a:cubicBezTo>
                <a:cubicBezTo>
                  <a:pt x="50" y="15"/>
                  <a:pt x="47" y="20"/>
                  <a:pt x="45" y="25"/>
                </a:cubicBezTo>
                <a:cubicBezTo>
                  <a:pt x="43" y="30"/>
                  <a:pt x="42" y="35"/>
                  <a:pt x="42" y="41"/>
                </a:cubicBezTo>
                <a:lnTo>
                  <a:pt x="42" y="123"/>
                </a:lnTo>
                <a:lnTo>
                  <a:pt x="0" y="123"/>
                </a:lnTo>
                <a:lnTo>
                  <a:pt x="0" y="166"/>
                </a:lnTo>
                <a:lnTo>
                  <a:pt x="42" y="166"/>
                </a:lnTo>
                <a:lnTo>
                  <a:pt x="42" y="269"/>
                </a:lnTo>
                <a:lnTo>
                  <a:pt x="0" y="269"/>
                </a:lnTo>
                <a:lnTo>
                  <a:pt x="0" y="310"/>
                </a:lnTo>
                <a:lnTo>
                  <a:pt x="42" y="310"/>
                </a:lnTo>
                <a:lnTo>
                  <a:pt x="42" y="413"/>
                </a:lnTo>
                <a:lnTo>
                  <a:pt x="0" y="413"/>
                </a:lnTo>
                <a:lnTo>
                  <a:pt x="0" y="454"/>
                </a:lnTo>
                <a:lnTo>
                  <a:pt x="42" y="454"/>
                </a:lnTo>
                <a:lnTo>
                  <a:pt x="42" y="537"/>
                </a:lnTo>
                <a:cubicBezTo>
                  <a:pt x="42" y="542"/>
                  <a:pt x="43" y="548"/>
                  <a:pt x="45" y="553"/>
                </a:cubicBezTo>
                <a:cubicBezTo>
                  <a:pt x="47" y="558"/>
                  <a:pt x="50" y="562"/>
                  <a:pt x="54" y="566"/>
                </a:cubicBezTo>
                <a:cubicBezTo>
                  <a:pt x="58" y="570"/>
                  <a:pt x="62" y="573"/>
                  <a:pt x="67" y="575"/>
                </a:cubicBezTo>
                <a:cubicBezTo>
                  <a:pt x="72" y="577"/>
                  <a:pt x="77" y="578"/>
                  <a:pt x="83" y="578"/>
                </a:cubicBezTo>
                <a:lnTo>
                  <a:pt x="455" y="578"/>
                </a:lnTo>
                <a:cubicBezTo>
                  <a:pt x="461" y="578"/>
                  <a:pt x="466" y="577"/>
                  <a:pt x="471" y="575"/>
                </a:cubicBezTo>
                <a:cubicBezTo>
                  <a:pt x="476" y="573"/>
                  <a:pt x="481" y="570"/>
                  <a:pt x="484" y="566"/>
                </a:cubicBezTo>
                <a:cubicBezTo>
                  <a:pt x="488" y="562"/>
                  <a:pt x="491" y="558"/>
                  <a:pt x="493" y="553"/>
                </a:cubicBezTo>
                <a:cubicBezTo>
                  <a:pt x="495" y="548"/>
                  <a:pt x="496" y="542"/>
                  <a:pt x="496" y="537"/>
                </a:cubicBezTo>
                <a:lnTo>
                  <a:pt x="496" y="41"/>
                </a:lnTo>
                <a:cubicBezTo>
                  <a:pt x="496" y="35"/>
                  <a:pt x="495" y="30"/>
                  <a:pt x="493" y="25"/>
                </a:cubicBezTo>
                <a:cubicBezTo>
                  <a:pt x="491" y="20"/>
                  <a:pt x="488" y="15"/>
                  <a:pt x="484" y="12"/>
                </a:cubicBezTo>
                <a:cubicBezTo>
                  <a:pt x="481" y="8"/>
                  <a:pt x="476" y="5"/>
                  <a:pt x="471" y="3"/>
                </a:cubicBezTo>
                <a:cubicBezTo>
                  <a:pt x="466" y="1"/>
                  <a:pt x="461" y="0"/>
                  <a:pt x="455" y="0"/>
                </a:cubicBezTo>
                <a:moveTo>
                  <a:pt x="455" y="537"/>
                </a:moveTo>
                <a:lnTo>
                  <a:pt x="83" y="537"/>
                </a:lnTo>
                <a:lnTo>
                  <a:pt x="83" y="454"/>
                </a:lnTo>
                <a:lnTo>
                  <a:pt x="124" y="454"/>
                </a:lnTo>
                <a:lnTo>
                  <a:pt x="124" y="413"/>
                </a:lnTo>
                <a:lnTo>
                  <a:pt x="83" y="413"/>
                </a:lnTo>
                <a:lnTo>
                  <a:pt x="83" y="310"/>
                </a:lnTo>
                <a:lnTo>
                  <a:pt x="124" y="310"/>
                </a:lnTo>
                <a:lnTo>
                  <a:pt x="124" y="269"/>
                </a:lnTo>
                <a:lnTo>
                  <a:pt x="83" y="269"/>
                </a:lnTo>
                <a:lnTo>
                  <a:pt x="83" y="166"/>
                </a:lnTo>
                <a:lnTo>
                  <a:pt x="124" y="166"/>
                </a:lnTo>
                <a:lnTo>
                  <a:pt x="124" y="123"/>
                </a:lnTo>
                <a:lnTo>
                  <a:pt x="83" y="123"/>
                </a:lnTo>
                <a:lnTo>
                  <a:pt x="83" y="41"/>
                </a:lnTo>
                <a:lnTo>
                  <a:pt x="455" y="41"/>
                </a:lnTo>
                <a:lnTo>
                  <a:pt x="455" y="537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4494960" y="2173680"/>
            <a:ext cx="59760" cy="119160"/>
          </a:xfrm>
          <a:custGeom>
            <a:avLst/>
            <a:gdLst/>
            <a:ahLst/>
            <a:rect l="0" t="0" r="r" b="b"/>
            <a:pathLst>
              <a:path w="166" h="331">
                <a:moveTo>
                  <a:pt x="0" y="0"/>
                </a:moveTo>
                <a:lnTo>
                  <a:pt x="166" y="0"/>
                </a:lnTo>
                <a:lnTo>
                  <a:pt x="166" y="42"/>
                </a:lnTo>
                <a:lnTo>
                  <a:pt x="0" y="42"/>
                </a:lnTo>
                <a:lnTo>
                  <a:pt x="0" y="0"/>
                </a:lnTo>
                <a:moveTo>
                  <a:pt x="0" y="146"/>
                </a:moveTo>
                <a:lnTo>
                  <a:pt x="166" y="146"/>
                </a:lnTo>
                <a:lnTo>
                  <a:pt x="166" y="187"/>
                </a:lnTo>
                <a:lnTo>
                  <a:pt x="0" y="187"/>
                </a:lnTo>
                <a:lnTo>
                  <a:pt x="0" y="146"/>
                </a:lnTo>
                <a:moveTo>
                  <a:pt x="0" y="290"/>
                </a:moveTo>
                <a:lnTo>
                  <a:pt x="166" y="290"/>
                </a:lnTo>
                <a:lnTo>
                  <a:pt x="166" y="331"/>
                </a:lnTo>
                <a:lnTo>
                  <a:pt x="0" y="331"/>
                </a:lnTo>
                <a:lnTo>
                  <a:pt x="0" y="29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721040" y="1792800"/>
            <a:ext cx="1735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het ontsluiten van aanbod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721040" y="2059560"/>
            <a:ext cx="4261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Onderwijs Catalogus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gedeelde begrippen en informatiemodel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4546800" y="2662920"/>
            <a:ext cx="45000" cy="22680"/>
          </a:xfrm>
          <a:custGeom>
            <a:avLst/>
            <a:gdLst/>
            <a:ahLst/>
            <a:rect l="0" t="0" r="r" b="b"/>
            <a:pathLst>
              <a:path w="125" h="63">
                <a:moveTo>
                  <a:pt x="21" y="0"/>
                </a:moveTo>
                <a:lnTo>
                  <a:pt x="104" y="0"/>
                </a:lnTo>
                <a:cubicBezTo>
                  <a:pt x="110" y="0"/>
                  <a:pt x="115" y="2"/>
                  <a:pt x="119" y="6"/>
                </a:cubicBezTo>
                <a:cubicBezTo>
                  <a:pt x="123" y="10"/>
                  <a:pt x="125" y="16"/>
                  <a:pt x="125" y="21"/>
                </a:cubicBezTo>
                <a:lnTo>
                  <a:pt x="125" y="63"/>
                </a:lnTo>
                <a:lnTo>
                  <a:pt x="0" y="63"/>
                </a:lnTo>
                <a:lnTo>
                  <a:pt x="0" y="21"/>
                </a:lnTo>
                <a:cubicBezTo>
                  <a:pt x="0" y="16"/>
                  <a:pt x="2" y="10"/>
                  <a:pt x="6" y="6"/>
                </a:cubicBezTo>
                <a:cubicBezTo>
                  <a:pt x="10" y="2"/>
                  <a:pt x="15" y="0"/>
                  <a:pt x="21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4554360" y="2625480"/>
            <a:ext cx="29880" cy="30240"/>
          </a:xfrm>
          <a:custGeom>
            <a:avLst/>
            <a:gdLst/>
            <a:ahLst/>
            <a:rect l="0" t="0" r="r" b="b"/>
            <a:pathLst>
              <a:path w="83" h="84">
                <a:moveTo>
                  <a:pt x="83" y="42"/>
                </a:moveTo>
                <a:cubicBezTo>
                  <a:pt x="83" y="48"/>
                  <a:pt x="82" y="53"/>
                  <a:pt x="80" y="59"/>
                </a:cubicBezTo>
                <a:cubicBezTo>
                  <a:pt x="78" y="64"/>
                  <a:pt x="75" y="68"/>
                  <a:pt x="71" y="72"/>
                </a:cubicBezTo>
                <a:cubicBezTo>
                  <a:pt x="67" y="76"/>
                  <a:pt x="63" y="79"/>
                  <a:pt x="58" y="81"/>
                </a:cubicBezTo>
                <a:cubicBezTo>
                  <a:pt x="53" y="83"/>
                  <a:pt x="47" y="84"/>
                  <a:pt x="42" y="84"/>
                </a:cubicBezTo>
                <a:cubicBezTo>
                  <a:pt x="36" y="84"/>
                  <a:pt x="31" y="83"/>
                  <a:pt x="26" y="81"/>
                </a:cubicBezTo>
                <a:cubicBezTo>
                  <a:pt x="21" y="79"/>
                  <a:pt x="16" y="76"/>
                  <a:pt x="12" y="72"/>
                </a:cubicBezTo>
                <a:cubicBezTo>
                  <a:pt x="8" y="68"/>
                  <a:pt x="5" y="64"/>
                  <a:pt x="3" y="59"/>
                </a:cubicBezTo>
                <a:cubicBezTo>
                  <a:pt x="1" y="53"/>
                  <a:pt x="0" y="48"/>
                  <a:pt x="0" y="42"/>
                </a:cubicBezTo>
                <a:cubicBezTo>
                  <a:pt x="0" y="36"/>
                  <a:pt x="1" y="31"/>
                  <a:pt x="3" y="26"/>
                </a:cubicBezTo>
                <a:cubicBezTo>
                  <a:pt x="5" y="21"/>
                  <a:pt x="8" y="16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1" y="2"/>
                  <a:pt x="36" y="0"/>
                  <a:pt x="42" y="0"/>
                </a:cubicBezTo>
                <a:cubicBezTo>
                  <a:pt x="47" y="0"/>
                  <a:pt x="53" y="2"/>
                  <a:pt x="58" y="4"/>
                </a:cubicBezTo>
                <a:cubicBezTo>
                  <a:pt x="63" y="6"/>
                  <a:pt x="67" y="9"/>
                  <a:pt x="71" y="13"/>
                </a:cubicBezTo>
                <a:cubicBezTo>
                  <a:pt x="75" y="16"/>
                  <a:pt x="78" y="21"/>
                  <a:pt x="80" y="26"/>
                </a:cubicBezTo>
                <a:cubicBezTo>
                  <a:pt x="82" y="31"/>
                  <a:pt x="83" y="36"/>
                  <a:pt x="83" y="4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4398120" y="2595960"/>
            <a:ext cx="230760" cy="208440"/>
          </a:xfrm>
          <a:custGeom>
            <a:avLst/>
            <a:gdLst/>
            <a:ahLst/>
            <a:rect l="0" t="0" r="r" b="b"/>
            <a:pathLst>
              <a:path w="641" h="579">
                <a:moveTo>
                  <a:pt x="600" y="331"/>
                </a:moveTo>
                <a:lnTo>
                  <a:pt x="352" y="331"/>
                </a:lnTo>
                <a:cubicBezTo>
                  <a:pt x="347" y="331"/>
                  <a:pt x="341" y="330"/>
                  <a:pt x="336" y="328"/>
                </a:cubicBezTo>
                <a:cubicBezTo>
                  <a:pt x="331" y="326"/>
                  <a:pt x="327" y="323"/>
                  <a:pt x="323" y="319"/>
                </a:cubicBezTo>
                <a:cubicBezTo>
                  <a:pt x="319" y="315"/>
                  <a:pt x="316" y="311"/>
                  <a:pt x="314" y="306"/>
                </a:cubicBezTo>
                <a:cubicBezTo>
                  <a:pt x="312" y="301"/>
                  <a:pt x="311" y="295"/>
                  <a:pt x="311" y="290"/>
                </a:cubicBezTo>
                <a:lnTo>
                  <a:pt x="311" y="42"/>
                </a:lnTo>
                <a:cubicBezTo>
                  <a:pt x="311" y="37"/>
                  <a:pt x="312" y="31"/>
                  <a:pt x="314" y="26"/>
                </a:cubicBezTo>
                <a:cubicBezTo>
                  <a:pt x="316" y="21"/>
                  <a:pt x="319" y="17"/>
                  <a:pt x="323" y="13"/>
                </a:cubicBezTo>
                <a:cubicBezTo>
                  <a:pt x="327" y="9"/>
                  <a:pt x="331" y="6"/>
                  <a:pt x="336" y="4"/>
                </a:cubicBezTo>
                <a:cubicBezTo>
                  <a:pt x="341" y="1"/>
                  <a:pt x="347" y="0"/>
                  <a:pt x="352" y="0"/>
                </a:cubicBezTo>
                <a:lnTo>
                  <a:pt x="600" y="0"/>
                </a:lnTo>
                <a:cubicBezTo>
                  <a:pt x="605" y="0"/>
                  <a:pt x="610" y="1"/>
                  <a:pt x="616" y="4"/>
                </a:cubicBezTo>
                <a:cubicBezTo>
                  <a:pt x="621" y="6"/>
                  <a:pt x="625" y="9"/>
                  <a:pt x="629" y="13"/>
                </a:cubicBezTo>
                <a:cubicBezTo>
                  <a:pt x="633" y="17"/>
                  <a:pt x="636" y="21"/>
                  <a:pt x="638" y="26"/>
                </a:cubicBezTo>
                <a:cubicBezTo>
                  <a:pt x="640" y="31"/>
                  <a:pt x="641" y="37"/>
                  <a:pt x="641" y="42"/>
                </a:cubicBezTo>
                <a:lnTo>
                  <a:pt x="641" y="290"/>
                </a:lnTo>
                <a:cubicBezTo>
                  <a:pt x="641" y="295"/>
                  <a:pt x="640" y="301"/>
                  <a:pt x="638" y="306"/>
                </a:cubicBezTo>
                <a:cubicBezTo>
                  <a:pt x="636" y="311"/>
                  <a:pt x="633" y="315"/>
                  <a:pt x="629" y="319"/>
                </a:cubicBezTo>
                <a:cubicBezTo>
                  <a:pt x="625" y="323"/>
                  <a:pt x="621" y="326"/>
                  <a:pt x="616" y="328"/>
                </a:cubicBezTo>
                <a:cubicBezTo>
                  <a:pt x="610" y="330"/>
                  <a:pt x="605" y="331"/>
                  <a:pt x="600" y="331"/>
                </a:cubicBezTo>
                <a:moveTo>
                  <a:pt x="352" y="42"/>
                </a:moveTo>
                <a:lnTo>
                  <a:pt x="352" y="290"/>
                </a:lnTo>
                <a:lnTo>
                  <a:pt x="600" y="290"/>
                </a:lnTo>
                <a:lnTo>
                  <a:pt x="600" y="42"/>
                </a:lnTo>
                <a:lnTo>
                  <a:pt x="352" y="42"/>
                </a:lnTo>
                <a:moveTo>
                  <a:pt x="290" y="579"/>
                </a:moveTo>
                <a:lnTo>
                  <a:pt x="249" y="579"/>
                </a:lnTo>
                <a:lnTo>
                  <a:pt x="249" y="496"/>
                </a:lnTo>
                <a:cubicBezTo>
                  <a:pt x="249" y="488"/>
                  <a:pt x="248" y="480"/>
                  <a:pt x="245" y="472"/>
                </a:cubicBezTo>
                <a:cubicBezTo>
                  <a:pt x="241" y="465"/>
                  <a:pt x="236" y="458"/>
                  <a:pt x="230" y="452"/>
                </a:cubicBezTo>
                <a:cubicBezTo>
                  <a:pt x="224" y="446"/>
                  <a:pt x="218" y="442"/>
                  <a:pt x="210" y="439"/>
                </a:cubicBezTo>
                <a:cubicBezTo>
                  <a:pt x="202" y="436"/>
                  <a:pt x="194" y="434"/>
                  <a:pt x="186" y="434"/>
                </a:cubicBezTo>
                <a:lnTo>
                  <a:pt x="104" y="434"/>
                </a:lnTo>
                <a:cubicBezTo>
                  <a:pt x="95" y="434"/>
                  <a:pt x="87" y="436"/>
                  <a:pt x="80" y="439"/>
                </a:cubicBezTo>
                <a:cubicBezTo>
                  <a:pt x="72" y="442"/>
                  <a:pt x="65" y="446"/>
                  <a:pt x="59" y="452"/>
                </a:cubicBezTo>
                <a:cubicBezTo>
                  <a:pt x="54" y="458"/>
                  <a:pt x="49" y="465"/>
                  <a:pt x="46" y="472"/>
                </a:cubicBezTo>
                <a:cubicBezTo>
                  <a:pt x="43" y="480"/>
                  <a:pt x="42" y="488"/>
                  <a:pt x="42" y="496"/>
                </a:cubicBezTo>
                <a:lnTo>
                  <a:pt x="42" y="579"/>
                </a:lnTo>
                <a:lnTo>
                  <a:pt x="0" y="579"/>
                </a:lnTo>
                <a:lnTo>
                  <a:pt x="0" y="496"/>
                </a:lnTo>
                <a:cubicBezTo>
                  <a:pt x="0" y="482"/>
                  <a:pt x="3" y="469"/>
                  <a:pt x="8" y="456"/>
                </a:cubicBezTo>
                <a:cubicBezTo>
                  <a:pt x="13" y="444"/>
                  <a:pt x="21" y="433"/>
                  <a:pt x="30" y="423"/>
                </a:cubicBezTo>
                <a:cubicBezTo>
                  <a:pt x="40" y="413"/>
                  <a:pt x="51" y="406"/>
                  <a:pt x="64" y="401"/>
                </a:cubicBezTo>
                <a:cubicBezTo>
                  <a:pt x="77" y="395"/>
                  <a:pt x="90" y="393"/>
                  <a:pt x="104" y="393"/>
                </a:cubicBezTo>
                <a:lnTo>
                  <a:pt x="186" y="393"/>
                </a:lnTo>
                <a:cubicBezTo>
                  <a:pt x="200" y="393"/>
                  <a:pt x="213" y="395"/>
                  <a:pt x="226" y="401"/>
                </a:cubicBezTo>
                <a:cubicBezTo>
                  <a:pt x="238" y="406"/>
                  <a:pt x="251" y="413"/>
                  <a:pt x="260" y="423"/>
                </a:cubicBezTo>
                <a:cubicBezTo>
                  <a:pt x="270" y="433"/>
                  <a:pt x="278" y="444"/>
                  <a:pt x="283" y="456"/>
                </a:cubicBezTo>
                <a:cubicBezTo>
                  <a:pt x="288" y="469"/>
                  <a:pt x="290" y="482"/>
                  <a:pt x="290" y="496"/>
                </a:cubicBezTo>
                <a:lnTo>
                  <a:pt x="290" y="579"/>
                </a:lnTo>
                <a:moveTo>
                  <a:pt x="145" y="187"/>
                </a:moveTo>
                <a:cubicBezTo>
                  <a:pt x="153" y="187"/>
                  <a:pt x="161" y="188"/>
                  <a:pt x="169" y="191"/>
                </a:cubicBezTo>
                <a:cubicBezTo>
                  <a:pt x="176" y="195"/>
                  <a:pt x="183" y="199"/>
                  <a:pt x="189" y="205"/>
                </a:cubicBezTo>
                <a:cubicBezTo>
                  <a:pt x="194" y="211"/>
                  <a:pt x="199" y="217"/>
                  <a:pt x="202" y="225"/>
                </a:cubicBezTo>
                <a:cubicBezTo>
                  <a:pt x="205" y="232"/>
                  <a:pt x="207" y="240"/>
                  <a:pt x="207" y="249"/>
                </a:cubicBezTo>
                <a:cubicBezTo>
                  <a:pt x="207" y="257"/>
                  <a:pt x="205" y="265"/>
                  <a:pt x="202" y="272"/>
                </a:cubicBezTo>
                <a:cubicBezTo>
                  <a:pt x="199" y="280"/>
                  <a:pt x="194" y="287"/>
                  <a:pt x="189" y="292"/>
                </a:cubicBezTo>
                <a:cubicBezTo>
                  <a:pt x="183" y="298"/>
                  <a:pt x="176" y="303"/>
                  <a:pt x="169" y="306"/>
                </a:cubicBezTo>
                <a:cubicBezTo>
                  <a:pt x="161" y="309"/>
                  <a:pt x="153" y="310"/>
                  <a:pt x="145" y="310"/>
                </a:cubicBezTo>
                <a:cubicBezTo>
                  <a:pt x="137" y="310"/>
                  <a:pt x="129" y="309"/>
                  <a:pt x="121" y="306"/>
                </a:cubicBezTo>
                <a:cubicBezTo>
                  <a:pt x="114" y="303"/>
                  <a:pt x="107" y="298"/>
                  <a:pt x="101" y="292"/>
                </a:cubicBezTo>
                <a:cubicBezTo>
                  <a:pt x="95" y="287"/>
                  <a:pt x="91" y="280"/>
                  <a:pt x="88" y="272"/>
                </a:cubicBezTo>
                <a:cubicBezTo>
                  <a:pt x="85" y="265"/>
                  <a:pt x="83" y="257"/>
                  <a:pt x="83" y="249"/>
                </a:cubicBezTo>
                <a:cubicBezTo>
                  <a:pt x="83" y="240"/>
                  <a:pt x="85" y="232"/>
                  <a:pt x="88" y="225"/>
                </a:cubicBezTo>
                <a:cubicBezTo>
                  <a:pt x="91" y="217"/>
                  <a:pt x="95" y="211"/>
                  <a:pt x="101" y="205"/>
                </a:cubicBezTo>
                <a:cubicBezTo>
                  <a:pt x="107" y="199"/>
                  <a:pt x="114" y="195"/>
                  <a:pt x="121" y="191"/>
                </a:cubicBezTo>
                <a:cubicBezTo>
                  <a:pt x="129" y="188"/>
                  <a:pt x="137" y="187"/>
                  <a:pt x="145" y="187"/>
                </a:cubicBezTo>
                <a:moveTo>
                  <a:pt x="145" y="145"/>
                </a:moveTo>
                <a:cubicBezTo>
                  <a:pt x="131" y="145"/>
                  <a:pt x="118" y="148"/>
                  <a:pt x="105" y="153"/>
                </a:cubicBezTo>
                <a:cubicBezTo>
                  <a:pt x="93" y="158"/>
                  <a:pt x="82" y="166"/>
                  <a:pt x="72" y="176"/>
                </a:cubicBezTo>
                <a:cubicBezTo>
                  <a:pt x="62" y="185"/>
                  <a:pt x="55" y="196"/>
                  <a:pt x="50" y="209"/>
                </a:cubicBezTo>
                <a:cubicBezTo>
                  <a:pt x="44" y="222"/>
                  <a:pt x="42" y="235"/>
                  <a:pt x="42" y="249"/>
                </a:cubicBezTo>
                <a:cubicBezTo>
                  <a:pt x="42" y="262"/>
                  <a:pt x="44" y="275"/>
                  <a:pt x="50" y="288"/>
                </a:cubicBezTo>
                <a:cubicBezTo>
                  <a:pt x="55" y="301"/>
                  <a:pt x="62" y="312"/>
                  <a:pt x="72" y="321"/>
                </a:cubicBezTo>
                <a:cubicBezTo>
                  <a:pt x="82" y="331"/>
                  <a:pt x="93" y="339"/>
                  <a:pt x="105" y="344"/>
                </a:cubicBezTo>
                <a:cubicBezTo>
                  <a:pt x="118" y="349"/>
                  <a:pt x="131" y="352"/>
                  <a:pt x="145" y="352"/>
                </a:cubicBezTo>
                <a:cubicBezTo>
                  <a:pt x="159" y="352"/>
                  <a:pt x="172" y="349"/>
                  <a:pt x="184" y="344"/>
                </a:cubicBezTo>
                <a:cubicBezTo>
                  <a:pt x="197" y="339"/>
                  <a:pt x="208" y="331"/>
                  <a:pt x="218" y="321"/>
                </a:cubicBezTo>
                <a:cubicBezTo>
                  <a:pt x="227" y="312"/>
                  <a:pt x="235" y="301"/>
                  <a:pt x="240" y="288"/>
                </a:cubicBezTo>
                <a:cubicBezTo>
                  <a:pt x="246" y="275"/>
                  <a:pt x="249" y="262"/>
                  <a:pt x="249" y="249"/>
                </a:cubicBezTo>
                <a:cubicBezTo>
                  <a:pt x="249" y="235"/>
                  <a:pt x="246" y="222"/>
                  <a:pt x="240" y="209"/>
                </a:cubicBezTo>
                <a:cubicBezTo>
                  <a:pt x="235" y="196"/>
                  <a:pt x="227" y="185"/>
                  <a:pt x="218" y="176"/>
                </a:cubicBezTo>
                <a:cubicBezTo>
                  <a:pt x="208" y="166"/>
                  <a:pt x="197" y="158"/>
                  <a:pt x="184" y="153"/>
                </a:cubicBezTo>
                <a:cubicBezTo>
                  <a:pt x="172" y="148"/>
                  <a:pt x="159" y="145"/>
                  <a:pt x="145" y="145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721040" y="2259720"/>
            <a:ext cx="1125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met eduXchange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4721040" y="2526480"/>
            <a:ext cx="4471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EduID en identity provisioning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wie is leidend voor de student in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4410720" y="3058200"/>
            <a:ext cx="198360" cy="198360"/>
          </a:xfrm>
          <a:custGeom>
            <a:avLst/>
            <a:gdLst/>
            <a:ahLst/>
            <a:rect l="0" t="0" r="r" b="b"/>
            <a:pathLst>
              <a:path w="551" h="551">
                <a:moveTo>
                  <a:pt x="551" y="441"/>
                </a:moveTo>
                <a:lnTo>
                  <a:pt x="551" y="551"/>
                </a:lnTo>
                <a:lnTo>
                  <a:pt x="441" y="551"/>
                </a:lnTo>
                <a:lnTo>
                  <a:pt x="441" y="468"/>
                </a:lnTo>
                <a:lnTo>
                  <a:pt x="358" y="468"/>
                </a:lnTo>
                <a:lnTo>
                  <a:pt x="358" y="386"/>
                </a:lnTo>
                <a:lnTo>
                  <a:pt x="276" y="386"/>
                </a:lnTo>
                <a:lnTo>
                  <a:pt x="214" y="324"/>
                </a:lnTo>
                <a:cubicBezTo>
                  <a:pt x="199" y="328"/>
                  <a:pt x="183" y="331"/>
                  <a:pt x="166" y="331"/>
                </a:cubicBezTo>
                <a:cubicBezTo>
                  <a:pt x="155" y="331"/>
                  <a:pt x="144" y="330"/>
                  <a:pt x="134" y="328"/>
                </a:cubicBezTo>
                <a:cubicBezTo>
                  <a:pt x="122" y="326"/>
                  <a:pt x="112" y="322"/>
                  <a:pt x="102" y="318"/>
                </a:cubicBezTo>
                <a:cubicBezTo>
                  <a:pt x="92" y="314"/>
                  <a:pt x="82" y="309"/>
                  <a:pt x="73" y="303"/>
                </a:cubicBezTo>
                <a:cubicBezTo>
                  <a:pt x="64" y="297"/>
                  <a:pt x="56" y="290"/>
                  <a:pt x="48" y="282"/>
                </a:cubicBezTo>
                <a:cubicBezTo>
                  <a:pt x="40" y="275"/>
                  <a:pt x="34" y="266"/>
                  <a:pt x="28" y="257"/>
                </a:cubicBezTo>
                <a:cubicBezTo>
                  <a:pt x="22" y="248"/>
                  <a:pt x="17" y="239"/>
                  <a:pt x="12" y="229"/>
                </a:cubicBezTo>
                <a:cubicBezTo>
                  <a:pt x="8" y="219"/>
                  <a:pt x="5" y="209"/>
                  <a:pt x="3" y="198"/>
                </a:cubicBezTo>
                <a:cubicBezTo>
                  <a:pt x="1" y="187"/>
                  <a:pt x="0" y="177"/>
                  <a:pt x="0" y="166"/>
                </a:cubicBezTo>
                <a:cubicBezTo>
                  <a:pt x="0" y="155"/>
                  <a:pt x="1" y="144"/>
                  <a:pt x="3" y="134"/>
                </a:cubicBezTo>
                <a:cubicBezTo>
                  <a:pt x="5" y="123"/>
                  <a:pt x="8" y="113"/>
                  <a:pt x="12" y="103"/>
                </a:cubicBezTo>
                <a:cubicBezTo>
                  <a:pt x="17" y="93"/>
                  <a:pt x="22" y="83"/>
                  <a:pt x="28" y="74"/>
                </a:cubicBezTo>
                <a:cubicBezTo>
                  <a:pt x="34" y="65"/>
                  <a:pt x="40" y="57"/>
                  <a:pt x="48" y="49"/>
                </a:cubicBezTo>
                <a:cubicBezTo>
                  <a:pt x="56" y="41"/>
                  <a:pt x="64" y="35"/>
                  <a:pt x="73" y="28"/>
                </a:cubicBezTo>
                <a:cubicBezTo>
                  <a:pt x="82" y="22"/>
                  <a:pt x="92" y="16"/>
                  <a:pt x="102" y="12"/>
                </a:cubicBezTo>
                <a:cubicBezTo>
                  <a:pt x="112" y="8"/>
                  <a:pt x="122" y="5"/>
                  <a:pt x="134" y="3"/>
                </a:cubicBezTo>
                <a:cubicBezTo>
                  <a:pt x="144" y="1"/>
                  <a:pt x="155" y="0"/>
                  <a:pt x="166" y="0"/>
                </a:cubicBezTo>
                <a:cubicBezTo>
                  <a:pt x="177" y="0"/>
                  <a:pt x="187" y="1"/>
                  <a:pt x="198" y="3"/>
                </a:cubicBezTo>
                <a:cubicBezTo>
                  <a:pt x="209" y="5"/>
                  <a:pt x="219" y="8"/>
                  <a:pt x="229" y="12"/>
                </a:cubicBezTo>
                <a:cubicBezTo>
                  <a:pt x="239" y="16"/>
                  <a:pt x="249" y="22"/>
                  <a:pt x="258" y="28"/>
                </a:cubicBezTo>
                <a:cubicBezTo>
                  <a:pt x="267" y="35"/>
                  <a:pt x="275" y="41"/>
                  <a:pt x="283" y="49"/>
                </a:cubicBezTo>
                <a:cubicBezTo>
                  <a:pt x="290" y="57"/>
                  <a:pt x="297" y="65"/>
                  <a:pt x="303" y="74"/>
                </a:cubicBezTo>
                <a:cubicBezTo>
                  <a:pt x="309" y="83"/>
                  <a:pt x="314" y="93"/>
                  <a:pt x="318" y="103"/>
                </a:cubicBezTo>
                <a:cubicBezTo>
                  <a:pt x="323" y="113"/>
                  <a:pt x="326" y="123"/>
                  <a:pt x="328" y="134"/>
                </a:cubicBezTo>
                <a:cubicBezTo>
                  <a:pt x="330" y="144"/>
                  <a:pt x="331" y="155"/>
                  <a:pt x="331" y="166"/>
                </a:cubicBezTo>
                <a:cubicBezTo>
                  <a:pt x="331" y="183"/>
                  <a:pt x="328" y="199"/>
                  <a:pt x="324" y="214"/>
                </a:cubicBezTo>
                <a:lnTo>
                  <a:pt x="551" y="441"/>
                </a:lnTo>
                <a:moveTo>
                  <a:pt x="138" y="83"/>
                </a:moveTo>
                <a:cubicBezTo>
                  <a:pt x="131" y="83"/>
                  <a:pt x="124" y="85"/>
                  <a:pt x="116" y="87"/>
                </a:cubicBezTo>
                <a:cubicBezTo>
                  <a:pt x="110" y="90"/>
                  <a:pt x="104" y="94"/>
                  <a:pt x="98" y="99"/>
                </a:cubicBezTo>
                <a:cubicBezTo>
                  <a:pt x="93" y="105"/>
                  <a:pt x="89" y="110"/>
                  <a:pt x="87" y="117"/>
                </a:cubicBezTo>
                <a:cubicBezTo>
                  <a:pt x="84" y="124"/>
                  <a:pt x="82" y="131"/>
                  <a:pt x="82" y="138"/>
                </a:cubicBezTo>
                <a:cubicBezTo>
                  <a:pt x="82" y="146"/>
                  <a:pt x="84" y="153"/>
                  <a:pt x="87" y="159"/>
                </a:cubicBezTo>
                <a:cubicBezTo>
                  <a:pt x="89" y="166"/>
                  <a:pt x="93" y="172"/>
                  <a:pt x="98" y="177"/>
                </a:cubicBezTo>
                <a:cubicBezTo>
                  <a:pt x="104" y="182"/>
                  <a:pt x="110" y="186"/>
                  <a:pt x="116" y="189"/>
                </a:cubicBezTo>
                <a:cubicBezTo>
                  <a:pt x="124" y="192"/>
                  <a:pt x="131" y="193"/>
                  <a:pt x="138" y="193"/>
                </a:cubicBezTo>
                <a:cubicBezTo>
                  <a:pt x="146" y="193"/>
                  <a:pt x="153" y="192"/>
                  <a:pt x="159" y="189"/>
                </a:cubicBezTo>
                <a:cubicBezTo>
                  <a:pt x="166" y="186"/>
                  <a:pt x="172" y="182"/>
                  <a:pt x="177" y="177"/>
                </a:cubicBezTo>
                <a:cubicBezTo>
                  <a:pt x="182" y="172"/>
                  <a:pt x="186" y="166"/>
                  <a:pt x="189" y="159"/>
                </a:cubicBezTo>
                <a:cubicBezTo>
                  <a:pt x="192" y="153"/>
                  <a:pt x="193" y="146"/>
                  <a:pt x="193" y="138"/>
                </a:cubicBezTo>
                <a:cubicBezTo>
                  <a:pt x="193" y="131"/>
                  <a:pt x="192" y="124"/>
                  <a:pt x="189" y="117"/>
                </a:cubicBezTo>
                <a:cubicBezTo>
                  <a:pt x="186" y="110"/>
                  <a:pt x="182" y="105"/>
                  <a:pt x="177" y="99"/>
                </a:cubicBezTo>
                <a:cubicBezTo>
                  <a:pt x="172" y="94"/>
                  <a:pt x="166" y="90"/>
                  <a:pt x="159" y="87"/>
                </a:cubicBezTo>
                <a:cubicBezTo>
                  <a:pt x="153" y="85"/>
                  <a:pt x="146" y="83"/>
                  <a:pt x="138" y="83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4721040" y="2716920"/>
            <a:ext cx="5799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keten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4721040" y="2983680"/>
            <a:ext cx="4417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Leeruitkomsten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met de LUK-werkgroep de sleutel over de pijlers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405680" y="3519720"/>
            <a:ext cx="208440" cy="223200"/>
          </a:xfrm>
          <a:custGeom>
            <a:avLst/>
            <a:gdLst/>
            <a:ahLst/>
            <a:rect l="0" t="0" r="r" b="b"/>
            <a:pathLst>
              <a:path w="579" h="620">
                <a:moveTo>
                  <a:pt x="569" y="418"/>
                </a:moveTo>
                <a:lnTo>
                  <a:pt x="526" y="341"/>
                </a:lnTo>
                <a:lnTo>
                  <a:pt x="490" y="361"/>
                </a:lnTo>
                <a:lnTo>
                  <a:pt x="533" y="439"/>
                </a:lnTo>
                <a:cubicBezTo>
                  <a:pt x="540" y="452"/>
                  <a:pt x="540" y="465"/>
                  <a:pt x="532" y="478"/>
                </a:cubicBezTo>
                <a:cubicBezTo>
                  <a:pt x="525" y="489"/>
                  <a:pt x="513" y="497"/>
                  <a:pt x="499" y="497"/>
                </a:cubicBezTo>
                <a:lnTo>
                  <a:pt x="348" y="497"/>
                </a:lnTo>
                <a:lnTo>
                  <a:pt x="402" y="443"/>
                </a:lnTo>
                <a:lnTo>
                  <a:pt x="372" y="413"/>
                </a:lnTo>
                <a:lnTo>
                  <a:pt x="269" y="517"/>
                </a:lnTo>
                <a:lnTo>
                  <a:pt x="372" y="620"/>
                </a:lnTo>
                <a:lnTo>
                  <a:pt x="402" y="591"/>
                </a:lnTo>
                <a:lnTo>
                  <a:pt x="348" y="538"/>
                </a:lnTo>
                <a:lnTo>
                  <a:pt x="499" y="538"/>
                </a:lnTo>
                <a:cubicBezTo>
                  <a:pt x="513" y="538"/>
                  <a:pt x="526" y="534"/>
                  <a:pt x="539" y="527"/>
                </a:cubicBezTo>
                <a:cubicBezTo>
                  <a:pt x="551" y="520"/>
                  <a:pt x="560" y="511"/>
                  <a:pt x="568" y="499"/>
                </a:cubicBezTo>
                <a:cubicBezTo>
                  <a:pt x="575" y="486"/>
                  <a:pt x="579" y="473"/>
                  <a:pt x="579" y="459"/>
                </a:cubicBezTo>
                <a:cubicBezTo>
                  <a:pt x="579" y="445"/>
                  <a:pt x="576" y="432"/>
                  <a:pt x="569" y="418"/>
                </a:cubicBezTo>
                <a:moveTo>
                  <a:pt x="80" y="497"/>
                </a:moveTo>
                <a:cubicBezTo>
                  <a:pt x="65" y="497"/>
                  <a:pt x="54" y="490"/>
                  <a:pt x="47" y="478"/>
                </a:cubicBezTo>
                <a:cubicBezTo>
                  <a:pt x="39" y="465"/>
                  <a:pt x="39" y="452"/>
                  <a:pt x="46" y="439"/>
                </a:cubicBezTo>
                <a:lnTo>
                  <a:pt x="131" y="286"/>
                </a:lnTo>
                <a:lnTo>
                  <a:pt x="153" y="358"/>
                </a:lnTo>
                <a:lnTo>
                  <a:pt x="193" y="347"/>
                </a:lnTo>
                <a:lnTo>
                  <a:pt x="151" y="207"/>
                </a:lnTo>
                <a:lnTo>
                  <a:pt x="11" y="248"/>
                </a:lnTo>
                <a:lnTo>
                  <a:pt x="23" y="288"/>
                </a:lnTo>
                <a:lnTo>
                  <a:pt x="95" y="266"/>
                </a:lnTo>
                <a:lnTo>
                  <a:pt x="10" y="418"/>
                </a:lnTo>
                <a:cubicBezTo>
                  <a:pt x="3" y="432"/>
                  <a:pt x="0" y="445"/>
                  <a:pt x="0" y="459"/>
                </a:cubicBezTo>
                <a:cubicBezTo>
                  <a:pt x="0" y="473"/>
                  <a:pt x="4" y="486"/>
                  <a:pt x="11" y="499"/>
                </a:cubicBezTo>
                <a:cubicBezTo>
                  <a:pt x="18" y="511"/>
                  <a:pt x="28" y="520"/>
                  <a:pt x="40" y="527"/>
                </a:cubicBezTo>
                <a:cubicBezTo>
                  <a:pt x="53" y="534"/>
                  <a:pt x="66" y="538"/>
                  <a:pt x="80" y="538"/>
                </a:cubicBezTo>
                <a:lnTo>
                  <a:pt x="207" y="538"/>
                </a:lnTo>
                <a:lnTo>
                  <a:pt x="207" y="497"/>
                </a:lnTo>
                <a:lnTo>
                  <a:pt x="80" y="497"/>
                </a:lnTo>
                <a:moveTo>
                  <a:pt x="486" y="158"/>
                </a:moveTo>
                <a:lnTo>
                  <a:pt x="464" y="231"/>
                </a:lnTo>
                <a:lnTo>
                  <a:pt x="359" y="41"/>
                </a:lnTo>
                <a:cubicBezTo>
                  <a:pt x="345" y="16"/>
                  <a:pt x="319" y="0"/>
                  <a:pt x="290" y="0"/>
                </a:cubicBezTo>
                <a:cubicBezTo>
                  <a:pt x="261" y="0"/>
                  <a:pt x="235" y="16"/>
                  <a:pt x="221" y="41"/>
                </a:cubicBezTo>
                <a:lnTo>
                  <a:pt x="156" y="155"/>
                </a:lnTo>
                <a:lnTo>
                  <a:pt x="193" y="175"/>
                </a:lnTo>
                <a:lnTo>
                  <a:pt x="257" y="61"/>
                </a:lnTo>
                <a:cubicBezTo>
                  <a:pt x="264" y="49"/>
                  <a:pt x="276" y="42"/>
                  <a:pt x="290" y="42"/>
                </a:cubicBezTo>
                <a:cubicBezTo>
                  <a:pt x="304" y="42"/>
                  <a:pt x="316" y="49"/>
                  <a:pt x="323" y="61"/>
                </a:cubicBezTo>
                <a:lnTo>
                  <a:pt x="428" y="250"/>
                </a:lnTo>
                <a:lnTo>
                  <a:pt x="356" y="229"/>
                </a:lnTo>
                <a:lnTo>
                  <a:pt x="344" y="268"/>
                </a:lnTo>
                <a:lnTo>
                  <a:pt x="484" y="310"/>
                </a:lnTo>
                <a:lnTo>
                  <a:pt x="526" y="170"/>
                </a:lnTo>
                <a:lnTo>
                  <a:pt x="486" y="15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4721040" y="3183480"/>
            <a:ext cx="1089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heen vaststellen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4721040" y="3450240"/>
            <a:ext cx="3903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Ritme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: OKx aan tafel op de raakvlakken, de anderen bij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4038480"/>
            <a:ext cx="8420760" cy="667080"/>
          </a:xfrm>
          <a:custGeom>
            <a:avLst/>
            <a:gdLst/>
            <a:ahLst/>
            <a:rect l="0" t="0" r="r" b="b"/>
            <a:pathLst>
              <a:path w="23391" h="1853">
                <a:moveTo>
                  <a:pt x="0" y="0"/>
                </a:moveTo>
                <a:lnTo>
                  <a:pt x="23391" y="0"/>
                </a:lnTo>
                <a:lnTo>
                  <a:pt x="23391" y="1853"/>
                </a:lnTo>
                <a:lnTo>
                  <a:pt x="0" y="18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456840" y="403848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456840" y="469548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8867520" y="4038480"/>
            <a:ext cx="10080" cy="667080"/>
          </a:xfrm>
          <a:custGeom>
            <a:avLst/>
            <a:gdLst/>
            <a:ahLst/>
            <a:rect l="0" t="0" r="r" b="b"/>
            <a:pathLst>
              <a:path w="28" h="1853">
                <a:moveTo>
                  <a:pt x="0" y="106"/>
                </a:moveTo>
                <a:lnTo>
                  <a:pt x="0" y="1853"/>
                </a:lnTo>
                <a:lnTo>
                  <a:pt x="28" y="18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4038480"/>
            <a:ext cx="10080" cy="667080"/>
          </a:xfrm>
          <a:custGeom>
            <a:avLst/>
            <a:gdLst/>
            <a:ahLst/>
            <a:rect l="0" t="0" r="r" b="b"/>
            <a:pathLst>
              <a:path w="28" h="1853">
                <a:moveTo>
                  <a:pt x="0" y="0"/>
                </a:moveTo>
                <a:lnTo>
                  <a:pt x="0" y="1853"/>
                </a:lnTo>
                <a:lnTo>
                  <a:pt x="28" y="18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680760" y="4237560"/>
            <a:ext cx="96120" cy="72000"/>
          </a:xfrm>
          <a:custGeom>
            <a:avLst/>
            <a:gdLst/>
            <a:ahLst/>
            <a:rect l="0" t="0" r="r" b="b"/>
            <a:pathLst>
              <a:path w="267" h="200">
                <a:moveTo>
                  <a:pt x="95" y="200"/>
                </a:moveTo>
                <a:lnTo>
                  <a:pt x="0" y="104"/>
                </a:lnTo>
                <a:lnTo>
                  <a:pt x="27" y="77"/>
                </a:lnTo>
                <a:lnTo>
                  <a:pt x="95" y="146"/>
                </a:lnTo>
                <a:lnTo>
                  <a:pt x="240" y="0"/>
                </a:lnTo>
                <a:lnTo>
                  <a:pt x="267" y="28"/>
                </a:lnTo>
                <a:lnTo>
                  <a:pt x="95" y="20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632520" y="4176000"/>
            <a:ext cx="192600" cy="192240"/>
          </a:xfrm>
          <a:custGeom>
            <a:avLst/>
            <a:gdLst/>
            <a:ahLst/>
            <a:rect l="0" t="0" r="r" b="b"/>
            <a:pathLst>
              <a:path w="535" h="534">
                <a:moveTo>
                  <a:pt x="268" y="0"/>
                </a:moveTo>
                <a:cubicBezTo>
                  <a:pt x="250" y="0"/>
                  <a:pt x="233" y="2"/>
                  <a:pt x="216" y="5"/>
                </a:cubicBezTo>
                <a:cubicBezTo>
                  <a:pt x="199" y="8"/>
                  <a:pt x="182" y="13"/>
                  <a:pt x="166" y="20"/>
                </a:cubicBezTo>
                <a:cubicBezTo>
                  <a:pt x="150" y="27"/>
                  <a:pt x="134" y="35"/>
                  <a:pt x="120" y="45"/>
                </a:cubicBezTo>
                <a:cubicBezTo>
                  <a:pt x="104" y="55"/>
                  <a:pt x="91" y="66"/>
                  <a:pt x="78" y="78"/>
                </a:cubicBezTo>
                <a:cubicBezTo>
                  <a:pt x="66" y="90"/>
                  <a:pt x="55" y="104"/>
                  <a:pt x="45" y="118"/>
                </a:cubicBezTo>
                <a:cubicBezTo>
                  <a:pt x="36" y="133"/>
                  <a:pt x="27" y="148"/>
                  <a:pt x="21" y="164"/>
                </a:cubicBezTo>
                <a:cubicBezTo>
                  <a:pt x="14" y="181"/>
                  <a:pt x="9" y="197"/>
                  <a:pt x="5" y="214"/>
                </a:cubicBezTo>
                <a:cubicBezTo>
                  <a:pt x="2" y="232"/>
                  <a:pt x="0" y="249"/>
                  <a:pt x="0" y="266"/>
                </a:cubicBezTo>
                <a:cubicBezTo>
                  <a:pt x="0" y="284"/>
                  <a:pt x="2" y="301"/>
                  <a:pt x="5" y="318"/>
                </a:cubicBezTo>
                <a:cubicBezTo>
                  <a:pt x="9" y="336"/>
                  <a:pt x="14" y="352"/>
                  <a:pt x="21" y="368"/>
                </a:cubicBezTo>
                <a:cubicBezTo>
                  <a:pt x="27" y="385"/>
                  <a:pt x="36" y="401"/>
                  <a:pt x="45" y="416"/>
                </a:cubicBezTo>
                <a:cubicBezTo>
                  <a:pt x="55" y="430"/>
                  <a:pt x="66" y="444"/>
                  <a:pt x="78" y="456"/>
                </a:cubicBezTo>
                <a:cubicBezTo>
                  <a:pt x="91" y="468"/>
                  <a:pt x="104" y="479"/>
                  <a:pt x="120" y="489"/>
                </a:cubicBezTo>
                <a:cubicBezTo>
                  <a:pt x="134" y="499"/>
                  <a:pt x="150" y="507"/>
                  <a:pt x="166" y="514"/>
                </a:cubicBezTo>
                <a:cubicBezTo>
                  <a:pt x="182" y="520"/>
                  <a:pt x="199" y="526"/>
                  <a:pt x="216" y="529"/>
                </a:cubicBezTo>
                <a:cubicBezTo>
                  <a:pt x="233" y="532"/>
                  <a:pt x="250" y="534"/>
                  <a:pt x="268" y="534"/>
                </a:cubicBezTo>
                <a:cubicBezTo>
                  <a:pt x="285" y="534"/>
                  <a:pt x="303" y="532"/>
                  <a:pt x="320" y="529"/>
                </a:cubicBezTo>
                <a:cubicBezTo>
                  <a:pt x="337" y="526"/>
                  <a:pt x="354" y="520"/>
                  <a:pt x="370" y="514"/>
                </a:cubicBezTo>
                <a:cubicBezTo>
                  <a:pt x="386" y="507"/>
                  <a:pt x="402" y="499"/>
                  <a:pt x="416" y="489"/>
                </a:cubicBezTo>
                <a:cubicBezTo>
                  <a:pt x="431" y="479"/>
                  <a:pt x="444" y="468"/>
                  <a:pt x="456" y="456"/>
                </a:cubicBezTo>
                <a:cubicBezTo>
                  <a:pt x="469" y="444"/>
                  <a:pt x="480" y="430"/>
                  <a:pt x="490" y="416"/>
                </a:cubicBezTo>
                <a:cubicBezTo>
                  <a:pt x="499" y="401"/>
                  <a:pt x="508" y="385"/>
                  <a:pt x="514" y="368"/>
                </a:cubicBezTo>
                <a:cubicBezTo>
                  <a:pt x="521" y="352"/>
                  <a:pt x="526" y="336"/>
                  <a:pt x="529" y="318"/>
                </a:cubicBezTo>
                <a:cubicBezTo>
                  <a:pt x="533" y="301"/>
                  <a:pt x="535" y="284"/>
                  <a:pt x="535" y="266"/>
                </a:cubicBezTo>
                <a:cubicBezTo>
                  <a:pt x="535" y="249"/>
                  <a:pt x="533" y="232"/>
                  <a:pt x="529" y="214"/>
                </a:cubicBezTo>
                <a:cubicBezTo>
                  <a:pt x="526" y="197"/>
                  <a:pt x="521" y="181"/>
                  <a:pt x="514" y="164"/>
                </a:cubicBezTo>
                <a:cubicBezTo>
                  <a:pt x="508" y="148"/>
                  <a:pt x="499" y="133"/>
                  <a:pt x="490" y="118"/>
                </a:cubicBezTo>
                <a:cubicBezTo>
                  <a:pt x="480" y="104"/>
                  <a:pt x="469" y="90"/>
                  <a:pt x="456" y="78"/>
                </a:cubicBezTo>
                <a:cubicBezTo>
                  <a:pt x="444" y="66"/>
                  <a:pt x="431" y="55"/>
                  <a:pt x="416" y="45"/>
                </a:cubicBezTo>
                <a:cubicBezTo>
                  <a:pt x="402" y="35"/>
                  <a:pt x="386" y="27"/>
                  <a:pt x="370" y="20"/>
                </a:cubicBezTo>
                <a:cubicBezTo>
                  <a:pt x="354" y="13"/>
                  <a:pt x="337" y="8"/>
                  <a:pt x="320" y="5"/>
                </a:cubicBezTo>
                <a:cubicBezTo>
                  <a:pt x="303" y="2"/>
                  <a:pt x="285" y="0"/>
                  <a:pt x="268" y="0"/>
                </a:cubicBezTo>
                <a:moveTo>
                  <a:pt x="268" y="496"/>
                </a:moveTo>
                <a:cubicBezTo>
                  <a:pt x="253" y="496"/>
                  <a:pt x="238" y="495"/>
                  <a:pt x="223" y="492"/>
                </a:cubicBezTo>
                <a:cubicBezTo>
                  <a:pt x="209" y="489"/>
                  <a:pt x="194" y="484"/>
                  <a:pt x="181" y="479"/>
                </a:cubicBezTo>
                <a:cubicBezTo>
                  <a:pt x="167" y="473"/>
                  <a:pt x="153" y="466"/>
                  <a:pt x="141" y="457"/>
                </a:cubicBezTo>
                <a:cubicBezTo>
                  <a:pt x="129" y="449"/>
                  <a:pt x="117" y="440"/>
                  <a:pt x="105" y="429"/>
                </a:cubicBezTo>
                <a:cubicBezTo>
                  <a:pt x="95" y="418"/>
                  <a:pt x="85" y="407"/>
                  <a:pt x="77" y="394"/>
                </a:cubicBezTo>
                <a:cubicBezTo>
                  <a:pt x="69" y="381"/>
                  <a:pt x="62" y="368"/>
                  <a:pt x="56" y="354"/>
                </a:cubicBezTo>
                <a:cubicBezTo>
                  <a:pt x="50" y="340"/>
                  <a:pt x="46" y="326"/>
                  <a:pt x="43" y="311"/>
                </a:cubicBezTo>
                <a:cubicBezTo>
                  <a:pt x="40" y="296"/>
                  <a:pt x="38" y="281"/>
                  <a:pt x="38" y="266"/>
                </a:cubicBezTo>
                <a:cubicBezTo>
                  <a:pt x="38" y="251"/>
                  <a:pt x="40" y="237"/>
                  <a:pt x="43" y="222"/>
                </a:cubicBezTo>
                <a:cubicBezTo>
                  <a:pt x="46" y="207"/>
                  <a:pt x="50" y="193"/>
                  <a:pt x="56" y="179"/>
                </a:cubicBezTo>
                <a:cubicBezTo>
                  <a:pt x="62" y="165"/>
                  <a:pt x="69" y="152"/>
                  <a:pt x="77" y="140"/>
                </a:cubicBezTo>
                <a:cubicBezTo>
                  <a:pt x="85" y="127"/>
                  <a:pt x="95" y="116"/>
                  <a:pt x="105" y="105"/>
                </a:cubicBezTo>
                <a:cubicBezTo>
                  <a:pt x="117" y="94"/>
                  <a:pt x="129" y="85"/>
                  <a:pt x="141" y="76"/>
                </a:cubicBezTo>
                <a:cubicBezTo>
                  <a:pt x="153" y="68"/>
                  <a:pt x="167" y="61"/>
                  <a:pt x="181" y="55"/>
                </a:cubicBezTo>
                <a:cubicBezTo>
                  <a:pt x="194" y="50"/>
                  <a:pt x="209" y="45"/>
                  <a:pt x="223" y="42"/>
                </a:cubicBezTo>
                <a:cubicBezTo>
                  <a:pt x="238" y="39"/>
                  <a:pt x="253" y="38"/>
                  <a:pt x="268" y="38"/>
                </a:cubicBezTo>
                <a:cubicBezTo>
                  <a:pt x="283" y="38"/>
                  <a:pt x="298" y="39"/>
                  <a:pt x="313" y="42"/>
                </a:cubicBezTo>
                <a:cubicBezTo>
                  <a:pt x="327" y="45"/>
                  <a:pt x="342" y="50"/>
                  <a:pt x="355" y="55"/>
                </a:cubicBezTo>
                <a:cubicBezTo>
                  <a:pt x="369" y="61"/>
                  <a:pt x="382" y="68"/>
                  <a:pt x="395" y="76"/>
                </a:cubicBezTo>
                <a:cubicBezTo>
                  <a:pt x="407" y="85"/>
                  <a:pt x="419" y="94"/>
                  <a:pt x="430" y="105"/>
                </a:cubicBezTo>
                <a:cubicBezTo>
                  <a:pt x="440" y="116"/>
                  <a:pt x="450" y="127"/>
                  <a:pt x="458" y="140"/>
                </a:cubicBezTo>
                <a:cubicBezTo>
                  <a:pt x="466" y="152"/>
                  <a:pt x="473" y="165"/>
                  <a:pt x="479" y="179"/>
                </a:cubicBezTo>
                <a:cubicBezTo>
                  <a:pt x="485" y="193"/>
                  <a:pt x="489" y="207"/>
                  <a:pt x="492" y="222"/>
                </a:cubicBezTo>
                <a:cubicBezTo>
                  <a:pt x="495" y="237"/>
                  <a:pt x="496" y="251"/>
                  <a:pt x="496" y="266"/>
                </a:cubicBezTo>
                <a:cubicBezTo>
                  <a:pt x="496" y="281"/>
                  <a:pt x="495" y="296"/>
                  <a:pt x="492" y="311"/>
                </a:cubicBezTo>
                <a:cubicBezTo>
                  <a:pt x="489" y="326"/>
                  <a:pt x="485" y="340"/>
                  <a:pt x="479" y="354"/>
                </a:cubicBezTo>
                <a:cubicBezTo>
                  <a:pt x="473" y="368"/>
                  <a:pt x="466" y="381"/>
                  <a:pt x="458" y="394"/>
                </a:cubicBezTo>
                <a:cubicBezTo>
                  <a:pt x="450" y="407"/>
                  <a:pt x="440" y="418"/>
                  <a:pt x="430" y="429"/>
                </a:cubicBezTo>
                <a:cubicBezTo>
                  <a:pt x="419" y="440"/>
                  <a:pt x="407" y="449"/>
                  <a:pt x="395" y="457"/>
                </a:cubicBezTo>
                <a:cubicBezTo>
                  <a:pt x="382" y="466"/>
                  <a:pt x="369" y="473"/>
                  <a:pt x="355" y="479"/>
                </a:cubicBezTo>
                <a:cubicBezTo>
                  <a:pt x="342" y="484"/>
                  <a:pt x="327" y="489"/>
                  <a:pt x="313" y="492"/>
                </a:cubicBezTo>
                <a:cubicBezTo>
                  <a:pt x="298" y="495"/>
                  <a:pt x="283" y="496"/>
                  <a:pt x="268" y="496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4721040" y="3640680"/>
            <a:ext cx="1283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838440" y="4224240"/>
            <a:ext cx="8617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Twee knopen die wij vandaag kunnen doorhakken: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kiezen tot en met de leeractiviteit, en leeruitkomsten als ordenend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619200" y="4435200"/>
            <a:ext cx="4051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principe. Deelt de tafel die, dan bouwen wij daarop verder.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