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jpeg" ContentType="image/jpeg"/>
  <Override PartName="/ppt/media/image6.jpeg" ContentType="image/jpeg"/>
  <Override PartName="/ppt/media/image7.png" ContentType="image/png"/>
  <Override PartName="/ppt/presProps.xml" ContentType="application/vnd.openxmlformats-officedocument.presentationml.presPro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336088" cy="52578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66560" y="195120"/>
            <a:ext cx="8401680" cy="37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77144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6560" y="262980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77144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30732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14808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656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30732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14808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marL="427680" indent="-32076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lvl="1" marL="855360" indent="-3207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  <a:p>
            <a:pPr lvl="2" marL="1283040" indent="-28512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lvl="3" marL="1710720" indent="-21384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4" marL="213840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5" marL="256608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6" marL="299376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4" name=""/>
          <p:cNvSpPr txBox="1"/>
          <p:nvPr/>
        </p:nvSpPr>
        <p:spPr>
          <a:xfrm>
            <a:off x="2761200" y="1909080"/>
            <a:ext cx="4494960" cy="49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359" spc="-1" strike="noStrike">
                <a:solidFill>
                  <a:srgbClr val="1a1a2e"/>
                </a:solidFill>
                <a:latin typeface="Arial"/>
                <a:ea typeface="Arial"/>
              </a:rPr>
              <a:t>OKx in samenhang</a:t>
            </a:r>
            <a:endParaRPr b="0" lang="en-US" sz="335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2033640" y="2549520"/>
            <a:ext cx="595188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AII spoor 3 · eduXchange · ontsluiten onderwijsaanbod · OKx: wat is de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247840" y="2797200"/>
            <a:ext cx="555264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status, waar raken wij elkaar, hoe houden wij elkaar op de hoogte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3271680" y="3161160"/>
            <a:ext cx="32482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6b7280"/>
                </a:solidFill>
                <a:latin typeface="Arial"/>
                <a:ea typeface="Arial"/>
              </a:rPr>
              <a:t>Leren zonder Drempels · 21 september 2026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 txBox="1"/>
          <p:nvPr/>
        </p:nvSpPr>
        <p:spPr>
          <a:xfrm>
            <a:off x="3993480" y="636480"/>
            <a:ext cx="6332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dd784b"/>
                </a:solidFill>
                <a:latin typeface="Arial"/>
                <a:ea typeface="Arial"/>
              </a:rPr>
              <a:t>AGE NDA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" name=""/>
          <p:cNvSpPr/>
          <p:nvPr/>
        </p:nvSpPr>
        <p:spPr>
          <a:xfrm>
            <a:off x="3990960" y="1733400"/>
            <a:ext cx="324000" cy="324000"/>
          </a:xfrm>
          <a:custGeom>
            <a:avLst/>
            <a:gdLst/>
            <a:ahLst/>
            <a:rect l="0" t="0" r="r" b="b"/>
            <a:pathLst>
              <a:path w="900" h="900">
                <a:moveTo>
                  <a:pt x="900" y="451"/>
                </a:moveTo>
                <a:cubicBezTo>
                  <a:pt x="900" y="480"/>
                  <a:pt x="897" y="509"/>
                  <a:pt x="891" y="538"/>
                </a:cubicBezTo>
                <a:cubicBezTo>
                  <a:pt x="886" y="567"/>
                  <a:pt x="877" y="596"/>
                  <a:pt x="866" y="623"/>
                </a:cubicBezTo>
                <a:cubicBezTo>
                  <a:pt x="855" y="650"/>
                  <a:pt x="841" y="676"/>
                  <a:pt x="824" y="701"/>
                </a:cubicBezTo>
                <a:cubicBezTo>
                  <a:pt x="808" y="725"/>
                  <a:pt x="789" y="748"/>
                  <a:pt x="768" y="769"/>
                </a:cubicBezTo>
                <a:cubicBezTo>
                  <a:pt x="747" y="790"/>
                  <a:pt x="725" y="808"/>
                  <a:pt x="700" y="825"/>
                </a:cubicBezTo>
                <a:cubicBezTo>
                  <a:pt x="676" y="841"/>
                  <a:pt x="650" y="855"/>
                  <a:pt x="622" y="866"/>
                </a:cubicBezTo>
                <a:cubicBezTo>
                  <a:pt x="595" y="878"/>
                  <a:pt x="567" y="886"/>
                  <a:pt x="538" y="892"/>
                </a:cubicBezTo>
                <a:cubicBezTo>
                  <a:pt x="509" y="898"/>
                  <a:pt x="480" y="900"/>
                  <a:pt x="450" y="900"/>
                </a:cubicBezTo>
                <a:cubicBezTo>
                  <a:pt x="421" y="900"/>
                  <a:pt x="392" y="898"/>
                  <a:pt x="363" y="892"/>
                </a:cubicBezTo>
                <a:cubicBezTo>
                  <a:pt x="334" y="886"/>
                  <a:pt x="305" y="878"/>
                  <a:pt x="278" y="866"/>
                </a:cubicBezTo>
                <a:cubicBezTo>
                  <a:pt x="251" y="855"/>
                  <a:pt x="225" y="841"/>
                  <a:pt x="200" y="825"/>
                </a:cubicBezTo>
                <a:cubicBezTo>
                  <a:pt x="176" y="808"/>
                  <a:pt x="153" y="790"/>
                  <a:pt x="131" y="769"/>
                </a:cubicBezTo>
                <a:cubicBezTo>
                  <a:pt x="110" y="748"/>
                  <a:pt x="92" y="725"/>
                  <a:pt x="75" y="701"/>
                </a:cubicBezTo>
                <a:cubicBezTo>
                  <a:pt x="59" y="676"/>
                  <a:pt x="45" y="650"/>
                  <a:pt x="34" y="623"/>
                </a:cubicBezTo>
                <a:cubicBezTo>
                  <a:pt x="22" y="596"/>
                  <a:pt x="14" y="567"/>
                  <a:pt x="8" y="538"/>
                </a:cubicBezTo>
                <a:cubicBezTo>
                  <a:pt x="2" y="509"/>
                  <a:pt x="0" y="480"/>
                  <a:pt x="0" y="451"/>
                </a:cubicBezTo>
                <a:cubicBezTo>
                  <a:pt x="0" y="421"/>
                  <a:pt x="2" y="392"/>
                  <a:pt x="8" y="363"/>
                </a:cubicBezTo>
                <a:cubicBezTo>
                  <a:pt x="14" y="334"/>
                  <a:pt x="22" y="306"/>
                  <a:pt x="34" y="279"/>
                </a:cubicBezTo>
                <a:cubicBezTo>
                  <a:pt x="45" y="251"/>
                  <a:pt x="59" y="225"/>
                  <a:pt x="75" y="201"/>
                </a:cubicBezTo>
                <a:cubicBezTo>
                  <a:pt x="92" y="176"/>
                  <a:pt x="110" y="154"/>
                  <a:pt x="131" y="133"/>
                </a:cubicBezTo>
                <a:cubicBezTo>
                  <a:pt x="153" y="111"/>
                  <a:pt x="176" y="92"/>
                  <a:pt x="200" y="76"/>
                </a:cubicBezTo>
                <a:cubicBezTo>
                  <a:pt x="225" y="59"/>
                  <a:pt x="251" y="45"/>
                  <a:pt x="278" y="34"/>
                </a:cubicBezTo>
                <a:cubicBezTo>
                  <a:pt x="305" y="23"/>
                  <a:pt x="334" y="14"/>
                  <a:pt x="363" y="9"/>
                </a:cubicBezTo>
                <a:cubicBezTo>
                  <a:pt x="392" y="3"/>
                  <a:pt x="421" y="0"/>
                  <a:pt x="450" y="0"/>
                </a:cubicBezTo>
                <a:cubicBezTo>
                  <a:pt x="480" y="0"/>
                  <a:pt x="509" y="3"/>
                  <a:pt x="538" y="9"/>
                </a:cubicBezTo>
                <a:cubicBezTo>
                  <a:pt x="567" y="14"/>
                  <a:pt x="595" y="23"/>
                  <a:pt x="622" y="34"/>
                </a:cubicBezTo>
                <a:cubicBezTo>
                  <a:pt x="650" y="45"/>
                  <a:pt x="676" y="59"/>
                  <a:pt x="700" y="76"/>
                </a:cubicBezTo>
                <a:cubicBezTo>
                  <a:pt x="725" y="92"/>
                  <a:pt x="747" y="111"/>
                  <a:pt x="768" y="133"/>
                </a:cubicBezTo>
                <a:cubicBezTo>
                  <a:pt x="789" y="154"/>
                  <a:pt x="808" y="176"/>
                  <a:pt x="824" y="201"/>
                </a:cubicBezTo>
                <a:cubicBezTo>
                  <a:pt x="841" y="225"/>
                  <a:pt x="855" y="251"/>
                  <a:pt x="866" y="279"/>
                </a:cubicBezTo>
                <a:cubicBezTo>
                  <a:pt x="877" y="306"/>
                  <a:pt x="886" y="334"/>
                  <a:pt x="891" y="363"/>
                </a:cubicBezTo>
                <a:cubicBezTo>
                  <a:pt x="897" y="392"/>
                  <a:pt x="900" y="421"/>
                  <a:pt x="900" y="451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3978360" y="993600"/>
            <a:ext cx="201996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400" spc="-1" strike="noStrike">
                <a:solidFill>
                  <a:srgbClr val="dd784b"/>
                </a:solidFill>
                <a:latin typeface="Arial"/>
                <a:ea typeface="Arial"/>
              </a:rPr>
              <a:t>Drie vragen</a:t>
            </a:r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4126680" y="180648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439160" y="1549440"/>
            <a:ext cx="262368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Wat is (de status van) OKx?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4439160" y="1846080"/>
            <a:ext cx="39769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aanpak, focus binnen de instelling, waar de speciﬁcaties en het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" name=""/>
          <p:cNvSpPr/>
          <p:nvPr/>
        </p:nvSpPr>
        <p:spPr>
          <a:xfrm>
            <a:off x="3990960" y="2752560"/>
            <a:ext cx="324000" cy="324360"/>
          </a:xfrm>
          <a:custGeom>
            <a:avLst/>
            <a:gdLst/>
            <a:ahLst/>
            <a:rect l="0" t="0" r="r" b="b"/>
            <a:pathLst>
              <a:path w="900" h="901">
                <a:moveTo>
                  <a:pt x="900" y="450"/>
                </a:moveTo>
                <a:cubicBezTo>
                  <a:pt x="900" y="479"/>
                  <a:pt x="897" y="509"/>
                  <a:pt x="891" y="537"/>
                </a:cubicBezTo>
                <a:cubicBezTo>
                  <a:pt x="886" y="566"/>
                  <a:pt x="877" y="595"/>
                  <a:pt x="866" y="622"/>
                </a:cubicBezTo>
                <a:cubicBezTo>
                  <a:pt x="855" y="649"/>
                  <a:pt x="841" y="675"/>
                  <a:pt x="824" y="700"/>
                </a:cubicBezTo>
                <a:cubicBezTo>
                  <a:pt x="808" y="724"/>
                  <a:pt x="789" y="747"/>
                  <a:pt x="768" y="768"/>
                </a:cubicBezTo>
                <a:cubicBezTo>
                  <a:pt x="747" y="789"/>
                  <a:pt x="725" y="807"/>
                  <a:pt x="700" y="824"/>
                </a:cubicBezTo>
                <a:cubicBezTo>
                  <a:pt x="676" y="840"/>
                  <a:pt x="650" y="854"/>
                  <a:pt x="622" y="865"/>
                </a:cubicBezTo>
                <a:cubicBezTo>
                  <a:pt x="595" y="877"/>
                  <a:pt x="567" y="885"/>
                  <a:pt x="538" y="891"/>
                </a:cubicBezTo>
                <a:cubicBezTo>
                  <a:pt x="509" y="898"/>
                  <a:pt x="480" y="901"/>
                  <a:pt x="450" y="901"/>
                </a:cubicBezTo>
                <a:cubicBezTo>
                  <a:pt x="421" y="901"/>
                  <a:pt x="392" y="898"/>
                  <a:pt x="363" y="891"/>
                </a:cubicBezTo>
                <a:cubicBezTo>
                  <a:pt x="334" y="885"/>
                  <a:pt x="305" y="877"/>
                  <a:pt x="278" y="865"/>
                </a:cubicBezTo>
                <a:cubicBezTo>
                  <a:pt x="251" y="854"/>
                  <a:pt x="225" y="840"/>
                  <a:pt x="200" y="824"/>
                </a:cubicBezTo>
                <a:cubicBezTo>
                  <a:pt x="176" y="807"/>
                  <a:pt x="153" y="789"/>
                  <a:pt x="131" y="768"/>
                </a:cubicBezTo>
                <a:cubicBezTo>
                  <a:pt x="110" y="747"/>
                  <a:pt x="92" y="724"/>
                  <a:pt x="75" y="700"/>
                </a:cubicBezTo>
                <a:cubicBezTo>
                  <a:pt x="59" y="675"/>
                  <a:pt x="45" y="649"/>
                  <a:pt x="34" y="622"/>
                </a:cubicBezTo>
                <a:cubicBezTo>
                  <a:pt x="22" y="595"/>
                  <a:pt x="14" y="566"/>
                  <a:pt x="8" y="537"/>
                </a:cubicBezTo>
                <a:cubicBezTo>
                  <a:pt x="2" y="509"/>
                  <a:pt x="0" y="479"/>
                  <a:pt x="0" y="450"/>
                </a:cubicBezTo>
                <a:cubicBezTo>
                  <a:pt x="0" y="420"/>
                  <a:pt x="2" y="391"/>
                  <a:pt x="8" y="362"/>
                </a:cubicBezTo>
                <a:cubicBezTo>
                  <a:pt x="14" y="333"/>
                  <a:pt x="22" y="305"/>
                  <a:pt x="34" y="278"/>
                </a:cubicBezTo>
                <a:cubicBezTo>
                  <a:pt x="45" y="250"/>
                  <a:pt x="59" y="224"/>
                  <a:pt x="75" y="200"/>
                </a:cubicBezTo>
                <a:cubicBezTo>
                  <a:pt x="92" y="175"/>
                  <a:pt x="110" y="153"/>
                  <a:pt x="131" y="132"/>
                </a:cubicBezTo>
                <a:cubicBezTo>
                  <a:pt x="153" y="111"/>
                  <a:pt x="176" y="92"/>
                  <a:pt x="200" y="76"/>
                </a:cubicBezTo>
                <a:cubicBezTo>
                  <a:pt x="225" y="59"/>
                  <a:pt x="251" y="45"/>
                  <a:pt x="278" y="34"/>
                </a:cubicBezTo>
                <a:cubicBezTo>
                  <a:pt x="305" y="23"/>
                  <a:pt x="334" y="14"/>
                  <a:pt x="363" y="9"/>
                </a:cubicBezTo>
                <a:cubicBezTo>
                  <a:pt x="392" y="3"/>
                  <a:pt x="421" y="0"/>
                  <a:pt x="450" y="0"/>
                </a:cubicBezTo>
                <a:cubicBezTo>
                  <a:pt x="480" y="0"/>
                  <a:pt x="509" y="3"/>
                  <a:pt x="538" y="9"/>
                </a:cubicBezTo>
                <a:cubicBezTo>
                  <a:pt x="567" y="14"/>
                  <a:pt x="595" y="23"/>
                  <a:pt x="622" y="34"/>
                </a:cubicBezTo>
                <a:cubicBezTo>
                  <a:pt x="650" y="45"/>
                  <a:pt x="676" y="59"/>
                  <a:pt x="700" y="76"/>
                </a:cubicBezTo>
                <a:cubicBezTo>
                  <a:pt x="725" y="92"/>
                  <a:pt x="747" y="111"/>
                  <a:pt x="768" y="132"/>
                </a:cubicBezTo>
                <a:cubicBezTo>
                  <a:pt x="789" y="153"/>
                  <a:pt x="808" y="175"/>
                  <a:pt x="824" y="200"/>
                </a:cubicBezTo>
                <a:cubicBezTo>
                  <a:pt x="841" y="224"/>
                  <a:pt x="855" y="250"/>
                  <a:pt x="866" y="278"/>
                </a:cubicBezTo>
                <a:cubicBezTo>
                  <a:pt x="877" y="305"/>
                  <a:pt x="886" y="333"/>
                  <a:pt x="891" y="362"/>
                </a:cubicBezTo>
                <a:cubicBezTo>
                  <a:pt x="897" y="391"/>
                  <a:pt x="900" y="420"/>
                  <a:pt x="900" y="450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439160" y="2093760"/>
            <a:ext cx="141948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informatiemodel staan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107960" y="282564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4439160" y="2454120"/>
            <a:ext cx="44629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Waar raakt OKx andere ontwikkelingen wel, en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439160" y="2701800"/>
            <a:ext cx="108108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welke niet?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4439160" y="2989080"/>
            <a:ext cx="392508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twee uitgangspunten als schot voor de boeg; AII, eduXchange,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" name=""/>
          <p:cNvSpPr/>
          <p:nvPr/>
        </p:nvSpPr>
        <p:spPr>
          <a:xfrm>
            <a:off x="3990960" y="3657240"/>
            <a:ext cx="324000" cy="324360"/>
          </a:xfrm>
          <a:custGeom>
            <a:avLst/>
            <a:gdLst/>
            <a:ahLst/>
            <a:rect l="0" t="0" r="r" b="b"/>
            <a:pathLst>
              <a:path w="900" h="901">
                <a:moveTo>
                  <a:pt x="900" y="451"/>
                </a:moveTo>
                <a:cubicBezTo>
                  <a:pt x="900" y="481"/>
                  <a:pt x="897" y="510"/>
                  <a:pt x="891" y="539"/>
                </a:cubicBezTo>
                <a:cubicBezTo>
                  <a:pt x="886" y="568"/>
                  <a:pt x="877" y="596"/>
                  <a:pt x="866" y="623"/>
                </a:cubicBezTo>
                <a:cubicBezTo>
                  <a:pt x="855" y="651"/>
                  <a:pt x="841" y="677"/>
                  <a:pt x="824" y="701"/>
                </a:cubicBezTo>
                <a:cubicBezTo>
                  <a:pt x="808" y="726"/>
                  <a:pt x="789" y="748"/>
                  <a:pt x="768" y="769"/>
                </a:cubicBezTo>
                <a:cubicBezTo>
                  <a:pt x="747" y="790"/>
                  <a:pt x="725" y="809"/>
                  <a:pt x="700" y="825"/>
                </a:cubicBezTo>
                <a:cubicBezTo>
                  <a:pt x="676" y="842"/>
                  <a:pt x="650" y="856"/>
                  <a:pt x="622" y="867"/>
                </a:cubicBezTo>
                <a:cubicBezTo>
                  <a:pt x="595" y="878"/>
                  <a:pt x="567" y="887"/>
                  <a:pt x="538" y="892"/>
                </a:cubicBezTo>
                <a:cubicBezTo>
                  <a:pt x="509" y="898"/>
                  <a:pt x="480" y="901"/>
                  <a:pt x="450" y="901"/>
                </a:cubicBezTo>
                <a:cubicBezTo>
                  <a:pt x="421" y="901"/>
                  <a:pt x="392" y="898"/>
                  <a:pt x="363" y="892"/>
                </a:cubicBezTo>
                <a:cubicBezTo>
                  <a:pt x="334" y="887"/>
                  <a:pt x="305" y="878"/>
                  <a:pt x="278" y="867"/>
                </a:cubicBezTo>
                <a:cubicBezTo>
                  <a:pt x="251" y="856"/>
                  <a:pt x="225" y="842"/>
                  <a:pt x="200" y="825"/>
                </a:cubicBezTo>
                <a:cubicBezTo>
                  <a:pt x="176" y="809"/>
                  <a:pt x="153" y="790"/>
                  <a:pt x="131" y="769"/>
                </a:cubicBezTo>
                <a:cubicBezTo>
                  <a:pt x="110" y="748"/>
                  <a:pt x="92" y="726"/>
                  <a:pt x="75" y="701"/>
                </a:cubicBezTo>
                <a:cubicBezTo>
                  <a:pt x="59" y="677"/>
                  <a:pt x="45" y="651"/>
                  <a:pt x="34" y="623"/>
                </a:cubicBezTo>
                <a:cubicBezTo>
                  <a:pt x="22" y="596"/>
                  <a:pt x="14" y="568"/>
                  <a:pt x="8" y="539"/>
                </a:cubicBezTo>
                <a:cubicBezTo>
                  <a:pt x="2" y="510"/>
                  <a:pt x="0" y="481"/>
                  <a:pt x="0" y="451"/>
                </a:cubicBezTo>
                <a:cubicBezTo>
                  <a:pt x="0" y="422"/>
                  <a:pt x="2" y="393"/>
                  <a:pt x="8" y="364"/>
                </a:cubicBezTo>
                <a:cubicBezTo>
                  <a:pt x="14" y="335"/>
                  <a:pt x="22" y="306"/>
                  <a:pt x="34" y="279"/>
                </a:cubicBezTo>
                <a:cubicBezTo>
                  <a:pt x="45" y="252"/>
                  <a:pt x="59" y="226"/>
                  <a:pt x="75" y="201"/>
                </a:cubicBezTo>
                <a:cubicBezTo>
                  <a:pt x="92" y="176"/>
                  <a:pt x="110" y="153"/>
                  <a:pt x="131" y="132"/>
                </a:cubicBezTo>
                <a:cubicBezTo>
                  <a:pt x="153" y="111"/>
                  <a:pt x="176" y="93"/>
                  <a:pt x="200" y="76"/>
                </a:cubicBezTo>
                <a:cubicBezTo>
                  <a:pt x="225" y="60"/>
                  <a:pt x="251" y="46"/>
                  <a:pt x="278" y="35"/>
                </a:cubicBezTo>
                <a:cubicBezTo>
                  <a:pt x="305" y="23"/>
                  <a:pt x="334" y="15"/>
                  <a:pt x="363" y="9"/>
                </a:cubicBezTo>
                <a:cubicBezTo>
                  <a:pt x="392" y="3"/>
                  <a:pt x="421" y="0"/>
                  <a:pt x="450" y="0"/>
                </a:cubicBezTo>
                <a:cubicBezTo>
                  <a:pt x="480" y="0"/>
                  <a:pt x="509" y="3"/>
                  <a:pt x="538" y="9"/>
                </a:cubicBezTo>
                <a:cubicBezTo>
                  <a:pt x="567" y="15"/>
                  <a:pt x="595" y="23"/>
                  <a:pt x="622" y="35"/>
                </a:cubicBezTo>
                <a:cubicBezTo>
                  <a:pt x="650" y="46"/>
                  <a:pt x="676" y="60"/>
                  <a:pt x="700" y="76"/>
                </a:cubicBezTo>
                <a:cubicBezTo>
                  <a:pt x="725" y="93"/>
                  <a:pt x="747" y="111"/>
                  <a:pt x="768" y="132"/>
                </a:cubicBezTo>
                <a:cubicBezTo>
                  <a:pt x="789" y="153"/>
                  <a:pt x="808" y="176"/>
                  <a:pt x="824" y="201"/>
                </a:cubicBezTo>
                <a:cubicBezTo>
                  <a:pt x="841" y="226"/>
                  <a:pt x="855" y="252"/>
                  <a:pt x="866" y="279"/>
                </a:cubicBezTo>
                <a:cubicBezTo>
                  <a:pt x="877" y="306"/>
                  <a:pt x="886" y="335"/>
                  <a:pt x="891" y="364"/>
                </a:cubicBezTo>
                <a:cubicBezTo>
                  <a:pt x="897" y="393"/>
                  <a:pt x="900" y="422"/>
                  <a:pt x="900" y="451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439160" y="3246480"/>
            <a:ext cx="10551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catalogus, EduID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4107960" y="372096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4439160" y="3597120"/>
            <a:ext cx="35226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Hoe houden wij elkaar op de hoogte?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" name=""/>
          <p:cNvSpPr/>
          <p:nvPr/>
        </p:nvSpPr>
        <p:spPr>
          <a:xfrm>
            <a:off x="3990960" y="4238280"/>
            <a:ext cx="4429440" cy="581400"/>
          </a:xfrm>
          <a:custGeom>
            <a:avLst/>
            <a:gdLst/>
            <a:ahLst/>
            <a:rect l="0" t="0" r="r" b="b"/>
            <a:pathLst>
              <a:path w="12304" h="1615">
                <a:moveTo>
                  <a:pt x="0" y="0"/>
                </a:moveTo>
                <a:lnTo>
                  <a:pt x="12304" y="0"/>
                </a:lnTo>
                <a:lnTo>
                  <a:pt x="12304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" name=""/>
          <p:cNvSpPr/>
          <p:nvPr/>
        </p:nvSpPr>
        <p:spPr>
          <a:xfrm>
            <a:off x="3990960" y="4238280"/>
            <a:ext cx="4429440" cy="38520"/>
          </a:xfrm>
          <a:custGeom>
            <a:avLst/>
            <a:gdLst/>
            <a:ahLst/>
            <a:rect l="0" t="0" r="r" b="b"/>
            <a:pathLst>
              <a:path w="12304" h="107">
                <a:moveTo>
                  <a:pt x="0" y="0"/>
                </a:moveTo>
                <a:lnTo>
                  <a:pt x="12304" y="0"/>
                </a:lnTo>
                <a:lnTo>
                  <a:pt x="12304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" name=""/>
          <p:cNvSpPr/>
          <p:nvPr/>
        </p:nvSpPr>
        <p:spPr>
          <a:xfrm>
            <a:off x="3990960" y="4809960"/>
            <a:ext cx="4429440" cy="9720"/>
          </a:xfrm>
          <a:custGeom>
            <a:avLst/>
            <a:gdLst/>
            <a:ahLst/>
            <a:rect l="0" t="0" r="r" b="b"/>
            <a:pathLst>
              <a:path w="12304" h="27">
                <a:moveTo>
                  <a:pt x="0" y="0"/>
                </a:moveTo>
                <a:lnTo>
                  <a:pt x="12304" y="0"/>
                </a:lnTo>
                <a:lnTo>
                  <a:pt x="123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" name=""/>
          <p:cNvSpPr/>
          <p:nvPr/>
        </p:nvSpPr>
        <p:spPr>
          <a:xfrm>
            <a:off x="8410320" y="423828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106"/>
                </a:moveTo>
                <a:lnTo>
                  <a:pt x="0" y="1615"/>
                </a:lnTo>
                <a:lnTo>
                  <a:pt x="28" y="1615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" name=""/>
          <p:cNvSpPr/>
          <p:nvPr/>
        </p:nvSpPr>
        <p:spPr>
          <a:xfrm>
            <a:off x="3990960" y="4238280"/>
            <a:ext cx="9720" cy="581400"/>
          </a:xfrm>
          <a:custGeom>
            <a:avLst/>
            <a:gdLst/>
            <a:ahLst/>
            <a:rect l="0" t="0" r="r" b="b"/>
            <a:pathLst>
              <a:path w="27" h="1615">
                <a:moveTo>
                  <a:pt x="0" y="0"/>
                </a:moveTo>
                <a:lnTo>
                  <a:pt x="0" y="1615"/>
                </a:lnTo>
                <a:lnTo>
                  <a:pt x="27" y="1615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4439160" y="3894120"/>
            <a:ext cx="35989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gaten en onnodige overlap voorkomen; vervolgafspraken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4140000" y="4375440"/>
            <a:ext cx="453924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1a1a2e"/>
                </a:solidFill>
                <a:latin typeface="Arial"/>
                <a:ea typeface="Arial"/>
              </a:rPr>
              <a:t>Doel vandaag: aftasten waar ieder staat en waar het schuurt, en daar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4140000" y="4566240"/>
            <a:ext cx="144684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1a1a2e"/>
                </a:solidFill>
                <a:latin typeface="Arial"/>
                <a:ea typeface="Arial"/>
              </a:rPr>
              <a:t>afspraken van maken.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8" name=""/>
          <p:cNvSpPr/>
          <p:nvPr/>
        </p:nvSpPr>
        <p:spPr>
          <a:xfrm>
            <a:off x="461880" y="1761840"/>
            <a:ext cx="1857600" cy="1414800"/>
          </a:xfrm>
          <a:custGeom>
            <a:avLst/>
            <a:gdLst/>
            <a:ahLst/>
            <a:rect l="0" t="0" r="r" b="b"/>
            <a:pathLst>
              <a:path w="5160" h="3930">
                <a:moveTo>
                  <a:pt x="0" y="3626"/>
                </a:moveTo>
                <a:lnTo>
                  <a:pt x="0" y="265"/>
                </a:lnTo>
                <a:cubicBezTo>
                  <a:pt x="0" y="248"/>
                  <a:pt x="2" y="230"/>
                  <a:pt x="6" y="213"/>
                </a:cubicBezTo>
                <a:cubicBezTo>
                  <a:pt x="9" y="196"/>
                  <a:pt x="15" y="180"/>
                  <a:pt x="23" y="164"/>
                </a:cubicBezTo>
                <a:cubicBezTo>
                  <a:pt x="31" y="148"/>
                  <a:pt x="40" y="132"/>
                  <a:pt x="51" y="118"/>
                </a:cubicBezTo>
                <a:cubicBezTo>
                  <a:pt x="62" y="103"/>
                  <a:pt x="75" y="90"/>
                  <a:pt x="89" y="78"/>
                </a:cubicBezTo>
                <a:cubicBezTo>
                  <a:pt x="103" y="66"/>
                  <a:pt x="118" y="55"/>
                  <a:pt x="135" y="45"/>
                </a:cubicBezTo>
                <a:cubicBezTo>
                  <a:pt x="152" y="35"/>
                  <a:pt x="169" y="27"/>
                  <a:pt x="188" y="20"/>
                </a:cubicBezTo>
                <a:cubicBezTo>
                  <a:pt x="206" y="14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4856" y="0"/>
                </a:lnTo>
                <a:cubicBezTo>
                  <a:pt x="4876" y="0"/>
                  <a:pt x="4896" y="2"/>
                  <a:pt x="4915" y="5"/>
                </a:cubicBezTo>
                <a:cubicBezTo>
                  <a:pt x="4935" y="9"/>
                  <a:pt x="4954" y="14"/>
                  <a:pt x="4972" y="20"/>
                </a:cubicBezTo>
                <a:cubicBezTo>
                  <a:pt x="4991" y="27"/>
                  <a:pt x="5008" y="35"/>
                  <a:pt x="5025" y="45"/>
                </a:cubicBezTo>
                <a:cubicBezTo>
                  <a:pt x="5041" y="55"/>
                  <a:pt x="5057" y="66"/>
                  <a:pt x="5071" y="78"/>
                </a:cubicBezTo>
                <a:cubicBezTo>
                  <a:pt x="5085" y="90"/>
                  <a:pt x="5098" y="103"/>
                  <a:pt x="5109" y="118"/>
                </a:cubicBezTo>
                <a:cubicBezTo>
                  <a:pt x="5120" y="132"/>
                  <a:pt x="5129" y="148"/>
                  <a:pt x="5137" y="164"/>
                </a:cubicBezTo>
                <a:cubicBezTo>
                  <a:pt x="5145" y="180"/>
                  <a:pt x="5150" y="196"/>
                  <a:pt x="5154" y="213"/>
                </a:cubicBezTo>
                <a:cubicBezTo>
                  <a:pt x="5158" y="230"/>
                  <a:pt x="5160" y="248"/>
                  <a:pt x="5160" y="265"/>
                </a:cubicBezTo>
                <a:lnTo>
                  <a:pt x="5160" y="3626"/>
                </a:lnTo>
                <a:cubicBezTo>
                  <a:pt x="5160" y="3646"/>
                  <a:pt x="5158" y="3666"/>
                  <a:pt x="5154" y="3685"/>
                </a:cubicBezTo>
                <a:cubicBezTo>
                  <a:pt x="5150" y="3705"/>
                  <a:pt x="5145" y="3724"/>
                  <a:pt x="5137" y="3743"/>
                </a:cubicBezTo>
                <a:cubicBezTo>
                  <a:pt x="5129" y="3761"/>
                  <a:pt x="5120" y="3779"/>
                  <a:pt x="5109" y="3795"/>
                </a:cubicBezTo>
                <a:cubicBezTo>
                  <a:pt x="5098" y="3812"/>
                  <a:pt x="5085" y="3827"/>
                  <a:pt x="5071" y="3841"/>
                </a:cubicBezTo>
                <a:cubicBezTo>
                  <a:pt x="5057" y="3855"/>
                  <a:pt x="5041" y="3868"/>
                  <a:pt x="5025" y="3879"/>
                </a:cubicBezTo>
                <a:cubicBezTo>
                  <a:pt x="5008" y="3890"/>
                  <a:pt x="4991" y="3900"/>
                  <a:pt x="4972" y="3907"/>
                </a:cubicBezTo>
                <a:cubicBezTo>
                  <a:pt x="4954" y="3915"/>
                  <a:pt x="4935" y="3921"/>
                  <a:pt x="4915" y="3925"/>
                </a:cubicBezTo>
                <a:cubicBezTo>
                  <a:pt x="4896" y="3928"/>
                  <a:pt x="4876" y="3930"/>
                  <a:pt x="4856" y="3930"/>
                </a:cubicBezTo>
                <a:lnTo>
                  <a:pt x="304" y="3930"/>
                </a:lnTo>
                <a:cubicBezTo>
                  <a:pt x="284" y="3930"/>
                  <a:pt x="264" y="3928"/>
                  <a:pt x="245" y="3925"/>
                </a:cubicBezTo>
                <a:cubicBezTo>
                  <a:pt x="225" y="3921"/>
                  <a:pt x="206" y="3915"/>
                  <a:pt x="188" y="3907"/>
                </a:cubicBezTo>
                <a:cubicBezTo>
                  <a:pt x="169" y="3900"/>
                  <a:pt x="152" y="3890"/>
                  <a:pt x="135" y="3879"/>
                </a:cubicBezTo>
                <a:cubicBezTo>
                  <a:pt x="118" y="3868"/>
                  <a:pt x="103" y="3855"/>
                  <a:pt x="89" y="3841"/>
                </a:cubicBezTo>
                <a:cubicBezTo>
                  <a:pt x="75" y="3827"/>
                  <a:pt x="62" y="3812"/>
                  <a:pt x="51" y="3795"/>
                </a:cubicBezTo>
                <a:cubicBezTo>
                  <a:pt x="40" y="3779"/>
                  <a:pt x="31" y="3761"/>
                  <a:pt x="23" y="3743"/>
                </a:cubicBezTo>
                <a:cubicBezTo>
                  <a:pt x="15" y="3724"/>
                  <a:pt x="9" y="3705"/>
                  <a:pt x="6" y="3685"/>
                </a:cubicBezTo>
                <a:cubicBezTo>
                  <a:pt x="2" y="3666"/>
                  <a:pt x="0" y="3646"/>
                  <a:pt x="0" y="36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" name=""/>
          <p:cNvSpPr/>
          <p:nvPr/>
        </p:nvSpPr>
        <p:spPr>
          <a:xfrm>
            <a:off x="456840" y="1742760"/>
            <a:ext cx="1867320" cy="1438920"/>
          </a:xfrm>
          <a:custGeom>
            <a:avLst/>
            <a:gdLst/>
            <a:ahLst/>
            <a:rect l="0" t="0" r="r" b="b"/>
            <a:pathLst>
              <a:path w="5187" h="3997">
                <a:moveTo>
                  <a:pt x="0" y="0"/>
                </a:moveTo>
                <a:lnTo>
                  <a:pt x="5187" y="0"/>
                </a:lnTo>
                <a:lnTo>
                  <a:pt x="5187" y="3997"/>
                </a:lnTo>
                <a:lnTo>
                  <a:pt x="0" y="399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" name=""/>
          <p:cNvSpPr/>
          <p:nvPr/>
        </p:nvSpPr>
        <p:spPr>
          <a:xfrm>
            <a:off x="456840" y="1742760"/>
            <a:ext cx="1867320" cy="1438920"/>
          </a:xfrm>
          <a:custGeom>
            <a:avLst/>
            <a:gdLst/>
            <a:ahLst/>
            <a:rect l="0" t="0" r="r" b="b"/>
            <a:pathLst>
              <a:path w="5187" h="3997">
                <a:moveTo>
                  <a:pt x="0" y="0"/>
                </a:moveTo>
                <a:lnTo>
                  <a:pt x="5187" y="0"/>
                </a:lnTo>
                <a:lnTo>
                  <a:pt x="5187" y="3997"/>
                </a:lnTo>
                <a:lnTo>
                  <a:pt x="0" y="399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" name=""/>
          <p:cNvSpPr/>
          <p:nvPr/>
        </p:nvSpPr>
        <p:spPr>
          <a:xfrm>
            <a:off x="456840" y="1742760"/>
            <a:ext cx="1867320" cy="1438920"/>
          </a:xfrm>
          <a:custGeom>
            <a:avLst/>
            <a:gdLst/>
            <a:ahLst/>
            <a:rect l="0" t="0" r="r" b="b"/>
            <a:pathLst>
              <a:path w="5187" h="3997">
                <a:moveTo>
                  <a:pt x="0" y="0"/>
                </a:moveTo>
                <a:lnTo>
                  <a:pt x="5187" y="0"/>
                </a:lnTo>
                <a:lnTo>
                  <a:pt x="5187" y="3997"/>
                </a:lnTo>
                <a:lnTo>
                  <a:pt x="0" y="399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" name=""/>
          <p:cNvSpPr/>
          <p:nvPr/>
        </p:nvSpPr>
        <p:spPr>
          <a:xfrm>
            <a:off x="456840" y="1742760"/>
            <a:ext cx="1867320" cy="1438920"/>
          </a:xfrm>
          <a:custGeom>
            <a:avLst/>
            <a:gdLst/>
            <a:ahLst/>
            <a:rect l="0" t="0" r="r" b="b"/>
            <a:pathLst>
              <a:path w="5187" h="3997">
                <a:moveTo>
                  <a:pt x="0" y="0"/>
                </a:moveTo>
                <a:lnTo>
                  <a:pt x="5187" y="0"/>
                </a:lnTo>
                <a:lnTo>
                  <a:pt x="5187" y="3997"/>
                </a:lnTo>
                <a:lnTo>
                  <a:pt x="0" y="399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" name=""/>
          <p:cNvSpPr/>
          <p:nvPr/>
        </p:nvSpPr>
        <p:spPr>
          <a:xfrm>
            <a:off x="729360" y="1937160"/>
            <a:ext cx="183240" cy="251640"/>
          </a:xfrm>
          <a:custGeom>
            <a:avLst/>
            <a:gdLst/>
            <a:ahLst/>
            <a:rect l="0" t="0" r="r" b="b"/>
            <a:pathLst>
              <a:path w="509" h="699">
                <a:moveTo>
                  <a:pt x="254" y="699"/>
                </a:moveTo>
                <a:lnTo>
                  <a:pt x="61" y="425"/>
                </a:lnTo>
                <a:cubicBezTo>
                  <a:pt x="45" y="407"/>
                  <a:pt x="32" y="386"/>
                  <a:pt x="22" y="364"/>
                </a:cubicBezTo>
                <a:cubicBezTo>
                  <a:pt x="12" y="342"/>
                  <a:pt x="5" y="318"/>
                  <a:pt x="2" y="294"/>
                </a:cubicBezTo>
                <a:cubicBezTo>
                  <a:pt x="-1" y="270"/>
                  <a:pt x="-1" y="246"/>
                  <a:pt x="2" y="221"/>
                </a:cubicBezTo>
                <a:cubicBezTo>
                  <a:pt x="6" y="197"/>
                  <a:pt x="13" y="174"/>
                  <a:pt x="23" y="152"/>
                </a:cubicBezTo>
                <a:cubicBezTo>
                  <a:pt x="33" y="129"/>
                  <a:pt x="46" y="109"/>
                  <a:pt x="62" y="90"/>
                </a:cubicBezTo>
                <a:cubicBezTo>
                  <a:pt x="78" y="72"/>
                  <a:pt x="96" y="56"/>
                  <a:pt x="116" y="42"/>
                </a:cubicBezTo>
                <a:cubicBezTo>
                  <a:pt x="137" y="29"/>
                  <a:pt x="159" y="19"/>
                  <a:pt x="182" y="11"/>
                </a:cubicBezTo>
                <a:cubicBezTo>
                  <a:pt x="206" y="4"/>
                  <a:pt x="230" y="0"/>
                  <a:pt x="254" y="0"/>
                </a:cubicBezTo>
                <a:cubicBezTo>
                  <a:pt x="272" y="0"/>
                  <a:pt x="289" y="2"/>
                  <a:pt x="305" y="6"/>
                </a:cubicBezTo>
                <a:cubicBezTo>
                  <a:pt x="321" y="9"/>
                  <a:pt x="337" y="14"/>
                  <a:pt x="353" y="21"/>
                </a:cubicBezTo>
                <a:cubicBezTo>
                  <a:pt x="368" y="27"/>
                  <a:pt x="383" y="35"/>
                  <a:pt x="397" y="45"/>
                </a:cubicBezTo>
                <a:cubicBezTo>
                  <a:pt x="411" y="54"/>
                  <a:pt x="424" y="65"/>
                  <a:pt x="435" y="77"/>
                </a:cubicBezTo>
                <a:cubicBezTo>
                  <a:pt x="447" y="89"/>
                  <a:pt x="458" y="102"/>
                  <a:pt x="467" y="116"/>
                </a:cubicBezTo>
                <a:cubicBezTo>
                  <a:pt x="476" y="130"/>
                  <a:pt x="484" y="145"/>
                  <a:pt x="490" y="160"/>
                </a:cubicBezTo>
                <a:cubicBezTo>
                  <a:pt x="497" y="176"/>
                  <a:pt x="501" y="192"/>
                  <a:pt x="504" y="208"/>
                </a:cubicBezTo>
                <a:cubicBezTo>
                  <a:pt x="508" y="225"/>
                  <a:pt x="509" y="241"/>
                  <a:pt x="509" y="258"/>
                </a:cubicBezTo>
                <a:cubicBezTo>
                  <a:pt x="509" y="319"/>
                  <a:pt x="490" y="373"/>
                  <a:pt x="452" y="421"/>
                </a:cubicBezTo>
                <a:lnTo>
                  <a:pt x="254" y="699"/>
                </a:lnTo>
                <a:moveTo>
                  <a:pt x="254" y="64"/>
                </a:moveTo>
                <a:cubicBezTo>
                  <a:pt x="241" y="64"/>
                  <a:pt x="229" y="65"/>
                  <a:pt x="217" y="68"/>
                </a:cubicBezTo>
                <a:cubicBezTo>
                  <a:pt x="204" y="70"/>
                  <a:pt x="192" y="74"/>
                  <a:pt x="181" y="79"/>
                </a:cubicBezTo>
                <a:cubicBezTo>
                  <a:pt x="169" y="84"/>
                  <a:pt x="158" y="90"/>
                  <a:pt x="148" y="97"/>
                </a:cubicBezTo>
                <a:cubicBezTo>
                  <a:pt x="137" y="104"/>
                  <a:pt x="127" y="112"/>
                  <a:pt x="119" y="121"/>
                </a:cubicBezTo>
                <a:cubicBezTo>
                  <a:pt x="110" y="131"/>
                  <a:pt x="102" y="140"/>
                  <a:pt x="95" y="151"/>
                </a:cubicBezTo>
                <a:cubicBezTo>
                  <a:pt x="88" y="161"/>
                  <a:pt x="82" y="173"/>
                  <a:pt x="78" y="184"/>
                </a:cubicBezTo>
                <a:cubicBezTo>
                  <a:pt x="73" y="196"/>
                  <a:pt x="69" y="208"/>
                  <a:pt x="67" y="221"/>
                </a:cubicBezTo>
                <a:cubicBezTo>
                  <a:pt x="65" y="233"/>
                  <a:pt x="64" y="246"/>
                  <a:pt x="64" y="258"/>
                </a:cubicBezTo>
                <a:cubicBezTo>
                  <a:pt x="64" y="306"/>
                  <a:pt x="80" y="349"/>
                  <a:pt x="111" y="385"/>
                </a:cubicBezTo>
                <a:lnTo>
                  <a:pt x="254" y="589"/>
                </a:lnTo>
                <a:lnTo>
                  <a:pt x="402" y="381"/>
                </a:lnTo>
                <a:cubicBezTo>
                  <a:pt x="431" y="345"/>
                  <a:pt x="445" y="304"/>
                  <a:pt x="446" y="258"/>
                </a:cubicBezTo>
                <a:cubicBezTo>
                  <a:pt x="446" y="246"/>
                  <a:pt x="445" y="233"/>
                  <a:pt x="442" y="221"/>
                </a:cubicBezTo>
                <a:cubicBezTo>
                  <a:pt x="440" y="208"/>
                  <a:pt x="436" y="196"/>
                  <a:pt x="432" y="184"/>
                </a:cubicBezTo>
                <a:cubicBezTo>
                  <a:pt x="427" y="173"/>
                  <a:pt x="421" y="161"/>
                  <a:pt x="414" y="151"/>
                </a:cubicBezTo>
                <a:cubicBezTo>
                  <a:pt x="407" y="140"/>
                  <a:pt x="399" y="131"/>
                  <a:pt x="391" y="121"/>
                </a:cubicBezTo>
                <a:cubicBezTo>
                  <a:pt x="382" y="112"/>
                  <a:pt x="372" y="104"/>
                  <a:pt x="362" y="97"/>
                </a:cubicBezTo>
                <a:cubicBezTo>
                  <a:pt x="351" y="90"/>
                  <a:pt x="340" y="84"/>
                  <a:pt x="329" y="79"/>
                </a:cubicBezTo>
                <a:cubicBezTo>
                  <a:pt x="317" y="74"/>
                  <a:pt x="305" y="70"/>
                  <a:pt x="293" y="68"/>
                </a:cubicBezTo>
                <a:cubicBezTo>
                  <a:pt x="280" y="65"/>
                  <a:pt x="268" y="64"/>
                  <a:pt x="254" y="64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" name=""/>
          <p:cNvSpPr/>
          <p:nvPr/>
        </p:nvSpPr>
        <p:spPr>
          <a:xfrm>
            <a:off x="798120" y="1994400"/>
            <a:ext cx="46080" cy="46080"/>
          </a:xfrm>
          <a:custGeom>
            <a:avLst/>
            <a:gdLst/>
            <a:ahLst/>
            <a:rect l="0" t="0" r="r" b="b"/>
            <a:pathLst>
              <a:path w="128" h="128">
                <a:moveTo>
                  <a:pt x="128" y="63"/>
                </a:moveTo>
                <a:cubicBezTo>
                  <a:pt x="128" y="73"/>
                  <a:pt x="126" y="81"/>
                  <a:pt x="123" y="89"/>
                </a:cubicBezTo>
                <a:cubicBezTo>
                  <a:pt x="120" y="96"/>
                  <a:pt x="115" y="103"/>
                  <a:pt x="108" y="109"/>
                </a:cubicBezTo>
                <a:cubicBezTo>
                  <a:pt x="102" y="115"/>
                  <a:pt x="95" y="120"/>
                  <a:pt x="87" y="123"/>
                </a:cubicBezTo>
                <a:cubicBezTo>
                  <a:pt x="80" y="126"/>
                  <a:pt x="72" y="128"/>
                  <a:pt x="63" y="128"/>
                </a:cubicBezTo>
                <a:cubicBezTo>
                  <a:pt x="55" y="128"/>
                  <a:pt x="47" y="126"/>
                  <a:pt x="39" y="123"/>
                </a:cubicBezTo>
                <a:cubicBezTo>
                  <a:pt x="31" y="120"/>
                  <a:pt x="24" y="115"/>
                  <a:pt x="18" y="109"/>
                </a:cubicBezTo>
                <a:cubicBezTo>
                  <a:pt x="12" y="103"/>
                  <a:pt x="8" y="96"/>
                  <a:pt x="4" y="89"/>
                </a:cubicBezTo>
                <a:cubicBezTo>
                  <a:pt x="1" y="81"/>
                  <a:pt x="0" y="73"/>
                  <a:pt x="0" y="63"/>
                </a:cubicBezTo>
                <a:cubicBezTo>
                  <a:pt x="0" y="55"/>
                  <a:pt x="1" y="47"/>
                  <a:pt x="4" y="39"/>
                </a:cubicBezTo>
                <a:cubicBezTo>
                  <a:pt x="8" y="31"/>
                  <a:pt x="12" y="24"/>
                  <a:pt x="18" y="18"/>
                </a:cubicBezTo>
                <a:cubicBezTo>
                  <a:pt x="24" y="12"/>
                  <a:pt x="31" y="8"/>
                  <a:pt x="39" y="5"/>
                </a:cubicBezTo>
                <a:cubicBezTo>
                  <a:pt x="47" y="1"/>
                  <a:pt x="55" y="0"/>
                  <a:pt x="63" y="0"/>
                </a:cubicBezTo>
                <a:cubicBezTo>
                  <a:pt x="72" y="0"/>
                  <a:pt x="80" y="1"/>
                  <a:pt x="87" y="5"/>
                </a:cubicBezTo>
                <a:cubicBezTo>
                  <a:pt x="95" y="8"/>
                  <a:pt x="102" y="12"/>
                  <a:pt x="108" y="18"/>
                </a:cubicBezTo>
                <a:cubicBezTo>
                  <a:pt x="115" y="24"/>
                  <a:pt x="120" y="31"/>
                  <a:pt x="123" y="39"/>
                </a:cubicBezTo>
                <a:cubicBezTo>
                  <a:pt x="126" y="47"/>
                  <a:pt x="128" y="55"/>
                  <a:pt x="128" y="63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" name=""/>
          <p:cNvSpPr/>
          <p:nvPr/>
        </p:nvSpPr>
        <p:spPr>
          <a:xfrm>
            <a:off x="660960" y="2051640"/>
            <a:ext cx="320040" cy="205920"/>
          </a:xfrm>
          <a:custGeom>
            <a:avLst/>
            <a:gdLst/>
            <a:ahLst/>
            <a:rect l="0" t="0" r="r" b="b"/>
            <a:pathLst>
              <a:path w="889" h="572">
                <a:moveTo>
                  <a:pt x="826" y="0"/>
                </a:moveTo>
                <a:lnTo>
                  <a:pt x="763" y="0"/>
                </a:lnTo>
                <a:lnTo>
                  <a:pt x="763" y="63"/>
                </a:lnTo>
                <a:lnTo>
                  <a:pt x="826" y="63"/>
                </a:lnTo>
                <a:lnTo>
                  <a:pt x="826" y="508"/>
                </a:lnTo>
                <a:lnTo>
                  <a:pt x="63" y="508"/>
                </a:lnTo>
                <a:lnTo>
                  <a:pt x="63" y="63"/>
                </a:lnTo>
                <a:lnTo>
                  <a:pt x="127" y="63"/>
                </a:lnTo>
                <a:lnTo>
                  <a:pt x="127" y="0"/>
                </a:lnTo>
                <a:lnTo>
                  <a:pt x="63" y="0"/>
                </a:lnTo>
                <a:cubicBezTo>
                  <a:pt x="55" y="0"/>
                  <a:pt x="47" y="1"/>
                  <a:pt x="39" y="4"/>
                </a:cubicBezTo>
                <a:cubicBezTo>
                  <a:pt x="31" y="8"/>
                  <a:pt x="24" y="12"/>
                  <a:pt x="18" y="18"/>
                </a:cubicBezTo>
                <a:cubicBezTo>
                  <a:pt x="12" y="24"/>
                  <a:pt x="8" y="31"/>
                  <a:pt x="5" y="39"/>
                </a:cubicBezTo>
                <a:cubicBezTo>
                  <a:pt x="1" y="46"/>
                  <a:pt x="0" y="55"/>
                  <a:pt x="0" y="63"/>
                </a:cubicBezTo>
                <a:lnTo>
                  <a:pt x="0" y="508"/>
                </a:lnTo>
                <a:cubicBezTo>
                  <a:pt x="0" y="517"/>
                  <a:pt x="1" y="525"/>
                  <a:pt x="5" y="533"/>
                </a:cubicBezTo>
                <a:cubicBezTo>
                  <a:pt x="8" y="540"/>
                  <a:pt x="12" y="547"/>
                  <a:pt x="18" y="553"/>
                </a:cubicBezTo>
                <a:cubicBezTo>
                  <a:pt x="24" y="559"/>
                  <a:pt x="31" y="564"/>
                  <a:pt x="39" y="567"/>
                </a:cubicBezTo>
                <a:cubicBezTo>
                  <a:pt x="47" y="570"/>
                  <a:pt x="55" y="572"/>
                  <a:pt x="63" y="572"/>
                </a:cubicBezTo>
                <a:lnTo>
                  <a:pt x="826" y="572"/>
                </a:lnTo>
                <a:cubicBezTo>
                  <a:pt x="834" y="572"/>
                  <a:pt x="843" y="570"/>
                  <a:pt x="850" y="567"/>
                </a:cubicBezTo>
                <a:cubicBezTo>
                  <a:pt x="858" y="564"/>
                  <a:pt x="865" y="559"/>
                  <a:pt x="871" y="553"/>
                </a:cubicBezTo>
                <a:cubicBezTo>
                  <a:pt x="877" y="547"/>
                  <a:pt x="881" y="540"/>
                  <a:pt x="885" y="533"/>
                </a:cubicBezTo>
                <a:cubicBezTo>
                  <a:pt x="888" y="525"/>
                  <a:pt x="889" y="517"/>
                  <a:pt x="889" y="508"/>
                </a:cubicBezTo>
                <a:lnTo>
                  <a:pt x="889" y="63"/>
                </a:lnTo>
                <a:cubicBezTo>
                  <a:pt x="889" y="55"/>
                  <a:pt x="888" y="46"/>
                  <a:pt x="885" y="39"/>
                </a:cubicBezTo>
                <a:cubicBezTo>
                  <a:pt x="881" y="31"/>
                  <a:pt x="877" y="24"/>
                  <a:pt x="871" y="18"/>
                </a:cubicBezTo>
                <a:cubicBezTo>
                  <a:pt x="865" y="12"/>
                  <a:pt x="858" y="8"/>
                  <a:pt x="850" y="4"/>
                </a:cubicBezTo>
                <a:cubicBezTo>
                  <a:pt x="843" y="1"/>
                  <a:pt x="834" y="0"/>
                  <a:pt x="826" y="0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439920" y="986760"/>
            <a:ext cx="65660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Aanpak: van reis naar speciﬁcatie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834840" y="2342520"/>
            <a:ext cx="131760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3d68ec"/>
                </a:solidFill>
                <a:latin typeface="Arial"/>
                <a:ea typeface="Arial"/>
              </a:rPr>
              <a:t>Negen leerroutes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982440" y="2565000"/>
            <a:ext cx="9608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per leerroute een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663480" y="2727000"/>
            <a:ext cx="16466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kaderscenario: studentreis 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863640" y="2889000"/>
            <a:ext cx="11635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instellingsreis samen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" name=""/>
          <p:cNvSpPr/>
          <p:nvPr/>
        </p:nvSpPr>
        <p:spPr>
          <a:xfrm>
            <a:off x="2643120" y="1838160"/>
            <a:ext cx="1867320" cy="1262520"/>
          </a:xfrm>
          <a:custGeom>
            <a:avLst/>
            <a:gdLst/>
            <a:ahLst/>
            <a:rect l="0" t="0" r="r" b="b"/>
            <a:pathLst>
              <a:path w="5187" h="3507">
                <a:moveTo>
                  <a:pt x="0" y="3202"/>
                </a:moveTo>
                <a:lnTo>
                  <a:pt x="0" y="266"/>
                </a:lnTo>
                <a:cubicBezTo>
                  <a:pt x="0" y="248"/>
                  <a:pt x="2" y="231"/>
                  <a:pt x="6" y="214"/>
                </a:cubicBezTo>
                <a:cubicBezTo>
                  <a:pt x="9" y="197"/>
                  <a:pt x="15" y="180"/>
                  <a:pt x="23" y="164"/>
                </a:cubicBezTo>
                <a:cubicBezTo>
                  <a:pt x="30" y="147"/>
                  <a:pt x="40" y="132"/>
                  <a:pt x="51" y="118"/>
                </a:cubicBezTo>
                <a:cubicBezTo>
                  <a:pt x="62" y="103"/>
                  <a:pt x="75" y="90"/>
                  <a:pt x="89" y="77"/>
                </a:cubicBezTo>
                <a:cubicBezTo>
                  <a:pt x="103" y="65"/>
                  <a:pt x="118" y="54"/>
                  <a:pt x="135" y="45"/>
                </a:cubicBezTo>
                <a:cubicBezTo>
                  <a:pt x="152" y="35"/>
                  <a:pt x="169" y="27"/>
                  <a:pt x="188" y="20"/>
                </a:cubicBezTo>
                <a:cubicBezTo>
                  <a:pt x="206" y="13"/>
                  <a:pt x="225" y="8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4882" y="0"/>
                </a:lnTo>
                <a:cubicBezTo>
                  <a:pt x="4902" y="0"/>
                  <a:pt x="4922" y="2"/>
                  <a:pt x="4942" y="5"/>
                </a:cubicBezTo>
                <a:cubicBezTo>
                  <a:pt x="4961" y="8"/>
                  <a:pt x="4980" y="13"/>
                  <a:pt x="4999" y="20"/>
                </a:cubicBezTo>
                <a:cubicBezTo>
                  <a:pt x="5017" y="27"/>
                  <a:pt x="5035" y="35"/>
                  <a:pt x="5051" y="45"/>
                </a:cubicBezTo>
                <a:cubicBezTo>
                  <a:pt x="5068" y="54"/>
                  <a:pt x="5083" y="65"/>
                  <a:pt x="5097" y="77"/>
                </a:cubicBezTo>
                <a:cubicBezTo>
                  <a:pt x="5112" y="90"/>
                  <a:pt x="5124" y="103"/>
                  <a:pt x="5135" y="118"/>
                </a:cubicBezTo>
                <a:cubicBezTo>
                  <a:pt x="5146" y="132"/>
                  <a:pt x="5156" y="147"/>
                  <a:pt x="5163" y="164"/>
                </a:cubicBezTo>
                <a:cubicBezTo>
                  <a:pt x="5171" y="180"/>
                  <a:pt x="5177" y="197"/>
                  <a:pt x="5181" y="214"/>
                </a:cubicBezTo>
                <a:cubicBezTo>
                  <a:pt x="5185" y="231"/>
                  <a:pt x="5187" y="248"/>
                  <a:pt x="5187" y="266"/>
                </a:cubicBezTo>
                <a:lnTo>
                  <a:pt x="5187" y="3202"/>
                </a:lnTo>
                <a:cubicBezTo>
                  <a:pt x="5187" y="3222"/>
                  <a:pt x="5185" y="3242"/>
                  <a:pt x="5181" y="3262"/>
                </a:cubicBezTo>
                <a:cubicBezTo>
                  <a:pt x="5177" y="3281"/>
                  <a:pt x="5171" y="3300"/>
                  <a:pt x="5163" y="3319"/>
                </a:cubicBezTo>
                <a:cubicBezTo>
                  <a:pt x="5156" y="3337"/>
                  <a:pt x="5146" y="3355"/>
                  <a:pt x="5135" y="3371"/>
                </a:cubicBezTo>
                <a:cubicBezTo>
                  <a:pt x="5124" y="3388"/>
                  <a:pt x="5112" y="3403"/>
                  <a:pt x="5097" y="3418"/>
                </a:cubicBezTo>
                <a:cubicBezTo>
                  <a:pt x="5083" y="3432"/>
                  <a:pt x="5068" y="3444"/>
                  <a:pt x="5051" y="3455"/>
                </a:cubicBezTo>
                <a:cubicBezTo>
                  <a:pt x="5035" y="3467"/>
                  <a:pt x="5017" y="3476"/>
                  <a:pt x="4999" y="3484"/>
                </a:cubicBezTo>
                <a:cubicBezTo>
                  <a:pt x="4980" y="3491"/>
                  <a:pt x="4961" y="3497"/>
                  <a:pt x="4942" y="3501"/>
                </a:cubicBezTo>
                <a:cubicBezTo>
                  <a:pt x="4922" y="3505"/>
                  <a:pt x="4902" y="3507"/>
                  <a:pt x="4882" y="3507"/>
                </a:cubicBezTo>
                <a:lnTo>
                  <a:pt x="304" y="3507"/>
                </a:lnTo>
                <a:cubicBezTo>
                  <a:pt x="284" y="3507"/>
                  <a:pt x="264" y="3505"/>
                  <a:pt x="245" y="3501"/>
                </a:cubicBezTo>
                <a:cubicBezTo>
                  <a:pt x="225" y="3497"/>
                  <a:pt x="206" y="3491"/>
                  <a:pt x="188" y="3484"/>
                </a:cubicBezTo>
                <a:cubicBezTo>
                  <a:pt x="169" y="3476"/>
                  <a:pt x="152" y="3467"/>
                  <a:pt x="135" y="3455"/>
                </a:cubicBezTo>
                <a:cubicBezTo>
                  <a:pt x="118" y="3444"/>
                  <a:pt x="103" y="3432"/>
                  <a:pt x="89" y="3418"/>
                </a:cubicBezTo>
                <a:cubicBezTo>
                  <a:pt x="75" y="3403"/>
                  <a:pt x="62" y="3388"/>
                  <a:pt x="51" y="3371"/>
                </a:cubicBezTo>
                <a:cubicBezTo>
                  <a:pt x="40" y="3355"/>
                  <a:pt x="30" y="3337"/>
                  <a:pt x="23" y="3319"/>
                </a:cubicBezTo>
                <a:cubicBezTo>
                  <a:pt x="15" y="3300"/>
                  <a:pt x="9" y="3281"/>
                  <a:pt x="6" y="3262"/>
                </a:cubicBezTo>
                <a:cubicBezTo>
                  <a:pt x="2" y="3242"/>
                  <a:pt x="0" y="3222"/>
                  <a:pt x="0" y="320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" name=""/>
          <p:cNvSpPr/>
          <p:nvPr/>
        </p:nvSpPr>
        <p:spPr>
          <a:xfrm>
            <a:off x="2638080" y="1819080"/>
            <a:ext cx="1877040" cy="1286280"/>
          </a:xfrm>
          <a:custGeom>
            <a:avLst/>
            <a:gdLst/>
            <a:ahLst/>
            <a:rect l="0" t="0" r="r" b="b"/>
            <a:pathLst>
              <a:path w="5214" h="3573">
                <a:moveTo>
                  <a:pt x="0" y="0"/>
                </a:moveTo>
                <a:lnTo>
                  <a:pt x="5214" y="0"/>
                </a:lnTo>
                <a:lnTo>
                  <a:pt x="5214" y="3573"/>
                </a:lnTo>
                <a:lnTo>
                  <a:pt x="0" y="3573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" name=""/>
          <p:cNvSpPr/>
          <p:nvPr/>
        </p:nvSpPr>
        <p:spPr>
          <a:xfrm>
            <a:off x="2638080" y="1819080"/>
            <a:ext cx="1877040" cy="1286280"/>
          </a:xfrm>
          <a:custGeom>
            <a:avLst/>
            <a:gdLst/>
            <a:ahLst/>
            <a:rect l="0" t="0" r="r" b="b"/>
            <a:pathLst>
              <a:path w="5214" h="3573">
                <a:moveTo>
                  <a:pt x="0" y="0"/>
                </a:moveTo>
                <a:lnTo>
                  <a:pt x="5214" y="0"/>
                </a:lnTo>
                <a:lnTo>
                  <a:pt x="5214" y="3573"/>
                </a:lnTo>
                <a:lnTo>
                  <a:pt x="0" y="357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" name=""/>
          <p:cNvSpPr/>
          <p:nvPr/>
        </p:nvSpPr>
        <p:spPr>
          <a:xfrm>
            <a:off x="2638080" y="1819080"/>
            <a:ext cx="1877040" cy="1286280"/>
          </a:xfrm>
          <a:custGeom>
            <a:avLst/>
            <a:gdLst/>
            <a:ahLst/>
            <a:rect l="0" t="0" r="r" b="b"/>
            <a:pathLst>
              <a:path w="5214" h="3573">
                <a:moveTo>
                  <a:pt x="0" y="0"/>
                </a:moveTo>
                <a:lnTo>
                  <a:pt x="5214" y="0"/>
                </a:lnTo>
                <a:lnTo>
                  <a:pt x="5214" y="3573"/>
                </a:lnTo>
                <a:lnTo>
                  <a:pt x="0" y="357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" name=""/>
          <p:cNvSpPr/>
          <p:nvPr/>
        </p:nvSpPr>
        <p:spPr>
          <a:xfrm>
            <a:off x="2638080" y="1819080"/>
            <a:ext cx="1877040" cy="1286280"/>
          </a:xfrm>
          <a:custGeom>
            <a:avLst/>
            <a:gdLst/>
            <a:ahLst/>
            <a:rect l="0" t="0" r="r" b="b"/>
            <a:pathLst>
              <a:path w="5214" h="3573">
                <a:moveTo>
                  <a:pt x="0" y="0"/>
                </a:moveTo>
                <a:lnTo>
                  <a:pt x="5214" y="0"/>
                </a:lnTo>
                <a:lnTo>
                  <a:pt x="5214" y="3573"/>
                </a:lnTo>
                <a:lnTo>
                  <a:pt x="0" y="357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" name=""/>
          <p:cNvSpPr/>
          <p:nvPr/>
        </p:nvSpPr>
        <p:spPr>
          <a:xfrm>
            <a:off x="2842200" y="2022840"/>
            <a:ext cx="320040" cy="320400"/>
          </a:xfrm>
          <a:custGeom>
            <a:avLst/>
            <a:gdLst/>
            <a:ahLst/>
            <a:rect l="0" t="0" r="r" b="b"/>
            <a:pathLst>
              <a:path w="889" h="890">
                <a:moveTo>
                  <a:pt x="889" y="890"/>
                </a:moveTo>
                <a:lnTo>
                  <a:pt x="826" y="890"/>
                </a:lnTo>
                <a:lnTo>
                  <a:pt x="826" y="731"/>
                </a:lnTo>
                <a:cubicBezTo>
                  <a:pt x="826" y="721"/>
                  <a:pt x="825" y="711"/>
                  <a:pt x="823" y="700"/>
                </a:cubicBezTo>
                <a:cubicBezTo>
                  <a:pt x="821" y="690"/>
                  <a:pt x="818" y="680"/>
                  <a:pt x="814" y="671"/>
                </a:cubicBezTo>
                <a:cubicBezTo>
                  <a:pt x="810" y="661"/>
                  <a:pt x="805" y="652"/>
                  <a:pt x="799" y="643"/>
                </a:cubicBezTo>
                <a:cubicBezTo>
                  <a:pt x="793" y="635"/>
                  <a:pt x="787" y="627"/>
                  <a:pt x="779" y="619"/>
                </a:cubicBezTo>
                <a:cubicBezTo>
                  <a:pt x="772" y="612"/>
                  <a:pt x="764" y="605"/>
                  <a:pt x="755" y="599"/>
                </a:cubicBezTo>
                <a:cubicBezTo>
                  <a:pt x="747" y="594"/>
                  <a:pt x="738" y="589"/>
                  <a:pt x="728" y="585"/>
                </a:cubicBezTo>
                <a:cubicBezTo>
                  <a:pt x="718" y="581"/>
                  <a:pt x="708" y="578"/>
                  <a:pt x="698" y="576"/>
                </a:cubicBezTo>
                <a:cubicBezTo>
                  <a:pt x="688" y="574"/>
                  <a:pt x="678" y="573"/>
                  <a:pt x="667" y="573"/>
                </a:cubicBezTo>
                <a:lnTo>
                  <a:pt x="667" y="509"/>
                </a:lnTo>
                <a:cubicBezTo>
                  <a:pt x="682" y="509"/>
                  <a:pt x="696" y="511"/>
                  <a:pt x="711" y="513"/>
                </a:cubicBezTo>
                <a:cubicBezTo>
                  <a:pt x="725" y="516"/>
                  <a:pt x="739" y="521"/>
                  <a:pt x="752" y="526"/>
                </a:cubicBezTo>
                <a:cubicBezTo>
                  <a:pt x="766" y="532"/>
                  <a:pt x="778" y="539"/>
                  <a:pt x="791" y="547"/>
                </a:cubicBezTo>
                <a:cubicBezTo>
                  <a:pt x="803" y="555"/>
                  <a:pt x="814" y="564"/>
                  <a:pt x="824" y="574"/>
                </a:cubicBezTo>
                <a:cubicBezTo>
                  <a:pt x="835" y="585"/>
                  <a:pt x="844" y="596"/>
                  <a:pt x="852" y="608"/>
                </a:cubicBezTo>
                <a:cubicBezTo>
                  <a:pt x="860" y="620"/>
                  <a:pt x="867" y="633"/>
                  <a:pt x="872" y="646"/>
                </a:cubicBezTo>
                <a:cubicBezTo>
                  <a:pt x="878" y="660"/>
                  <a:pt x="882" y="674"/>
                  <a:pt x="885" y="688"/>
                </a:cubicBezTo>
                <a:cubicBezTo>
                  <a:pt x="888" y="702"/>
                  <a:pt x="889" y="717"/>
                  <a:pt x="889" y="731"/>
                </a:cubicBezTo>
                <a:lnTo>
                  <a:pt x="889" y="890"/>
                </a:lnTo>
                <a:moveTo>
                  <a:pt x="635" y="890"/>
                </a:moveTo>
                <a:lnTo>
                  <a:pt x="572" y="890"/>
                </a:lnTo>
                <a:lnTo>
                  <a:pt x="572" y="731"/>
                </a:lnTo>
                <a:cubicBezTo>
                  <a:pt x="572" y="721"/>
                  <a:pt x="571" y="711"/>
                  <a:pt x="569" y="700"/>
                </a:cubicBezTo>
                <a:cubicBezTo>
                  <a:pt x="567" y="690"/>
                  <a:pt x="564" y="680"/>
                  <a:pt x="560" y="671"/>
                </a:cubicBezTo>
                <a:cubicBezTo>
                  <a:pt x="556" y="661"/>
                  <a:pt x="551" y="652"/>
                  <a:pt x="545" y="643"/>
                </a:cubicBezTo>
                <a:cubicBezTo>
                  <a:pt x="538" y="635"/>
                  <a:pt x="532" y="627"/>
                  <a:pt x="524" y="619"/>
                </a:cubicBezTo>
                <a:cubicBezTo>
                  <a:pt x="517" y="612"/>
                  <a:pt x="509" y="605"/>
                  <a:pt x="500" y="599"/>
                </a:cubicBezTo>
                <a:cubicBezTo>
                  <a:pt x="492" y="594"/>
                  <a:pt x="483" y="589"/>
                  <a:pt x="473" y="585"/>
                </a:cubicBezTo>
                <a:cubicBezTo>
                  <a:pt x="463" y="581"/>
                  <a:pt x="453" y="578"/>
                  <a:pt x="443" y="576"/>
                </a:cubicBezTo>
                <a:cubicBezTo>
                  <a:pt x="433" y="574"/>
                  <a:pt x="423" y="573"/>
                  <a:pt x="412" y="573"/>
                </a:cubicBezTo>
                <a:lnTo>
                  <a:pt x="222" y="573"/>
                </a:lnTo>
                <a:cubicBezTo>
                  <a:pt x="211" y="573"/>
                  <a:pt x="201" y="574"/>
                  <a:pt x="191" y="576"/>
                </a:cubicBezTo>
                <a:cubicBezTo>
                  <a:pt x="181" y="578"/>
                  <a:pt x="171" y="581"/>
                  <a:pt x="161" y="585"/>
                </a:cubicBezTo>
                <a:cubicBezTo>
                  <a:pt x="152" y="589"/>
                  <a:pt x="142" y="594"/>
                  <a:pt x="134" y="599"/>
                </a:cubicBezTo>
                <a:cubicBezTo>
                  <a:pt x="125" y="605"/>
                  <a:pt x="117" y="612"/>
                  <a:pt x="110" y="619"/>
                </a:cubicBezTo>
                <a:cubicBezTo>
                  <a:pt x="102" y="627"/>
                  <a:pt x="96" y="635"/>
                  <a:pt x="90" y="643"/>
                </a:cubicBezTo>
                <a:cubicBezTo>
                  <a:pt x="84" y="652"/>
                  <a:pt x="79" y="661"/>
                  <a:pt x="75" y="671"/>
                </a:cubicBezTo>
                <a:cubicBezTo>
                  <a:pt x="71" y="680"/>
                  <a:pt x="68" y="690"/>
                  <a:pt x="66" y="700"/>
                </a:cubicBezTo>
                <a:cubicBezTo>
                  <a:pt x="64" y="711"/>
                  <a:pt x="63" y="721"/>
                  <a:pt x="63" y="731"/>
                </a:cubicBezTo>
                <a:lnTo>
                  <a:pt x="63" y="890"/>
                </a:lnTo>
                <a:lnTo>
                  <a:pt x="0" y="890"/>
                </a:lnTo>
                <a:lnTo>
                  <a:pt x="0" y="731"/>
                </a:lnTo>
                <a:cubicBezTo>
                  <a:pt x="0" y="717"/>
                  <a:pt x="1" y="702"/>
                  <a:pt x="4" y="688"/>
                </a:cubicBezTo>
                <a:cubicBezTo>
                  <a:pt x="7" y="674"/>
                  <a:pt x="11" y="660"/>
                  <a:pt x="17" y="646"/>
                </a:cubicBezTo>
                <a:cubicBezTo>
                  <a:pt x="22" y="633"/>
                  <a:pt x="29" y="620"/>
                  <a:pt x="37" y="608"/>
                </a:cubicBezTo>
                <a:cubicBezTo>
                  <a:pt x="45" y="596"/>
                  <a:pt x="55" y="585"/>
                  <a:pt x="65" y="574"/>
                </a:cubicBezTo>
                <a:cubicBezTo>
                  <a:pt x="75" y="564"/>
                  <a:pt x="86" y="555"/>
                  <a:pt x="98" y="547"/>
                </a:cubicBezTo>
                <a:cubicBezTo>
                  <a:pt x="111" y="539"/>
                  <a:pt x="123" y="532"/>
                  <a:pt x="137" y="526"/>
                </a:cubicBezTo>
                <a:cubicBezTo>
                  <a:pt x="150" y="521"/>
                  <a:pt x="164" y="516"/>
                  <a:pt x="179" y="513"/>
                </a:cubicBezTo>
                <a:cubicBezTo>
                  <a:pt x="193" y="511"/>
                  <a:pt x="207" y="509"/>
                  <a:pt x="222" y="509"/>
                </a:cubicBezTo>
                <a:lnTo>
                  <a:pt x="412" y="509"/>
                </a:lnTo>
                <a:cubicBezTo>
                  <a:pt x="427" y="509"/>
                  <a:pt x="441" y="511"/>
                  <a:pt x="456" y="513"/>
                </a:cubicBezTo>
                <a:cubicBezTo>
                  <a:pt x="470" y="516"/>
                  <a:pt x="484" y="521"/>
                  <a:pt x="497" y="526"/>
                </a:cubicBezTo>
                <a:cubicBezTo>
                  <a:pt x="511" y="532"/>
                  <a:pt x="524" y="539"/>
                  <a:pt x="536" y="547"/>
                </a:cubicBezTo>
                <a:cubicBezTo>
                  <a:pt x="549" y="555"/>
                  <a:pt x="560" y="564"/>
                  <a:pt x="570" y="574"/>
                </a:cubicBezTo>
                <a:cubicBezTo>
                  <a:pt x="581" y="585"/>
                  <a:pt x="590" y="596"/>
                  <a:pt x="598" y="608"/>
                </a:cubicBezTo>
                <a:cubicBezTo>
                  <a:pt x="606" y="620"/>
                  <a:pt x="613" y="633"/>
                  <a:pt x="618" y="646"/>
                </a:cubicBezTo>
                <a:cubicBezTo>
                  <a:pt x="624" y="660"/>
                  <a:pt x="628" y="674"/>
                  <a:pt x="631" y="688"/>
                </a:cubicBezTo>
                <a:cubicBezTo>
                  <a:pt x="634" y="702"/>
                  <a:pt x="635" y="717"/>
                  <a:pt x="635" y="731"/>
                </a:cubicBezTo>
                <a:lnTo>
                  <a:pt x="635" y="890"/>
                </a:lnTo>
                <a:moveTo>
                  <a:pt x="572" y="0"/>
                </a:moveTo>
                <a:lnTo>
                  <a:pt x="572" y="64"/>
                </a:lnTo>
                <a:cubicBezTo>
                  <a:pt x="582" y="64"/>
                  <a:pt x="593" y="65"/>
                  <a:pt x="603" y="67"/>
                </a:cubicBezTo>
                <a:cubicBezTo>
                  <a:pt x="613" y="69"/>
                  <a:pt x="623" y="72"/>
                  <a:pt x="633" y="76"/>
                </a:cubicBezTo>
                <a:cubicBezTo>
                  <a:pt x="642" y="80"/>
                  <a:pt x="652" y="85"/>
                  <a:pt x="660" y="90"/>
                </a:cubicBezTo>
                <a:cubicBezTo>
                  <a:pt x="669" y="96"/>
                  <a:pt x="677" y="103"/>
                  <a:pt x="684" y="110"/>
                </a:cubicBezTo>
                <a:cubicBezTo>
                  <a:pt x="692" y="118"/>
                  <a:pt x="698" y="126"/>
                  <a:pt x="704" y="134"/>
                </a:cubicBezTo>
                <a:cubicBezTo>
                  <a:pt x="710" y="143"/>
                  <a:pt x="715" y="152"/>
                  <a:pt x="719" y="163"/>
                </a:cubicBezTo>
                <a:cubicBezTo>
                  <a:pt x="723" y="172"/>
                  <a:pt x="726" y="182"/>
                  <a:pt x="728" y="192"/>
                </a:cubicBezTo>
                <a:cubicBezTo>
                  <a:pt x="730" y="203"/>
                  <a:pt x="731" y="213"/>
                  <a:pt x="731" y="223"/>
                </a:cubicBezTo>
                <a:cubicBezTo>
                  <a:pt x="731" y="234"/>
                  <a:pt x="730" y="244"/>
                  <a:pt x="728" y="254"/>
                </a:cubicBezTo>
                <a:cubicBezTo>
                  <a:pt x="726" y="265"/>
                  <a:pt x="723" y="275"/>
                  <a:pt x="719" y="284"/>
                </a:cubicBezTo>
                <a:cubicBezTo>
                  <a:pt x="715" y="294"/>
                  <a:pt x="710" y="303"/>
                  <a:pt x="704" y="312"/>
                </a:cubicBezTo>
                <a:cubicBezTo>
                  <a:pt x="698" y="320"/>
                  <a:pt x="692" y="328"/>
                  <a:pt x="684" y="336"/>
                </a:cubicBezTo>
                <a:cubicBezTo>
                  <a:pt x="677" y="343"/>
                  <a:pt x="669" y="350"/>
                  <a:pt x="660" y="355"/>
                </a:cubicBezTo>
                <a:cubicBezTo>
                  <a:pt x="652" y="361"/>
                  <a:pt x="642" y="366"/>
                  <a:pt x="633" y="370"/>
                </a:cubicBezTo>
                <a:cubicBezTo>
                  <a:pt x="623" y="374"/>
                  <a:pt x="613" y="377"/>
                  <a:pt x="603" y="379"/>
                </a:cubicBezTo>
                <a:cubicBezTo>
                  <a:pt x="593" y="381"/>
                  <a:pt x="582" y="382"/>
                  <a:pt x="572" y="382"/>
                </a:cubicBezTo>
                <a:lnTo>
                  <a:pt x="572" y="446"/>
                </a:lnTo>
                <a:cubicBezTo>
                  <a:pt x="587" y="446"/>
                  <a:pt x="601" y="444"/>
                  <a:pt x="615" y="441"/>
                </a:cubicBezTo>
                <a:cubicBezTo>
                  <a:pt x="630" y="439"/>
                  <a:pt x="644" y="434"/>
                  <a:pt x="657" y="429"/>
                </a:cubicBezTo>
                <a:cubicBezTo>
                  <a:pt x="671" y="423"/>
                  <a:pt x="683" y="416"/>
                  <a:pt x="695" y="408"/>
                </a:cubicBezTo>
                <a:cubicBezTo>
                  <a:pt x="708" y="400"/>
                  <a:pt x="719" y="391"/>
                  <a:pt x="729" y="381"/>
                </a:cubicBezTo>
                <a:cubicBezTo>
                  <a:pt x="739" y="370"/>
                  <a:pt x="749" y="359"/>
                  <a:pt x="757" y="347"/>
                </a:cubicBezTo>
                <a:cubicBezTo>
                  <a:pt x="765" y="335"/>
                  <a:pt x="772" y="322"/>
                  <a:pt x="777" y="308"/>
                </a:cubicBezTo>
                <a:cubicBezTo>
                  <a:pt x="783" y="295"/>
                  <a:pt x="787" y="281"/>
                  <a:pt x="790" y="267"/>
                </a:cubicBezTo>
                <a:cubicBezTo>
                  <a:pt x="793" y="252"/>
                  <a:pt x="794" y="238"/>
                  <a:pt x="794" y="223"/>
                </a:cubicBezTo>
                <a:cubicBezTo>
                  <a:pt x="794" y="209"/>
                  <a:pt x="793" y="194"/>
                  <a:pt x="790" y="180"/>
                </a:cubicBezTo>
                <a:cubicBezTo>
                  <a:pt x="787" y="166"/>
                  <a:pt x="783" y="151"/>
                  <a:pt x="777" y="137"/>
                </a:cubicBezTo>
                <a:cubicBezTo>
                  <a:pt x="772" y="124"/>
                  <a:pt x="765" y="111"/>
                  <a:pt x="757" y="99"/>
                </a:cubicBezTo>
                <a:cubicBezTo>
                  <a:pt x="749" y="87"/>
                  <a:pt x="739" y="76"/>
                  <a:pt x="729" y="65"/>
                </a:cubicBezTo>
                <a:cubicBezTo>
                  <a:pt x="719" y="55"/>
                  <a:pt x="708" y="46"/>
                  <a:pt x="695" y="38"/>
                </a:cubicBezTo>
                <a:cubicBezTo>
                  <a:pt x="683" y="30"/>
                  <a:pt x="671" y="23"/>
                  <a:pt x="657" y="17"/>
                </a:cubicBezTo>
                <a:cubicBezTo>
                  <a:pt x="644" y="12"/>
                  <a:pt x="630" y="7"/>
                  <a:pt x="615" y="5"/>
                </a:cubicBezTo>
                <a:cubicBezTo>
                  <a:pt x="601" y="2"/>
                  <a:pt x="587" y="0"/>
                  <a:pt x="572" y="0"/>
                </a:cubicBezTo>
                <a:moveTo>
                  <a:pt x="317" y="64"/>
                </a:moveTo>
                <a:cubicBezTo>
                  <a:pt x="327" y="64"/>
                  <a:pt x="338" y="65"/>
                  <a:pt x="348" y="67"/>
                </a:cubicBezTo>
                <a:cubicBezTo>
                  <a:pt x="358" y="69"/>
                  <a:pt x="368" y="72"/>
                  <a:pt x="378" y="76"/>
                </a:cubicBezTo>
                <a:cubicBezTo>
                  <a:pt x="387" y="80"/>
                  <a:pt x="397" y="85"/>
                  <a:pt x="405" y="90"/>
                </a:cubicBezTo>
                <a:cubicBezTo>
                  <a:pt x="414" y="96"/>
                  <a:pt x="422" y="103"/>
                  <a:pt x="429" y="110"/>
                </a:cubicBezTo>
                <a:cubicBezTo>
                  <a:pt x="437" y="118"/>
                  <a:pt x="443" y="126"/>
                  <a:pt x="449" y="134"/>
                </a:cubicBezTo>
                <a:cubicBezTo>
                  <a:pt x="455" y="143"/>
                  <a:pt x="460" y="152"/>
                  <a:pt x="464" y="163"/>
                </a:cubicBezTo>
                <a:cubicBezTo>
                  <a:pt x="468" y="172"/>
                  <a:pt x="471" y="182"/>
                  <a:pt x="473" y="192"/>
                </a:cubicBezTo>
                <a:cubicBezTo>
                  <a:pt x="475" y="203"/>
                  <a:pt x="476" y="213"/>
                  <a:pt x="476" y="223"/>
                </a:cubicBezTo>
                <a:cubicBezTo>
                  <a:pt x="476" y="234"/>
                  <a:pt x="475" y="244"/>
                  <a:pt x="473" y="254"/>
                </a:cubicBezTo>
                <a:cubicBezTo>
                  <a:pt x="471" y="265"/>
                  <a:pt x="468" y="275"/>
                  <a:pt x="464" y="284"/>
                </a:cubicBezTo>
                <a:cubicBezTo>
                  <a:pt x="460" y="294"/>
                  <a:pt x="455" y="303"/>
                  <a:pt x="449" y="312"/>
                </a:cubicBezTo>
                <a:cubicBezTo>
                  <a:pt x="443" y="320"/>
                  <a:pt x="437" y="328"/>
                  <a:pt x="429" y="336"/>
                </a:cubicBezTo>
                <a:cubicBezTo>
                  <a:pt x="422" y="343"/>
                  <a:pt x="414" y="350"/>
                  <a:pt x="405" y="355"/>
                </a:cubicBezTo>
                <a:cubicBezTo>
                  <a:pt x="397" y="361"/>
                  <a:pt x="387" y="366"/>
                  <a:pt x="378" y="370"/>
                </a:cubicBezTo>
                <a:cubicBezTo>
                  <a:pt x="368" y="374"/>
                  <a:pt x="358" y="377"/>
                  <a:pt x="348" y="379"/>
                </a:cubicBezTo>
                <a:cubicBezTo>
                  <a:pt x="338" y="381"/>
                  <a:pt x="327" y="382"/>
                  <a:pt x="317" y="382"/>
                </a:cubicBezTo>
                <a:cubicBezTo>
                  <a:pt x="307" y="382"/>
                  <a:pt x="296" y="381"/>
                  <a:pt x="286" y="379"/>
                </a:cubicBezTo>
                <a:cubicBezTo>
                  <a:pt x="276" y="377"/>
                  <a:pt x="266" y="374"/>
                  <a:pt x="256" y="370"/>
                </a:cubicBezTo>
                <a:cubicBezTo>
                  <a:pt x="247" y="366"/>
                  <a:pt x="238" y="361"/>
                  <a:pt x="229" y="355"/>
                </a:cubicBezTo>
                <a:cubicBezTo>
                  <a:pt x="220" y="350"/>
                  <a:pt x="212" y="343"/>
                  <a:pt x="205" y="336"/>
                </a:cubicBezTo>
                <a:cubicBezTo>
                  <a:pt x="197" y="328"/>
                  <a:pt x="191" y="320"/>
                  <a:pt x="185" y="312"/>
                </a:cubicBezTo>
                <a:cubicBezTo>
                  <a:pt x="179" y="303"/>
                  <a:pt x="174" y="294"/>
                  <a:pt x="170" y="284"/>
                </a:cubicBezTo>
                <a:cubicBezTo>
                  <a:pt x="166" y="275"/>
                  <a:pt x="163" y="265"/>
                  <a:pt x="161" y="254"/>
                </a:cubicBezTo>
                <a:cubicBezTo>
                  <a:pt x="159" y="244"/>
                  <a:pt x="158" y="234"/>
                  <a:pt x="158" y="223"/>
                </a:cubicBezTo>
                <a:cubicBezTo>
                  <a:pt x="158" y="213"/>
                  <a:pt x="159" y="203"/>
                  <a:pt x="161" y="192"/>
                </a:cubicBezTo>
                <a:cubicBezTo>
                  <a:pt x="163" y="182"/>
                  <a:pt x="166" y="172"/>
                  <a:pt x="170" y="163"/>
                </a:cubicBezTo>
                <a:cubicBezTo>
                  <a:pt x="174" y="152"/>
                  <a:pt x="179" y="143"/>
                  <a:pt x="185" y="134"/>
                </a:cubicBezTo>
                <a:cubicBezTo>
                  <a:pt x="191" y="126"/>
                  <a:pt x="197" y="118"/>
                  <a:pt x="205" y="110"/>
                </a:cubicBezTo>
                <a:cubicBezTo>
                  <a:pt x="212" y="103"/>
                  <a:pt x="220" y="96"/>
                  <a:pt x="229" y="90"/>
                </a:cubicBezTo>
                <a:cubicBezTo>
                  <a:pt x="238" y="85"/>
                  <a:pt x="247" y="80"/>
                  <a:pt x="256" y="76"/>
                </a:cubicBezTo>
                <a:cubicBezTo>
                  <a:pt x="266" y="72"/>
                  <a:pt x="276" y="69"/>
                  <a:pt x="286" y="67"/>
                </a:cubicBezTo>
                <a:cubicBezTo>
                  <a:pt x="296" y="65"/>
                  <a:pt x="307" y="64"/>
                  <a:pt x="317" y="64"/>
                </a:cubicBezTo>
                <a:moveTo>
                  <a:pt x="317" y="0"/>
                </a:moveTo>
                <a:cubicBezTo>
                  <a:pt x="302" y="0"/>
                  <a:pt x="288" y="2"/>
                  <a:pt x="274" y="5"/>
                </a:cubicBezTo>
                <a:cubicBezTo>
                  <a:pt x="259" y="7"/>
                  <a:pt x="246" y="12"/>
                  <a:pt x="232" y="17"/>
                </a:cubicBezTo>
                <a:cubicBezTo>
                  <a:pt x="219" y="23"/>
                  <a:pt x="206" y="30"/>
                  <a:pt x="194" y="38"/>
                </a:cubicBezTo>
                <a:cubicBezTo>
                  <a:pt x="181" y="46"/>
                  <a:pt x="170" y="55"/>
                  <a:pt x="160" y="65"/>
                </a:cubicBezTo>
                <a:cubicBezTo>
                  <a:pt x="150" y="76"/>
                  <a:pt x="140" y="87"/>
                  <a:pt x="132" y="99"/>
                </a:cubicBezTo>
                <a:cubicBezTo>
                  <a:pt x="124" y="111"/>
                  <a:pt x="117" y="124"/>
                  <a:pt x="112" y="137"/>
                </a:cubicBezTo>
                <a:cubicBezTo>
                  <a:pt x="106" y="151"/>
                  <a:pt x="102" y="166"/>
                  <a:pt x="99" y="180"/>
                </a:cubicBezTo>
                <a:cubicBezTo>
                  <a:pt x="96" y="194"/>
                  <a:pt x="95" y="209"/>
                  <a:pt x="95" y="223"/>
                </a:cubicBezTo>
                <a:cubicBezTo>
                  <a:pt x="95" y="238"/>
                  <a:pt x="96" y="252"/>
                  <a:pt x="99" y="267"/>
                </a:cubicBezTo>
                <a:cubicBezTo>
                  <a:pt x="102" y="281"/>
                  <a:pt x="106" y="295"/>
                  <a:pt x="112" y="308"/>
                </a:cubicBezTo>
                <a:cubicBezTo>
                  <a:pt x="117" y="322"/>
                  <a:pt x="124" y="335"/>
                  <a:pt x="132" y="347"/>
                </a:cubicBezTo>
                <a:cubicBezTo>
                  <a:pt x="140" y="359"/>
                  <a:pt x="150" y="370"/>
                  <a:pt x="160" y="381"/>
                </a:cubicBezTo>
                <a:cubicBezTo>
                  <a:pt x="170" y="391"/>
                  <a:pt x="181" y="400"/>
                  <a:pt x="194" y="408"/>
                </a:cubicBezTo>
                <a:cubicBezTo>
                  <a:pt x="206" y="416"/>
                  <a:pt x="219" y="423"/>
                  <a:pt x="232" y="429"/>
                </a:cubicBezTo>
                <a:cubicBezTo>
                  <a:pt x="246" y="434"/>
                  <a:pt x="259" y="439"/>
                  <a:pt x="274" y="441"/>
                </a:cubicBezTo>
                <a:cubicBezTo>
                  <a:pt x="288" y="444"/>
                  <a:pt x="302" y="446"/>
                  <a:pt x="317" y="446"/>
                </a:cubicBezTo>
                <a:cubicBezTo>
                  <a:pt x="332" y="446"/>
                  <a:pt x="346" y="444"/>
                  <a:pt x="360" y="441"/>
                </a:cubicBezTo>
                <a:cubicBezTo>
                  <a:pt x="375" y="439"/>
                  <a:pt x="389" y="434"/>
                  <a:pt x="402" y="429"/>
                </a:cubicBezTo>
                <a:cubicBezTo>
                  <a:pt x="416" y="423"/>
                  <a:pt x="428" y="416"/>
                  <a:pt x="441" y="408"/>
                </a:cubicBezTo>
                <a:cubicBezTo>
                  <a:pt x="453" y="400"/>
                  <a:pt x="464" y="391"/>
                  <a:pt x="474" y="381"/>
                </a:cubicBezTo>
                <a:cubicBezTo>
                  <a:pt x="485" y="370"/>
                  <a:pt x="494" y="359"/>
                  <a:pt x="502" y="347"/>
                </a:cubicBezTo>
                <a:cubicBezTo>
                  <a:pt x="510" y="335"/>
                  <a:pt x="517" y="322"/>
                  <a:pt x="522" y="308"/>
                </a:cubicBezTo>
                <a:cubicBezTo>
                  <a:pt x="528" y="295"/>
                  <a:pt x="532" y="281"/>
                  <a:pt x="535" y="267"/>
                </a:cubicBezTo>
                <a:cubicBezTo>
                  <a:pt x="538" y="252"/>
                  <a:pt x="539" y="238"/>
                  <a:pt x="539" y="223"/>
                </a:cubicBezTo>
                <a:cubicBezTo>
                  <a:pt x="539" y="209"/>
                  <a:pt x="538" y="194"/>
                  <a:pt x="535" y="180"/>
                </a:cubicBezTo>
                <a:cubicBezTo>
                  <a:pt x="532" y="166"/>
                  <a:pt x="528" y="151"/>
                  <a:pt x="522" y="137"/>
                </a:cubicBezTo>
                <a:cubicBezTo>
                  <a:pt x="517" y="124"/>
                  <a:pt x="510" y="111"/>
                  <a:pt x="502" y="99"/>
                </a:cubicBezTo>
                <a:cubicBezTo>
                  <a:pt x="494" y="87"/>
                  <a:pt x="485" y="76"/>
                  <a:pt x="474" y="65"/>
                </a:cubicBezTo>
                <a:cubicBezTo>
                  <a:pt x="464" y="55"/>
                  <a:pt x="453" y="46"/>
                  <a:pt x="441" y="38"/>
                </a:cubicBezTo>
                <a:cubicBezTo>
                  <a:pt x="428" y="30"/>
                  <a:pt x="416" y="23"/>
                  <a:pt x="402" y="17"/>
                </a:cubicBezTo>
                <a:cubicBezTo>
                  <a:pt x="389" y="12"/>
                  <a:pt x="375" y="7"/>
                  <a:pt x="360" y="5"/>
                </a:cubicBezTo>
                <a:cubicBezTo>
                  <a:pt x="346" y="2"/>
                  <a:pt x="332" y="0"/>
                  <a:pt x="317" y="0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2388240" y="233100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3037320" y="2418840"/>
            <a:ext cx="12610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3d68ec"/>
                </a:solidFill>
                <a:latin typeface="Arial"/>
                <a:ea typeface="Arial"/>
              </a:rPr>
              <a:t>Koploperscholen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2880360" y="2651040"/>
            <a:ext cx="16160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user stories uit de praktijk, in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3394800" y="2812680"/>
            <a:ext cx="3816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de PoC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" name=""/>
          <p:cNvSpPr/>
          <p:nvPr/>
        </p:nvSpPr>
        <p:spPr>
          <a:xfrm>
            <a:off x="4824360" y="1838160"/>
            <a:ext cx="1866960" cy="1262520"/>
          </a:xfrm>
          <a:custGeom>
            <a:avLst/>
            <a:gdLst/>
            <a:ahLst/>
            <a:rect l="0" t="0" r="r" b="b"/>
            <a:pathLst>
              <a:path w="5186" h="3507">
                <a:moveTo>
                  <a:pt x="0" y="3202"/>
                </a:moveTo>
                <a:lnTo>
                  <a:pt x="0" y="266"/>
                </a:lnTo>
                <a:cubicBezTo>
                  <a:pt x="0" y="248"/>
                  <a:pt x="2" y="231"/>
                  <a:pt x="5" y="214"/>
                </a:cubicBezTo>
                <a:cubicBezTo>
                  <a:pt x="9" y="197"/>
                  <a:pt x="15" y="180"/>
                  <a:pt x="23" y="164"/>
                </a:cubicBezTo>
                <a:cubicBezTo>
                  <a:pt x="30" y="147"/>
                  <a:pt x="40" y="132"/>
                  <a:pt x="51" y="118"/>
                </a:cubicBezTo>
                <a:cubicBezTo>
                  <a:pt x="62" y="103"/>
                  <a:pt x="75" y="90"/>
                  <a:pt x="89" y="77"/>
                </a:cubicBezTo>
                <a:cubicBezTo>
                  <a:pt x="103" y="65"/>
                  <a:pt x="118" y="54"/>
                  <a:pt x="135" y="45"/>
                </a:cubicBezTo>
                <a:cubicBezTo>
                  <a:pt x="151" y="35"/>
                  <a:pt x="169" y="27"/>
                  <a:pt x="187" y="20"/>
                </a:cubicBezTo>
                <a:cubicBezTo>
                  <a:pt x="206" y="13"/>
                  <a:pt x="225" y="8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4882" y="0"/>
                </a:lnTo>
                <a:cubicBezTo>
                  <a:pt x="4902" y="0"/>
                  <a:pt x="4922" y="2"/>
                  <a:pt x="4942" y="5"/>
                </a:cubicBezTo>
                <a:cubicBezTo>
                  <a:pt x="4961" y="8"/>
                  <a:pt x="4980" y="13"/>
                  <a:pt x="4999" y="20"/>
                </a:cubicBezTo>
                <a:cubicBezTo>
                  <a:pt x="5017" y="27"/>
                  <a:pt x="5035" y="35"/>
                  <a:pt x="5051" y="45"/>
                </a:cubicBezTo>
                <a:cubicBezTo>
                  <a:pt x="5068" y="54"/>
                  <a:pt x="5083" y="65"/>
                  <a:pt x="5097" y="77"/>
                </a:cubicBezTo>
                <a:cubicBezTo>
                  <a:pt x="5111" y="90"/>
                  <a:pt x="5124" y="103"/>
                  <a:pt x="5135" y="118"/>
                </a:cubicBezTo>
                <a:cubicBezTo>
                  <a:pt x="5146" y="132"/>
                  <a:pt x="5156" y="147"/>
                  <a:pt x="5163" y="164"/>
                </a:cubicBezTo>
                <a:cubicBezTo>
                  <a:pt x="5171" y="180"/>
                  <a:pt x="5177" y="197"/>
                  <a:pt x="5181" y="214"/>
                </a:cubicBezTo>
                <a:cubicBezTo>
                  <a:pt x="5185" y="231"/>
                  <a:pt x="5186" y="248"/>
                  <a:pt x="5186" y="266"/>
                </a:cubicBezTo>
                <a:lnTo>
                  <a:pt x="5186" y="3202"/>
                </a:lnTo>
                <a:cubicBezTo>
                  <a:pt x="5186" y="3222"/>
                  <a:pt x="5185" y="3242"/>
                  <a:pt x="5181" y="3262"/>
                </a:cubicBezTo>
                <a:cubicBezTo>
                  <a:pt x="5177" y="3281"/>
                  <a:pt x="5171" y="3300"/>
                  <a:pt x="5163" y="3319"/>
                </a:cubicBezTo>
                <a:cubicBezTo>
                  <a:pt x="5156" y="3337"/>
                  <a:pt x="5146" y="3355"/>
                  <a:pt x="5135" y="3371"/>
                </a:cubicBezTo>
                <a:cubicBezTo>
                  <a:pt x="5124" y="3388"/>
                  <a:pt x="5111" y="3403"/>
                  <a:pt x="5097" y="3418"/>
                </a:cubicBezTo>
                <a:cubicBezTo>
                  <a:pt x="5083" y="3432"/>
                  <a:pt x="5068" y="3444"/>
                  <a:pt x="5051" y="3455"/>
                </a:cubicBezTo>
                <a:cubicBezTo>
                  <a:pt x="5035" y="3467"/>
                  <a:pt x="5017" y="3476"/>
                  <a:pt x="4999" y="3484"/>
                </a:cubicBezTo>
                <a:cubicBezTo>
                  <a:pt x="4980" y="3491"/>
                  <a:pt x="4961" y="3497"/>
                  <a:pt x="4942" y="3501"/>
                </a:cubicBezTo>
                <a:cubicBezTo>
                  <a:pt x="4922" y="3505"/>
                  <a:pt x="4902" y="3507"/>
                  <a:pt x="4882" y="3507"/>
                </a:cubicBezTo>
                <a:lnTo>
                  <a:pt x="304" y="3507"/>
                </a:lnTo>
                <a:cubicBezTo>
                  <a:pt x="284" y="3507"/>
                  <a:pt x="264" y="3505"/>
                  <a:pt x="245" y="3501"/>
                </a:cubicBezTo>
                <a:cubicBezTo>
                  <a:pt x="225" y="3497"/>
                  <a:pt x="206" y="3491"/>
                  <a:pt x="187" y="3484"/>
                </a:cubicBezTo>
                <a:cubicBezTo>
                  <a:pt x="169" y="3476"/>
                  <a:pt x="151" y="3467"/>
                  <a:pt x="135" y="3455"/>
                </a:cubicBezTo>
                <a:cubicBezTo>
                  <a:pt x="118" y="3444"/>
                  <a:pt x="103" y="3432"/>
                  <a:pt x="89" y="3418"/>
                </a:cubicBezTo>
                <a:cubicBezTo>
                  <a:pt x="75" y="3403"/>
                  <a:pt x="62" y="3388"/>
                  <a:pt x="51" y="3371"/>
                </a:cubicBezTo>
                <a:cubicBezTo>
                  <a:pt x="40" y="3355"/>
                  <a:pt x="30" y="3337"/>
                  <a:pt x="23" y="3319"/>
                </a:cubicBezTo>
                <a:cubicBezTo>
                  <a:pt x="15" y="3300"/>
                  <a:pt x="9" y="3281"/>
                  <a:pt x="5" y="3262"/>
                </a:cubicBezTo>
                <a:cubicBezTo>
                  <a:pt x="2" y="3242"/>
                  <a:pt x="0" y="3222"/>
                  <a:pt x="0" y="320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" name=""/>
          <p:cNvSpPr/>
          <p:nvPr/>
        </p:nvSpPr>
        <p:spPr>
          <a:xfrm>
            <a:off x="4819320" y="1819080"/>
            <a:ext cx="1877040" cy="1286280"/>
          </a:xfrm>
          <a:custGeom>
            <a:avLst/>
            <a:gdLst/>
            <a:ahLst/>
            <a:rect l="0" t="0" r="r" b="b"/>
            <a:pathLst>
              <a:path w="5214" h="3573">
                <a:moveTo>
                  <a:pt x="0" y="0"/>
                </a:moveTo>
                <a:lnTo>
                  <a:pt x="5214" y="0"/>
                </a:lnTo>
                <a:lnTo>
                  <a:pt x="5214" y="3573"/>
                </a:lnTo>
                <a:lnTo>
                  <a:pt x="0" y="3573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" name=""/>
          <p:cNvSpPr/>
          <p:nvPr/>
        </p:nvSpPr>
        <p:spPr>
          <a:xfrm>
            <a:off x="4819320" y="1819080"/>
            <a:ext cx="1877040" cy="1286280"/>
          </a:xfrm>
          <a:custGeom>
            <a:avLst/>
            <a:gdLst/>
            <a:ahLst/>
            <a:rect l="0" t="0" r="r" b="b"/>
            <a:pathLst>
              <a:path w="5214" h="3573">
                <a:moveTo>
                  <a:pt x="0" y="0"/>
                </a:moveTo>
                <a:lnTo>
                  <a:pt x="5214" y="0"/>
                </a:lnTo>
                <a:lnTo>
                  <a:pt x="5214" y="3573"/>
                </a:lnTo>
                <a:lnTo>
                  <a:pt x="0" y="357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" name=""/>
          <p:cNvSpPr/>
          <p:nvPr/>
        </p:nvSpPr>
        <p:spPr>
          <a:xfrm>
            <a:off x="4819320" y="1819080"/>
            <a:ext cx="1877040" cy="1286280"/>
          </a:xfrm>
          <a:custGeom>
            <a:avLst/>
            <a:gdLst/>
            <a:ahLst/>
            <a:rect l="0" t="0" r="r" b="b"/>
            <a:pathLst>
              <a:path w="5214" h="3573">
                <a:moveTo>
                  <a:pt x="0" y="0"/>
                </a:moveTo>
                <a:lnTo>
                  <a:pt x="5214" y="0"/>
                </a:lnTo>
                <a:lnTo>
                  <a:pt x="5214" y="3573"/>
                </a:lnTo>
                <a:lnTo>
                  <a:pt x="0" y="357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" name=""/>
          <p:cNvSpPr/>
          <p:nvPr/>
        </p:nvSpPr>
        <p:spPr>
          <a:xfrm>
            <a:off x="4819320" y="1819080"/>
            <a:ext cx="1877040" cy="1286280"/>
          </a:xfrm>
          <a:custGeom>
            <a:avLst/>
            <a:gdLst/>
            <a:ahLst/>
            <a:rect l="0" t="0" r="r" b="b"/>
            <a:pathLst>
              <a:path w="5214" h="3573">
                <a:moveTo>
                  <a:pt x="0" y="0"/>
                </a:moveTo>
                <a:lnTo>
                  <a:pt x="5214" y="0"/>
                </a:lnTo>
                <a:lnTo>
                  <a:pt x="5214" y="3573"/>
                </a:lnTo>
                <a:lnTo>
                  <a:pt x="0" y="357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" name=""/>
          <p:cNvSpPr/>
          <p:nvPr/>
        </p:nvSpPr>
        <p:spPr>
          <a:xfrm>
            <a:off x="5023440" y="2022840"/>
            <a:ext cx="319320" cy="320400"/>
          </a:xfrm>
          <a:custGeom>
            <a:avLst/>
            <a:gdLst/>
            <a:ahLst/>
            <a:rect l="0" t="0" r="r" b="b"/>
            <a:pathLst>
              <a:path w="887" h="890">
                <a:moveTo>
                  <a:pt x="612" y="92"/>
                </a:moveTo>
                <a:lnTo>
                  <a:pt x="469" y="7"/>
                </a:lnTo>
                <a:cubicBezTo>
                  <a:pt x="460" y="3"/>
                  <a:pt x="454" y="0"/>
                  <a:pt x="444" y="0"/>
                </a:cubicBezTo>
                <a:cubicBezTo>
                  <a:pt x="434" y="0"/>
                  <a:pt x="428" y="3"/>
                  <a:pt x="422" y="7"/>
                </a:cubicBezTo>
                <a:lnTo>
                  <a:pt x="279" y="92"/>
                </a:lnTo>
                <a:cubicBezTo>
                  <a:pt x="263" y="102"/>
                  <a:pt x="254" y="118"/>
                  <a:pt x="254" y="134"/>
                </a:cubicBezTo>
                <a:lnTo>
                  <a:pt x="254" y="312"/>
                </a:lnTo>
                <a:cubicBezTo>
                  <a:pt x="254" y="328"/>
                  <a:pt x="263" y="344"/>
                  <a:pt x="276" y="354"/>
                </a:cubicBezTo>
                <a:lnTo>
                  <a:pt x="419" y="439"/>
                </a:lnTo>
                <a:cubicBezTo>
                  <a:pt x="425" y="442"/>
                  <a:pt x="434" y="446"/>
                  <a:pt x="441" y="446"/>
                </a:cubicBezTo>
                <a:cubicBezTo>
                  <a:pt x="447" y="446"/>
                  <a:pt x="457" y="442"/>
                  <a:pt x="463" y="439"/>
                </a:cubicBezTo>
                <a:lnTo>
                  <a:pt x="606" y="354"/>
                </a:lnTo>
                <a:cubicBezTo>
                  <a:pt x="619" y="344"/>
                  <a:pt x="628" y="331"/>
                  <a:pt x="628" y="312"/>
                </a:cubicBezTo>
                <a:lnTo>
                  <a:pt x="628" y="134"/>
                </a:lnTo>
                <a:cubicBezTo>
                  <a:pt x="634" y="118"/>
                  <a:pt x="625" y="102"/>
                  <a:pt x="612" y="92"/>
                </a:cubicBezTo>
                <a:moveTo>
                  <a:pt x="571" y="303"/>
                </a:moveTo>
                <a:lnTo>
                  <a:pt x="444" y="379"/>
                </a:lnTo>
                <a:lnTo>
                  <a:pt x="317" y="303"/>
                </a:lnTo>
                <a:lnTo>
                  <a:pt x="317" y="143"/>
                </a:lnTo>
                <a:lnTo>
                  <a:pt x="444" y="67"/>
                </a:lnTo>
                <a:lnTo>
                  <a:pt x="571" y="143"/>
                </a:lnTo>
                <a:lnTo>
                  <a:pt x="571" y="303"/>
                </a:lnTo>
                <a:moveTo>
                  <a:pt x="867" y="538"/>
                </a:moveTo>
                <a:lnTo>
                  <a:pt x="724" y="452"/>
                </a:lnTo>
                <a:cubicBezTo>
                  <a:pt x="715" y="449"/>
                  <a:pt x="708" y="446"/>
                  <a:pt x="699" y="446"/>
                </a:cubicBezTo>
                <a:cubicBezTo>
                  <a:pt x="689" y="446"/>
                  <a:pt x="683" y="449"/>
                  <a:pt x="677" y="452"/>
                </a:cubicBezTo>
                <a:lnTo>
                  <a:pt x="533" y="538"/>
                </a:lnTo>
                <a:cubicBezTo>
                  <a:pt x="520" y="547"/>
                  <a:pt x="511" y="560"/>
                  <a:pt x="511" y="579"/>
                </a:cubicBezTo>
                <a:lnTo>
                  <a:pt x="511" y="757"/>
                </a:lnTo>
                <a:cubicBezTo>
                  <a:pt x="511" y="773"/>
                  <a:pt x="520" y="788"/>
                  <a:pt x="533" y="798"/>
                </a:cubicBezTo>
                <a:lnTo>
                  <a:pt x="677" y="884"/>
                </a:lnTo>
                <a:cubicBezTo>
                  <a:pt x="683" y="887"/>
                  <a:pt x="693" y="890"/>
                  <a:pt x="699" y="890"/>
                </a:cubicBezTo>
                <a:cubicBezTo>
                  <a:pt x="705" y="890"/>
                  <a:pt x="715" y="887"/>
                  <a:pt x="721" y="884"/>
                </a:cubicBezTo>
                <a:lnTo>
                  <a:pt x="864" y="798"/>
                </a:lnTo>
                <a:cubicBezTo>
                  <a:pt x="877" y="788"/>
                  <a:pt x="886" y="776"/>
                  <a:pt x="886" y="757"/>
                </a:cubicBezTo>
                <a:lnTo>
                  <a:pt x="886" y="579"/>
                </a:lnTo>
                <a:cubicBezTo>
                  <a:pt x="889" y="563"/>
                  <a:pt x="880" y="547"/>
                  <a:pt x="867" y="538"/>
                </a:cubicBezTo>
                <a:moveTo>
                  <a:pt x="826" y="747"/>
                </a:moveTo>
                <a:lnTo>
                  <a:pt x="699" y="823"/>
                </a:lnTo>
                <a:lnTo>
                  <a:pt x="571" y="747"/>
                </a:lnTo>
                <a:lnTo>
                  <a:pt x="571" y="588"/>
                </a:lnTo>
                <a:lnTo>
                  <a:pt x="699" y="512"/>
                </a:lnTo>
                <a:lnTo>
                  <a:pt x="826" y="588"/>
                </a:lnTo>
                <a:lnTo>
                  <a:pt x="826" y="747"/>
                </a:lnTo>
                <a:moveTo>
                  <a:pt x="358" y="538"/>
                </a:moveTo>
                <a:lnTo>
                  <a:pt x="215" y="452"/>
                </a:lnTo>
                <a:cubicBezTo>
                  <a:pt x="206" y="449"/>
                  <a:pt x="200" y="446"/>
                  <a:pt x="190" y="446"/>
                </a:cubicBezTo>
                <a:cubicBezTo>
                  <a:pt x="181" y="446"/>
                  <a:pt x="174" y="449"/>
                  <a:pt x="168" y="452"/>
                </a:cubicBezTo>
                <a:lnTo>
                  <a:pt x="25" y="538"/>
                </a:lnTo>
                <a:cubicBezTo>
                  <a:pt x="9" y="547"/>
                  <a:pt x="0" y="563"/>
                  <a:pt x="0" y="579"/>
                </a:cubicBezTo>
                <a:lnTo>
                  <a:pt x="0" y="757"/>
                </a:lnTo>
                <a:cubicBezTo>
                  <a:pt x="0" y="773"/>
                  <a:pt x="9" y="788"/>
                  <a:pt x="22" y="798"/>
                </a:cubicBezTo>
                <a:lnTo>
                  <a:pt x="165" y="884"/>
                </a:lnTo>
                <a:cubicBezTo>
                  <a:pt x="174" y="887"/>
                  <a:pt x="181" y="890"/>
                  <a:pt x="190" y="890"/>
                </a:cubicBezTo>
                <a:cubicBezTo>
                  <a:pt x="200" y="890"/>
                  <a:pt x="206" y="887"/>
                  <a:pt x="212" y="884"/>
                </a:cubicBezTo>
                <a:lnTo>
                  <a:pt x="355" y="798"/>
                </a:lnTo>
                <a:cubicBezTo>
                  <a:pt x="368" y="788"/>
                  <a:pt x="377" y="776"/>
                  <a:pt x="377" y="757"/>
                </a:cubicBezTo>
                <a:lnTo>
                  <a:pt x="377" y="579"/>
                </a:lnTo>
                <a:cubicBezTo>
                  <a:pt x="381" y="563"/>
                  <a:pt x="371" y="547"/>
                  <a:pt x="358" y="538"/>
                </a:cubicBezTo>
                <a:moveTo>
                  <a:pt x="317" y="747"/>
                </a:moveTo>
                <a:lnTo>
                  <a:pt x="190" y="823"/>
                </a:lnTo>
                <a:lnTo>
                  <a:pt x="63" y="747"/>
                </a:lnTo>
                <a:lnTo>
                  <a:pt x="63" y="588"/>
                </a:lnTo>
                <a:lnTo>
                  <a:pt x="190" y="512"/>
                </a:lnTo>
                <a:lnTo>
                  <a:pt x="317" y="588"/>
                </a:lnTo>
                <a:lnTo>
                  <a:pt x="317" y="747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4571640" y="233100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5030280" y="2418840"/>
            <a:ext cx="17290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3d68ec"/>
                </a:solidFill>
                <a:latin typeface="Arial"/>
                <a:ea typeface="Arial"/>
              </a:rPr>
              <a:t>Modulaire bouwstenen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5030280" y="2651040"/>
            <a:ext cx="16542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generieke stories, herleidbaar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5320800" y="2812680"/>
            <a:ext cx="10188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naar de leerroutes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" name=""/>
          <p:cNvSpPr/>
          <p:nvPr/>
        </p:nvSpPr>
        <p:spPr>
          <a:xfrm>
            <a:off x="7014960" y="1761840"/>
            <a:ext cx="1857600" cy="1414800"/>
          </a:xfrm>
          <a:custGeom>
            <a:avLst/>
            <a:gdLst/>
            <a:ahLst/>
            <a:rect l="0" t="0" r="r" b="b"/>
            <a:pathLst>
              <a:path w="5160" h="3930">
                <a:moveTo>
                  <a:pt x="0" y="3626"/>
                </a:moveTo>
                <a:lnTo>
                  <a:pt x="0" y="265"/>
                </a:lnTo>
                <a:cubicBezTo>
                  <a:pt x="0" y="248"/>
                  <a:pt x="2" y="230"/>
                  <a:pt x="6" y="213"/>
                </a:cubicBezTo>
                <a:cubicBezTo>
                  <a:pt x="10" y="196"/>
                  <a:pt x="16" y="180"/>
                  <a:pt x="23" y="164"/>
                </a:cubicBezTo>
                <a:cubicBezTo>
                  <a:pt x="31" y="148"/>
                  <a:pt x="40" y="132"/>
                  <a:pt x="51" y="118"/>
                </a:cubicBezTo>
                <a:cubicBezTo>
                  <a:pt x="62" y="103"/>
                  <a:pt x="75" y="90"/>
                  <a:pt x="89" y="78"/>
                </a:cubicBezTo>
                <a:cubicBezTo>
                  <a:pt x="103" y="66"/>
                  <a:pt x="119" y="55"/>
                  <a:pt x="135" y="45"/>
                </a:cubicBezTo>
                <a:cubicBezTo>
                  <a:pt x="152" y="35"/>
                  <a:pt x="169" y="27"/>
                  <a:pt x="188" y="20"/>
                </a:cubicBezTo>
                <a:cubicBezTo>
                  <a:pt x="206" y="14"/>
                  <a:pt x="225" y="9"/>
                  <a:pt x="245" y="5"/>
                </a:cubicBezTo>
                <a:cubicBezTo>
                  <a:pt x="265" y="2"/>
                  <a:pt x="284" y="0"/>
                  <a:pt x="304" y="0"/>
                </a:cubicBezTo>
                <a:lnTo>
                  <a:pt x="4856" y="0"/>
                </a:lnTo>
                <a:cubicBezTo>
                  <a:pt x="4876" y="0"/>
                  <a:pt x="4896" y="2"/>
                  <a:pt x="4916" y="5"/>
                </a:cubicBezTo>
                <a:cubicBezTo>
                  <a:pt x="4935" y="9"/>
                  <a:pt x="4954" y="14"/>
                  <a:pt x="4973" y="20"/>
                </a:cubicBezTo>
                <a:cubicBezTo>
                  <a:pt x="4991" y="27"/>
                  <a:pt x="5009" y="35"/>
                  <a:pt x="5025" y="45"/>
                </a:cubicBezTo>
                <a:cubicBezTo>
                  <a:pt x="5042" y="55"/>
                  <a:pt x="5057" y="66"/>
                  <a:pt x="5071" y="78"/>
                </a:cubicBezTo>
                <a:cubicBezTo>
                  <a:pt x="5085" y="90"/>
                  <a:pt x="5098" y="103"/>
                  <a:pt x="5109" y="118"/>
                </a:cubicBezTo>
                <a:cubicBezTo>
                  <a:pt x="5120" y="132"/>
                  <a:pt x="5130" y="148"/>
                  <a:pt x="5137" y="164"/>
                </a:cubicBezTo>
                <a:cubicBezTo>
                  <a:pt x="5145" y="180"/>
                  <a:pt x="5151" y="196"/>
                  <a:pt x="5155" y="213"/>
                </a:cubicBezTo>
                <a:cubicBezTo>
                  <a:pt x="5158" y="230"/>
                  <a:pt x="5160" y="248"/>
                  <a:pt x="5160" y="265"/>
                </a:cubicBezTo>
                <a:lnTo>
                  <a:pt x="5160" y="3626"/>
                </a:lnTo>
                <a:cubicBezTo>
                  <a:pt x="5160" y="3646"/>
                  <a:pt x="5158" y="3666"/>
                  <a:pt x="5155" y="3685"/>
                </a:cubicBezTo>
                <a:cubicBezTo>
                  <a:pt x="5151" y="3705"/>
                  <a:pt x="5145" y="3724"/>
                  <a:pt x="5137" y="3743"/>
                </a:cubicBezTo>
                <a:cubicBezTo>
                  <a:pt x="5130" y="3761"/>
                  <a:pt x="5120" y="3779"/>
                  <a:pt x="5109" y="3795"/>
                </a:cubicBezTo>
                <a:cubicBezTo>
                  <a:pt x="5098" y="3812"/>
                  <a:pt x="5085" y="3827"/>
                  <a:pt x="5071" y="3841"/>
                </a:cubicBezTo>
                <a:cubicBezTo>
                  <a:pt x="5057" y="3855"/>
                  <a:pt x="5042" y="3868"/>
                  <a:pt x="5025" y="3879"/>
                </a:cubicBezTo>
                <a:cubicBezTo>
                  <a:pt x="5009" y="3890"/>
                  <a:pt x="4991" y="3900"/>
                  <a:pt x="4973" y="3907"/>
                </a:cubicBezTo>
                <a:cubicBezTo>
                  <a:pt x="4954" y="3915"/>
                  <a:pt x="4935" y="3921"/>
                  <a:pt x="4916" y="3925"/>
                </a:cubicBezTo>
                <a:cubicBezTo>
                  <a:pt x="4896" y="3928"/>
                  <a:pt x="4876" y="3930"/>
                  <a:pt x="4856" y="3930"/>
                </a:cubicBezTo>
                <a:lnTo>
                  <a:pt x="304" y="3930"/>
                </a:lnTo>
                <a:cubicBezTo>
                  <a:pt x="284" y="3930"/>
                  <a:pt x="265" y="3928"/>
                  <a:pt x="245" y="3925"/>
                </a:cubicBezTo>
                <a:cubicBezTo>
                  <a:pt x="225" y="3921"/>
                  <a:pt x="206" y="3915"/>
                  <a:pt x="188" y="3907"/>
                </a:cubicBezTo>
                <a:cubicBezTo>
                  <a:pt x="169" y="3900"/>
                  <a:pt x="152" y="3890"/>
                  <a:pt x="135" y="3879"/>
                </a:cubicBezTo>
                <a:cubicBezTo>
                  <a:pt x="119" y="3868"/>
                  <a:pt x="103" y="3855"/>
                  <a:pt x="89" y="3841"/>
                </a:cubicBezTo>
                <a:cubicBezTo>
                  <a:pt x="75" y="3827"/>
                  <a:pt x="62" y="3812"/>
                  <a:pt x="51" y="3795"/>
                </a:cubicBezTo>
                <a:cubicBezTo>
                  <a:pt x="40" y="3779"/>
                  <a:pt x="31" y="3761"/>
                  <a:pt x="23" y="3743"/>
                </a:cubicBezTo>
                <a:cubicBezTo>
                  <a:pt x="16" y="3724"/>
                  <a:pt x="10" y="3705"/>
                  <a:pt x="6" y="3685"/>
                </a:cubicBezTo>
                <a:cubicBezTo>
                  <a:pt x="2" y="3666"/>
                  <a:pt x="0" y="3646"/>
                  <a:pt x="0" y="362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" name=""/>
          <p:cNvSpPr/>
          <p:nvPr/>
        </p:nvSpPr>
        <p:spPr>
          <a:xfrm>
            <a:off x="7010280" y="1742760"/>
            <a:ext cx="1867320" cy="1438920"/>
          </a:xfrm>
          <a:custGeom>
            <a:avLst/>
            <a:gdLst/>
            <a:ahLst/>
            <a:rect l="0" t="0" r="r" b="b"/>
            <a:pathLst>
              <a:path w="5187" h="3997">
                <a:moveTo>
                  <a:pt x="0" y="0"/>
                </a:moveTo>
                <a:lnTo>
                  <a:pt x="5187" y="0"/>
                </a:lnTo>
                <a:lnTo>
                  <a:pt x="5187" y="3997"/>
                </a:lnTo>
                <a:lnTo>
                  <a:pt x="0" y="399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" name=""/>
          <p:cNvSpPr/>
          <p:nvPr/>
        </p:nvSpPr>
        <p:spPr>
          <a:xfrm>
            <a:off x="7010280" y="1742760"/>
            <a:ext cx="1867320" cy="1438920"/>
          </a:xfrm>
          <a:custGeom>
            <a:avLst/>
            <a:gdLst/>
            <a:ahLst/>
            <a:rect l="0" t="0" r="r" b="b"/>
            <a:pathLst>
              <a:path w="5187" h="3997">
                <a:moveTo>
                  <a:pt x="0" y="0"/>
                </a:moveTo>
                <a:lnTo>
                  <a:pt x="5187" y="0"/>
                </a:lnTo>
                <a:lnTo>
                  <a:pt x="5187" y="3997"/>
                </a:lnTo>
                <a:lnTo>
                  <a:pt x="0" y="399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" name=""/>
          <p:cNvSpPr/>
          <p:nvPr/>
        </p:nvSpPr>
        <p:spPr>
          <a:xfrm>
            <a:off x="7010280" y="1742760"/>
            <a:ext cx="1867320" cy="1438920"/>
          </a:xfrm>
          <a:custGeom>
            <a:avLst/>
            <a:gdLst/>
            <a:ahLst/>
            <a:rect l="0" t="0" r="r" b="b"/>
            <a:pathLst>
              <a:path w="5187" h="3997">
                <a:moveTo>
                  <a:pt x="0" y="0"/>
                </a:moveTo>
                <a:lnTo>
                  <a:pt x="5187" y="0"/>
                </a:lnTo>
                <a:lnTo>
                  <a:pt x="5187" y="3997"/>
                </a:lnTo>
                <a:lnTo>
                  <a:pt x="0" y="399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" name=""/>
          <p:cNvSpPr/>
          <p:nvPr/>
        </p:nvSpPr>
        <p:spPr>
          <a:xfrm>
            <a:off x="7010280" y="1742760"/>
            <a:ext cx="1867320" cy="1438920"/>
          </a:xfrm>
          <a:custGeom>
            <a:avLst/>
            <a:gdLst/>
            <a:ahLst/>
            <a:rect l="0" t="0" r="r" b="b"/>
            <a:pathLst>
              <a:path w="5187" h="3997">
                <a:moveTo>
                  <a:pt x="0" y="0"/>
                </a:moveTo>
                <a:lnTo>
                  <a:pt x="5187" y="0"/>
                </a:lnTo>
                <a:lnTo>
                  <a:pt x="5187" y="3997"/>
                </a:lnTo>
                <a:lnTo>
                  <a:pt x="0" y="399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" name=""/>
          <p:cNvSpPr/>
          <p:nvPr/>
        </p:nvSpPr>
        <p:spPr>
          <a:xfrm>
            <a:off x="7250400" y="1937160"/>
            <a:ext cx="228600" cy="320400"/>
          </a:xfrm>
          <a:custGeom>
            <a:avLst/>
            <a:gdLst/>
            <a:ahLst/>
            <a:rect l="0" t="0" r="r" b="b"/>
            <a:pathLst>
              <a:path w="635" h="890">
                <a:moveTo>
                  <a:pt x="626" y="232"/>
                </a:moveTo>
                <a:lnTo>
                  <a:pt x="403" y="10"/>
                </a:lnTo>
                <a:cubicBezTo>
                  <a:pt x="396" y="3"/>
                  <a:pt x="390" y="0"/>
                  <a:pt x="380" y="0"/>
                </a:cubicBezTo>
                <a:lnTo>
                  <a:pt x="63" y="0"/>
                </a:lnTo>
                <a:cubicBezTo>
                  <a:pt x="28" y="0"/>
                  <a:pt x="0" y="29"/>
                  <a:pt x="0" y="64"/>
                </a:cubicBezTo>
                <a:lnTo>
                  <a:pt x="0" y="826"/>
                </a:lnTo>
                <a:cubicBezTo>
                  <a:pt x="0" y="861"/>
                  <a:pt x="28" y="890"/>
                  <a:pt x="63" y="890"/>
                </a:cubicBezTo>
                <a:lnTo>
                  <a:pt x="572" y="890"/>
                </a:lnTo>
                <a:cubicBezTo>
                  <a:pt x="607" y="890"/>
                  <a:pt x="635" y="861"/>
                  <a:pt x="635" y="826"/>
                </a:cubicBezTo>
                <a:lnTo>
                  <a:pt x="635" y="254"/>
                </a:lnTo>
                <a:cubicBezTo>
                  <a:pt x="635" y="245"/>
                  <a:pt x="632" y="238"/>
                  <a:pt x="626" y="232"/>
                </a:cubicBezTo>
                <a:moveTo>
                  <a:pt x="380" y="76"/>
                </a:moveTo>
                <a:lnTo>
                  <a:pt x="559" y="254"/>
                </a:lnTo>
                <a:lnTo>
                  <a:pt x="380" y="254"/>
                </a:lnTo>
                <a:lnTo>
                  <a:pt x="380" y="76"/>
                </a:lnTo>
                <a:moveTo>
                  <a:pt x="572" y="826"/>
                </a:moveTo>
                <a:lnTo>
                  <a:pt x="63" y="826"/>
                </a:lnTo>
                <a:lnTo>
                  <a:pt x="63" y="64"/>
                </a:lnTo>
                <a:lnTo>
                  <a:pt x="317" y="64"/>
                </a:lnTo>
                <a:lnTo>
                  <a:pt x="317" y="254"/>
                </a:lnTo>
                <a:cubicBezTo>
                  <a:pt x="317" y="289"/>
                  <a:pt x="346" y="318"/>
                  <a:pt x="380" y="318"/>
                </a:cubicBezTo>
                <a:lnTo>
                  <a:pt x="572" y="318"/>
                </a:lnTo>
                <a:lnTo>
                  <a:pt x="572" y="826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" name=""/>
          <p:cNvSpPr/>
          <p:nvPr/>
        </p:nvSpPr>
        <p:spPr>
          <a:xfrm>
            <a:off x="7296120" y="2097360"/>
            <a:ext cx="137160" cy="91440"/>
          </a:xfrm>
          <a:custGeom>
            <a:avLst/>
            <a:gdLst/>
            <a:ahLst/>
            <a:rect l="0" t="0" r="r" b="b"/>
            <a:pathLst>
              <a:path w="381" h="254">
                <a:moveTo>
                  <a:pt x="0" y="191"/>
                </a:moveTo>
                <a:lnTo>
                  <a:pt x="381" y="191"/>
                </a:lnTo>
                <a:lnTo>
                  <a:pt x="381" y="254"/>
                </a:lnTo>
                <a:lnTo>
                  <a:pt x="0" y="254"/>
                </a:lnTo>
                <a:lnTo>
                  <a:pt x="0" y="191"/>
                </a:lnTo>
                <a:moveTo>
                  <a:pt x="0" y="0"/>
                </a:moveTo>
                <a:lnTo>
                  <a:pt x="381" y="0"/>
                </a:lnTo>
                <a:lnTo>
                  <a:pt x="381" y="63"/>
                </a:lnTo>
                <a:lnTo>
                  <a:pt x="0" y="6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6755040" y="233100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7518240" y="2342520"/>
            <a:ext cx="95796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3d68ec"/>
                </a:solidFill>
                <a:latin typeface="Arial"/>
                <a:ea typeface="Arial"/>
              </a:rPr>
              <a:t>Speciﬁcaties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7203960" y="2565000"/>
            <a:ext cx="16254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techniekagnostisch, modulair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7213680" y="2727000"/>
            <a:ext cx="16390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uit bouwblokken, openbaar in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" name=""/>
          <p:cNvSpPr/>
          <p:nvPr/>
        </p:nvSpPr>
        <p:spPr>
          <a:xfrm>
            <a:off x="456840" y="3400200"/>
            <a:ext cx="4115160" cy="867240"/>
          </a:xfrm>
          <a:custGeom>
            <a:avLst/>
            <a:gdLst/>
            <a:ahLst/>
            <a:rect l="0" t="0" r="r" b="b"/>
            <a:pathLst>
              <a:path w="11431" h="2409">
                <a:moveTo>
                  <a:pt x="0" y="0"/>
                </a:moveTo>
                <a:lnTo>
                  <a:pt x="11431" y="0"/>
                </a:lnTo>
                <a:lnTo>
                  <a:pt x="11431" y="2409"/>
                </a:lnTo>
                <a:lnTo>
                  <a:pt x="0" y="24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" name=""/>
          <p:cNvSpPr/>
          <p:nvPr/>
        </p:nvSpPr>
        <p:spPr>
          <a:xfrm>
            <a:off x="456840" y="3400200"/>
            <a:ext cx="4115160" cy="38520"/>
          </a:xfrm>
          <a:custGeom>
            <a:avLst/>
            <a:gdLst/>
            <a:ahLst/>
            <a:rect l="0" t="0" r="r" b="b"/>
            <a:pathLst>
              <a:path w="11431" h="107">
                <a:moveTo>
                  <a:pt x="0" y="0"/>
                </a:moveTo>
                <a:lnTo>
                  <a:pt x="11431" y="0"/>
                </a:lnTo>
                <a:lnTo>
                  <a:pt x="1143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" name=""/>
          <p:cNvSpPr/>
          <p:nvPr/>
        </p:nvSpPr>
        <p:spPr>
          <a:xfrm>
            <a:off x="456840" y="4257360"/>
            <a:ext cx="4115160" cy="10080"/>
          </a:xfrm>
          <a:custGeom>
            <a:avLst/>
            <a:gdLst/>
            <a:ahLst/>
            <a:rect l="0" t="0" r="r" b="b"/>
            <a:pathLst>
              <a:path w="11431" h="28">
                <a:moveTo>
                  <a:pt x="0" y="0"/>
                </a:moveTo>
                <a:lnTo>
                  <a:pt x="11431" y="0"/>
                </a:lnTo>
                <a:lnTo>
                  <a:pt x="114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" name=""/>
          <p:cNvSpPr/>
          <p:nvPr/>
        </p:nvSpPr>
        <p:spPr>
          <a:xfrm>
            <a:off x="4562280" y="3400200"/>
            <a:ext cx="9720" cy="867240"/>
          </a:xfrm>
          <a:custGeom>
            <a:avLst/>
            <a:gdLst/>
            <a:ahLst/>
            <a:rect l="0" t="0" r="r" b="b"/>
            <a:pathLst>
              <a:path w="27" h="2409">
                <a:moveTo>
                  <a:pt x="0" y="106"/>
                </a:moveTo>
                <a:lnTo>
                  <a:pt x="0" y="2409"/>
                </a:lnTo>
                <a:lnTo>
                  <a:pt x="27" y="2409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" name=""/>
          <p:cNvSpPr/>
          <p:nvPr/>
        </p:nvSpPr>
        <p:spPr>
          <a:xfrm>
            <a:off x="456840" y="3400200"/>
            <a:ext cx="10080" cy="867240"/>
          </a:xfrm>
          <a:custGeom>
            <a:avLst/>
            <a:gdLst/>
            <a:ahLst/>
            <a:rect l="0" t="0" r="r" b="b"/>
            <a:pathLst>
              <a:path w="28" h="2409">
                <a:moveTo>
                  <a:pt x="0" y="0"/>
                </a:moveTo>
                <a:lnTo>
                  <a:pt x="0" y="2409"/>
                </a:lnTo>
                <a:lnTo>
                  <a:pt x="28" y="2409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7765920" y="2889000"/>
            <a:ext cx="3816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GitHub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619200" y="3558960"/>
            <a:ext cx="42832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Leerroutes 1 tot 3 eerst</a:t>
            </a:r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, mbo eerst. De reis van de student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619200" y="3768480"/>
            <a:ext cx="43153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en die van de instelling bepalen samen wat er wanneer tussen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" name=""/>
          <p:cNvSpPr/>
          <p:nvPr/>
        </p:nvSpPr>
        <p:spPr>
          <a:xfrm>
            <a:off x="4762440" y="3400200"/>
            <a:ext cx="4115160" cy="867240"/>
          </a:xfrm>
          <a:custGeom>
            <a:avLst/>
            <a:gdLst/>
            <a:ahLst/>
            <a:rect l="0" t="0" r="r" b="b"/>
            <a:pathLst>
              <a:path w="11431" h="2409">
                <a:moveTo>
                  <a:pt x="0" y="0"/>
                </a:moveTo>
                <a:lnTo>
                  <a:pt x="11431" y="0"/>
                </a:lnTo>
                <a:lnTo>
                  <a:pt x="11431" y="2409"/>
                </a:lnTo>
                <a:lnTo>
                  <a:pt x="0" y="24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" name=""/>
          <p:cNvSpPr/>
          <p:nvPr/>
        </p:nvSpPr>
        <p:spPr>
          <a:xfrm>
            <a:off x="4762440" y="3400200"/>
            <a:ext cx="4115160" cy="38520"/>
          </a:xfrm>
          <a:custGeom>
            <a:avLst/>
            <a:gdLst/>
            <a:ahLst/>
            <a:rect l="0" t="0" r="r" b="b"/>
            <a:pathLst>
              <a:path w="11431" h="107">
                <a:moveTo>
                  <a:pt x="0" y="0"/>
                </a:moveTo>
                <a:lnTo>
                  <a:pt x="11431" y="0"/>
                </a:lnTo>
                <a:lnTo>
                  <a:pt x="1143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" name=""/>
          <p:cNvSpPr/>
          <p:nvPr/>
        </p:nvSpPr>
        <p:spPr>
          <a:xfrm>
            <a:off x="4762440" y="4257360"/>
            <a:ext cx="4115160" cy="10080"/>
          </a:xfrm>
          <a:custGeom>
            <a:avLst/>
            <a:gdLst/>
            <a:ahLst/>
            <a:rect l="0" t="0" r="r" b="b"/>
            <a:pathLst>
              <a:path w="11431" h="28">
                <a:moveTo>
                  <a:pt x="0" y="0"/>
                </a:moveTo>
                <a:lnTo>
                  <a:pt x="11431" y="0"/>
                </a:lnTo>
                <a:lnTo>
                  <a:pt x="114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" name=""/>
          <p:cNvSpPr/>
          <p:nvPr/>
        </p:nvSpPr>
        <p:spPr>
          <a:xfrm>
            <a:off x="8867520" y="3400200"/>
            <a:ext cx="10080" cy="867240"/>
          </a:xfrm>
          <a:custGeom>
            <a:avLst/>
            <a:gdLst/>
            <a:ahLst/>
            <a:rect l="0" t="0" r="r" b="b"/>
            <a:pathLst>
              <a:path w="28" h="2409">
                <a:moveTo>
                  <a:pt x="0" y="106"/>
                </a:moveTo>
                <a:lnTo>
                  <a:pt x="0" y="2409"/>
                </a:lnTo>
                <a:lnTo>
                  <a:pt x="28" y="2409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" name=""/>
          <p:cNvSpPr/>
          <p:nvPr/>
        </p:nvSpPr>
        <p:spPr>
          <a:xfrm>
            <a:off x="4762440" y="3400200"/>
            <a:ext cx="9720" cy="867240"/>
          </a:xfrm>
          <a:custGeom>
            <a:avLst/>
            <a:gdLst/>
            <a:ahLst/>
            <a:rect l="0" t="0" r="r" b="b"/>
            <a:pathLst>
              <a:path w="27" h="2409">
                <a:moveTo>
                  <a:pt x="0" y="0"/>
                </a:moveTo>
                <a:lnTo>
                  <a:pt x="0" y="2409"/>
                </a:lnTo>
                <a:lnTo>
                  <a:pt x="27" y="2409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619200" y="3987360"/>
            <a:ext cx="13464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systemen beweegt.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4920480" y="3558960"/>
            <a:ext cx="40928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OKx speciﬁceert het koppelvlak</a:t>
            </a:r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; de applicatie is van de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4920480" y="3768480"/>
            <a:ext cx="44035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leverancier. Elke eis is terug te volgen naar de story waar hij uit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4920480" y="3987360"/>
            <a:ext cx="3952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komt.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5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1143000" y="237960"/>
            <a:ext cx="7048080" cy="4609800"/>
          </a:xfrm>
          <a:prstGeom prst="rect">
            <a:avLst/>
          </a:prstGeom>
          <a:ln w="0">
            <a:noFill/>
          </a:ln>
        </p:spPr>
      </p:pic>
      <p:sp>
        <p:nvSpPr>
          <p:cNvPr id="15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90480" y="4916160"/>
            <a:ext cx="88002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Van de PoC-school (links) via het gedeelde perspectief naar de OKx-architectuur met de kerngroep techniek (rechts). Schets van Niels, concept.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67" name=""/>
          <p:cNvSpPr txBox="1"/>
          <p:nvPr/>
        </p:nvSpPr>
        <p:spPr>
          <a:xfrm>
            <a:off x="439920" y="453240"/>
            <a:ext cx="92055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Het instellingsperspectief: een ecosysteem van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" name=""/>
          <p:cNvSpPr/>
          <p:nvPr/>
        </p:nvSpPr>
        <p:spPr>
          <a:xfrm>
            <a:off x="461880" y="1852560"/>
            <a:ext cx="1257480" cy="885960"/>
          </a:xfrm>
          <a:custGeom>
            <a:avLst/>
            <a:gdLst/>
            <a:ahLst/>
            <a:rect l="0" t="0" r="r" b="b"/>
            <a:pathLst>
              <a:path w="3493" h="2461">
                <a:moveTo>
                  <a:pt x="0" y="215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9" y="225"/>
                  <a:pt x="15" y="206"/>
                  <a:pt x="23" y="187"/>
                </a:cubicBezTo>
                <a:cubicBezTo>
                  <a:pt x="31" y="169"/>
                  <a:pt x="40" y="151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0"/>
                  <a:pt x="188" y="23"/>
                </a:cubicBezTo>
                <a:cubicBezTo>
                  <a:pt x="206" y="15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3189" y="0"/>
                </a:lnTo>
                <a:cubicBezTo>
                  <a:pt x="3209" y="0"/>
                  <a:pt x="3229" y="2"/>
                  <a:pt x="3248" y="5"/>
                </a:cubicBezTo>
                <a:cubicBezTo>
                  <a:pt x="3268" y="9"/>
                  <a:pt x="3287" y="15"/>
                  <a:pt x="3305" y="23"/>
                </a:cubicBezTo>
                <a:cubicBezTo>
                  <a:pt x="3324" y="30"/>
                  <a:pt x="3341" y="40"/>
                  <a:pt x="3358" y="51"/>
                </a:cubicBezTo>
                <a:cubicBezTo>
                  <a:pt x="3375" y="62"/>
                  <a:pt x="3390" y="75"/>
                  <a:pt x="3404" y="89"/>
                </a:cubicBezTo>
                <a:cubicBezTo>
                  <a:pt x="3418" y="103"/>
                  <a:pt x="3431" y="118"/>
                  <a:pt x="3442" y="135"/>
                </a:cubicBezTo>
                <a:cubicBezTo>
                  <a:pt x="3453" y="151"/>
                  <a:pt x="3462" y="169"/>
                  <a:pt x="3470" y="187"/>
                </a:cubicBezTo>
                <a:cubicBezTo>
                  <a:pt x="3478" y="206"/>
                  <a:pt x="3483" y="225"/>
                  <a:pt x="3487" y="245"/>
                </a:cubicBezTo>
                <a:cubicBezTo>
                  <a:pt x="3491" y="264"/>
                  <a:pt x="3493" y="284"/>
                  <a:pt x="3493" y="304"/>
                </a:cubicBezTo>
                <a:lnTo>
                  <a:pt x="3493" y="2157"/>
                </a:lnTo>
                <a:cubicBezTo>
                  <a:pt x="3493" y="2177"/>
                  <a:pt x="3491" y="2197"/>
                  <a:pt x="3487" y="2216"/>
                </a:cubicBezTo>
                <a:cubicBezTo>
                  <a:pt x="3483" y="2236"/>
                  <a:pt x="3478" y="2255"/>
                  <a:pt x="3470" y="2273"/>
                </a:cubicBezTo>
                <a:cubicBezTo>
                  <a:pt x="3462" y="2292"/>
                  <a:pt x="3453" y="2309"/>
                  <a:pt x="3442" y="2326"/>
                </a:cubicBezTo>
                <a:cubicBezTo>
                  <a:pt x="3431" y="2343"/>
                  <a:pt x="3418" y="2358"/>
                  <a:pt x="3404" y="2372"/>
                </a:cubicBezTo>
                <a:cubicBezTo>
                  <a:pt x="3390" y="2386"/>
                  <a:pt x="3375" y="2399"/>
                  <a:pt x="3358" y="2410"/>
                </a:cubicBezTo>
                <a:cubicBezTo>
                  <a:pt x="3341" y="2421"/>
                  <a:pt x="3324" y="2430"/>
                  <a:pt x="3305" y="2438"/>
                </a:cubicBezTo>
                <a:cubicBezTo>
                  <a:pt x="3287" y="2446"/>
                  <a:pt x="3268" y="2452"/>
                  <a:pt x="3248" y="2455"/>
                </a:cubicBezTo>
                <a:cubicBezTo>
                  <a:pt x="3229" y="2459"/>
                  <a:pt x="3209" y="2461"/>
                  <a:pt x="3189" y="2461"/>
                </a:cubicBezTo>
                <a:lnTo>
                  <a:pt x="304" y="2461"/>
                </a:lnTo>
                <a:cubicBezTo>
                  <a:pt x="284" y="2461"/>
                  <a:pt x="264" y="2459"/>
                  <a:pt x="245" y="2455"/>
                </a:cubicBezTo>
                <a:cubicBezTo>
                  <a:pt x="225" y="2452"/>
                  <a:pt x="206" y="2446"/>
                  <a:pt x="188" y="2438"/>
                </a:cubicBezTo>
                <a:cubicBezTo>
                  <a:pt x="169" y="2430"/>
                  <a:pt x="152" y="2421"/>
                  <a:pt x="135" y="2410"/>
                </a:cubicBezTo>
                <a:cubicBezTo>
                  <a:pt x="118" y="2399"/>
                  <a:pt x="103" y="2386"/>
                  <a:pt x="89" y="2372"/>
                </a:cubicBezTo>
                <a:cubicBezTo>
                  <a:pt x="75" y="2358"/>
                  <a:pt x="62" y="2343"/>
                  <a:pt x="51" y="2326"/>
                </a:cubicBezTo>
                <a:cubicBezTo>
                  <a:pt x="40" y="2309"/>
                  <a:pt x="31" y="2292"/>
                  <a:pt x="23" y="2273"/>
                </a:cubicBezTo>
                <a:cubicBezTo>
                  <a:pt x="15" y="2255"/>
                  <a:pt x="9" y="2236"/>
                  <a:pt x="6" y="2216"/>
                </a:cubicBezTo>
                <a:cubicBezTo>
                  <a:pt x="2" y="2197"/>
                  <a:pt x="0" y="2177"/>
                  <a:pt x="0" y="21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" name=""/>
          <p:cNvSpPr/>
          <p:nvPr/>
        </p:nvSpPr>
        <p:spPr>
          <a:xfrm>
            <a:off x="461880" y="1852560"/>
            <a:ext cx="1257480" cy="885960"/>
          </a:xfrm>
          <a:custGeom>
            <a:avLst/>
            <a:gdLst/>
            <a:ahLst/>
            <a:rect l="0" t="0" r="r" b="b"/>
            <a:pathLst>
              <a:path w="3493" h="2461">
                <a:moveTo>
                  <a:pt x="0" y="215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9" y="225"/>
                  <a:pt x="15" y="206"/>
                  <a:pt x="23" y="187"/>
                </a:cubicBezTo>
                <a:cubicBezTo>
                  <a:pt x="31" y="169"/>
                  <a:pt x="40" y="151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0"/>
                  <a:pt x="188" y="23"/>
                </a:cubicBezTo>
                <a:cubicBezTo>
                  <a:pt x="206" y="15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3189" y="0"/>
                </a:lnTo>
                <a:cubicBezTo>
                  <a:pt x="3209" y="0"/>
                  <a:pt x="3229" y="2"/>
                  <a:pt x="3248" y="5"/>
                </a:cubicBezTo>
                <a:cubicBezTo>
                  <a:pt x="3268" y="9"/>
                  <a:pt x="3287" y="15"/>
                  <a:pt x="3305" y="23"/>
                </a:cubicBezTo>
                <a:cubicBezTo>
                  <a:pt x="3324" y="30"/>
                  <a:pt x="3341" y="40"/>
                  <a:pt x="3358" y="51"/>
                </a:cubicBezTo>
                <a:cubicBezTo>
                  <a:pt x="3375" y="62"/>
                  <a:pt x="3390" y="75"/>
                  <a:pt x="3404" y="89"/>
                </a:cubicBezTo>
                <a:cubicBezTo>
                  <a:pt x="3418" y="103"/>
                  <a:pt x="3431" y="118"/>
                  <a:pt x="3442" y="135"/>
                </a:cubicBezTo>
                <a:cubicBezTo>
                  <a:pt x="3453" y="151"/>
                  <a:pt x="3462" y="169"/>
                  <a:pt x="3470" y="187"/>
                </a:cubicBezTo>
                <a:cubicBezTo>
                  <a:pt x="3478" y="206"/>
                  <a:pt x="3483" y="225"/>
                  <a:pt x="3487" y="245"/>
                </a:cubicBezTo>
                <a:cubicBezTo>
                  <a:pt x="3491" y="264"/>
                  <a:pt x="3493" y="284"/>
                  <a:pt x="3493" y="304"/>
                </a:cubicBezTo>
                <a:lnTo>
                  <a:pt x="3493" y="2157"/>
                </a:lnTo>
                <a:cubicBezTo>
                  <a:pt x="3493" y="2177"/>
                  <a:pt x="3491" y="2197"/>
                  <a:pt x="3487" y="2216"/>
                </a:cubicBezTo>
                <a:cubicBezTo>
                  <a:pt x="3483" y="2236"/>
                  <a:pt x="3478" y="2255"/>
                  <a:pt x="3470" y="2273"/>
                </a:cubicBezTo>
                <a:cubicBezTo>
                  <a:pt x="3462" y="2292"/>
                  <a:pt x="3453" y="2309"/>
                  <a:pt x="3442" y="2326"/>
                </a:cubicBezTo>
                <a:cubicBezTo>
                  <a:pt x="3431" y="2343"/>
                  <a:pt x="3418" y="2358"/>
                  <a:pt x="3404" y="2372"/>
                </a:cubicBezTo>
                <a:cubicBezTo>
                  <a:pt x="3390" y="2386"/>
                  <a:pt x="3375" y="2399"/>
                  <a:pt x="3358" y="2410"/>
                </a:cubicBezTo>
                <a:cubicBezTo>
                  <a:pt x="3341" y="2421"/>
                  <a:pt x="3324" y="2430"/>
                  <a:pt x="3305" y="2438"/>
                </a:cubicBezTo>
                <a:cubicBezTo>
                  <a:pt x="3287" y="2446"/>
                  <a:pt x="3268" y="2452"/>
                  <a:pt x="3248" y="2455"/>
                </a:cubicBezTo>
                <a:cubicBezTo>
                  <a:pt x="3229" y="2459"/>
                  <a:pt x="3209" y="2461"/>
                  <a:pt x="3189" y="2461"/>
                </a:cubicBezTo>
                <a:lnTo>
                  <a:pt x="304" y="2461"/>
                </a:lnTo>
                <a:cubicBezTo>
                  <a:pt x="284" y="2461"/>
                  <a:pt x="264" y="2459"/>
                  <a:pt x="245" y="2455"/>
                </a:cubicBezTo>
                <a:cubicBezTo>
                  <a:pt x="225" y="2452"/>
                  <a:pt x="206" y="2446"/>
                  <a:pt x="188" y="2438"/>
                </a:cubicBezTo>
                <a:cubicBezTo>
                  <a:pt x="169" y="2430"/>
                  <a:pt x="152" y="2421"/>
                  <a:pt x="135" y="2410"/>
                </a:cubicBezTo>
                <a:cubicBezTo>
                  <a:pt x="118" y="2399"/>
                  <a:pt x="103" y="2386"/>
                  <a:pt x="89" y="2372"/>
                </a:cubicBezTo>
                <a:cubicBezTo>
                  <a:pt x="75" y="2358"/>
                  <a:pt x="62" y="2343"/>
                  <a:pt x="51" y="2326"/>
                </a:cubicBezTo>
                <a:cubicBezTo>
                  <a:pt x="40" y="2309"/>
                  <a:pt x="31" y="2292"/>
                  <a:pt x="23" y="2273"/>
                </a:cubicBezTo>
                <a:cubicBezTo>
                  <a:pt x="15" y="2255"/>
                  <a:pt x="9" y="2236"/>
                  <a:pt x="6" y="2216"/>
                </a:cubicBezTo>
                <a:cubicBezTo>
                  <a:pt x="2" y="2197"/>
                  <a:pt x="0" y="2177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" name=""/>
          <p:cNvSpPr/>
          <p:nvPr/>
        </p:nvSpPr>
        <p:spPr>
          <a:xfrm>
            <a:off x="950400" y="1965600"/>
            <a:ext cx="274680" cy="320400"/>
          </a:xfrm>
          <a:custGeom>
            <a:avLst/>
            <a:gdLst/>
            <a:ahLst/>
            <a:rect l="0" t="0" r="r" b="b"/>
            <a:pathLst>
              <a:path w="763" h="890">
                <a:moveTo>
                  <a:pt x="699" y="0"/>
                </a:moveTo>
                <a:lnTo>
                  <a:pt x="128" y="0"/>
                </a:lnTo>
                <a:cubicBezTo>
                  <a:pt x="120" y="0"/>
                  <a:pt x="111" y="2"/>
                  <a:pt x="104" y="5"/>
                </a:cubicBezTo>
                <a:cubicBezTo>
                  <a:pt x="96" y="9"/>
                  <a:pt x="89" y="13"/>
                  <a:pt x="83" y="19"/>
                </a:cubicBezTo>
                <a:cubicBezTo>
                  <a:pt x="77" y="25"/>
                  <a:pt x="73" y="32"/>
                  <a:pt x="69" y="40"/>
                </a:cubicBezTo>
                <a:cubicBezTo>
                  <a:pt x="66" y="47"/>
                  <a:pt x="64" y="56"/>
                  <a:pt x="64" y="64"/>
                </a:cubicBezTo>
                <a:lnTo>
                  <a:pt x="64" y="191"/>
                </a:lnTo>
                <a:lnTo>
                  <a:pt x="0" y="191"/>
                </a:lnTo>
                <a:lnTo>
                  <a:pt x="0" y="254"/>
                </a:lnTo>
                <a:lnTo>
                  <a:pt x="64" y="254"/>
                </a:lnTo>
                <a:lnTo>
                  <a:pt x="64" y="414"/>
                </a:lnTo>
                <a:lnTo>
                  <a:pt x="0" y="414"/>
                </a:lnTo>
                <a:lnTo>
                  <a:pt x="0" y="478"/>
                </a:lnTo>
                <a:lnTo>
                  <a:pt x="64" y="478"/>
                </a:lnTo>
                <a:lnTo>
                  <a:pt x="64" y="636"/>
                </a:lnTo>
                <a:lnTo>
                  <a:pt x="0" y="636"/>
                </a:lnTo>
                <a:lnTo>
                  <a:pt x="0" y="700"/>
                </a:lnTo>
                <a:lnTo>
                  <a:pt x="64" y="700"/>
                </a:lnTo>
                <a:lnTo>
                  <a:pt x="64" y="827"/>
                </a:lnTo>
                <a:cubicBezTo>
                  <a:pt x="64" y="835"/>
                  <a:pt x="66" y="843"/>
                  <a:pt x="69" y="851"/>
                </a:cubicBezTo>
                <a:cubicBezTo>
                  <a:pt x="73" y="859"/>
                  <a:pt x="77" y="866"/>
                  <a:pt x="83" y="872"/>
                </a:cubicBezTo>
                <a:cubicBezTo>
                  <a:pt x="89" y="878"/>
                  <a:pt x="96" y="882"/>
                  <a:pt x="104" y="885"/>
                </a:cubicBezTo>
                <a:cubicBezTo>
                  <a:pt x="111" y="889"/>
                  <a:pt x="120" y="890"/>
                  <a:pt x="128" y="890"/>
                </a:cubicBezTo>
                <a:lnTo>
                  <a:pt x="699" y="890"/>
                </a:lnTo>
                <a:cubicBezTo>
                  <a:pt x="708" y="890"/>
                  <a:pt x="716" y="889"/>
                  <a:pt x="724" y="885"/>
                </a:cubicBezTo>
                <a:cubicBezTo>
                  <a:pt x="731" y="882"/>
                  <a:pt x="738" y="878"/>
                  <a:pt x="744" y="872"/>
                </a:cubicBezTo>
                <a:cubicBezTo>
                  <a:pt x="750" y="866"/>
                  <a:pt x="755" y="859"/>
                  <a:pt x="758" y="851"/>
                </a:cubicBezTo>
                <a:cubicBezTo>
                  <a:pt x="761" y="843"/>
                  <a:pt x="763" y="835"/>
                  <a:pt x="763" y="827"/>
                </a:cubicBezTo>
                <a:lnTo>
                  <a:pt x="763" y="64"/>
                </a:lnTo>
                <a:cubicBezTo>
                  <a:pt x="763" y="56"/>
                  <a:pt x="761" y="47"/>
                  <a:pt x="758" y="40"/>
                </a:cubicBezTo>
                <a:cubicBezTo>
                  <a:pt x="755" y="32"/>
                  <a:pt x="750" y="25"/>
                  <a:pt x="744" y="19"/>
                </a:cubicBezTo>
                <a:cubicBezTo>
                  <a:pt x="738" y="13"/>
                  <a:pt x="731" y="9"/>
                  <a:pt x="724" y="5"/>
                </a:cubicBezTo>
                <a:cubicBezTo>
                  <a:pt x="716" y="2"/>
                  <a:pt x="708" y="0"/>
                  <a:pt x="699" y="0"/>
                </a:cubicBezTo>
                <a:moveTo>
                  <a:pt x="699" y="827"/>
                </a:moveTo>
                <a:lnTo>
                  <a:pt x="128" y="827"/>
                </a:lnTo>
                <a:lnTo>
                  <a:pt x="128" y="700"/>
                </a:lnTo>
                <a:lnTo>
                  <a:pt x="191" y="700"/>
                </a:lnTo>
                <a:lnTo>
                  <a:pt x="191" y="636"/>
                </a:lnTo>
                <a:lnTo>
                  <a:pt x="128" y="636"/>
                </a:lnTo>
                <a:lnTo>
                  <a:pt x="128" y="478"/>
                </a:lnTo>
                <a:lnTo>
                  <a:pt x="191" y="478"/>
                </a:lnTo>
                <a:lnTo>
                  <a:pt x="191" y="414"/>
                </a:lnTo>
                <a:lnTo>
                  <a:pt x="128" y="414"/>
                </a:lnTo>
                <a:lnTo>
                  <a:pt x="128" y="254"/>
                </a:lnTo>
                <a:lnTo>
                  <a:pt x="191" y="254"/>
                </a:lnTo>
                <a:lnTo>
                  <a:pt x="191" y="191"/>
                </a:lnTo>
                <a:lnTo>
                  <a:pt x="128" y="191"/>
                </a:lnTo>
                <a:lnTo>
                  <a:pt x="128" y="64"/>
                </a:lnTo>
                <a:lnTo>
                  <a:pt x="699" y="64"/>
                </a:lnTo>
                <a:lnTo>
                  <a:pt x="699" y="827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" name=""/>
          <p:cNvSpPr/>
          <p:nvPr/>
        </p:nvSpPr>
        <p:spPr>
          <a:xfrm>
            <a:off x="1064520" y="2034360"/>
            <a:ext cx="91800" cy="183240"/>
          </a:xfrm>
          <a:custGeom>
            <a:avLst/>
            <a:gdLst/>
            <a:ahLst/>
            <a:rect l="0" t="0" r="r" b="b"/>
            <a:pathLst>
              <a:path w="255" h="509">
                <a:moveTo>
                  <a:pt x="0" y="0"/>
                </a:moveTo>
                <a:lnTo>
                  <a:pt x="255" y="0"/>
                </a:lnTo>
                <a:lnTo>
                  <a:pt x="255" y="63"/>
                </a:lnTo>
                <a:lnTo>
                  <a:pt x="0" y="63"/>
                </a:lnTo>
                <a:lnTo>
                  <a:pt x="0" y="0"/>
                </a:lnTo>
                <a:moveTo>
                  <a:pt x="0" y="223"/>
                </a:moveTo>
                <a:lnTo>
                  <a:pt x="255" y="223"/>
                </a:lnTo>
                <a:lnTo>
                  <a:pt x="255" y="287"/>
                </a:lnTo>
                <a:lnTo>
                  <a:pt x="0" y="287"/>
                </a:lnTo>
                <a:lnTo>
                  <a:pt x="0" y="223"/>
                </a:lnTo>
                <a:moveTo>
                  <a:pt x="0" y="445"/>
                </a:moveTo>
                <a:lnTo>
                  <a:pt x="255" y="445"/>
                </a:lnTo>
                <a:lnTo>
                  <a:pt x="255" y="509"/>
                </a:lnTo>
                <a:lnTo>
                  <a:pt x="0" y="509"/>
                </a:lnTo>
                <a:lnTo>
                  <a:pt x="0" y="445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439920" y="834480"/>
            <a:ext cx="23904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koppelingen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" name=""/>
          <p:cNvSpPr/>
          <p:nvPr/>
        </p:nvSpPr>
        <p:spPr>
          <a:xfrm>
            <a:off x="1814400" y="1852560"/>
            <a:ext cx="1057680" cy="885960"/>
          </a:xfrm>
          <a:custGeom>
            <a:avLst/>
            <a:gdLst/>
            <a:ahLst/>
            <a:rect l="0" t="0" r="r" b="b"/>
            <a:pathLst>
              <a:path w="2938" h="2461">
                <a:moveTo>
                  <a:pt x="0" y="215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5" y="206"/>
                  <a:pt x="23" y="187"/>
                </a:cubicBezTo>
                <a:cubicBezTo>
                  <a:pt x="31" y="169"/>
                  <a:pt x="40" y="151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0"/>
                  <a:pt x="188" y="23"/>
                </a:cubicBezTo>
                <a:cubicBezTo>
                  <a:pt x="206" y="15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2633" y="0"/>
                </a:lnTo>
                <a:cubicBezTo>
                  <a:pt x="2653" y="0"/>
                  <a:pt x="2673" y="2"/>
                  <a:pt x="2693" y="5"/>
                </a:cubicBezTo>
                <a:cubicBezTo>
                  <a:pt x="2712" y="9"/>
                  <a:pt x="2731" y="15"/>
                  <a:pt x="2750" y="23"/>
                </a:cubicBezTo>
                <a:cubicBezTo>
                  <a:pt x="2768" y="30"/>
                  <a:pt x="2786" y="40"/>
                  <a:pt x="2802" y="51"/>
                </a:cubicBezTo>
                <a:cubicBezTo>
                  <a:pt x="2819" y="62"/>
                  <a:pt x="2834" y="75"/>
                  <a:pt x="2849" y="89"/>
                </a:cubicBezTo>
                <a:cubicBezTo>
                  <a:pt x="2863" y="103"/>
                  <a:pt x="2875" y="118"/>
                  <a:pt x="2886" y="135"/>
                </a:cubicBezTo>
                <a:cubicBezTo>
                  <a:pt x="2898" y="151"/>
                  <a:pt x="2907" y="169"/>
                  <a:pt x="2915" y="187"/>
                </a:cubicBezTo>
                <a:cubicBezTo>
                  <a:pt x="2922" y="206"/>
                  <a:pt x="2928" y="225"/>
                  <a:pt x="2932" y="245"/>
                </a:cubicBezTo>
                <a:cubicBezTo>
                  <a:pt x="2936" y="264"/>
                  <a:pt x="2938" y="284"/>
                  <a:pt x="2938" y="304"/>
                </a:cubicBezTo>
                <a:lnTo>
                  <a:pt x="2938" y="2157"/>
                </a:lnTo>
                <a:cubicBezTo>
                  <a:pt x="2938" y="2177"/>
                  <a:pt x="2936" y="2197"/>
                  <a:pt x="2932" y="2216"/>
                </a:cubicBezTo>
                <a:cubicBezTo>
                  <a:pt x="2928" y="2236"/>
                  <a:pt x="2922" y="2255"/>
                  <a:pt x="2915" y="2273"/>
                </a:cubicBezTo>
                <a:cubicBezTo>
                  <a:pt x="2907" y="2292"/>
                  <a:pt x="2898" y="2309"/>
                  <a:pt x="2886" y="2326"/>
                </a:cubicBezTo>
                <a:cubicBezTo>
                  <a:pt x="2875" y="2343"/>
                  <a:pt x="2863" y="2358"/>
                  <a:pt x="2849" y="2372"/>
                </a:cubicBezTo>
                <a:cubicBezTo>
                  <a:pt x="2834" y="2386"/>
                  <a:pt x="2819" y="2399"/>
                  <a:pt x="2802" y="2410"/>
                </a:cubicBezTo>
                <a:cubicBezTo>
                  <a:pt x="2786" y="2421"/>
                  <a:pt x="2768" y="2430"/>
                  <a:pt x="2750" y="2438"/>
                </a:cubicBezTo>
                <a:cubicBezTo>
                  <a:pt x="2731" y="2446"/>
                  <a:pt x="2712" y="2452"/>
                  <a:pt x="2693" y="2455"/>
                </a:cubicBezTo>
                <a:cubicBezTo>
                  <a:pt x="2673" y="2459"/>
                  <a:pt x="2653" y="2461"/>
                  <a:pt x="2633" y="2461"/>
                </a:cubicBezTo>
                <a:lnTo>
                  <a:pt x="304" y="2461"/>
                </a:lnTo>
                <a:cubicBezTo>
                  <a:pt x="284" y="2461"/>
                  <a:pt x="264" y="2459"/>
                  <a:pt x="245" y="2455"/>
                </a:cubicBezTo>
                <a:cubicBezTo>
                  <a:pt x="225" y="2452"/>
                  <a:pt x="206" y="2446"/>
                  <a:pt x="188" y="2438"/>
                </a:cubicBezTo>
                <a:cubicBezTo>
                  <a:pt x="169" y="2430"/>
                  <a:pt x="152" y="2421"/>
                  <a:pt x="135" y="2410"/>
                </a:cubicBezTo>
                <a:cubicBezTo>
                  <a:pt x="118" y="2399"/>
                  <a:pt x="103" y="2386"/>
                  <a:pt x="89" y="2372"/>
                </a:cubicBezTo>
                <a:cubicBezTo>
                  <a:pt x="75" y="2358"/>
                  <a:pt x="62" y="2343"/>
                  <a:pt x="51" y="2326"/>
                </a:cubicBezTo>
                <a:cubicBezTo>
                  <a:pt x="40" y="2309"/>
                  <a:pt x="31" y="2292"/>
                  <a:pt x="23" y="2273"/>
                </a:cubicBezTo>
                <a:cubicBezTo>
                  <a:pt x="15" y="2255"/>
                  <a:pt x="10" y="2236"/>
                  <a:pt x="6" y="2216"/>
                </a:cubicBezTo>
                <a:cubicBezTo>
                  <a:pt x="2" y="2197"/>
                  <a:pt x="0" y="2177"/>
                  <a:pt x="0" y="21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" name=""/>
          <p:cNvSpPr/>
          <p:nvPr/>
        </p:nvSpPr>
        <p:spPr>
          <a:xfrm>
            <a:off x="1814400" y="1852560"/>
            <a:ext cx="1057680" cy="885960"/>
          </a:xfrm>
          <a:custGeom>
            <a:avLst/>
            <a:gdLst/>
            <a:ahLst/>
            <a:rect l="0" t="0" r="r" b="b"/>
            <a:pathLst>
              <a:path w="2938" h="2461">
                <a:moveTo>
                  <a:pt x="0" y="215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5" y="206"/>
                  <a:pt x="23" y="187"/>
                </a:cubicBezTo>
                <a:cubicBezTo>
                  <a:pt x="31" y="169"/>
                  <a:pt x="40" y="151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0"/>
                  <a:pt x="188" y="23"/>
                </a:cubicBezTo>
                <a:cubicBezTo>
                  <a:pt x="206" y="15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2633" y="0"/>
                </a:lnTo>
                <a:cubicBezTo>
                  <a:pt x="2653" y="0"/>
                  <a:pt x="2673" y="2"/>
                  <a:pt x="2693" y="5"/>
                </a:cubicBezTo>
                <a:cubicBezTo>
                  <a:pt x="2712" y="9"/>
                  <a:pt x="2731" y="15"/>
                  <a:pt x="2750" y="23"/>
                </a:cubicBezTo>
                <a:cubicBezTo>
                  <a:pt x="2768" y="30"/>
                  <a:pt x="2786" y="40"/>
                  <a:pt x="2802" y="51"/>
                </a:cubicBezTo>
                <a:cubicBezTo>
                  <a:pt x="2819" y="62"/>
                  <a:pt x="2834" y="75"/>
                  <a:pt x="2849" y="89"/>
                </a:cubicBezTo>
                <a:cubicBezTo>
                  <a:pt x="2863" y="103"/>
                  <a:pt x="2875" y="118"/>
                  <a:pt x="2886" y="135"/>
                </a:cubicBezTo>
                <a:cubicBezTo>
                  <a:pt x="2898" y="151"/>
                  <a:pt x="2907" y="169"/>
                  <a:pt x="2915" y="187"/>
                </a:cubicBezTo>
                <a:cubicBezTo>
                  <a:pt x="2922" y="206"/>
                  <a:pt x="2928" y="225"/>
                  <a:pt x="2932" y="245"/>
                </a:cubicBezTo>
                <a:cubicBezTo>
                  <a:pt x="2936" y="264"/>
                  <a:pt x="2938" y="284"/>
                  <a:pt x="2938" y="304"/>
                </a:cubicBezTo>
                <a:lnTo>
                  <a:pt x="2938" y="2157"/>
                </a:lnTo>
                <a:cubicBezTo>
                  <a:pt x="2938" y="2177"/>
                  <a:pt x="2936" y="2197"/>
                  <a:pt x="2932" y="2216"/>
                </a:cubicBezTo>
                <a:cubicBezTo>
                  <a:pt x="2928" y="2236"/>
                  <a:pt x="2922" y="2255"/>
                  <a:pt x="2915" y="2273"/>
                </a:cubicBezTo>
                <a:cubicBezTo>
                  <a:pt x="2907" y="2292"/>
                  <a:pt x="2898" y="2309"/>
                  <a:pt x="2886" y="2326"/>
                </a:cubicBezTo>
                <a:cubicBezTo>
                  <a:pt x="2875" y="2343"/>
                  <a:pt x="2863" y="2358"/>
                  <a:pt x="2849" y="2372"/>
                </a:cubicBezTo>
                <a:cubicBezTo>
                  <a:pt x="2834" y="2386"/>
                  <a:pt x="2819" y="2399"/>
                  <a:pt x="2802" y="2410"/>
                </a:cubicBezTo>
                <a:cubicBezTo>
                  <a:pt x="2786" y="2421"/>
                  <a:pt x="2768" y="2430"/>
                  <a:pt x="2750" y="2438"/>
                </a:cubicBezTo>
                <a:cubicBezTo>
                  <a:pt x="2731" y="2446"/>
                  <a:pt x="2712" y="2452"/>
                  <a:pt x="2693" y="2455"/>
                </a:cubicBezTo>
                <a:cubicBezTo>
                  <a:pt x="2673" y="2459"/>
                  <a:pt x="2653" y="2461"/>
                  <a:pt x="2633" y="2461"/>
                </a:cubicBezTo>
                <a:lnTo>
                  <a:pt x="304" y="2461"/>
                </a:lnTo>
                <a:cubicBezTo>
                  <a:pt x="284" y="2461"/>
                  <a:pt x="264" y="2459"/>
                  <a:pt x="245" y="2455"/>
                </a:cubicBezTo>
                <a:cubicBezTo>
                  <a:pt x="225" y="2452"/>
                  <a:pt x="206" y="2446"/>
                  <a:pt x="188" y="2438"/>
                </a:cubicBezTo>
                <a:cubicBezTo>
                  <a:pt x="169" y="2430"/>
                  <a:pt x="152" y="2421"/>
                  <a:pt x="135" y="2410"/>
                </a:cubicBezTo>
                <a:cubicBezTo>
                  <a:pt x="118" y="2399"/>
                  <a:pt x="103" y="2386"/>
                  <a:pt x="89" y="2372"/>
                </a:cubicBezTo>
                <a:cubicBezTo>
                  <a:pt x="75" y="2358"/>
                  <a:pt x="62" y="2343"/>
                  <a:pt x="51" y="2326"/>
                </a:cubicBezTo>
                <a:cubicBezTo>
                  <a:pt x="40" y="2309"/>
                  <a:pt x="31" y="2292"/>
                  <a:pt x="23" y="2273"/>
                </a:cubicBezTo>
                <a:cubicBezTo>
                  <a:pt x="15" y="2255"/>
                  <a:pt x="10" y="2236"/>
                  <a:pt x="6" y="2216"/>
                </a:cubicBezTo>
                <a:cubicBezTo>
                  <a:pt x="2" y="2197"/>
                  <a:pt x="0" y="2177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" name=""/>
          <p:cNvSpPr/>
          <p:nvPr/>
        </p:nvSpPr>
        <p:spPr>
          <a:xfrm>
            <a:off x="2207880" y="1965600"/>
            <a:ext cx="274320" cy="297720"/>
          </a:xfrm>
          <a:custGeom>
            <a:avLst/>
            <a:gdLst/>
            <a:ahLst/>
            <a:rect l="0" t="0" r="r" b="b"/>
            <a:pathLst>
              <a:path w="762" h="827">
                <a:moveTo>
                  <a:pt x="699" y="64"/>
                </a:moveTo>
                <a:lnTo>
                  <a:pt x="572" y="64"/>
                </a:lnTo>
                <a:lnTo>
                  <a:pt x="572" y="0"/>
                </a:lnTo>
                <a:lnTo>
                  <a:pt x="508" y="0"/>
                </a:lnTo>
                <a:lnTo>
                  <a:pt x="508" y="64"/>
                </a:lnTo>
                <a:lnTo>
                  <a:pt x="253" y="64"/>
                </a:lnTo>
                <a:lnTo>
                  <a:pt x="253" y="0"/>
                </a:lnTo>
                <a:lnTo>
                  <a:pt x="190" y="0"/>
                </a:lnTo>
                <a:lnTo>
                  <a:pt x="190" y="64"/>
                </a:lnTo>
                <a:lnTo>
                  <a:pt x="63" y="64"/>
                </a:lnTo>
                <a:cubicBezTo>
                  <a:pt x="28" y="64"/>
                  <a:pt x="0" y="93"/>
                  <a:pt x="0" y="127"/>
                </a:cubicBezTo>
                <a:lnTo>
                  <a:pt x="0" y="763"/>
                </a:lnTo>
                <a:cubicBezTo>
                  <a:pt x="0" y="798"/>
                  <a:pt x="28" y="827"/>
                  <a:pt x="63" y="827"/>
                </a:cubicBezTo>
                <a:lnTo>
                  <a:pt x="699" y="827"/>
                </a:lnTo>
                <a:cubicBezTo>
                  <a:pt x="734" y="827"/>
                  <a:pt x="762" y="798"/>
                  <a:pt x="762" y="763"/>
                </a:cubicBezTo>
                <a:lnTo>
                  <a:pt x="762" y="127"/>
                </a:lnTo>
                <a:cubicBezTo>
                  <a:pt x="762" y="93"/>
                  <a:pt x="734" y="64"/>
                  <a:pt x="699" y="64"/>
                </a:cubicBezTo>
                <a:moveTo>
                  <a:pt x="699" y="763"/>
                </a:moveTo>
                <a:lnTo>
                  <a:pt x="63" y="763"/>
                </a:lnTo>
                <a:lnTo>
                  <a:pt x="63" y="318"/>
                </a:lnTo>
                <a:lnTo>
                  <a:pt x="699" y="318"/>
                </a:lnTo>
                <a:lnTo>
                  <a:pt x="699" y="763"/>
                </a:lnTo>
                <a:moveTo>
                  <a:pt x="699" y="254"/>
                </a:moveTo>
                <a:lnTo>
                  <a:pt x="63" y="254"/>
                </a:lnTo>
                <a:lnTo>
                  <a:pt x="63" y="127"/>
                </a:lnTo>
                <a:lnTo>
                  <a:pt x="190" y="127"/>
                </a:lnTo>
                <a:lnTo>
                  <a:pt x="190" y="191"/>
                </a:lnTo>
                <a:lnTo>
                  <a:pt x="253" y="191"/>
                </a:lnTo>
                <a:lnTo>
                  <a:pt x="253" y="127"/>
                </a:lnTo>
                <a:lnTo>
                  <a:pt x="508" y="127"/>
                </a:lnTo>
                <a:lnTo>
                  <a:pt x="508" y="191"/>
                </a:lnTo>
                <a:lnTo>
                  <a:pt x="572" y="191"/>
                </a:lnTo>
                <a:lnTo>
                  <a:pt x="572" y="127"/>
                </a:lnTo>
                <a:lnTo>
                  <a:pt x="699" y="127"/>
                </a:lnTo>
                <a:lnTo>
                  <a:pt x="699" y="254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527760" y="2366280"/>
            <a:ext cx="13251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Onderwijscatalogus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2023560" y="2366280"/>
            <a:ext cx="7992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Planning 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" name=""/>
          <p:cNvSpPr/>
          <p:nvPr/>
        </p:nvSpPr>
        <p:spPr>
          <a:xfrm>
            <a:off x="2966760" y="1852560"/>
            <a:ext cx="1048320" cy="885960"/>
          </a:xfrm>
          <a:custGeom>
            <a:avLst/>
            <a:gdLst/>
            <a:ahLst/>
            <a:rect l="0" t="0" r="r" b="b"/>
            <a:pathLst>
              <a:path w="2912" h="2461">
                <a:moveTo>
                  <a:pt x="0" y="215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7"/>
                </a:cubicBezTo>
                <a:cubicBezTo>
                  <a:pt x="31" y="169"/>
                  <a:pt x="40" y="151"/>
                  <a:pt x="52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4" y="75"/>
                  <a:pt x="119" y="62"/>
                  <a:pt x="135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7" y="15"/>
                  <a:pt x="226" y="9"/>
                  <a:pt x="245" y="5"/>
                </a:cubicBezTo>
                <a:cubicBezTo>
                  <a:pt x="265" y="2"/>
                  <a:pt x="285" y="0"/>
                  <a:pt x="305" y="0"/>
                </a:cubicBezTo>
                <a:lnTo>
                  <a:pt x="2607" y="0"/>
                </a:lnTo>
                <a:cubicBezTo>
                  <a:pt x="2627" y="0"/>
                  <a:pt x="2647" y="2"/>
                  <a:pt x="2667" y="5"/>
                </a:cubicBezTo>
                <a:cubicBezTo>
                  <a:pt x="2686" y="9"/>
                  <a:pt x="2705" y="15"/>
                  <a:pt x="2724" y="23"/>
                </a:cubicBezTo>
                <a:cubicBezTo>
                  <a:pt x="2742" y="30"/>
                  <a:pt x="2760" y="40"/>
                  <a:pt x="2776" y="51"/>
                </a:cubicBezTo>
                <a:cubicBezTo>
                  <a:pt x="2793" y="62"/>
                  <a:pt x="2808" y="75"/>
                  <a:pt x="2823" y="89"/>
                </a:cubicBezTo>
                <a:cubicBezTo>
                  <a:pt x="2837" y="103"/>
                  <a:pt x="2849" y="118"/>
                  <a:pt x="2860" y="135"/>
                </a:cubicBezTo>
                <a:cubicBezTo>
                  <a:pt x="2872" y="151"/>
                  <a:pt x="2881" y="169"/>
                  <a:pt x="2889" y="187"/>
                </a:cubicBezTo>
                <a:cubicBezTo>
                  <a:pt x="2896" y="206"/>
                  <a:pt x="2902" y="225"/>
                  <a:pt x="2906" y="245"/>
                </a:cubicBezTo>
                <a:cubicBezTo>
                  <a:pt x="2910" y="264"/>
                  <a:pt x="2912" y="284"/>
                  <a:pt x="2912" y="304"/>
                </a:cubicBezTo>
                <a:lnTo>
                  <a:pt x="2912" y="2157"/>
                </a:lnTo>
                <a:cubicBezTo>
                  <a:pt x="2912" y="2177"/>
                  <a:pt x="2910" y="2197"/>
                  <a:pt x="2906" y="2216"/>
                </a:cubicBezTo>
                <a:cubicBezTo>
                  <a:pt x="2902" y="2236"/>
                  <a:pt x="2896" y="2255"/>
                  <a:pt x="2889" y="2273"/>
                </a:cubicBezTo>
                <a:cubicBezTo>
                  <a:pt x="2881" y="2292"/>
                  <a:pt x="2872" y="2309"/>
                  <a:pt x="2860" y="2326"/>
                </a:cubicBezTo>
                <a:cubicBezTo>
                  <a:pt x="2849" y="2343"/>
                  <a:pt x="2837" y="2358"/>
                  <a:pt x="2823" y="2372"/>
                </a:cubicBezTo>
                <a:cubicBezTo>
                  <a:pt x="2808" y="2386"/>
                  <a:pt x="2793" y="2399"/>
                  <a:pt x="2776" y="2410"/>
                </a:cubicBezTo>
                <a:cubicBezTo>
                  <a:pt x="2760" y="2421"/>
                  <a:pt x="2742" y="2430"/>
                  <a:pt x="2724" y="2438"/>
                </a:cubicBezTo>
                <a:cubicBezTo>
                  <a:pt x="2705" y="2446"/>
                  <a:pt x="2686" y="2452"/>
                  <a:pt x="2667" y="2455"/>
                </a:cubicBezTo>
                <a:cubicBezTo>
                  <a:pt x="2647" y="2459"/>
                  <a:pt x="2627" y="2461"/>
                  <a:pt x="2607" y="2461"/>
                </a:cubicBezTo>
                <a:lnTo>
                  <a:pt x="305" y="2461"/>
                </a:lnTo>
                <a:cubicBezTo>
                  <a:pt x="285" y="2461"/>
                  <a:pt x="265" y="2459"/>
                  <a:pt x="245" y="2455"/>
                </a:cubicBezTo>
                <a:cubicBezTo>
                  <a:pt x="226" y="2452"/>
                  <a:pt x="207" y="2446"/>
                  <a:pt x="188" y="2438"/>
                </a:cubicBezTo>
                <a:cubicBezTo>
                  <a:pt x="170" y="2430"/>
                  <a:pt x="152" y="2421"/>
                  <a:pt x="135" y="2410"/>
                </a:cubicBezTo>
                <a:cubicBezTo>
                  <a:pt x="119" y="2399"/>
                  <a:pt x="104" y="2386"/>
                  <a:pt x="89" y="2372"/>
                </a:cubicBezTo>
                <a:cubicBezTo>
                  <a:pt x="75" y="2358"/>
                  <a:pt x="63" y="2343"/>
                  <a:pt x="52" y="2326"/>
                </a:cubicBezTo>
                <a:cubicBezTo>
                  <a:pt x="40" y="2309"/>
                  <a:pt x="31" y="2292"/>
                  <a:pt x="23" y="2273"/>
                </a:cubicBezTo>
                <a:cubicBezTo>
                  <a:pt x="16" y="2255"/>
                  <a:pt x="10" y="2236"/>
                  <a:pt x="6" y="2216"/>
                </a:cubicBezTo>
                <a:cubicBezTo>
                  <a:pt x="2" y="2197"/>
                  <a:pt x="0" y="2177"/>
                  <a:pt x="0" y="21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" name=""/>
          <p:cNvSpPr/>
          <p:nvPr/>
        </p:nvSpPr>
        <p:spPr>
          <a:xfrm>
            <a:off x="2966760" y="1852560"/>
            <a:ext cx="1048320" cy="885960"/>
          </a:xfrm>
          <a:custGeom>
            <a:avLst/>
            <a:gdLst/>
            <a:ahLst/>
            <a:rect l="0" t="0" r="r" b="b"/>
            <a:pathLst>
              <a:path w="2912" h="2461">
                <a:moveTo>
                  <a:pt x="0" y="215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7"/>
                </a:cubicBezTo>
                <a:cubicBezTo>
                  <a:pt x="31" y="169"/>
                  <a:pt x="40" y="151"/>
                  <a:pt x="52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4" y="75"/>
                  <a:pt x="119" y="62"/>
                  <a:pt x="135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7" y="15"/>
                  <a:pt x="226" y="9"/>
                  <a:pt x="245" y="5"/>
                </a:cubicBezTo>
                <a:cubicBezTo>
                  <a:pt x="265" y="2"/>
                  <a:pt x="285" y="0"/>
                  <a:pt x="305" y="0"/>
                </a:cubicBezTo>
                <a:lnTo>
                  <a:pt x="2607" y="0"/>
                </a:lnTo>
                <a:cubicBezTo>
                  <a:pt x="2627" y="0"/>
                  <a:pt x="2647" y="2"/>
                  <a:pt x="2667" y="5"/>
                </a:cubicBezTo>
                <a:cubicBezTo>
                  <a:pt x="2686" y="9"/>
                  <a:pt x="2705" y="15"/>
                  <a:pt x="2724" y="23"/>
                </a:cubicBezTo>
                <a:cubicBezTo>
                  <a:pt x="2742" y="30"/>
                  <a:pt x="2760" y="40"/>
                  <a:pt x="2776" y="51"/>
                </a:cubicBezTo>
                <a:cubicBezTo>
                  <a:pt x="2793" y="62"/>
                  <a:pt x="2808" y="75"/>
                  <a:pt x="2823" y="89"/>
                </a:cubicBezTo>
                <a:cubicBezTo>
                  <a:pt x="2837" y="103"/>
                  <a:pt x="2849" y="118"/>
                  <a:pt x="2860" y="135"/>
                </a:cubicBezTo>
                <a:cubicBezTo>
                  <a:pt x="2872" y="151"/>
                  <a:pt x="2881" y="169"/>
                  <a:pt x="2889" y="187"/>
                </a:cubicBezTo>
                <a:cubicBezTo>
                  <a:pt x="2896" y="206"/>
                  <a:pt x="2902" y="225"/>
                  <a:pt x="2906" y="245"/>
                </a:cubicBezTo>
                <a:cubicBezTo>
                  <a:pt x="2910" y="264"/>
                  <a:pt x="2912" y="284"/>
                  <a:pt x="2912" y="304"/>
                </a:cubicBezTo>
                <a:lnTo>
                  <a:pt x="2912" y="2157"/>
                </a:lnTo>
                <a:cubicBezTo>
                  <a:pt x="2912" y="2177"/>
                  <a:pt x="2910" y="2197"/>
                  <a:pt x="2906" y="2216"/>
                </a:cubicBezTo>
                <a:cubicBezTo>
                  <a:pt x="2902" y="2236"/>
                  <a:pt x="2896" y="2255"/>
                  <a:pt x="2889" y="2273"/>
                </a:cubicBezTo>
                <a:cubicBezTo>
                  <a:pt x="2881" y="2292"/>
                  <a:pt x="2872" y="2309"/>
                  <a:pt x="2860" y="2326"/>
                </a:cubicBezTo>
                <a:cubicBezTo>
                  <a:pt x="2849" y="2343"/>
                  <a:pt x="2837" y="2358"/>
                  <a:pt x="2823" y="2372"/>
                </a:cubicBezTo>
                <a:cubicBezTo>
                  <a:pt x="2808" y="2386"/>
                  <a:pt x="2793" y="2399"/>
                  <a:pt x="2776" y="2410"/>
                </a:cubicBezTo>
                <a:cubicBezTo>
                  <a:pt x="2760" y="2421"/>
                  <a:pt x="2742" y="2430"/>
                  <a:pt x="2724" y="2438"/>
                </a:cubicBezTo>
                <a:cubicBezTo>
                  <a:pt x="2705" y="2446"/>
                  <a:pt x="2686" y="2452"/>
                  <a:pt x="2667" y="2455"/>
                </a:cubicBezTo>
                <a:cubicBezTo>
                  <a:pt x="2647" y="2459"/>
                  <a:pt x="2627" y="2461"/>
                  <a:pt x="2607" y="2461"/>
                </a:cubicBezTo>
                <a:lnTo>
                  <a:pt x="305" y="2461"/>
                </a:lnTo>
                <a:cubicBezTo>
                  <a:pt x="285" y="2461"/>
                  <a:pt x="265" y="2459"/>
                  <a:pt x="245" y="2455"/>
                </a:cubicBezTo>
                <a:cubicBezTo>
                  <a:pt x="226" y="2452"/>
                  <a:pt x="207" y="2446"/>
                  <a:pt x="188" y="2438"/>
                </a:cubicBezTo>
                <a:cubicBezTo>
                  <a:pt x="170" y="2430"/>
                  <a:pt x="152" y="2421"/>
                  <a:pt x="135" y="2410"/>
                </a:cubicBezTo>
                <a:cubicBezTo>
                  <a:pt x="119" y="2399"/>
                  <a:pt x="104" y="2386"/>
                  <a:pt x="89" y="2372"/>
                </a:cubicBezTo>
                <a:cubicBezTo>
                  <a:pt x="75" y="2358"/>
                  <a:pt x="63" y="2343"/>
                  <a:pt x="52" y="2326"/>
                </a:cubicBezTo>
                <a:cubicBezTo>
                  <a:pt x="40" y="2309"/>
                  <a:pt x="31" y="2292"/>
                  <a:pt x="23" y="2273"/>
                </a:cubicBezTo>
                <a:cubicBezTo>
                  <a:pt x="16" y="2255"/>
                  <a:pt x="10" y="2236"/>
                  <a:pt x="6" y="2216"/>
                </a:cubicBezTo>
                <a:cubicBezTo>
                  <a:pt x="2" y="2197"/>
                  <a:pt x="0" y="2177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" name=""/>
          <p:cNvSpPr/>
          <p:nvPr/>
        </p:nvSpPr>
        <p:spPr>
          <a:xfrm>
            <a:off x="3337200" y="1965600"/>
            <a:ext cx="320400" cy="320400"/>
          </a:xfrm>
          <a:custGeom>
            <a:avLst/>
            <a:gdLst/>
            <a:ahLst/>
            <a:rect l="0" t="0" r="r" b="b"/>
            <a:pathLst>
              <a:path w="890" h="890">
                <a:moveTo>
                  <a:pt x="805" y="319"/>
                </a:moveTo>
                <a:cubicBezTo>
                  <a:pt x="781" y="319"/>
                  <a:pt x="761" y="327"/>
                  <a:pt x="744" y="344"/>
                </a:cubicBezTo>
                <a:lnTo>
                  <a:pt x="732" y="357"/>
                </a:lnTo>
                <a:lnTo>
                  <a:pt x="719" y="344"/>
                </a:lnTo>
                <a:cubicBezTo>
                  <a:pt x="711" y="336"/>
                  <a:pt x="702" y="330"/>
                  <a:pt x="691" y="326"/>
                </a:cubicBezTo>
                <a:cubicBezTo>
                  <a:pt x="681" y="321"/>
                  <a:pt x="670" y="319"/>
                  <a:pt x="658" y="319"/>
                </a:cubicBezTo>
                <a:cubicBezTo>
                  <a:pt x="647" y="319"/>
                  <a:pt x="636" y="321"/>
                  <a:pt x="626" y="326"/>
                </a:cubicBezTo>
                <a:cubicBezTo>
                  <a:pt x="615" y="330"/>
                  <a:pt x="606" y="336"/>
                  <a:pt x="598" y="344"/>
                </a:cubicBezTo>
                <a:cubicBezTo>
                  <a:pt x="590" y="353"/>
                  <a:pt x="584" y="362"/>
                  <a:pt x="579" y="373"/>
                </a:cubicBezTo>
                <a:cubicBezTo>
                  <a:pt x="575" y="384"/>
                  <a:pt x="573" y="395"/>
                  <a:pt x="573" y="406"/>
                </a:cubicBezTo>
                <a:cubicBezTo>
                  <a:pt x="573" y="418"/>
                  <a:pt x="575" y="429"/>
                  <a:pt x="579" y="440"/>
                </a:cubicBezTo>
                <a:cubicBezTo>
                  <a:pt x="584" y="450"/>
                  <a:pt x="590" y="460"/>
                  <a:pt x="598" y="468"/>
                </a:cubicBezTo>
                <a:lnTo>
                  <a:pt x="732" y="605"/>
                </a:lnTo>
                <a:lnTo>
                  <a:pt x="865" y="468"/>
                </a:lnTo>
                <a:cubicBezTo>
                  <a:pt x="873" y="460"/>
                  <a:pt x="879" y="450"/>
                  <a:pt x="884" y="440"/>
                </a:cubicBezTo>
                <a:cubicBezTo>
                  <a:pt x="888" y="429"/>
                  <a:pt x="890" y="418"/>
                  <a:pt x="890" y="406"/>
                </a:cubicBezTo>
                <a:cubicBezTo>
                  <a:pt x="890" y="395"/>
                  <a:pt x="888" y="384"/>
                  <a:pt x="884" y="373"/>
                </a:cubicBezTo>
                <a:cubicBezTo>
                  <a:pt x="879" y="362"/>
                  <a:pt x="873" y="353"/>
                  <a:pt x="865" y="344"/>
                </a:cubicBezTo>
                <a:cubicBezTo>
                  <a:pt x="849" y="327"/>
                  <a:pt x="828" y="319"/>
                  <a:pt x="805" y="319"/>
                </a:cubicBezTo>
                <a:moveTo>
                  <a:pt x="0" y="890"/>
                </a:moveTo>
                <a:lnTo>
                  <a:pt x="65" y="890"/>
                </a:lnTo>
                <a:lnTo>
                  <a:pt x="65" y="732"/>
                </a:lnTo>
                <a:cubicBezTo>
                  <a:pt x="65" y="721"/>
                  <a:pt x="66" y="711"/>
                  <a:pt x="68" y="701"/>
                </a:cubicBezTo>
                <a:cubicBezTo>
                  <a:pt x="70" y="690"/>
                  <a:pt x="73" y="680"/>
                  <a:pt x="77" y="671"/>
                </a:cubicBezTo>
                <a:cubicBezTo>
                  <a:pt x="81" y="661"/>
                  <a:pt x="86" y="652"/>
                  <a:pt x="92" y="643"/>
                </a:cubicBezTo>
                <a:cubicBezTo>
                  <a:pt x="98" y="635"/>
                  <a:pt x="104" y="627"/>
                  <a:pt x="112" y="619"/>
                </a:cubicBezTo>
                <a:cubicBezTo>
                  <a:pt x="119" y="612"/>
                  <a:pt x="127" y="605"/>
                  <a:pt x="136" y="600"/>
                </a:cubicBezTo>
                <a:cubicBezTo>
                  <a:pt x="144" y="594"/>
                  <a:pt x="153" y="589"/>
                  <a:pt x="163" y="585"/>
                </a:cubicBezTo>
                <a:cubicBezTo>
                  <a:pt x="173" y="581"/>
                  <a:pt x="183" y="578"/>
                  <a:pt x="193" y="576"/>
                </a:cubicBezTo>
                <a:cubicBezTo>
                  <a:pt x="203" y="574"/>
                  <a:pt x="213" y="573"/>
                  <a:pt x="224" y="573"/>
                </a:cubicBezTo>
                <a:lnTo>
                  <a:pt x="414" y="573"/>
                </a:lnTo>
                <a:cubicBezTo>
                  <a:pt x="425" y="573"/>
                  <a:pt x="435" y="574"/>
                  <a:pt x="445" y="576"/>
                </a:cubicBezTo>
                <a:cubicBezTo>
                  <a:pt x="455" y="578"/>
                  <a:pt x="465" y="581"/>
                  <a:pt x="475" y="585"/>
                </a:cubicBezTo>
                <a:cubicBezTo>
                  <a:pt x="484" y="589"/>
                  <a:pt x="494" y="594"/>
                  <a:pt x="502" y="600"/>
                </a:cubicBezTo>
                <a:cubicBezTo>
                  <a:pt x="511" y="605"/>
                  <a:pt x="519" y="612"/>
                  <a:pt x="526" y="619"/>
                </a:cubicBezTo>
                <a:cubicBezTo>
                  <a:pt x="534" y="627"/>
                  <a:pt x="540" y="635"/>
                  <a:pt x="546" y="643"/>
                </a:cubicBezTo>
                <a:cubicBezTo>
                  <a:pt x="552" y="652"/>
                  <a:pt x="557" y="661"/>
                  <a:pt x="561" y="671"/>
                </a:cubicBezTo>
                <a:cubicBezTo>
                  <a:pt x="565" y="680"/>
                  <a:pt x="568" y="690"/>
                  <a:pt x="570" y="701"/>
                </a:cubicBezTo>
                <a:cubicBezTo>
                  <a:pt x="572" y="711"/>
                  <a:pt x="573" y="721"/>
                  <a:pt x="573" y="732"/>
                </a:cubicBezTo>
                <a:lnTo>
                  <a:pt x="573" y="890"/>
                </a:lnTo>
                <a:lnTo>
                  <a:pt x="636" y="890"/>
                </a:lnTo>
                <a:lnTo>
                  <a:pt x="636" y="732"/>
                </a:lnTo>
                <a:cubicBezTo>
                  <a:pt x="636" y="717"/>
                  <a:pt x="635" y="703"/>
                  <a:pt x="632" y="688"/>
                </a:cubicBezTo>
                <a:cubicBezTo>
                  <a:pt x="629" y="674"/>
                  <a:pt x="625" y="660"/>
                  <a:pt x="619" y="647"/>
                </a:cubicBezTo>
                <a:cubicBezTo>
                  <a:pt x="614" y="633"/>
                  <a:pt x="607" y="620"/>
                  <a:pt x="599" y="608"/>
                </a:cubicBezTo>
                <a:cubicBezTo>
                  <a:pt x="591" y="596"/>
                  <a:pt x="581" y="585"/>
                  <a:pt x="571" y="575"/>
                </a:cubicBezTo>
                <a:cubicBezTo>
                  <a:pt x="561" y="564"/>
                  <a:pt x="550" y="555"/>
                  <a:pt x="538" y="547"/>
                </a:cubicBezTo>
                <a:cubicBezTo>
                  <a:pt x="525" y="539"/>
                  <a:pt x="513" y="532"/>
                  <a:pt x="499" y="526"/>
                </a:cubicBezTo>
                <a:cubicBezTo>
                  <a:pt x="486" y="521"/>
                  <a:pt x="472" y="517"/>
                  <a:pt x="457" y="514"/>
                </a:cubicBezTo>
                <a:cubicBezTo>
                  <a:pt x="443" y="511"/>
                  <a:pt x="429" y="509"/>
                  <a:pt x="414" y="509"/>
                </a:cubicBezTo>
                <a:lnTo>
                  <a:pt x="224" y="509"/>
                </a:lnTo>
                <a:cubicBezTo>
                  <a:pt x="209" y="509"/>
                  <a:pt x="195" y="511"/>
                  <a:pt x="180" y="514"/>
                </a:cubicBezTo>
                <a:cubicBezTo>
                  <a:pt x="166" y="517"/>
                  <a:pt x="152" y="521"/>
                  <a:pt x="139" y="526"/>
                </a:cubicBezTo>
                <a:cubicBezTo>
                  <a:pt x="125" y="532"/>
                  <a:pt x="112" y="539"/>
                  <a:pt x="100" y="547"/>
                </a:cubicBezTo>
                <a:cubicBezTo>
                  <a:pt x="88" y="555"/>
                  <a:pt x="77" y="564"/>
                  <a:pt x="67" y="575"/>
                </a:cubicBezTo>
                <a:cubicBezTo>
                  <a:pt x="56" y="585"/>
                  <a:pt x="46" y="596"/>
                  <a:pt x="38" y="608"/>
                </a:cubicBezTo>
                <a:cubicBezTo>
                  <a:pt x="30" y="620"/>
                  <a:pt x="23" y="633"/>
                  <a:pt x="17" y="647"/>
                </a:cubicBezTo>
                <a:cubicBezTo>
                  <a:pt x="12" y="660"/>
                  <a:pt x="8" y="674"/>
                  <a:pt x="5" y="688"/>
                </a:cubicBezTo>
                <a:cubicBezTo>
                  <a:pt x="2" y="703"/>
                  <a:pt x="1" y="717"/>
                  <a:pt x="0" y="732"/>
                </a:cubicBezTo>
                <a:lnTo>
                  <a:pt x="0" y="890"/>
                </a:lnTo>
                <a:moveTo>
                  <a:pt x="319" y="64"/>
                </a:moveTo>
                <a:cubicBezTo>
                  <a:pt x="329" y="64"/>
                  <a:pt x="340" y="65"/>
                  <a:pt x="350" y="67"/>
                </a:cubicBezTo>
                <a:cubicBezTo>
                  <a:pt x="360" y="69"/>
                  <a:pt x="370" y="72"/>
                  <a:pt x="380" y="76"/>
                </a:cubicBezTo>
                <a:cubicBezTo>
                  <a:pt x="389" y="80"/>
                  <a:pt x="398" y="85"/>
                  <a:pt x="407" y="91"/>
                </a:cubicBezTo>
                <a:cubicBezTo>
                  <a:pt x="416" y="97"/>
                  <a:pt x="424" y="103"/>
                  <a:pt x="431" y="110"/>
                </a:cubicBezTo>
                <a:cubicBezTo>
                  <a:pt x="439" y="118"/>
                  <a:pt x="445" y="126"/>
                  <a:pt x="451" y="135"/>
                </a:cubicBezTo>
                <a:cubicBezTo>
                  <a:pt x="457" y="143"/>
                  <a:pt x="462" y="152"/>
                  <a:pt x="466" y="162"/>
                </a:cubicBezTo>
                <a:cubicBezTo>
                  <a:pt x="470" y="172"/>
                  <a:pt x="473" y="181"/>
                  <a:pt x="475" y="192"/>
                </a:cubicBezTo>
                <a:cubicBezTo>
                  <a:pt x="477" y="202"/>
                  <a:pt x="478" y="212"/>
                  <a:pt x="478" y="223"/>
                </a:cubicBezTo>
                <a:cubicBezTo>
                  <a:pt x="478" y="233"/>
                  <a:pt x="477" y="243"/>
                  <a:pt x="475" y="254"/>
                </a:cubicBezTo>
                <a:cubicBezTo>
                  <a:pt x="473" y="264"/>
                  <a:pt x="470" y="274"/>
                  <a:pt x="466" y="283"/>
                </a:cubicBezTo>
                <a:cubicBezTo>
                  <a:pt x="462" y="293"/>
                  <a:pt x="457" y="302"/>
                  <a:pt x="451" y="311"/>
                </a:cubicBezTo>
                <a:cubicBezTo>
                  <a:pt x="445" y="321"/>
                  <a:pt x="439" y="329"/>
                  <a:pt x="431" y="336"/>
                </a:cubicBezTo>
                <a:cubicBezTo>
                  <a:pt x="424" y="343"/>
                  <a:pt x="416" y="350"/>
                  <a:pt x="407" y="356"/>
                </a:cubicBezTo>
                <a:cubicBezTo>
                  <a:pt x="398" y="361"/>
                  <a:pt x="389" y="366"/>
                  <a:pt x="380" y="370"/>
                </a:cubicBezTo>
                <a:cubicBezTo>
                  <a:pt x="370" y="374"/>
                  <a:pt x="360" y="377"/>
                  <a:pt x="350" y="379"/>
                </a:cubicBezTo>
                <a:cubicBezTo>
                  <a:pt x="340" y="381"/>
                  <a:pt x="329" y="382"/>
                  <a:pt x="319" y="382"/>
                </a:cubicBezTo>
                <a:cubicBezTo>
                  <a:pt x="308" y="382"/>
                  <a:pt x="298" y="381"/>
                  <a:pt x="288" y="379"/>
                </a:cubicBezTo>
                <a:cubicBezTo>
                  <a:pt x="278" y="377"/>
                  <a:pt x="268" y="374"/>
                  <a:pt x="258" y="370"/>
                </a:cubicBezTo>
                <a:cubicBezTo>
                  <a:pt x="249" y="366"/>
                  <a:pt x="239" y="361"/>
                  <a:pt x="231" y="356"/>
                </a:cubicBezTo>
                <a:cubicBezTo>
                  <a:pt x="222" y="350"/>
                  <a:pt x="214" y="343"/>
                  <a:pt x="207" y="336"/>
                </a:cubicBezTo>
                <a:cubicBezTo>
                  <a:pt x="199" y="329"/>
                  <a:pt x="193" y="321"/>
                  <a:pt x="187" y="311"/>
                </a:cubicBezTo>
                <a:cubicBezTo>
                  <a:pt x="181" y="302"/>
                  <a:pt x="176" y="293"/>
                  <a:pt x="172" y="283"/>
                </a:cubicBezTo>
                <a:cubicBezTo>
                  <a:pt x="168" y="274"/>
                  <a:pt x="165" y="264"/>
                  <a:pt x="163" y="254"/>
                </a:cubicBezTo>
                <a:cubicBezTo>
                  <a:pt x="161" y="243"/>
                  <a:pt x="160" y="233"/>
                  <a:pt x="160" y="223"/>
                </a:cubicBezTo>
                <a:cubicBezTo>
                  <a:pt x="160" y="212"/>
                  <a:pt x="161" y="202"/>
                  <a:pt x="163" y="192"/>
                </a:cubicBezTo>
                <a:cubicBezTo>
                  <a:pt x="165" y="181"/>
                  <a:pt x="168" y="172"/>
                  <a:pt x="172" y="162"/>
                </a:cubicBezTo>
                <a:cubicBezTo>
                  <a:pt x="176" y="152"/>
                  <a:pt x="181" y="143"/>
                  <a:pt x="187" y="135"/>
                </a:cubicBezTo>
                <a:cubicBezTo>
                  <a:pt x="193" y="126"/>
                  <a:pt x="199" y="118"/>
                  <a:pt x="207" y="110"/>
                </a:cubicBezTo>
                <a:cubicBezTo>
                  <a:pt x="214" y="103"/>
                  <a:pt x="222" y="97"/>
                  <a:pt x="231" y="91"/>
                </a:cubicBezTo>
                <a:cubicBezTo>
                  <a:pt x="239" y="85"/>
                  <a:pt x="249" y="80"/>
                  <a:pt x="258" y="76"/>
                </a:cubicBezTo>
                <a:cubicBezTo>
                  <a:pt x="268" y="72"/>
                  <a:pt x="278" y="69"/>
                  <a:pt x="288" y="67"/>
                </a:cubicBezTo>
                <a:cubicBezTo>
                  <a:pt x="298" y="65"/>
                  <a:pt x="308" y="64"/>
                  <a:pt x="319" y="64"/>
                </a:cubicBezTo>
                <a:moveTo>
                  <a:pt x="319" y="0"/>
                </a:moveTo>
                <a:cubicBezTo>
                  <a:pt x="304" y="0"/>
                  <a:pt x="290" y="2"/>
                  <a:pt x="276" y="5"/>
                </a:cubicBezTo>
                <a:cubicBezTo>
                  <a:pt x="261" y="8"/>
                  <a:pt x="247" y="12"/>
                  <a:pt x="234" y="17"/>
                </a:cubicBezTo>
                <a:cubicBezTo>
                  <a:pt x="220" y="23"/>
                  <a:pt x="208" y="30"/>
                  <a:pt x="195" y="38"/>
                </a:cubicBezTo>
                <a:cubicBezTo>
                  <a:pt x="183" y="46"/>
                  <a:pt x="172" y="55"/>
                  <a:pt x="162" y="66"/>
                </a:cubicBezTo>
                <a:cubicBezTo>
                  <a:pt x="151" y="76"/>
                  <a:pt x="142" y="87"/>
                  <a:pt x="134" y="99"/>
                </a:cubicBezTo>
                <a:cubicBezTo>
                  <a:pt x="126" y="111"/>
                  <a:pt x="119" y="124"/>
                  <a:pt x="114" y="138"/>
                </a:cubicBezTo>
                <a:cubicBezTo>
                  <a:pt x="108" y="151"/>
                  <a:pt x="104" y="165"/>
                  <a:pt x="101" y="179"/>
                </a:cubicBezTo>
                <a:cubicBezTo>
                  <a:pt x="98" y="194"/>
                  <a:pt x="97" y="208"/>
                  <a:pt x="97" y="223"/>
                </a:cubicBezTo>
                <a:cubicBezTo>
                  <a:pt x="97" y="237"/>
                  <a:pt x="98" y="252"/>
                  <a:pt x="101" y="266"/>
                </a:cubicBezTo>
                <a:cubicBezTo>
                  <a:pt x="104" y="280"/>
                  <a:pt x="108" y="294"/>
                  <a:pt x="114" y="308"/>
                </a:cubicBezTo>
                <a:cubicBezTo>
                  <a:pt x="119" y="322"/>
                  <a:pt x="126" y="335"/>
                  <a:pt x="134" y="347"/>
                </a:cubicBezTo>
                <a:cubicBezTo>
                  <a:pt x="142" y="359"/>
                  <a:pt x="151" y="370"/>
                  <a:pt x="162" y="381"/>
                </a:cubicBezTo>
                <a:cubicBezTo>
                  <a:pt x="172" y="391"/>
                  <a:pt x="183" y="400"/>
                  <a:pt x="195" y="408"/>
                </a:cubicBezTo>
                <a:cubicBezTo>
                  <a:pt x="208" y="417"/>
                  <a:pt x="220" y="423"/>
                  <a:pt x="234" y="429"/>
                </a:cubicBezTo>
                <a:cubicBezTo>
                  <a:pt x="247" y="435"/>
                  <a:pt x="261" y="439"/>
                  <a:pt x="276" y="442"/>
                </a:cubicBezTo>
                <a:cubicBezTo>
                  <a:pt x="290" y="444"/>
                  <a:pt x="304" y="446"/>
                  <a:pt x="319" y="446"/>
                </a:cubicBezTo>
                <a:cubicBezTo>
                  <a:pt x="333" y="446"/>
                  <a:pt x="348" y="444"/>
                  <a:pt x="362" y="442"/>
                </a:cubicBezTo>
                <a:cubicBezTo>
                  <a:pt x="377" y="439"/>
                  <a:pt x="390" y="435"/>
                  <a:pt x="404" y="429"/>
                </a:cubicBezTo>
                <a:cubicBezTo>
                  <a:pt x="417" y="423"/>
                  <a:pt x="430" y="417"/>
                  <a:pt x="442" y="408"/>
                </a:cubicBezTo>
                <a:cubicBezTo>
                  <a:pt x="454" y="400"/>
                  <a:pt x="466" y="391"/>
                  <a:pt x="476" y="381"/>
                </a:cubicBezTo>
                <a:cubicBezTo>
                  <a:pt x="486" y="370"/>
                  <a:pt x="496" y="359"/>
                  <a:pt x="504" y="347"/>
                </a:cubicBezTo>
                <a:cubicBezTo>
                  <a:pt x="512" y="335"/>
                  <a:pt x="519" y="322"/>
                  <a:pt x="524" y="308"/>
                </a:cubicBezTo>
                <a:cubicBezTo>
                  <a:pt x="530" y="294"/>
                  <a:pt x="534" y="280"/>
                  <a:pt x="537" y="266"/>
                </a:cubicBezTo>
                <a:cubicBezTo>
                  <a:pt x="540" y="252"/>
                  <a:pt x="541" y="237"/>
                  <a:pt x="541" y="223"/>
                </a:cubicBezTo>
                <a:cubicBezTo>
                  <a:pt x="541" y="208"/>
                  <a:pt x="540" y="194"/>
                  <a:pt x="537" y="179"/>
                </a:cubicBezTo>
                <a:cubicBezTo>
                  <a:pt x="534" y="165"/>
                  <a:pt x="530" y="151"/>
                  <a:pt x="524" y="138"/>
                </a:cubicBezTo>
                <a:cubicBezTo>
                  <a:pt x="519" y="124"/>
                  <a:pt x="512" y="111"/>
                  <a:pt x="504" y="99"/>
                </a:cubicBezTo>
                <a:cubicBezTo>
                  <a:pt x="496" y="87"/>
                  <a:pt x="486" y="76"/>
                  <a:pt x="476" y="66"/>
                </a:cubicBezTo>
                <a:cubicBezTo>
                  <a:pt x="466" y="55"/>
                  <a:pt x="454" y="46"/>
                  <a:pt x="442" y="38"/>
                </a:cubicBezTo>
                <a:cubicBezTo>
                  <a:pt x="430" y="30"/>
                  <a:pt x="417" y="23"/>
                  <a:pt x="404" y="17"/>
                </a:cubicBezTo>
                <a:cubicBezTo>
                  <a:pt x="390" y="12"/>
                  <a:pt x="377" y="8"/>
                  <a:pt x="362" y="5"/>
                </a:cubicBezTo>
                <a:cubicBezTo>
                  <a:pt x="348" y="2"/>
                  <a:pt x="333" y="0"/>
                  <a:pt x="319" y="0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2138040" y="2499480"/>
            <a:ext cx="4885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rooster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" name=""/>
          <p:cNvSpPr/>
          <p:nvPr/>
        </p:nvSpPr>
        <p:spPr>
          <a:xfrm>
            <a:off x="4119480" y="1852560"/>
            <a:ext cx="1047960" cy="885960"/>
          </a:xfrm>
          <a:custGeom>
            <a:avLst/>
            <a:gdLst/>
            <a:ahLst/>
            <a:rect l="0" t="0" r="r" b="b"/>
            <a:pathLst>
              <a:path w="2911" h="2461">
                <a:moveTo>
                  <a:pt x="0" y="215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9" y="225"/>
                  <a:pt x="15" y="206"/>
                  <a:pt x="23" y="187"/>
                </a:cubicBezTo>
                <a:cubicBezTo>
                  <a:pt x="31" y="169"/>
                  <a:pt x="40" y="151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0"/>
                  <a:pt x="188" y="23"/>
                </a:cubicBezTo>
                <a:cubicBezTo>
                  <a:pt x="206" y="15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2607" y="0"/>
                </a:lnTo>
                <a:cubicBezTo>
                  <a:pt x="2627" y="0"/>
                  <a:pt x="2647" y="2"/>
                  <a:pt x="2666" y="5"/>
                </a:cubicBezTo>
                <a:cubicBezTo>
                  <a:pt x="2686" y="9"/>
                  <a:pt x="2705" y="15"/>
                  <a:pt x="2723" y="23"/>
                </a:cubicBezTo>
                <a:cubicBezTo>
                  <a:pt x="2742" y="30"/>
                  <a:pt x="2759" y="40"/>
                  <a:pt x="2776" y="51"/>
                </a:cubicBezTo>
                <a:cubicBezTo>
                  <a:pt x="2793" y="62"/>
                  <a:pt x="2808" y="75"/>
                  <a:pt x="2822" y="89"/>
                </a:cubicBezTo>
                <a:cubicBezTo>
                  <a:pt x="2836" y="103"/>
                  <a:pt x="2849" y="118"/>
                  <a:pt x="2860" y="135"/>
                </a:cubicBezTo>
                <a:cubicBezTo>
                  <a:pt x="2871" y="151"/>
                  <a:pt x="2880" y="169"/>
                  <a:pt x="2888" y="187"/>
                </a:cubicBezTo>
                <a:cubicBezTo>
                  <a:pt x="2896" y="206"/>
                  <a:pt x="2901" y="225"/>
                  <a:pt x="2905" y="245"/>
                </a:cubicBezTo>
                <a:cubicBezTo>
                  <a:pt x="2909" y="264"/>
                  <a:pt x="2911" y="284"/>
                  <a:pt x="2911" y="304"/>
                </a:cubicBezTo>
                <a:lnTo>
                  <a:pt x="2911" y="2157"/>
                </a:lnTo>
                <a:cubicBezTo>
                  <a:pt x="2911" y="2177"/>
                  <a:pt x="2909" y="2197"/>
                  <a:pt x="2905" y="2216"/>
                </a:cubicBezTo>
                <a:cubicBezTo>
                  <a:pt x="2901" y="2236"/>
                  <a:pt x="2896" y="2255"/>
                  <a:pt x="2888" y="2273"/>
                </a:cubicBezTo>
                <a:cubicBezTo>
                  <a:pt x="2880" y="2292"/>
                  <a:pt x="2871" y="2309"/>
                  <a:pt x="2860" y="2326"/>
                </a:cubicBezTo>
                <a:cubicBezTo>
                  <a:pt x="2849" y="2343"/>
                  <a:pt x="2836" y="2358"/>
                  <a:pt x="2822" y="2372"/>
                </a:cubicBezTo>
                <a:cubicBezTo>
                  <a:pt x="2808" y="2386"/>
                  <a:pt x="2793" y="2399"/>
                  <a:pt x="2776" y="2410"/>
                </a:cubicBezTo>
                <a:cubicBezTo>
                  <a:pt x="2759" y="2421"/>
                  <a:pt x="2742" y="2430"/>
                  <a:pt x="2723" y="2438"/>
                </a:cubicBezTo>
                <a:cubicBezTo>
                  <a:pt x="2705" y="2446"/>
                  <a:pt x="2686" y="2452"/>
                  <a:pt x="2666" y="2455"/>
                </a:cubicBezTo>
                <a:cubicBezTo>
                  <a:pt x="2647" y="2459"/>
                  <a:pt x="2627" y="2461"/>
                  <a:pt x="2607" y="2461"/>
                </a:cubicBezTo>
                <a:lnTo>
                  <a:pt x="304" y="2461"/>
                </a:lnTo>
                <a:cubicBezTo>
                  <a:pt x="284" y="2461"/>
                  <a:pt x="264" y="2459"/>
                  <a:pt x="245" y="2455"/>
                </a:cubicBezTo>
                <a:cubicBezTo>
                  <a:pt x="225" y="2452"/>
                  <a:pt x="206" y="2446"/>
                  <a:pt x="188" y="2438"/>
                </a:cubicBezTo>
                <a:cubicBezTo>
                  <a:pt x="169" y="2430"/>
                  <a:pt x="152" y="2421"/>
                  <a:pt x="135" y="2410"/>
                </a:cubicBezTo>
                <a:cubicBezTo>
                  <a:pt x="118" y="2399"/>
                  <a:pt x="103" y="2386"/>
                  <a:pt x="89" y="2372"/>
                </a:cubicBezTo>
                <a:cubicBezTo>
                  <a:pt x="75" y="2358"/>
                  <a:pt x="62" y="2343"/>
                  <a:pt x="51" y="2326"/>
                </a:cubicBezTo>
                <a:cubicBezTo>
                  <a:pt x="40" y="2309"/>
                  <a:pt x="31" y="2292"/>
                  <a:pt x="23" y="2273"/>
                </a:cubicBezTo>
                <a:cubicBezTo>
                  <a:pt x="15" y="2255"/>
                  <a:pt x="9" y="2236"/>
                  <a:pt x="6" y="2216"/>
                </a:cubicBezTo>
                <a:cubicBezTo>
                  <a:pt x="2" y="2197"/>
                  <a:pt x="0" y="2177"/>
                  <a:pt x="0" y="21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" name=""/>
          <p:cNvSpPr/>
          <p:nvPr/>
        </p:nvSpPr>
        <p:spPr>
          <a:xfrm>
            <a:off x="4119480" y="1852560"/>
            <a:ext cx="1047960" cy="885960"/>
          </a:xfrm>
          <a:custGeom>
            <a:avLst/>
            <a:gdLst/>
            <a:ahLst/>
            <a:rect l="0" t="0" r="r" b="b"/>
            <a:pathLst>
              <a:path w="2911" h="2461">
                <a:moveTo>
                  <a:pt x="0" y="215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9" y="225"/>
                  <a:pt x="15" y="206"/>
                  <a:pt x="23" y="187"/>
                </a:cubicBezTo>
                <a:cubicBezTo>
                  <a:pt x="31" y="169"/>
                  <a:pt x="40" y="151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0"/>
                  <a:pt x="188" y="23"/>
                </a:cubicBezTo>
                <a:cubicBezTo>
                  <a:pt x="206" y="15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2607" y="0"/>
                </a:lnTo>
                <a:cubicBezTo>
                  <a:pt x="2627" y="0"/>
                  <a:pt x="2647" y="2"/>
                  <a:pt x="2666" y="5"/>
                </a:cubicBezTo>
                <a:cubicBezTo>
                  <a:pt x="2686" y="9"/>
                  <a:pt x="2705" y="15"/>
                  <a:pt x="2723" y="23"/>
                </a:cubicBezTo>
                <a:cubicBezTo>
                  <a:pt x="2742" y="30"/>
                  <a:pt x="2759" y="40"/>
                  <a:pt x="2776" y="51"/>
                </a:cubicBezTo>
                <a:cubicBezTo>
                  <a:pt x="2793" y="62"/>
                  <a:pt x="2808" y="75"/>
                  <a:pt x="2822" y="89"/>
                </a:cubicBezTo>
                <a:cubicBezTo>
                  <a:pt x="2836" y="103"/>
                  <a:pt x="2849" y="118"/>
                  <a:pt x="2860" y="135"/>
                </a:cubicBezTo>
                <a:cubicBezTo>
                  <a:pt x="2871" y="151"/>
                  <a:pt x="2880" y="169"/>
                  <a:pt x="2888" y="187"/>
                </a:cubicBezTo>
                <a:cubicBezTo>
                  <a:pt x="2896" y="206"/>
                  <a:pt x="2901" y="225"/>
                  <a:pt x="2905" y="245"/>
                </a:cubicBezTo>
                <a:cubicBezTo>
                  <a:pt x="2909" y="264"/>
                  <a:pt x="2911" y="284"/>
                  <a:pt x="2911" y="304"/>
                </a:cubicBezTo>
                <a:lnTo>
                  <a:pt x="2911" y="2157"/>
                </a:lnTo>
                <a:cubicBezTo>
                  <a:pt x="2911" y="2177"/>
                  <a:pt x="2909" y="2197"/>
                  <a:pt x="2905" y="2216"/>
                </a:cubicBezTo>
                <a:cubicBezTo>
                  <a:pt x="2901" y="2236"/>
                  <a:pt x="2896" y="2255"/>
                  <a:pt x="2888" y="2273"/>
                </a:cubicBezTo>
                <a:cubicBezTo>
                  <a:pt x="2880" y="2292"/>
                  <a:pt x="2871" y="2309"/>
                  <a:pt x="2860" y="2326"/>
                </a:cubicBezTo>
                <a:cubicBezTo>
                  <a:pt x="2849" y="2343"/>
                  <a:pt x="2836" y="2358"/>
                  <a:pt x="2822" y="2372"/>
                </a:cubicBezTo>
                <a:cubicBezTo>
                  <a:pt x="2808" y="2386"/>
                  <a:pt x="2793" y="2399"/>
                  <a:pt x="2776" y="2410"/>
                </a:cubicBezTo>
                <a:cubicBezTo>
                  <a:pt x="2759" y="2421"/>
                  <a:pt x="2742" y="2430"/>
                  <a:pt x="2723" y="2438"/>
                </a:cubicBezTo>
                <a:cubicBezTo>
                  <a:pt x="2705" y="2446"/>
                  <a:pt x="2686" y="2452"/>
                  <a:pt x="2666" y="2455"/>
                </a:cubicBezTo>
                <a:cubicBezTo>
                  <a:pt x="2647" y="2459"/>
                  <a:pt x="2627" y="2461"/>
                  <a:pt x="2607" y="2461"/>
                </a:cubicBezTo>
                <a:lnTo>
                  <a:pt x="304" y="2461"/>
                </a:lnTo>
                <a:cubicBezTo>
                  <a:pt x="284" y="2461"/>
                  <a:pt x="264" y="2459"/>
                  <a:pt x="245" y="2455"/>
                </a:cubicBezTo>
                <a:cubicBezTo>
                  <a:pt x="225" y="2452"/>
                  <a:pt x="206" y="2446"/>
                  <a:pt x="188" y="2438"/>
                </a:cubicBezTo>
                <a:cubicBezTo>
                  <a:pt x="169" y="2430"/>
                  <a:pt x="152" y="2421"/>
                  <a:pt x="135" y="2410"/>
                </a:cubicBezTo>
                <a:cubicBezTo>
                  <a:pt x="118" y="2399"/>
                  <a:pt x="103" y="2386"/>
                  <a:pt x="89" y="2372"/>
                </a:cubicBezTo>
                <a:cubicBezTo>
                  <a:pt x="75" y="2358"/>
                  <a:pt x="62" y="2343"/>
                  <a:pt x="51" y="2326"/>
                </a:cubicBezTo>
                <a:cubicBezTo>
                  <a:pt x="40" y="2309"/>
                  <a:pt x="31" y="2292"/>
                  <a:pt x="23" y="2273"/>
                </a:cubicBezTo>
                <a:cubicBezTo>
                  <a:pt x="15" y="2255"/>
                  <a:pt x="9" y="2236"/>
                  <a:pt x="6" y="2216"/>
                </a:cubicBezTo>
                <a:cubicBezTo>
                  <a:pt x="2" y="2197"/>
                  <a:pt x="0" y="2177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" name=""/>
          <p:cNvSpPr/>
          <p:nvPr/>
        </p:nvSpPr>
        <p:spPr>
          <a:xfrm>
            <a:off x="4525920" y="1977120"/>
            <a:ext cx="228960" cy="297720"/>
          </a:xfrm>
          <a:custGeom>
            <a:avLst/>
            <a:gdLst/>
            <a:ahLst/>
            <a:rect l="0" t="0" r="r" b="b"/>
            <a:pathLst>
              <a:path w="636" h="827">
                <a:moveTo>
                  <a:pt x="573" y="0"/>
                </a:moveTo>
                <a:lnTo>
                  <a:pt x="64" y="0"/>
                </a:lnTo>
                <a:cubicBezTo>
                  <a:pt x="56" y="0"/>
                  <a:pt x="47" y="2"/>
                  <a:pt x="40" y="5"/>
                </a:cubicBezTo>
                <a:cubicBezTo>
                  <a:pt x="32" y="8"/>
                  <a:pt x="25" y="13"/>
                  <a:pt x="19" y="19"/>
                </a:cubicBezTo>
                <a:cubicBezTo>
                  <a:pt x="13" y="25"/>
                  <a:pt x="9" y="32"/>
                  <a:pt x="5" y="39"/>
                </a:cubicBezTo>
                <a:cubicBezTo>
                  <a:pt x="2" y="47"/>
                  <a:pt x="0" y="55"/>
                  <a:pt x="0" y="64"/>
                </a:cubicBezTo>
                <a:lnTo>
                  <a:pt x="0" y="763"/>
                </a:lnTo>
                <a:cubicBezTo>
                  <a:pt x="0" y="771"/>
                  <a:pt x="2" y="780"/>
                  <a:pt x="5" y="787"/>
                </a:cubicBezTo>
                <a:cubicBezTo>
                  <a:pt x="9" y="795"/>
                  <a:pt x="13" y="802"/>
                  <a:pt x="19" y="808"/>
                </a:cubicBezTo>
                <a:cubicBezTo>
                  <a:pt x="25" y="814"/>
                  <a:pt x="32" y="818"/>
                  <a:pt x="40" y="822"/>
                </a:cubicBezTo>
                <a:cubicBezTo>
                  <a:pt x="47" y="825"/>
                  <a:pt x="56" y="827"/>
                  <a:pt x="64" y="827"/>
                </a:cubicBezTo>
                <a:lnTo>
                  <a:pt x="573" y="827"/>
                </a:lnTo>
                <a:cubicBezTo>
                  <a:pt x="581" y="827"/>
                  <a:pt x="589" y="825"/>
                  <a:pt x="597" y="822"/>
                </a:cubicBezTo>
                <a:cubicBezTo>
                  <a:pt x="605" y="818"/>
                  <a:pt x="612" y="814"/>
                  <a:pt x="618" y="808"/>
                </a:cubicBezTo>
                <a:cubicBezTo>
                  <a:pt x="624" y="802"/>
                  <a:pt x="628" y="795"/>
                  <a:pt x="631" y="787"/>
                </a:cubicBezTo>
                <a:cubicBezTo>
                  <a:pt x="635" y="780"/>
                  <a:pt x="636" y="771"/>
                  <a:pt x="636" y="763"/>
                </a:cubicBezTo>
                <a:lnTo>
                  <a:pt x="636" y="64"/>
                </a:lnTo>
                <a:cubicBezTo>
                  <a:pt x="636" y="55"/>
                  <a:pt x="635" y="47"/>
                  <a:pt x="631" y="39"/>
                </a:cubicBezTo>
                <a:cubicBezTo>
                  <a:pt x="628" y="32"/>
                  <a:pt x="624" y="25"/>
                  <a:pt x="618" y="19"/>
                </a:cubicBezTo>
                <a:cubicBezTo>
                  <a:pt x="612" y="13"/>
                  <a:pt x="605" y="8"/>
                  <a:pt x="597" y="5"/>
                </a:cubicBezTo>
                <a:cubicBezTo>
                  <a:pt x="589" y="2"/>
                  <a:pt x="581" y="0"/>
                  <a:pt x="573" y="0"/>
                </a:cubicBezTo>
                <a:moveTo>
                  <a:pt x="573" y="64"/>
                </a:moveTo>
                <a:lnTo>
                  <a:pt x="573" y="254"/>
                </a:lnTo>
                <a:lnTo>
                  <a:pt x="64" y="254"/>
                </a:lnTo>
                <a:lnTo>
                  <a:pt x="64" y="64"/>
                </a:lnTo>
                <a:lnTo>
                  <a:pt x="573" y="64"/>
                </a:lnTo>
                <a:moveTo>
                  <a:pt x="64" y="508"/>
                </a:moveTo>
                <a:lnTo>
                  <a:pt x="64" y="318"/>
                </a:lnTo>
                <a:lnTo>
                  <a:pt x="573" y="318"/>
                </a:lnTo>
                <a:lnTo>
                  <a:pt x="573" y="508"/>
                </a:lnTo>
                <a:lnTo>
                  <a:pt x="64" y="508"/>
                </a:lnTo>
                <a:moveTo>
                  <a:pt x="64" y="763"/>
                </a:moveTo>
                <a:lnTo>
                  <a:pt x="64" y="572"/>
                </a:lnTo>
                <a:lnTo>
                  <a:pt x="573" y="572"/>
                </a:lnTo>
                <a:lnTo>
                  <a:pt x="573" y="763"/>
                </a:lnTo>
                <a:lnTo>
                  <a:pt x="64" y="763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" name=""/>
          <p:cNvSpPr/>
          <p:nvPr/>
        </p:nvSpPr>
        <p:spPr>
          <a:xfrm>
            <a:off x="4571640" y="2022840"/>
            <a:ext cx="23400" cy="23400"/>
          </a:xfrm>
          <a:custGeom>
            <a:avLst/>
            <a:gdLst/>
            <a:ahLst/>
            <a:rect l="0" t="0" r="r" b="b"/>
            <a:pathLst>
              <a:path w="65" h="65">
                <a:moveTo>
                  <a:pt x="65" y="33"/>
                </a:moveTo>
                <a:cubicBezTo>
                  <a:pt x="65" y="42"/>
                  <a:pt x="62" y="49"/>
                  <a:pt x="55" y="55"/>
                </a:cubicBezTo>
                <a:cubicBezTo>
                  <a:pt x="48" y="62"/>
                  <a:pt x="41" y="65"/>
                  <a:pt x="32" y="65"/>
                </a:cubicBezTo>
                <a:cubicBezTo>
                  <a:pt x="23" y="65"/>
                  <a:pt x="16" y="62"/>
                  <a:pt x="10" y="55"/>
                </a:cubicBezTo>
                <a:cubicBezTo>
                  <a:pt x="4" y="49"/>
                  <a:pt x="0" y="42"/>
                  <a:pt x="0" y="33"/>
                </a:cubicBezTo>
                <a:cubicBezTo>
                  <a:pt x="0" y="24"/>
                  <a:pt x="4" y="16"/>
                  <a:pt x="10" y="9"/>
                </a:cubicBezTo>
                <a:cubicBezTo>
                  <a:pt x="16" y="3"/>
                  <a:pt x="23" y="0"/>
                  <a:pt x="32" y="0"/>
                </a:cubicBezTo>
                <a:cubicBezTo>
                  <a:pt x="41" y="0"/>
                  <a:pt x="48" y="3"/>
                  <a:pt x="55" y="9"/>
                </a:cubicBezTo>
                <a:cubicBezTo>
                  <a:pt x="62" y="16"/>
                  <a:pt x="65" y="24"/>
                  <a:pt x="65" y="33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" name=""/>
          <p:cNvSpPr/>
          <p:nvPr/>
        </p:nvSpPr>
        <p:spPr>
          <a:xfrm>
            <a:off x="4571640" y="2114280"/>
            <a:ext cx="23400" cy="23400"/>
          </a:xfrm>
          <a:custGeom>
            <a:avLst/>
            <a:gdLst/>
            <a:ahLst/>
            <a:rect l="0" t="0" r="r" b="b"/>
            <a:pathLst>
              <a:path w="65" h="65">
                <a:moveTo>
                  <a:pt x="65" y="33"/>
                </a:moveTo>
                <a:cubicBezTo>
                  <a:pt x="65" y="42"/>
                  <a:pt x="62" y="49"/>
                  <a:pt x="55" y="55"/>
                </a:cubicBezTo>
                <a:cubicBezTo>
                  <a:pt x="48" y="62"/>
                  <a:pt x="41" y="65"/>
                  <a:pt x="32" y="65"/>
                </a:cubicBezTo>
                <a:cubicBezTo>
                  <a:pt x="23" y="65"/>
                  <a:pt x="16" y="62"/>
                  <a:pt x="10" y="55"/>
                </a:cubicBezTo>
                <a:cubicBezTo>
                  <a:pt x="4" y="49"/>
                  <a:pt x="0" y="42"/>
                  <a:pt x="0" y="33"/>
                </a:cubicBezTo>
                <a:cubicBezTo>
                  <a:pt x="0" y="24"/>
                  <a:pt x="4" y="16"/>
                  <a:pt x="10" y="9"/>
                </a:cubicBezTo>
                <a:cubicBezTo>
                  <a:pt x="16" y="3"/>
                  <a:pt x="23" y="0"/>
                  <a:pt x="32" y="0"/>
                </a:cubicBezTo>
                <a:cubicBezTo>
                  <a:pt x="41" y="0"/>
                  <a:pt x="48" y="3"/>
                  <a:pt x="55" y="9"/>
                </a:cubicBezTo>
                <a:cubicBezTo>
                  <a:pt x="62" y="16"/>
                  <a:pt x="65" y="24"/>
                  <a:pt x="65" y="33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" name=""/>
          <p:cNvSpPr/>
          <p:nvPr/>
        </p:nvSpPr>
        <p:spPr>
          <a:xfrm>
            <a:off x="4571640" y="2205720"/>
            <a:ext cx="23400" cy="23400"/>
          </a:xfrm>
          <a:custGeom>
            <a:avLst/>
            <a:gdLst/>
            <a:ahLst/>
            <a:rect l="0" t="0" r="r" b="b"/>
            <a:pathLst>
              <a:path w="65" h="65">
                <a:moveTo>
                  <a:pt x="65" y="33"/>
                </a:moveTo>
                <a:cubicBezTo>
                  <a:pt x="65" y="42"/>
                  <a:pt x="62" y="49"/>
                  <a:pt x="55" y="55"/>
                </a:cubicBezTo>
                <a:cubicBezTo>
                  <a:pt x="48" y="61"/>
                  <a:pt x="41" y="65"/>
                  <a:pt x="32" y="65"/>
                </a:cubicBezTo>
                <a:cubicBezTo>
                  <a:pt x="23" y="65"/>
                  <a:pt x="16" y="61"/>
                  <a:pt x="10" y="55"/>
                </a:cubicBezTo>
                <a:cubicBezTo>
                  <a:pt x="4" y="49"/>
                  <a:pt x="0" y="42"/>
                  <a:pt x="0" y="33"/>
                </a:cubicBezTo>
                <a:cubicBezTo>
                  <a:pt x="0" y="24"/>
                  <a:pt x="4" y="17"/>
                  <a:pt x="10" y="9"/>
                </a:cubicBezTo>
                <a:cubicBezTo>
                  <a:pt x="16" y="3"/>
                  <a:pt x="23" y="0"/>
                  <a:pt x="32" y="0"/>
                </a:cubicBezTo>
                <a:cubicBezTo>
                  <a:pt x="41" y="0"/>
                  <a:pt x="48" y="3"/>
                  <a:pt x="55" y="9"/>
                </a:cubicBezTo>
                <a:cubicBezTo>
                  <a:pt x="62" y="17"/>
                  <a:pt x="65" y="24"/>
                  <a:pt x="65" y="33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3102480" y="2366280"/>
            <a:ext cx="93024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Studentkeuze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" name=""/>
          <p:cNvSpPr/>
          <p:nvPr/>
        </p:nvSpPr>
        <p:spPr>
          <a:xfrm>
            <a:off x="5271840" y="1852560"/>
            <a:ext cx="1296000" cy="885960"/>
          </a:xfrm>
          <a:custGeom>
            <a:avLst/>
            <a:gdLst/>
            <a:ahLst/>
            <a:rect l="0" t="0" r="r" b="b"/>
            <a:pathLst>
              <a:path w="3600" h="2461">
                <a:moveTo>
                  <a:pt x="0" y="215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7"/>
                </a:cubicBezTo>
                <a:cubicBezTo>
                  <a:pt x="31" y="169"/>
                  <a:pt x="40" y="151"/>
                  <a:pt x="51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6" y="15"/>
                  <a:pt x="226" y="9"/>
                  <a:pt x="245" y="5"/>
                </a:cubicBezTo>
                <a:cubicBezTo>
                  <a:pt x="265" y="2"/>
                  <a:pt x="284" y="0"/>
                  <a:pt x="304" y="0"/>
                </a:cubicBezTo>
                <a:lnTo>
                  <a:pt x="3295" y="0"/>
                </a:lnTo>
                <a:cubicBezTo>
                  <a:pt x="3315" y="0"/>
                  <a:pt x="3335" y="2"/>
                  <a:pt x="3355" y="5"/>
                </a:cubicBezTo>
                <a:cubicBezTo>
                  <a:pt x="3374" y="9"/>
                  <a:pt x="3393" y="15"/>
                  <a:pt x="3412" y="23"/>
                </a:cubicBezTo>
                <a:cubicBezTo>
                  <a:pt x="3430" y="30"/>
                  <a:pt x="3448" y="40"/>
                  <a:pt x="3464" y="51"/>
                </a:cubicBezTo>
                <a:cubicBezTo>
                  <a:pt x="3481" y="62"/>
                  <a:pt x="3496" y="75"/>
                  <a:pt x="3510" y="89"/>
                </a:cubicBezTo>
                <a:cubicBezTo>
                  <a:pt x="3525" y="103"/>
                  <a:pt x="3537" y="118"/>
                  <a:pt x="3548" y="135"/>
                </a:cubicBezTo>
                <a:cubicBezTo>
                  <a:pt x="3559" y="151"/>
                  <a:pt x="3569" y="169"/>
                  <a:pt x="3576" y="187"/>
                </a:cubicBezTo>
                <a:cubicBezTo>
                  <a:pt x="3584" y="206"/>
                  <a:pt x="3590" y="225"/>
                  <a:pt x="3594" y="245"/>
                </a:cubicBezTo>
                <a:cubicBezTo>
                  <a:pt x="3598" y="264"/>
                  <a:pt x="3600" y="284"/>
                  <a:pt x="3600" y="304"/>
                </a:cubicBezTo>
                <a:lnTo>
                  <a:pt x="3600" y="2157"/>
                </a:lnTo>
                <a:cubicBezTo>
                  <a:pt x="3600" y="2177"/>
                  <a:pt x="3598" y="2197"/>
                  <a:pt x="3594" y="2216"/>
                </a:cubicBezTo>
                <a:cubicBezTo>
                  <a:pt x="3590" y="2236"/>
                  <a:pt x="3584" y="2255"/>
                  <a:pt x="3576" y="2273"/>
                </a:cubicBezTo>
                <a:cubicBezTo>
                  <a:pt x="3569" y="2292"/>
                  <a:pt x="3559" y="2309"/>
                  <a:pt x="3548" y="2326"/>
                </a:cubicBezTo>
                <a:cubicBezTo>
                  <a:pt x="3537" y="2343"/>
                  <a:pt x="3525" y="2358"/>
                  <a:pt x="3510" y="2372"/>
                </a:cubicBezTo>
                <a:cubicBezTo>
                  <a:pt x="3496" y="2386"/>
                  <a:pt x="3481" y="2399"/>
                  <a:pt x="3464" y="2410"/>
                </a:cubicBezTo>
                <a:cubicBezTo>
                  <a:pt x="3448" y="2421"/>
                  <a:pt x="3430" y="2430"/>
                  <a:pt x="3412" y="2438"/>
                </a:cubicBezTo>
                <a:cubicBezTo>
                  <a:pt x="3393" y="2446"/>
                  <a:pt x="3374" y="2452"/>
                  <a:pt x="3355" y="2455"/>
                </a:cubicBezTo>
                <a:cubicBezTo>
                  <a:pt x="3335" y="2459"/>
                  <a:pt x="3315" y="2461"/>
                  <a:pt x="3295" y="2461"/>
                </a:cubicBezTo>
                <a:lnTo>
                  <a:pt x="304" y="2461"/>
                </a:lnTo>
                <a:cubicBezTo>
                  <a:pt x="284" y="2461"/>
                  <a:pt x="265" y="2459"/>
                  <a:pt x="245" y="2455"/>
                </a:cubicBezTo>
                <a:cubicBezTo>
                  <a:pt x="226" y="2452"/>
                  <a:pt x="206" y="2446"/>
                  <a:pt x="188" y="2438"/>
                </a:cubicBezTo>
                <a:cubicBezTo>
                  <a:pt x="170" y="2430"/>
                  <a:pt x="152" y="2421"/>
                  <a:pt x="135" y="2410"/>
                </a:cubicBezTo>
                <a:cubicBezTo>
                  <a:pt x="119" y="2399"/>
                  <a:pt x="103" y="2386"/>
                  <a:pt x="89" y="2372"/>
                </a:cubicBezTo>
                <a:cubicBezTo>
                  <a:pt x="75" y="2358"/>
                  <a:pt x="63" y="2343"/>
                  <a:pt x="51" y="2326"/>
                </a:cubicBezTo>
                <a:cubicBezTo>
                  <a:pt x="40" y="2309"/>
                  <a:pt x="31" y="2292"/>
                  <a:pt x="23" y="2273"/>
                </a:cubicBezTo>
                <a:cubicBezTo>
                  <a:pt x="16" y="2255"/>
                  <a:pt x="10" y="2236"/>
                  <a:pt x="6" y="2216"/>
                </a:cubicBezTo>
                <a:cubicBezTo>
                  <a:pt x="2" y="2197"/>
                  <a:pt x="0" y="2177"/>
                  <a:pt x="0" y="21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" name=""/>
          <p:cNvSpPr/>
          <p:nvPr/>
        </p:nvSpPr>
        <p:spPr>
          <a:xfrm>
            <a:off x="5271840" y="1852560"/>
            <a:ext cx="1296000" cy="885960"/>
          </a:xfrm>
          <a:custGeom>
            <a:avLst/>
            <a:gdLst/>
            <a:ahLst/>
            <a:rect l="0" t="0" r="r" b="b"/>
            <a:pathLst>
              <a:path w="3600" h="2461">
                <a:moveTo>
                  <a:pt x="0" y="215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7"/>
                </a:cubicBezTo>
                <a:cubicBezTo>
                  <a:pt x="31" y="169"/>
                  <a:pt x="40" y="151"/>
                  <a:pt x="51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6" y="15"/>
                  <a:pt x="226" y="9"/>
                  <a:pt x="245" y="5"/>
                </a:cubicBezTo>
                <a:cubicBezTo>
                  <a:pt x="265" y="2"/>
                  <a:pt x="284" y="0"/>
                  <a:pt x="304" y="0"/>
                </a:cubicBezTo>
                <a:lnTo>
                  <a:pt x="3295" y="0"/>
                </a:lnTo>
                <a:cubicBezTo>
                  <a:pt x="3315" y="0"/>
                  <a:pt x="3335" y="2"/>
                  <a:pt x="3355" y="5"/>
                </a:cubicBezTo>
                <a:cubicBezTo>
                  <a:pt x="3374" y="9"/>
                  <a:pt x="3393" y="15"/>
                  <a:pt x="3412" y="23"/>
                </a:cubicBezTo>
                <a:cubicBezTo>
                  <a:pt x="3430" y="30"/>
                  <a:pt x="3448" y="40"/>
                  <a:pt x="3464" y="51"/>
                </a:cubicBezTo>
                <a:cubicBezTo>
                  <a:pt x="3481" y="62"/>
                  <a:pt x="3496" y="75"/>
                  <a:pt x="3510" y="89"/>
                </a:cubicBezTo>
                <a:cubicBezTo>
                  <a:pt x="3525" y="103"/>
                  <a:pt x="3537" y="118"/>
                  <a:pt x="3548" y="135"/>
                </a:cubicBezTo>
                <a:cubicBezTo>
                  <a:pt x="3559" y="151"/>
                  <a:pt x="3569" y="169"/>
                  <a:pt x="3576" y="187"/>
                </a:cubicBezTo>
                <a:cubicBezTo>
                  <a:pt x="3584" y="206"/>
                  <a:pt x="3590" y="225"/>
                  <a:pt x="3594" y="245"/>
                </a:cubicBezTo>
                <a:cubicBezTo>
                  <a:pt x="3598" y="264"/>
                  <a:pt x="3600" y="284"/>
                  <a:pt x="3600" y="304"/>
                </a:cubicBezTo>
                <a:lnTo>
                  <a:pt x="3600" y="2157"/>
                </a:lnTo>
                <a:cubicBezTo>
                  <a:pt x="3600" y="2177"/>
                  <a:pt x="3598" y="2197"/>
                  <a:pt x="3594" y="2216"/>
                </a:cubicBezTo>
                <a:cubicBezTo>
                  <a:pt x="3590" y="2236"/>
                  <a:pt x="3584" y="2255"/>
                  <a:pt x="3576" y="2273"/>
                </a:cubicBezTo>
                <a:cubicBezTo>
                  <a:pt x="3569" y="2292"/>
                  <a:pt x="3559" y="2309"/>
                  <a:pt x="3548" y="2326"/>
                </a:cubicBezTo>
                <a:cubicBezTo>
                  <a:pt x="3537" y="2343"/>
                  <a:pt x="3525" y="2358"/>
                  <a:pt x="3510" y="2372"/>
                </a:cubicBezTo>
                <a:cubicBezTo>
                  <a:pt x="3496" y="2386"/>
                  <a:pt x="3481" y="2399"/>
                  <a:pt x="3464" y="2410"/>
                </a:cubicBezTo>
                <a:cubicBezTo>
                  <a:pt x="3448" y="2421"/>
                  <a:pt x="3430" y="2430"/>
                  <a:pt x="3412" y="2438"/>
                </a:cubicBezTo>
                <a:cubicBezTo>
                  <a:pt x="3393" y="2446"/>
                  <a:pt x="3374" y="2452"/>
                  <a:pt x="3355" y="2455"/>
                </a:cubicBezTo>
                <a:cubicBezTo>
                  <a:pt x="3335" y="2459"/>
                  <a:pt x="3315" y="2461"/>
                  <a:pt x="3295" y="2461"/>
                </a:cubicBezTo>
                <a:lnTo>
                  <a:pt x="304" y="2461"/>
                </a:lnTo>
                <a:cubicBezTo>
                  <a:pt x="284" y="2461"/>
                  <a:pt x="265" y="2459"/>
                  <a:pt x="245" y="2455"/>
                </a:cubicBezTo>
                <a:cubicBezTo>
                  <a:pt x="226" y="2452"/>
                  <a:pt x="206" y="2446"/>
                  <a:pt x="188" y="2438"/>
                </a:cubicBezTo>
                <a:cubicBezTo>
                  <a:pt x="170" y="2430"/>
                  <a:pt x="152" y="2421"/>
                  <a:pt x="135" y="2410"/>
                </a:cubicBezTo>
                <a:cubicBezTo>
                  <a:pt x="119" y="2399"/>
                  <a:pt x="103" y="2386"/>
                  <a:pt x="89" y="2372"/>
                </a:cubicBezTo>
                <a:cubicBezTo>
                  <a:pt x="75" y="2358"/>
                  <a:pt x="63" y="2343"/>
                  <a:pt x="51" y="2326"/>
                </a:cubicBezTo>
                <a:cubicBezTo>
                  <a:pt x="40" y="2309"/>
                  <a:pt x="31" y="2292"/>
                  <a:pt x="23" y="2273"/>
                </a:cubicBezTo>
                <a:cubicBezTo>
                  <a:pt x="16" y="2255"/>
                  <a:pt x="10" y="2236"/>
                  <a:pt x="6" y="2216"/>
                </a:cubicBezTo>
                <a:cubicBezTo>
                  <a:pt x="2" y="2197"/>
                  <a:pt x="0" y="2177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" name=""/>
          <p:cNvSpPr/>
          <p:nvPr/>
        </p:nvSpPr>
        <p:spPr>
          <a:xfrm>
            <a:off x="5756760" y="1965600"/>
            <a:ext cx="320400" cy="320400"/>
          </a:xfrm>
          <a:custGeom>
            <a:avLst/>
            <a:gdLst/>
            <a:ahLst/>
            <a:rect l="0" t="0" r="r" b="b"/>
            <a:pathLst>
              <a:path w="890" h="890">
                <a:moveTo>
                  <a:pt x="85" y="827"/>
                </a:moveTo>
                <a:lnTo>
                  <a:pt x="287" y="446"/>
                </a:lnTo>
                <a:lnTo>
                  <a:pt x="520" y="652"/>
                </a:lnTo>
                <a:cubicBezTo>
                  <a:pt x="536" y="666"/>
                  <a:pt x="554" y="671"/>
                  <a:pt x="574" y="667"/>
                </a:cubicBezTo>
                <a:cubicBezTo>
                  <a:pt x="595" y="663"/>
                  <a:pt x="610" y="652"/>
                  <a:pt x="619" y="633"/>
                </a:cubicBezTo>
                <a:lnTo>
                  <a:pt x="794" y="283"/>
                </a:lnTo>
                <a:lnTo>
                  <a:pt x="737" y="254"/>
                </a:lnTo>
                <a:lnTo>
                  <a:pt x="562" y="605"/>
                </a:lnTo>
                <a:lnTo>
                  <a:pt x="330" y="399"/>
                </a:lnTo>
                <a:cubicBezTo>
                  <a:pt x="315" y="385"/>
                  <a:pt x="297" y="379"/>
                  <a:pt x="276" y="382"/>
                </a:cubicBezTo>
                <a:cubicBezTo>
                  <a:pt x="256" y="386"/>
                  <a:pt x="241" y="396"/>
                  <a:pt x="231" y="414"/>
                </a:cubicBezTo>
                <a:lnTo>
                  <a:pt x="63" y="732"/>
                </a:lnTo>
                <a:lnTo>
                  <a:pt x="63" y="0"/>
                </a:lnTo>
                <a:lnTo>
                  <a:pt x="0" y="0"/>
                </a:lnTo>
                <a:lnTo>
                  <a:pt x="0" y="827"/>
                </a:lnTo>
                <a:cubicBezTo>
                  <a:pt x="0" y="835"/>
                  <a:pt x="2" y="843"/>
                  <a:pt x="5" y="851"/>
                </a:cubicBezTo>
                <a:cubicBezTo>
                  <a:pt x="8" y="859"/>
                  <a:pt x="13" y="866"/>
                  <a:pt x="18" y="872"/>
                </a:cubicBezTo>
                <a:cubicBezTo>
                  <a:pt x="24" y="878"/>
                  <a:pt x="31" y="882"/>
                  <a:pt x="39" y="885"/>
                </a:cubicBezTo>
                <a:cubicBezTo>
                  <a:pt x="47" y="889"/>
                  <a:pt x="55" y="890"/>
                  <a:pt x="63" y="890"/>
                </a:cubicBezTo>
                <a:lnTo>
                  <a:pt x="890" y="890"/>
                </a:lnTo>
                <a:lnTo>
                  <a:pt x="890" y="827"/>
                </a:lnTo>
                <a:lnTo>
                  <a:pt x="85" y="827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4224240" y="2366280"/>
            <a:ext cx="10249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Kernregistratie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" name=""/>
          <p:cNvSpPr/>
          <p:nvPr/>
        </p:nvSpPr>
        <p:spPr>
          <a:xfrm>
            <a:off x="6672240" y="1852560"/>
            <a:ext cx="1047960" cy="885960"/>
          </a:xfrm>
          <a:custGeom>
            <a:avLst/>
            <a:gdLst/>
            <a:ahLst/>
            <a:rect l="0" t="0" r="r" b="b"/>
            <a:pathLst>
              <a:path w="2911" h="2461">
                <a:moveTo>
                  <a:pt x="0" y="2157"/>
                </a:moveTo>
                <a:lnTo>
                  <a:pt x="0" y="304"/>
                </a:lnTo>
                <a:cubicBezTo>
                  <a:pt x="0" y="284"/>
                  <a:pt x="2" y="264"/>
                  <a:pt x="5" y="245"/>
                </a:cubicBezTo>
                <a:cubicBezTo>
                  <a:pt x="9" y="225"/>
                  <a:pt x="15" y="206"/>
                  <a:pt x="23" y="187"/>
                </a:cubicBezTo>
                <a:cubicBezTo>
                  <a:pt x="30" y="169"/>
                  <a:pt x="40" y="151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1" y="40"/>
                  <a:pt x="169" y="30"/>
                  <a:pt x="187" y="23"/>
                </a:cubicBezTo>
                <a:cubicBezTo>
                  <a:pt x="206" y="15"/>
                  <a:pt x="225" y="9"/>
                  <a:pt x="244" y="5"/>
                </a:cubicBezTo>
                <a:cubicBezTo>
                  <a:pt x="264" y="2"/>
                  <a:pt x="284" y="0"/>
                  <a:pt x="304" y="0"/>
                </a:cubicBezTo>
                <a:lnTo>
                  <a:pt x="2607" y="0"/>
                </a:lnTo>
                <a:cubicBezTo>
                  <a:pt x="2627" y="0"/>
                  <a:pt x="2646" y="2"/>
                  <a:pt x="2666" y="5"/>
                </a:cubicBezTo>
                <a:cubicBezTo>
                  <a:pt x="2686" y="9"/>
                  <a:pt x="2705" y="15"/>
                  <a:pt x="2723" y="23"/>
                </a:cubicBezTo>
                <a:cubicBezTo>
                  <a:pt x="2742" y="30"/>
                  <a:pt x="2759" y="40"/>
                  <a:pt x="2776" y="51"/>
                </a:cubicBezTo>
                <a:cubicBezTo>
                  <a:pt x="2792" y="62"/>
                  <a:pt x="2808" y="75"/>
                  <a:pt x="2822" y="89"/>
                </a:cubicBezTo>
                <a:cubicBezTo>
                  <a:pt x="2836" y="103"/>
                  <a:pt x="2849" y="118"/>
                  <a:pt x="2860" y="135"/>
                </a:cubicBezTo>
                <a:cubicBezTo>
                  <a:pt x="2871" y="151"/>
                  <a:pt x="2880" y="169"/>
                  <a:pt x="2888" y="187"/>
                </a:cubicBezTo>
                <a:cubicBezTo>
                  <a:pt x="2895" y="206"/>
                  <a:pt x="2901" y="225"/>
                  <a:pt x="2905" y="245"/>
                </a:cubicBezTo>
                <a:cubicBezTo>
                  <a:pt x="2909" y="264"/>
                  <a:pt x="2911" y="284"/>
                  <a:pt x="2911" y="304"/>
                </a:cubicBezTo>
                <a:lnTo>
                  <a:pt x="2911" y="2157"/>
                </a:lnTo>
                <a:cubicBezTo>
                  <a:pt x="2911" y="2177"/>
                  <a:pt x="2909" y="2197"/>
                  <a:pt x="2905" y="2216"/>
                </a:cubicBezTo>
                <a:cubicBezTo>
                  <a:pt x="2901" y="2236"/>
                  <a:pt x="2895" y="2255"/>
                  <a:pt x="2888" y="2273"/>
                </a:cubicBezTo>
                <a:cubicBezTo>
                  <a:pt x="2880" y="2292"/>
                  <a:pt x="2871" y="2309"/>
                  <a:pt x="2860" y="2326"/>
                </a:cubicBezTo>
                <a:cubicBezTo>
                  <a:pt x="2849" y="2343"/>
                  <a:pt x="2836" y="2358"/>
                  <a:pt x="2822" y="2372"/>
                </a:cubicBezTo>
                <a:cubicBezTo>
                  <a:pt x="2808" y="2386"/>
                  <a:pt x="2792" y="2399"/>
                  <a:pt x="2776" y="2410"/>
                </a:cubicBezTo>
                <a:cubicBezTo>
                  <a:pt x="2759" y="2421"/>
                  <a:pt x="2742" y="2430"/>
                  <a:pt x="2723" y="2438"/>
                </a:cubicBezTo>
                <a:cubicBezTo>
                  <a:pt x="2705" y="2446"/>
                  <a:pt x="2686" y="2452"/>
                  <a:pt x="2666" y="2455"/>
                </a:cubicBezTo>
                <a:cubicBezTo>
                  <a:pt x="2646" y="2459"/>
                  <a:pt x="2627" y="2461"/>
                  <a:pt x="2607" y="2461"/>
                </a:cubicBezTo>
                <a:lnTo>
                  <a:pt x="304" y="2461"/>
                </a:lnTo>
                <a:cubicBezTo>
                  <a:pt x="284" y="2461"/>
                  <a:pt x="264" y="2459"/>
                  <a:pt x="244" y="2455"/>
                </a:cubicBezTo>
                <a:cubicBezTo>
                  <a:pt x="225" y="2452"/>
                  <a:pt x="206" y="2446"/>
                  <a:pt x="187" y="2438"/>
                </a:cubicBezTo>
                <a:cubicBezTo>
                  <a:pt x="169" y="2430"/>
                  <a:pt x="151" y="2421"/>
                  <a:pt x="135" y="2410"/>
                </a:cubicBezTo>
                <a:cubicBezTo>
                  <a:pt x="118" y="2399"/>
                  <a:pt x="103" y="2386"/>
                  <a:pt x="89" y="2372"/>
                </a:cubicBezTo>
                <a:cubicBezTo>
                  <a:pt x="75" y="2358"/>
                  <a:pt x="62" y="2343"/>
                  <a:pt x="51" y="2326"/>
                </a:cubicBezTo>
                <a:cubicBezTo>
                  <a:pt x="40" y="2309"/>
                  <a:pt x="30" y="2292"/>
                  <a:pt x="23" y="2273"/>
                </a:cubicBezTo>
                <a:cubicBezTo>
                  <a:pt x="15" y="2255"/>
                  <a:pt x="9" y="2236"/>
                  <a:pt x="5" y="2216"/>
                </a:cubicBezTo>
                <a:cubicBezTo>
                  <a:pt x="2" y="2197"/>
                  <a:pt x="0" y="2177"/>
                  <a:pt x="0" y="21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" name=""/>
          <p:cNvSpPr/>
          <p:nvPr/>
        </p:nvSpPr>
        <p:spPr>
          <a:xfrm>
            <a:off x="6672240" y="1852560"/>
            <a:ext cx="1047960" cy="885960"/>
          </a:xfrm>
          <a:custGeom>
            <a:avLst/>
            <a:gdLst/>
            <a:ahLst/>
            <a:rect l="0" t="0" r="r" b="b"/>
            <a:pathLst>
              <a:path w="2911" h="2461">
                <a:moveTo>
                  <a:pt x="0" y="2157"/>
                </a:moveTo>
                <a:lnTo>
                  <a:pt x="0" y="304"/>
                </a:lnTo>
                <a:cubicBezTo>
                  <a:pt x="0" y="284"/>
                  <a:pt x="2" y="264"/>
                  <a:pt x="5" y="245"/>
                </a:cubicBezTo>
                <a:cubicBezTo>
                  <a:pt x="9" y="225"/>
                  <a:pt x="15" y="206"/>
                  <a:pt x="23" y="187"/>
                </a:cubicBezTo>
                <a:cubicBezTo>
                  <a:pt x="30" y="169"/>
                  <a:pt x="40" y="151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1" y="40"/>
                  <a:pt x="169" y="30"/>
                  <a:pt x="187" y="23"/>
                </a:cubicBezTo>
                <a:cubicBezTo>
                  <a:pt x="206" y="15"/>
                  <a:pt x="225" y="9"/>
                  <a:pt x="244" y="5"/>
                </a:cubicBezTo>
                <a:cubicBezTo>
                  <a:pt x="264" y="2"/>
                  <a:pt x="284" y="0"/>
                  <a:pt x="304" y="0"/>
                </a:cubicBezTo>
                <a:lnTo>
                  <a:pt x="2607" y="0"/>
                </a:lnTo>
                <a:cubicBezTo>
                  <a:pt x="2627" y="0"/>
                  <a:pt x="2646" y="2"/>
                  <a:pt x="2666" y="5"/>
                </a:cubicBezTo>
                <a:cubicBezTo>
                  <a:pt x="2686" y="9"/>
                  <a:pt x="2705" y="15"/>
                  <a:pt x="2723" y="23"/>
                </a:cubicBezTo>
                <a:cubicBezTo>
                  <a:pt x="2742" y="30"/>
                  <a:pt x="2759" y="40"/>
                  <a:pt x="2776" y="51"/>
                </a:cubicBezTo>
                <a:cubicBezTo>
                  <a:pt x="2792" y="62"/>
                  <a:pt x="2808" y="75"/>
                  <a:pt x="2822" y="89"/>
                </a:cubicBezTo>
                <a:cubicBezTo>
                  <a:pt x="2836" y="103"/>
                  <a:pt x="2849" y="118"/>
                  <a:pt x="2860" y="135"/>
                </a:cubicBezTo>
                <a:cubicBezTo>
                  <a:pt x="2871" y="151"/>
                  <a:pt x="2880" y="169"/>
                  <a:pt x="2888" y="187"/>
                </a:cubicBezTo>
                <a:cubicBezTo>
                  <a:pt x="2895" y="206"/>
                  <a:pt x="2901" y="225"/>
                  <a:pt x="2905" y="245"/>
                </a:cubicBezTo>
                <a:cubicBezTo>
                  <a:pt x="2909" y="264"/>
                  <a:pt x="2911" y="284"/>
                  <a:pt x="2911" y="304"/>
                </a:cubicBezTo>
                <a:lnTo>
                  <a:pt x="2911" y="2157"/>
                </a:lnTo>
                <a:cubicBezTo>
                  <a:pt x="2911" y="2177"/>
                  <a:pt x="2909" y="2197"/>
                  <a:pt x="2905" y="2216"/>
                </a:cubicBezTo>
                <a:cubicBezTo>
                  <a:pt x="2901" y="2236"/>
                  <a:pt x="2895" y="2255"/>
                  <a:pt x="2888" y="2273"/>
                </a:cubicBezTo>
                <a:cubicBezTo>
                  <a:pt x="2880" y="2292"/>
                  <a:pt x="2871" y="2309"/>
                  <a:pt x="2860" y="2326"/>
                </a:cubicBezTo>
                <a:cubicBezTo>
                  <a:pt x="2849" y="2343"/>
                  <a:pt x="2836" y="2358"/>
                  <a:pt x="2822" y="2372"/>
                </a:cubicBezTo>
                <a:cubicBezTo>
                  <a:pt x="2808" y="2386"/>
                  <a:pt x="2792" y="2399"/>
                  <a:pt x="2776" y="2410"/>
                </a:cubicBezTo>
                <a:cubicBezTo>
                  <a:pt x="2759" y="2421"/>
                  <a:pt x="2742" y="2430"/>
                  <a:pt x="2723" y="2438"/>
                </a:cubicBezTo>
                <a:cubicBezTo>
                  <a:pt x="2705" y="2446"/>
                  <a:pt x="2686" y="2452"/>
                  <a:pt x="2666" y="2455"/>
                </a:cubicBezTo>
                <a:cubicBezTo>
                  <a:pt x="2646" y="2459"/>
                  <a:pt x="2627" y="2461"/>
                  <a:pt x="2607" y="2461"/>
                </a:cubicBezTo>
                <a:lnTo>
                  <a:pt x="304" y="2461"/>
                </a:lnTo>
                <a:cubicBezTo>
                  <a:pt x="284" y="2461"/>
                  <a:pt x="264" y="2459"/>
                  <a:pt x="244" y="2455"/>
                </a:cubicBezTo>
                <a:cubicBezTo>
                  <a:pt x="225" y="2452"/>
                  <a:pt x="206" y="2446"/>
                  <a:pt x="187" y="2438"/>
                </a:cubicBezTo>
                <a:cubicBezTo>
                  <a:pt x="169" y="2430"/>
                  <a:pt x="151" y="2421"/>
                  <a:pt x="135" y="2410"/>
                </a:cubicBezTo>
                <a:cubicBezTo>
                  <a:pt x="118" y="2399"/>
                  <a:pt x="103" y="2386"/>
                  <a:pt x="89" y="2372"/>
                </a:cubicBezTo>
                <a:cubicBezTo>
                  <a:pt x="75" y="2358"/>
                  <a:pt x="62" y="2343"/>
                  <a:pt x="51" y="2326"/>
                </a:cubicBezTo>
                <a:cubicBezTo>
                  <a:pt x="40" y="2309"/>
                  <a:pt x="30" y="2292"/>
                  <a:pt x="23" y="2273"/>
                </a:cubicBezTo>
                <a:cubicBezTo>
                  <a:pt x="15" y="2255"/>
                  <a:pt x="9" y="2236"/>
                  <a:pt x="5" y="2216"/>
                </a:cubicBezTo>
                <a:cubicBezTo>
                  <a:pt x="2" y="2197"/>
                  <a:pt x="0" y="2177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" name=""/>
          <p:cNvSpPr/>
          <p:nvPr/>
        </p:nvSpPr>
        <p:spPr>
          <a:xfrm>
            <a:off x="7056000" y="2011320"/>
            <a:ext cx="251640" cy="274680"/>
          </a:xfrm>
          <a:custGeom>
            <a:avLst/>
            <a:gdLst/>
            <a:ahLst/>
            <a:rect l="0" t="0" r="r" b="b"/>
            <a:pathLst>
              <a:path w="699" h="763">
                <a:moveTo>
                  <a:pt x="699" y="763"/>
                </a:moveTo>
                <a:lnTo>
                  <a:pt x="636" y="763"/>
                </a:lnTo>
                <a:lnTo>
                  <a:pt x="636" y="668"/>
                </a:lnTo>
                <a:cubicBezTo>
                  <a:pt x="636" y="658"/>
                  <a:pt x="635" y="647"/>
                  <a:pt x="633" y="637"/>
                </a:cubicBezTo>
                <a:cubicBezTo>
                  <a:pt x="631" y="627"/>
                  <a:pt x="628" y="617"/>
                  <a:pt x="624" y="607"/>
                </a:cubicBezTo>
                <a:cubicBezTo>
                  <a:pt x="620" y="598"/>
                  <a:pt x="615" y="589"/>
                  <a:pt x="609" y="580"/>
                </a:cubicBezTo>
                <a:cubicBezTo>
                  <a:pt x="603" y="571"/>
                  <a:pt x="596" y="563"/>
                  <a:pt x="589" y="556"/>
                </a:cubicBezTo>
                <a:cubicBezTo>
                  <a:pt x="582" y="549"/>
                  <a:pt x="574" y="542"/>
                  <a:pt x="565" y="536"/>
                </a:cubicBezTo>
                <a:cubicBezTo>
                  <a:pt x="556" y="530"/>
                  <a:pt x="547" y="525"/>
                  <a:pt x="538" y="521"/>
                </a:cubicBezTo>
                <a:cubicBezTo>
                  <a:pt x="528" y="517"/>
                  <a:pt x="518" y="514"/>
                  <a:pt x="508" y="512"/>
                </a:cubicBezTo>
                <a:cubicBezTo>
                  <a:pt x="498" y="510"/>
                  <a:pt x="487" y="509"/>
                  <a:pt x="477" y="509"/>
                </a:cubicBezTo>
                <a:lnTo>
                  <a:pt x="285" y="509"/>
                </a:lnTo>
                <a:cubicBezTo>
                  <a:pt x="275" y="509"/>
                  <a:pt x="265" y="510"/>
                  <a:pt x="255" y="512"/>
                </a:cubicBezTo>
                <a:cubicBezTo>
                  <a:pt x="244" y="514"/>
                  <a:pt x="234" y="517"/>
                  <a:pt x="225" y="521"/>
                </a:cubicBezTo>
                <a:cubicBezTo>
                  <a:pt x="215" y="525"/>
                  <a:pt x="206" y="530"/>
                  <a:pt x="197" y="536"/>
                </a:cubicBezTo>
                <a:cubicBezTo>
                  <a:pt x="189" y="542"/>
                  <a:pt x="181" y="549"/>
                  <a:pt x="173" y="556"/>
                </a:cubicBezTo>
                <a:cubicBezTo>
                  <a:pt x="166" y="563"/>
                  <a:pt x="159" y="571"/>
                  <a:pt x="154" y="580"/>
                </a:cubicBezTo>
                <a:cubicBezTo>
                  <a:pt x="148" y="589"/>
                  <a:pt x="143" y="598"/>
                  <a:pt x="139" y="607"/>
                </a:cubicBezTo>
                <a:cubicBezTo>
                  <a:pt x="135" y="617"/>
                  <a:pt x="132" y="627"/>
                  <a:pt x="130" y="637"/>
                </a:cubicBezTo>
                <a:cubicBezTo>
                  <a:pt x="128" y="647"/>
                  <a:pt x="127" y="658"/>
                  <a:pt x="127" y="668"/>
                </a:cubicBezTo>
                <a:lnTo>
                  <a:pt x="127" y="763"/>
                </a:lnTo>
                <a:lnTo>
                  <a:pt x="63" y="763"/>
                </a:lnTo>
                <a:lnTo>
                  <a:pt x="63" y="668"/>
                </a:lnTo>
                <a:cubicBezTo>
                  <a:pt x="63" y="653"/>
                  <a:pt x="65" y="639"/>
                  <a:pt x="68" y="625"/>
                </a:cubicBezTo>
                <a:cubicBezTo>
                  <a:pt x="70" y="610"/>
                  <a:pt x="75" y="597"/>
                  <a:pt x="80" y="583"/>
                </a:cubicBezTo>
                <a:cubicBezTo>
                  <a:pt x="86" y="570"/>
                  <a:pt x="93" y="557"/>
                  <a:pt x="101" y="545"/>
                </a:cubicBezTo>
                <a:cubicBezTo>
                  <a:pt x="109" y="533"/>
                  <a:pt x="118" y="521"/>
                  <a:pt x="128" y="511"/>
                </a:cubicBezTo>
                <a:cubicBezTo>
                  <a:pt x="139" y="501"/>
                  <a:pt x="150" y="491"/>
                  <a:pt x="162" y="483"/>
                </a:cubicBezTo>
                <a:cubicBezTo>
                  <a:pt x="174" y="475"/>
                  <a:pt x="187" y="468"/>
                  <a:pt x="201" y="463"/>
                </a:cubicBezTo>
                <a:cubicBezTo>
                  <a:pt x="214" y="457"/>
                  <a:pt x="228" y="453"/>
                  <a:pt x="242" y="450"/>
                </a:cubicBezTo>
                <a:cubicBezTo>
                  <a:pt x="256" y="447"/>
                  <a:pt x="271" y="446"/>
                  <a:pt x="285" y="446"/>
                </a:cubicBezTo>
                <a:lnTo>
                  <a:pt x="477" y="446"/>
                </a:lnTo>
                <a:cubicBezTo>
                  <a:pt x="492" y="446"/>
                  <a:pt x="506" y="447"/>
                  <a:pt x="520" y="450"/>
                </a:cubicBezTo>
                <a:cubicBezTo>
                  <a:pt x="535" y="453"/>
                  <a:pt x="548" y="457"/>
                  <a:pt x="562" y="463"/>
                </a:cubicBezTo>
                <a:cubicBezTo>
                  <a:pt x="575" y="468"/>
                  <a:pt x="588" y="475"/>
                  <a:pt x="600" y="483"/>
                </a:cubicBezTo>
                <a:cubicBezTo>
                  <a:pt x="612" y="491"/>
                  <a:pt x="624" y="501"/>
                  <a:pt x="634" y="511"/>
                </a:cubicBezTo>
                <a:cubicBezTo>
                  <a:pt x="644" y="521"/>
                  <a:pt x="653" y="533"/>
                  <a:pt x="662" y="545"/>
                </a:cubicBezTo>
                <a:cubicBezTo>
                  <a:pt x="670" y="557"/>
                  <a:pt x="677" y="570"/>
                  <a:pt x="682" y="583"/>
                </a:cubicBezTo>
                <a:cubicBezTo>
                  <a:pt x="688" y="597"/>
                  <a:pt x="692" y="610"/>
                  <a:pt x="695" y="625"/>
                </a:cubicBezTo>
                <a:cubicBezTo>
                  <a:pt x="698" y="639"/>
                  <a:pt x="699" y="653"/>
                  <a:pt x="699" y="668"/>
                </a:cubicBezTo>
                <a:lnTo>
                  <a:pt x="699" y="763"/>
                </a:lnTo>
                <a:moveTo>
                  <a:pt x="32" y="0"/>
                </a:moveTo>
                <a:cubicBezTo>
                  <a:pt x="23" y="0"/>
                  <a:pt x="15" y="4"/>
                  <a:pt x="9" y="10"/>
                </a:cubicBezTo>
                <a:cubicBezTo>
                  <a:pt x="3" y="16"/>
                  <a:pt x="0" y="23"/>
                  <a:pt x="0" y="32"/>
                </a:cubicBezTo>
                <a:lnTo>
                  <a:pt x="0" y="319"/>
                </a:lnTo>
                <a:lnTo>
                  <a:pt x="63" y="319"/>
                </a:lnTo>
                <a:lnTo>
                  <a:pt x="63" y="32"/>
                </a:lnTo>
                <a:cubicBezTo>
                  <a:pt x="63" y="23"/>
                  <a:pt x="60" y="16"/>
                  <a:pt x="54" y="10"/>
                </a:cubicBezTo>
                <a:cubicBezTo>
                  <a:pt x="48" y="4"/>
                  <a:pt x="40" y="0"/>
                  <a:pt x="32" y="0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" name=""/>
          <p:cNvSpPr/>
          <p:nvPr/>
        </p:nvSpPr>
        <p:spPr>
          <a:xfrm>
            <a:off x="7056000" y="1965600"/>
            <a:ext cx="274680" cy="183240"/>
          </a:xfrm>
          <a:custGeom>
            <a:avLst/>
            <a:gdLst/>
            <a:ahLst/>
            <a:rect l="0" t="0" r="r" b="b"/>
            <a:pathLst>
              <a:path w="763" h="509">
                <a:moveTo>
                  <a:pt x="0" y="0"/>
                </a:moveTo>
                <a:lnTo>
                  <a:pt x="0" y="64"/>
                </a:lnTo>
                <a:lnTo>
                  <a:pt x="159" y="64"/>
                </a:lnTo>
                <a:lnTo>
                  <a:pt x="159" y="286"/>
                </a:lnTo>
                <a:cubicBezTo>
                  <a:pt x="159" y="301"/>
                  <a:pt x="160" y="315"/>
                  <a:pt x="163" y="330"/>
                </a:cubicBezTo>
                <a:cubicBezTo>
                  <a:pt x="166" y="344"/>
                  <a:pt x="170" y="358"/>
                  <a:pt x="175" y="372"/>
                </a:cubicBezTo>
                <a:cubicBezTo>
                  <a:pt x="181" y="386"/>
                  <a:pt x="188" y="398"/>
                  <a:pt x="196" y="411"/>
                </a:cubicBezTo>
                <a:cubicBezTo>
                  <a:pt x="204" y="423"/>
                  <a:pt x="213" y="434"/>
                  <a:pt x="224" y="444"/>
                </a:cubicBezTo>
                <a:cubicBezTo>
                  <a:pt x="234" y="455"/>
                  <a:pt x="245" y="464"/>
                  <a:pt x="257" y="472"/>
                </a:cubicBezTo>
                <a:cubicBezTo>
                  <a:pt x="269" y="480"/>
                  <a:pt x="282" y="487"/>
                  <a:pt x="296" y="492"/>
                </a:cubicBezTo>
                <a:cubicBezTo>
                  <a:pt x="309" y="498"/>
                  <a:pt x="323" y="502"/>
                  <a:pt x="337" y="505"/>
                </a:cubicBezTo>
                <a:cubicBezTo>
                  <a:pt x="352" y="508"/>
                  <a:pt x="366" y="509"/>
                  <a:pt x="381" y="509"/>
                </a:cubicBezTo>
                <a:cubicBezTo>
                  <a:pt x="395" y="509"/>
                  <a:pt x="410" y="508"/>
                  <a:pt x="424" y="505"/>
                </a:cubicBezTo>
                <a:cubicBezTo>
                  <a:pt x="438" y="502"/>
                  <a:pt x="452" y="498"/>
                  <a:pt x="466" y="492"/>
                </a:cubicBezTo>
                <a:cubicBezTo>
                  <a:pt x="479" y="487"/>
                  <a:pt x="492" y="480"/>
                  <a:pt x="504" y="472"/>
                </a:cubicBezTo>
                <a:cubicBezTo>
                  <a:pt x="516" y="464"/>
                  <a:pt x="528" y="455"/>
                  <a:pt x="538" y="444"/>
                </a:cubicBezTo>
                <a:cubicBezTo>
                  <a:pt x="548" y="434"/>
                  <a:pt x="557" y="423"/>
                  <a:pt x="565" y="411"/>
                </a:cubicBezTo>
                <a:cubicBezTo>
                  <a:pt x="575" y="398"/>
                  <a:pt x="581" y="386"/>
                  <a:pt x="587" y="372"/>
                </a:cubicBezTo>
                <a:cubicBezTo>
                  <a:pt x="593" y="358"/>
                  <a:pt x="597" y="344"/>
                  <a:pt x="600" y="330"/>
                </a:cubicBezTo>
                <a:cubicBezTo>
                  <a:pt x="602" y="315"/>
                  <a:pt x="604" y="301"/>
                  <a:pt x="604" y="286"/>
                </a:cubicBezTo>
                <a:lnTo>
                  <a:pt x="604" y="64"/>
                </a:lnTo>
                <a:lnTo>
                  <a:pt x="763" y="64"/>
                </a:lnTo>
                <a:lnTo>
                  <a:pt x="763" y="0"/>
                </a:lnTo>
                <a:lnTo>
                  <a:pt x="0" y="0"/>
                </a:lnTo>
                <a:moveTo>
                  <a:pt x="222" y="64"/>
                </a:moveTo>
                <a:lnTo>
                  <a:pt x="539" y="64"/>
                </a:lnTo>
                <a:lnTo>
                  <a:pt x="539" y="159"/>
                </a:lnTo>
                <a:lnTo>
                  <a:pt x="222" y="159"/>
                </a:lnTo>
                <a:lnTo>
                  <a:pt x="222" y="64"/>
                </a:lnTo>
                <a:moveTo>
                  <a:pt x="381" y="446"/>
                </a:moveTo>
                <a:cubicBezTo>
                  <a:pt x="370" y="446"/>
                  <a:pt x="360" y="445"/>
                  <a:pt x="350" y="443"/>
                </a:cubicBezTo>
                <a:cubicBezTo>
                  <a:pt x="340" y="441"/>
                  <a:pt x="330" y="438"/>
                  <a:pt x="320" y="434"/>
                </a:cubicBezTo>
                <a:cubicBezTo>
                  <a:pt x="310" y="430"/>
                  <a:pt x="301" y="425"/>
                  <a:pt x="293" y="419"/>
                </a:cubicBezTo>
                <a:cubicBezTo>
                  <a:pt x="284" y="413"/>
                  <a:pt x="276" y="407"/>
                  <a:pt x="268" y="399"/>
                </a:cubicBezTo>
                <a:cubicBezTo>
                  <a:pt x="261" y="392"/>
                  <a:pt x="255" y="384"/>
                  <a:pt x="249" y="375"/>
                </a:cubicBezTo>
                <a:cubicBezTo>
                  <a:pt x="243" y="366"/>
                  <a:pt x="238" y="357"/>
                  <a:pt x="234" y="347"/>
                </a:cubicBezTo>
                <a:cubicBezTo>
                  <a:pt x="230" y="337"/>
                  <a:pt x="227" y="327"/>
                  <a:pt x="225" y="317"/>
                </a:cubicBezTo>
                <a:cubicBezTo>
                  <a:pt x="223" y="307"/>
                  <a:pt x="222" y="297"/>
                  <a:pt x="222" y="286"/>
                </a:cubicBezTo>
                <a:lnTo>
                  <a:pt x="222" y="223"/>
                </a:lnTo>
                <a:lnTo>
                  <a:pt x="539" y="223"/>
                </a:lnTo>
                <a:lnTo>
                  <a:pt x="539" y="286"/>
                </a:lnTo>
                <a:cubicBezTo>
                  <a:pt x="539" y="297"/>
                  <a:pt x="538" y="307"/>
                  <a:pt x="536" y="317"/>
                </a:cubicBezTo>
                <a:cubicBezTo>
                  <a:pt x="534" y="327"/>
                  <a:pt x="531" y="337"/>
                  <a:pt x="527" y="347"/>
                </a:cubicBezTo>
                <a:cubicBezTo>
                  <a:pt x="523" y="357"/>
                  <a:pt x="518" y="366"/>
                  <a:pt x="513" y="375"/>
                </a:cubicBezTo>
                <a:cubicBezTo>
                  <a:pt x="507" y="384"/>
                  <a:pt x="500" y="392"/>
                  <a:pt x="493" y="399"/>
                </a:cubicBezTo>
                <a:cubicBezTo>
                  <a:pt x="486" y="407"/>
                  <a:pt x="478" y="413"/>
                  <a:pt x="469" y="419"/>
                </a:cubicBezTo>
                <a:cubicBezTo>
                  <a:pt x="460" y="425"/>
                  <a:pt x="451" y="430"/>
                  <a:pt x="441" y="434"/>
                </a:cubicBezTo>
                <a:cubicBezTo>
                  <a:pt x="432" y="438"/>
                  <a:pt x="422" y="441"/>
                  <a:pt x="412" y="443"/>
                </a:cubicBezTo>
                <a:cubicBezTo>
                  <a:pt x="401" y="445"/>
                  <a:pt x="391" y="446"/>
                  <a:pt x="381" y="446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5334480" y="2366280"/>
            <a:ext cx="13813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Studentvolgsysteem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" name=""/>
          <p:cNvSpPr/>
          <p:nvPr/>
        </p:nvSpPr>
        <p:spPr>
          <a:xfrm>
            <a:off x="7824600" y="1852560"/>
            <a:ext cx="1047960" cy="885960"/>
          </a:xfrm>
          <a:custGeom>
            <a:avLst/>
            <a:gdLst/>
            <a:ahLst/>
            <a:rect l="0" t="0" r="r" b="b"/>
            <a:pathLst>
              <a:path w="2911" h="2461">
                <a:moveTo>
                  <a:pt x="0" y="215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7"/>
                </a:cubicBezTo>
                <a:cubicBezTo>
                  <a:pt x="31" y="169"/>
                  <a:pt x="40" y="151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4" y="75"/>
                  <a:pt x="120" y="62"/>
                  <a:pt x="136" y="51"/>
                </a:cubicBezTo>
                <a:cubicBezTo>
                  <a:pt x="153" y="40"/>
                  <a:pt x="170" y="30"/>
                  <a:pt x="189" y="23"/>
                </a:cubicBezTo>
                <a:cubicBezTo>
                  <a:pt x="207" y="15"/>
                  <a:pt x="226" y="9"/>
                  <a:pt x="246" y="5"/>
                </a:cubicBezTo>
                <a:cubicBezTo>
                  <a:pt x="266" y="2"/>
                  <a:pt x="285" y="0"/>
                  <a:pt x="305" y="0"/>
                </a:cubicBezTo>
                <a:lnTo>
                  <a:pt x="2607" y="0"/>
                </a:lnTo>
                <a:cubicBezTo>
                  <a:pt x="2627" y="0"/>
                  <a:pt x="2647" y="2"/>
                  <a:pt x="2667" y="5"/>
                </a:cubicBezTo>
                <a:cubicBezTo>
                  <a:pt x="2686" y="9"/>
                  <a:pt x="2705" y="15"/>
                  <a:pt x="2724" y="23"/>
                </a:cubicBezTo>
                <a:cubicBezTo>
                  <a:pt x="2742" y="30"/>
                  <a:pt x="2760" y="40"/>
                  <a:pt x="2776" y="51"/>
                </a:cubicBezTo>
                <a:cubicBezTo>
                  <a:pt x="2793" y="62"/>
                  <a:pt x="2808" y="75"/>
                  <a:pt x="2822" y="89"/>
                </a:cubicBezTo>
                <a:cubicBezTo>
                  <a:pt x="2836" y="103"/>
                  <a:pt x="2849" y="118"/>
                  <a:pt x="2860" y="135"/>
                </a:cubicBezTo>
                <a:cubicBezTo>
                  <a:pt x="2871" y="151"/>
                  <a:pt x="2881" y="169"/>
                  <a:pt x="2888" y="187"/>
                </a:cubicBezTo>
                <a:cubicBezTo>
                  <a:pt x="2896" y="206"/>
                  <a:pt x="2902" y="225"/>
                  <a:pt x="2906" y="245"/>
                </a:cubicBezTo>
                <a:cubicBezTo>
                  <a:pt x="2909" y="264"/>
                  <a:pt x="2911" y="284"/>
                  <a:pt x="2911" y="304"/>
                </a:cubicBezTo>
                <a:lnTo>
                  <a:pt x="2911" y="2157"/>
                </a:lnTo>
                <a:cubicBezTo>
                  <a:pt x="2911" y="2177"/>
                  <a:pt x="2909" y="2197"/>
                  <a:pt x="2906" y="2216"/>
                </a:cubicBezTo>
                <a:cubicBezTo>
                  <a:pt x="2902" y="2236"/>
                  <a:pt x="2896" y="2255"/>
                  <a:pt x="2888" y="2273"/>
                </a:cubicBezTo>
                <a:cubicBezTo>
                  <a:pt x="2881" y="2292"/>
                  <a:pt x="2871" y="2309"/>
                  <a:pt x="2860" y="2326"/>
                </a:cubicBezTo>
                <a:cubicBezTo>
                  <a:pt x="2849" y="2343"/>
                  <a:pt x="2836" y="2358"/>
                  <a:pt x="2822" y="2372"/>
                </a:cubicBezTo>
                <a:cubicBezTo>
                  <a:pt x="2808" y="2386"/>
                  <a:pt x="2793" y="2399"/>
                  <a:pt x="2776" y="2410"/>
                </a:cubicBezTo>
                <a:cubicBezTo>
                  <a:pt x="2760" y="2421"/>
                  <a:pt x="2742" y="2430"/>
                  <a:pt x="2724" y="2438"/>
                </a:cubicBezTo>
                <a:cubicBezTo>
                  <a:pt x="2705" y="2446"/>
                  <a:pt x="2686" y="2452"/>
                  <a:pt x="2667" y="2455"/>
                </a:cubicBezTo>
                <a:cubicBezTo>
                  <a:pt x="2647" y="2459"/>
                  <a:pt x="2627" y="2461"/>
                  <a:pt x="2607" y="2461"/>
                </a:cubicBezTo>
                <a:lnTo>
                  <a:pt x="305" y="2461"/>
                </a:lnTo>
                <a:cubicBezTo>
                  <a:pt x="285" y="2461"/>
                  <a:pt x="266" y="2459"/>
                  <a:pt x="246" y="2455"/>
                </a:cubicBezTo>
                <a:cubicBezTo>
                  <a:pt x="226" y="2452"/>
                  <a:pt x="207" y="2446"/>
                  <a:pt x="189" y="2438"/>
                </a:cubicBezTo>
                <a:cubicBezTo>
                  <a:pt x="170" y="2430"/>
                  <a:pt x="153" y="2421"/>
                  <a:pt x="136" y="2410"/>
                </a:cubicBezTo>
                <a:cubicBezTo>
                  <a:pt x="120" y="2399"/>
                  <a:pt x="104" y="2386"/>
                  <a:pt x="89" y="2372"/>
                </a:cubicBezTo>
                <a:cubicBezTo>
                  <a:pt x="75" y="2358"/>
                  <a:pt x="62" y="2343"/>
                  <a:pt x="51" y="2326"/>
                </a:cubicBezTo>
                <a:cubicBezTo>
                  <a:pt x="40" y="2309"/>
                  <a:pt x="31" y="2292"/>
                  <a:pt x="23" y="2273"/>
                </a:cubicBezTo>
                <a:cubicBezTo>
                  <a:pt x="16" y="2255"/>
                  <a:pt x="10" y="2236"/>
                  <a:pt x="6" y="2216"/>
                </a:cubicBezTo>
                <a:cubicBezTo>
                  <a:pt x="2" y="2197"/>
                  <a:pt x="0" y="2177"/>
                  <a:pt x="0" y="21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" name=""/>
          <p:cNvSpPr/>
          <p:nvPr/>
        </p:nvSpPr>
        <p:spPr>
          <a:xfrm>
            <a:off x="7824600" y="1852560"/>
            <a:ext cx="1047960" cy="885960"/>
          </a:xfrm>
          <a:custGeom>
            <a:avLst/>
            <a:gdLst/>
            <a:ahLst/>
            <a:rect l="0" t="0" r="r" b="b"/>
            <a:pathLst>
              <a:path w="2911" h="2461">
                <a:moveTo>
                  <a:pt x="0" y="2157"/>
                </a:moveTo>
                <a:lnTo>
                  <a:pt x="0" y="304"/>
                </a:ln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7"/>
                </a:cubicBezTo>
                <a:cubicBezTo>
                  <a:pt x="31" y="169"/>
                  <a:pt x="40" y="151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4" y="75"/>
                  <a:pt x="120" y="62"/>
                  <a:pt x="136" y="51"/>
                </a:cubicBezTo>
                <a:cubicBezTo>
                  <a:pt x="153" y="40"/>
                  <a:pt x="170" y="30"/>
                  <a:pt x="189" y="23"/>
                </a:cubicBezTo>
                <a:cubicBezTo>
                  <a:pt x="207" y="15"/>
                  <a:pt x="226" y="9"/>
                  <a:pt x="246" y="5"/>
                </a:cubicBezTo>
                <a:cubicBezTo>
                  <a:pt x="266" y="2"/>
                  <a:pt x="285" y="0"/>
                  <a:pt x="305" y="0"/>
                </a:cubicBezTo>
                <a:lnTo>
                  <a:pt x="2607" y="0"/>
                </a:lnTo>
                <a:cubicBezTo>
                  <a:pt x="2627" y="0"/>
                  <a:pt x="2647" y="2"/>
                  <a:pt x="2667" y="5"/>
                </a:cubicBezTo>
                <a:cubicBezTo>
                  <a:pt x="2686" y="9"/>
                  <a:pt x="2705" y="15"/>
                  <a:pt x="2724" y="23"/>
                </a:cubicBezTo>
                <a:cubicBezTo>
                  <a:pt x="2742" y="30"/>
                  <a:pt x="2760" y="40"/>
                  <a:pt x="2776" y="51"/>
                </a:cubicBezTo>
                <a:cubicBezTo>
                  <a:pt x="2793" y="62"/>
                  <a:pt x="2808" y="75"/>
                  <a:pt x="2822" y="89"/>
                </a:cubicBezTo>
                <a:cubicBezTo>
                  <a:pt x="2836" y="103"/>
                  <a:pt x="2849" y="118"/>
                  <a:pt x="2860" y="135"/>
                </a:cubicBezTo>
                <a:cubicBezTo>
                  <a:pt x="2871" y="151"/>
                  <a:pt x="2881" y="169"/>
                  <a:pt x="2888" y="187"/>
                </a:cubicBezTo>
                <a:cubicBezTo>
                  <a:pt x="2896" y="206"/>
                  <a:pt x="2902" y="225"/>
                  <a:pt x="2906" y="245"/>
                </a:cubicBezTo>
                <a:cubicBezTo>
                  <a:pt x="2909" y="264"/>
                  <a:pt x="2911" y="284"/>
                  <a:pt x="2911" y="304"/>
                </a:cubicBezTo>
                <a:lnTo>
                  <a:pt x="2911" y="2157"/>
                </a:lnTo>
                <a:cubicBezTo>
                  <a:pt x="2911" y="2177"/>
                  <a:pt x="2909" y="2197"/>
                  <a:pt x="2906" y="2216"/>
                </a:cubicBezTo>
                <a:cubicBezTo>
                  <a:pt x="2902" y="2236"/>
                  <a:pt x="2896" y="2255"/>
                  <a:pt x="2888" y="2273"/>
                </a:cubicBezTo>
                <a:cubicBezTo>
                  <a:pt x="2881" y="2292"/>
                  <a:pt x="2871" y="2309"/>
                  <a:pt x="2860" y="2326"/>
                </a:cubicBezTo>
                <a:cubicBezTo>
                  <a:pt x="2849" y="2343"/>
                  <a:pt x="2836" y="2358"/>
                  <a:pt x="2822" y="2372"/>
                </a:cubicBezTo>
                <a:cubicBezTo>
                  <a:pt x="2808" y="2386"/>
                  <a:pt x="2793" y="2399"/>
                  <a:pt x="2776" y="2410"/>
                </a:cubicBezTo>
                <a:cubicBezTo>
                  <a:pt x="2760" y="2421"/>
                  <a:pt x="2742" y="2430"/>
                  <a:pt x="2724" y="2438"/>
                </a:cubicBezTo>
                <a:cubicBezTo>
                  <a:pt x="2705" y="2446"/>
                  <a:pt x="2686" y="2452"/>
                  <a:pt x="2667" y="2455"/>
                </a:cubicBezTo>
                <a:cubicBezTo>
                  <a:pt x="2647" y="2459"/>
                  <a:pt x="2627" y="2461"/>
                  <a:pt x="2607" y="2461"/>
                </a:cubicBezTo>
                <a:lnTo>
                  <a:pt x="305" y="2461"/>
                </a:lnTo>
                <a:cubicBezTo>
                  <a:pt x="285" y="2461"/>
                  <a:pt x="266" y="2459"/>
                  <a:pt x="246" y="2455"/>
                </a:cubicBezTo>
                <a:cubicBezTo>
                  <a:pt x="226" y="2452"/>
                  <a:pt x="207" y="2446"/>
                  <a:pt x="189" y="2438"/>
                </a:cubicBezTo>
                <a:cubicBezTo>
                  <a:pt x="170" y="2430"/>
                  <a:pt x="153" y="2421"/>
                  <a:pt x="136" y="2410"/>
                </a:cubicBezTo>
                <a:cubicBezTo>
                  <a:pt x="120" y="2399"/>
                  <a:pt x="104" y="2386"/>
                  <a:pt x="89" y="2372"/>
                </a:cubicBezTo>
                <a:cubicBezTo>
                  <a:pt x="75" y="2358"/>
                  <a:pt x="62" y="2343"/>
                  <a:pt x="51" y="2326"/>
                </a:cubicBezTo>
                <a:cubicBezTo>
                  <a:pt x="40" y="2309"/>
                  <a:pt x="31" y="2292"/>
                  <a:pt x="23" y="2273"/>
                </a:cubicBezTo>
                <a:cubicBezTo>
                  <a:pt x="16" y="2255"/>
                  <a:pt x="10" y="2236"/>
                  <a:pt x="6" y="2216"/>
                </a:cubicBezTo>
                <a:cubicBezTo>
                  <a:pt x="2" y="2197"/>
                  <a:pt x="0" y="2177"/>
                  <a:pt x="0" y="2157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" name=""/>
          <p:cNvSpPr/>
          <p:nvPr/>
        </p:nvSpPr>
        <p:spPr>
          <a:xfrm>
            <a:off x="8368560" y="2178360"/>
            <a:ext cx="137520" cy="107640"/>
          </a:xfrm>
          <a:custGeom>
            <a:avLst/>
            <a:gdLst/>
            <a:ahLst/>
            <a:rect l="0" t="0" r="r" b="b"/>
            <a:pathLst>
              <a:path w="382" h="299">
                <a:moveTo>
                  <a:pt x="128" y="210"/>
                </a:moveTo>
                <a:lnTo>
                  <a:pt x="44" y="128"/>
                </a:lnTo>
                <a:lnTo>
                  <a:pt x="0" y="172"/>
                </a:lnTo>
                <a:lnTo>
                  <a:pt x="128" y="299"/>
                </a:lnTo>
                <a:lnTo>
                  <a:pt x="382" y="44"/>
                </a:lnTo>
                <a:lnTo>
                  <a:pt x="337" y="0"/>
                </a:lnTo>
                <a:lnTo>
                  <a:pt x="128" y="21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1" name=""/>
          <p:cNvSpPr/>
          <p:nvPr/>
        </p:nvSpPr>
        <p:spPr>
          <a:xfrm>
            <a:off x="8219880" y="1965600"/>
            <a:ext cx="251640" cy="320400"/>
          </a:xfrm>
          <a:custGeom>
            <a:avLst/>
            <a:gdLst/>
            <a:ahLst/>
            <a:rect l="0" t="0" r="r" b="b"/>
            <a:pathLst>
              <a:path w="699" h="890">
                <a:moveTo>
                  <a:pt x="636" y="96"/>
                </a:moveTo>
                <a:lnTo>
                  <a:pt x="540" y="96"/>
                </a:lnTo>
                <a:lnTo>
                  <a:pt x="540" y="64"/>
                </a:lnTo>
                <a:cubicBezTo>
                  <a:pt x="540" y="56"/>
                  <a:pt x="538" y="47"/>
                  <a:pt x="535" y="40"/>
                </a:cubicBezTo>
                <a:cubicBezTo>
                  <a:pt x="532" y="32"/>
                  <a:pt x="527" y="25"/>
                  <a:pt x="521" y="19"/>
                </a:cubicBezTo>
                <a:cubicBezTo>
                  <a:pt x="515" y="13"/>
                  <a:pt x="508" y="9"/>
                  <a:pt x="500" y="5"/>
                </a:cubicBezTo>
                <a:cubicBezTo>
                  <a:pt x="493" y="2"/>
                  <a:pt x="485" y="1"/>
                  <a:pt x="476" y="0"/>
                </a:cubicBezTo>
                <a:lnTo>
                  <a:pt x="222" y="0"/>
                </a:lnTo>
                <a:cubicBezTo>
                  <a:pt x="214" y="1"/>
                  <a:pt x="206" y="2"/>
                  <a:pt x="198" y="5"/>
                </a:cubicBezTo>
                <a:cubicBezTo>
                  <a:pt x="190" y="9"/>
                  <a:pt x="183" y="13"/>
                  <a:pt x="177" y="19"/>
                </a:cubicBezTo>
                <a:cubicBezTo>
                  <a:pt x="171" y="25"/>
                  <a:pt x="167" y="32"/>
                  <a:pt x="164" y="40"/>
                </a:cubicBezTo>
                <a:cubicBezTo>
                  <a:pt x="160" y="47"/>
                  <a:pt x="159" y="56"/>
                  <a:pt x="159" y="64"/>
                </a:cubicBezTo>
                <a:lnTo>
                  <a:pt x="159" y="96"/>
                </a:lnTo>
                <a:lnTo>
                  <a:pt x="63" y="96"/>
                </a:lnTo>
                <a:cubicBezTo>
                  <a:pt x="55" y="96"/>
                  <a:pt x="47" y="97"/>
                  <a:pt x="39" y="101"/>
                </a:cubicBezTo>
                <a:cubicBezTo>
                  <a:pt x="31" y="104"/>
                  <a:pt x="25" y="108"/>
                  <a:pt x="19" y="114"/>
                </a:cubicBezTo>
                <a:cubicBezTo>
                  <a:pt x="13" y="120"/>
                  <a:pt x="8" y="127"/>
                  <a:pt x="5" y="135"/>
                </a:cubicBezTo>
                <a:cubicBezTo>
                  <a:pt x="2" y="143"/>
                  <a:pt x="0" y="151"/>
                  <a:pt x="0" y="159"/>
                </a:cubicBezTo>
                <a:lnTo>
                  <a:pt x="0" y="827"/>
                </a:lnTo>
                <a:cubicBezTo>
                  <a:pt x="0" y="835"/>
                  <a:pt x="2" y="843"/>
                  <a:pt x="5" y="851"/>
                </a:cubicBezTo>
                <a:cubicBezTo>
                  <a:pt x="8" y="859"/>
                  <a:pt x="13" y="866"/>
                  <a:pt x="19" y="872"/>
                </a:cubicBezTo>
                <a:cubicBezTo>
                  <a:pt x="25" y="878"/>
                  <a:pt x="31" y="882"/>
                  <a:pt x="39" y="885"/>
                </a:cubicBezTo>
                <a:cubicBezTo>
                  <a:pt x="47" y="889"/>
                  <a:pt x="55" y="890"/>
                  <a:pt x="63" y="890"/>
                </a:cubicBezTo>
                <a:lnTo>
                  <a:pt x="349" y="890"/>
                </a:lnTo>
                <a:lnTo>
                  <a:pt x="349" y="827"/>
                </a:lnTo>
                <a:lnTo>
                  <a:pt x="63" y="827"/>
                </a:lnTo>
                <a:lnTo>
                  <a:pt x="63" y="159"/>
                </a:lnTo>
                <a:lnTo>
                  <a:pt x="159" y="159"/>
                </a:lnTo>
                <a:lnTo>
                  <a:pt x="159" y="254"/>
                </a:lnTo>
                <a:lnTo>
                  <a:pt x="540" y="254"/>
                </a:lnTo>
                <a:lnTo>
                  <a:pt x="540" y="159"/>
                </a:lnTo>
                <a:lnTo>
                  <a:pt x="636" y="159"/>
                </a:lnTo>
                <a:lnTo>
                  <a:pt x="636" y="509"/>
                </a:lnTo>
                <a:lnTo>
                  <a:pt x="699" y="509"/>
                </a:lnTo>
                <a:lnTo>
                  <a:pt x="699" y="159"/>
                </a:lnTo>
                <a:cubicBezTo>
                  <a:pt x="699" y="151"/>
                  <a:pt x="698" y="143"/>
                  <a:pt x="694" y="135"/>
                </a:cubicBezTo>
                <a:cubicBezTo>
                  <a:pt x="691" y="127"/>
                  <a:pt x="687" y="120"/>
                  <a:pt x="681" y="114"/>
                </a:cubicBezTo>
                <a:cubicBezTo>
                  <a:pt x="675" y="108"/>
                  <a:pt x="668" y="104"/>
                  <a:pt x="660" y="101"/>
                </a:cubicBezTo>
                <a:cubicBezTo>
                  <a:pt x="652" y="97"/>
                  <a:pt x="644" y="96"/>
                  <a:pt x="636" y="96"/>
                </a:cubicBezTo>
                <a:moveTo>
                  <a:pt x="476" y="191"/>
                </a:moveTo>
                <a:lnTo>
                  <a:pt x="222" y="191"/>
                </a:lnTo>
                <a:lnTo>
                  <a:pt x="222" y="64"/>
                </a:lnTo>
                <a:lnTo>
                  <a:pt x="476" y="64"/>
                </a:lnTo>
                <a:lnTo>
                  <a:pt x="476" y="191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7068600" y="2366280"/>
            <a:ext cx="2811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LMS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8000280" y="2366280"/>
            <a:ext cx="8388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Examinering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4" name=""/>
          <p:cNvSpPr/>
          <p:nvPr/>
        </p:nvSpPr>
        <p:spPr>
          <a:xfrm>
            <a:off x="461880" y="3261960"/>
            <a:ext cx="1114560" cy="896040"/>
          </a:xfrm>
          <a:custGeom>
            <a:avLst/>
            <a:gdLst/>
            <a:ahLst/>
            <a:rect l="0" t="0" r="r" b="b"/>
            <a:pathLst>
              <a:path w="3096" h="2489">
                <a:moveTo>
                  <a:pt x="0" y="2184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9" y="226"/>
                  <a:pt x="15" y="207"/>
                  <a:pt x="23" y="188"/>
                </a:cubicBezTo>
                <a:cubicBezTo>
                  <a:pt x="31" y="170"/>
                  <a:pt x="40" y="152"/>
                  <a:pt x="51" y="136"/>
                </a:cubicBezTo>
                <a:cubicBezTo>
                  <a:pt x="62" y="119"/>
                  <a:pt x="75" y="104"/>
                  <a:pt x="89" y="90"/>
                </a:cubicBezTo>
                <a:cubicBezTo>
                  <a:pt x="103" y="75"/>
                  <a:pt x="118" y="63"/>
                  <a:pt x="135" y="52"/>
                </a:cubicBezTo>
                <a:cubicBezTo>
                  <a:pt x="152" y="41"/>
                  <a:pt x="169" y="31"/>
                  <a:pt x="188" y="24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5" y="0"/>
                  <a:pt x="305" y="0"/>
                </a:cubicBezTo>
                <a:lnTo>
                  <a:pt x="2792" y="0"/>
                </a:lnTo>
                <a:cubicBezTo>
                  <a:pt x="2812" y="0"/>
                  <a:pt x="2832" y="2"/>
                  <a:pt x="2851" y="6"/>
                </a:cubicBezTo>
                <a:cubicBezTo>
                  <a:pt x="2871" y="10"/>
                  <a:pt x="2890" y="16"/>
                  <a:pt x="2909" y="24"/>
                </a:cubicBezTo>
                <a:cubicBezTo>
                  <a:pt x="2927" y="31"/>
                  <a:pt x="2945" y="41"/>
                  <a:pt x="2961" y="52"/>
                </a:cubicBezTo>
                <a:cubicBezTo>
                  <a:pt x="2978" y="63"/>
                  <a:pt x="2993" y="75"/>
                  <a:pt x="3007" y="90"/>
                </a:cubicBezTo>
                <a:cubicBezTo>
                  <a:pt x="3021" y="104"/>
                  <a:pt x="3034" y="119"/>
                  <a:pt x="3045" y="136"/>
                </a:cubicBezTo>
                <a:cubicBezTo>
                  <a:pt x="3056" y="152"/>
                  <a:pt x="3066" y="170"/>
                  <a:pt x="3073" y="188"/>
                </a:cubicBezTo>
                <a:cubicBezTo>
                  <a:pt x="3081" y="207"/>
                  <a:pt x="3087" y="226"/>
                  <a:pt x="3091" y="245"/>
                </a:cubicBezTo>
                <a:cubicBezTo>
                  <a:pt x="3094" y="265"/>
                  <a:pt x="3096" y="285"/>
                  <a:pt x="3096" y="305"/>
                </a:cubicBezTo>
                <a:lnTo>
                  <a:pt x="3096" y="2184"/>
                </a:lnTo>
                <a:cubicBezTo>
                  <a:pt x="3096" y="2204"/>
                  <a:pt x="3094" y="2224"/>
                  <a:pt x="3091" y="2244"/>
                </a:cubicBezTo>
                <a:cubicBezTo>
                  <a:pt x="3087" y="2263"/>
                  <a:pt x="3081" y="2282"/>
                  <a:pt x="3073" y="2301"/>
                </a:cubicBezTo>
                <a:cubicBezTo>
                  <a:pt x="3066" y="2319"/>
                  <a:pt x="3056" y="2337"/>
                  <a:pt x="3045" y="2353"/>
                </a:cubicBezTo>
                <a:cubicBezTo>
                  <a:pt x="3034" y="2370"/>
                  <a:pt x="3021" y="2385"/>
                  <a:pt x="3007" y="2399"/>
                </a:cubicBezTo>
                <a:cubicBezTo>
                  <a:pt x="2993" y="2414"/>
                  <a:pt x="2978" y="2426"/>
                  <a:pt x="2961" y="2437"/>
                </a:cubicBezTo>
                <a:cubicBezTo>
                  <a:pt x="2945" y="2448"/>
                  <a:pt x="2927" y="2458"/>
                  <a:pt x="2909" y="2465"/>
                </a:cubicBezTo>
                <a:cubicBezTo>
                  <a:pt x="2890" y="2473"/>
                  <a:pt x="2871" y="2479"/>
                  <a:pt x="2851" y="2483"/>
                </a:cubicBezTo>
                <a:cubicBezTo>
                  <a:pt x="2832" y="2487"/>
                  <a:pt x="2812" y="2489"/>
                  <a:pt x="2792" y="2489"/>
                </a:cubicBezTo>
                <a:lnTo>
                  <a:pt x="305" y="2489"/>
                </a:lnTo>
                <a:cubicBezTo>
                  <a:pt x="285" y="2489"/>
                  <a:pt x="264" y="2487"/>
                  <a:pt x="245" y="2483"/>
                </a:cubicBezTo>
                <a:cubicBezTo>
                  <a:pt x="225" y="2479"/>
                  <a:pt x="206" y="2473"/>
                  <a:pt x="188" y="2465"/>
                </a:cubicBezTo>
                <a:cubicBezTo>
                  <a:pt x="169" y="2458"/>
                  <a:pt x="152" y="2448"/>
                  <a:pt x="135" y="2437"/>
                </a:cubicBezTo>
                <a:cubicBezTo>
                  <a:pt x="118" y="2426"/>
                  <a:pt x="103" y="2414"/>
                  <a:pt x="89" y="2399"/>
                </a:cubicBezTo>
                <a:cubicBezTo>
                  <a:pt x="75" y="2385"/>
                  <a:pt x="62" y="2370"/>
                  <a:pt x="51" y="2353"/>
                </a:cubicBezTo>
                <a:cubicBezTo>
                  <a:pt x="40" y="2337"/>
                  <a:pt x="31" y="2319"/>
                  <a:pt x="23" y="2301"/>
                </a:cubicBezTo>
                <a:cubicBezTo>
                  <a:pt x="15" y="2282"/>
                  <a:pt x="9" y="2263"/>
                  <a:pt x="6" y="2244"/>
                </a:cubicBezTo>
                <a:cubicBezTo>
                  <a:pt x="2" y="2224"/>
                  <a:pt x="0" y="2204"/>
                  <a:pt x="0" y="21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5" name=""/>
          <p:cNvSpPr/>
          <p:nvPr/>
        </p:nvSpPr>
        <p:spPr>
          <a:xfrm>
            <a:off x="461880" y="3261960"/>
            <a:ext cx="1114560" cy="896040"/>
          </a:xfrm>
          <a:custGeom>
            <a:avLst/>
            <a:gdLst/>
            <a:ahLst/>
            <a:rect l="0" t="0" r="r" b="b"/>
            <a:pathLst>
              <a:path w="3096" h="2489">
                <a:moveTo>
                  <a:pt x="0" y="2184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9" y="226"/>
                  <a:pt x="15" y="207"/>
                  <a:pt x="23" y="188"/>
                </a:cubicBezTo>
                <a:cubicBezTo>
                  <a:pt x="31" y="170"/>
                  <a:pt x="40" y="152"/>
                  <a:pt x="51" y="136"/>
                </a:cubicBezTo>
                <a:cubicBezTo>
                  <a:pt x="62" y="119"/>
                  <a:pt x="75" y="104"/>
                  <a:pt x="89" y="90"/>
                </a:cubicBezTo>
                <a:cubicBezTo>
                  <a:pt x="103" y="75"/>
                  <a:pt x="118" y="63"/>
                  <a:pt x="135" y="52"/>
                </a:cubicBezTo>
                <a:cubicBezTo>
                  <a:pt x="152" y="41"/>
                  <a:pt x="169" y="31"/>
                  <a:pt x="188" y="24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5" y="0"/>
                  <a:pt x="305" y="0"/>
                </a:cubicBezTo>
                <a:lnTo>
                  <a:pt x="2792" y="0"/>
                </a:lnTo>
                <a:cubicBezTo>
                  <a:pt x="2812" y="0"/>
                  <a:pt x="2832" y="2"/>
                  <a:pt x="2851" y="6"/>
                </a:cubicBezTo>
                <a:cubicBezTo>
                  <a:pt x="2871" y="10"/>
                  <a:pt x="2890" y="16"/>
                  <a:pt x="2909" y="24"/>
                </a:cubicBezTo>
                <a:cubicBezTo>
                  <a:pt x="2927" y="31"/>
                  <a:pt x="2945" y="41"/>
                  <a:pt x="2961" y="52"/>
                </a:cubicBezTo>
                <a:cubicBezTo>
                  <a:pt x="2978" y="63"/>
                  <a:pt x="2993" y="75"/>
                  <a:pt x="3007" y="90"/>
                </a:cubicBezTo>
                <a:cubicBezTo>
                  <a:pt x="3021" y="104"/>
                  <a:pt x="3034" y="119"/>
                  <a:pt x="3045" y="136"/>
                </a:cubicBezTo>
                <a:cubicBezTo>
                  <a:pt x="3056" y="152"/>
                  <a:pt x="3066" y="170"/>
                  <a:pt x="3073" y="188"/>
                </a:cubicBezTo>
                <a:cubicBezTo>
                  <a:pt x="3081" y="207"/>
                  <a:pt x="3087" y="226"/>
                  <a:pt x="3091" y="245"/>
                </a:cubicBezTo>
                <a:cubicBezTo>
                  <a:pt x="3094" y="265"/>
                  <a:pt x="3096" y="285"/>
                  <a:pt x="3096" y="305"/>
                </a:cubicBezTo>
                <a:lnTo>
                  <a:pt x="3096" y="2184"/>
                </a:lnTo>
                <a:cubicBezTo>
                  <a:pt x="3096" y="2204"/>
                  <a:pt x="3094" y="2224"/>
                  <a:pt x="3091" y="2244"/>
                </a:cubicBezTo>
                <a:cubicBezTo>
                  <a:pt x="3087" y="2263"/>
                  <a:pt x="3081" y="2282"/>
                  <a:pt x="3073" y="2301"/>
                </a:cubicBezTo>
                <a:cubicBezTo>
                  <a:pt x="3066" y="2319"/>
                  <a:pt x="3056" y="2337"/>
                  <a:pt x="3045" y="2353"/>
                </a:cubicBezTo>
                <a:cubicBezTo>
                  <a:pt x="3034" y="2370"/>
                  <a:pt x="3021" y="2385"/>
                  <a:pt x="3007" y="2399"/>
                </a:cubicBezTo>
                <a:cubicBezTo>
                  <a:pt x="2993" y="2414"/>
                  <a:pt x="2978" y="2426"/>
                  <a:pt x="2961" y="2437"/>
                </a:cubicBezTo>
                <a:cubicBezTo>
                  <a:pt x="2945" y="2448"/>
                  <a:pt x="2927" y="2458"/>
                  <a:pt x="2909" y="2465"/>
                </a:cubicBezTo>
                <a:cubicBezTo>
                  <a:pt x="2890" y="2473"/>
                  <a:pt x="2871" y="2479"/>
                  <a:pt x="2851" y="2483"/>
                </a:cubicBezTo>
                <a:cubicBezTo>
                  <a:pt x="2832" y="2487"/>
                  <a:pt x="2812" y="2489"/>
                  <a:pt x="2792" y="2489"/>
                </a:cubicBezTo>
                <a:lnTo>
                  <a:pt x="305" y="2489"/>
                </a:lnTo>
                <a:cubicBezTo>
                  <a:pt x="285" y="2489"/>
                  <a:pt x="264" y="2487"/>
                  <a:pt x="245" y="2483"/>
                </a:cubicBezTo>
                <a:cubicBezTo>
                  <a:pt x="225" y="2479"/>
                  <a:pt x="206" y="2473"/>
                  <a:pt x="188" y="2465"/>
                </a:cubicBezTo>
                <a:cubicBezTo>
                  <a:pt x="169" y="2458"/>
                  <a:pt x="152" y="2448"/>
                  <a:pt x="135" y="2437"/>
                </a:cubicBezTo>
                <a:cubicBezTo>
                  <a:pt x="118" y="2426"/>
                  <a:pt x="103" y="2414"/>
                  <a:pt x="89" y="2399"/>
                </a:cubicBezTo>
                <a:cubicBezTo>
                  <a:pt x="75" y="2385"/>
                  <a:pt x="62" y="2370"/>
                  <a:pt x="51" y="2353"/>
                </a:cubicBezTo>
                <a:cubicBezTo>
                  <a:pt x="40" y="2337"/>
                  <a:pt x="31" y="2319"/>
                  <a:pt x="23" y="2301"/>
                </a:cubicBezTo>
                <a:cubicBezTo>
                  <a:pt x="15" y="2282"/>
                  <a:pt x="9" y="2263"/>
                  <a:pt x="6" y="2244"/>
                </a:cubicBezTo>
                <a:cubicBezTo>
                  <a:pt x="2" y="2224"/>
                  <a:pt x="0" y="2204"/>
                  <a:pt x="0" y="2184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6" name=""/>
          <p:cNvSpPr/>
          <p:nvPr/>
        </p:nvSpPr>
        <p:spPr>
          <a:xfrm>
            <a:off x="860760" y="3385080"/>
            <a:ext cx="320400" cy="320400"/>
          </a:xfrm>
          <a:custGeom>
            <a:avLst/>
            <a:gdLst/>
            <a:ahLst/>
            <a:rect l="0" t="0" r="r" b="b"/>
            <a:pathLst>
              <a:path w="890" h="890">
                <a:moveTo>
                  <a:pt x="827" y="0"/>
                </a:moveTo>
                <a:lnTo>
                  <a:pt x="445" y="0"/>
                </a:lnTo>
                <a:cubicBezTo>
                  <a:pt x="436" y="0"/>
                  <a:pt x="428" y="1"/>
                  <a:pt x="420" y="5"/>
                </a:cubicBezTo>
                <a:cubicBezTo>
                  <a:pt x="413" y="8"/>
                  <a:pt x="406" y="12"/>
                  <a:pt x="400" y="18"/>
                </a:cubicBezTo>
                <a:cubicBezTo>
                  <a:pt x="394" y="24"/>
                  <a:pt x="389" y="31"/>
                  <a:pt x="386" y="39"/>
                </a:cubicBezTo>
                <a:cubicBezTo>
                  <a:pt x="383" y="47"/>
                  <a:pt x="381" y="55"/>
                  <a:pt x="381" y="63"/>
                </a:cubicBezTo>
                <a:lnTo>
                  <a:pt x="381" y="381"/>
                </a:lnTo>
                <a:lnTo>
                  <a:pt x="64" y="381"/>
                </a:lnTo>
                <a:cubicBezTo>
                  <a:pt x="55" y="381"/>
                  <a:pt x="47" y="382"/>
                  <a:pt x="40" y="386"/>
                </a:cubicBezTo>
                <a:cubicBezTo>
                  <a:pt x="32" y="389"/>
                  <a:pt x="25" y="393"/>
                  <a:pt x="19" y="399"/>
                </a:cubicBezTo>
                <a:cubicBezTo>
                  <a:pt x="13" y="405"/>
                  <a:pt x="8" y="412"/>
                  <a:pt x="5" y="420"/>
                </a:cubicBezTo>
                <a:cubicBezTo>
                  <a:pt x="2" y="428"/>
                  <a:pt x="0" y="436"/>
                  <a:pt x="0" y="444"/>
                </a:cubicBezTo>
                <a:lnTo>
                  <a:pt x="0" y="890"/>
                </a:lnTo>
                <a:lnTo>
                  <a:pt x="890" y="890"/>
                </a:lnTo>
                <a:lnTo>
                  <a:pt x="890" y="63"/>
                </a:lnTo>
                <a:cubicBezTo>
                  <a:pt x="890" y="55"/>
                  <a:pt x="888" y="47"/>
                  <a:pt x="885" y="39"/>
                </a:cubicBezTo>
                <a:cubicBezTo>
                  <a:pt x="882" y="31"/>
                  <a:pt x="877" y="24"/>
                  <a:pt x="872" y="18"/>
                </a:cubicBezTo>
                <a:cubicBezTo>
                  <a:pt x="866" y="12"/>
                  <a:pt x="859" y="8"/>
                  <a:pt x="851" y="5"/>
                </a:cubicBezTo>
                <a:cubicBezTo>
                  <a:pt x="843" y="1"/>
                  <a:pt x="835" y="0"/>
                  <a:pt x="827" y="0"/>
                </a:cubicBezTo>
                <a:moveTo>
                  <a:pt x="223" y="826"/>
                </a:moveTo>
                <a:lnTo>
                  <a:pt x="223" y="603"/>
                </a:lnTo>
                <a:lnTo>
                  <a:pt x="349" y="603"/>
                </a:lnTo>
                <a:lnTo>
                  <a:pt x="349" y="826"/>
                </a:lnTo>
                <a:lnTo>
                  <a:pt x="223" y="826"/>
                </a:lnTo>
                <a:moveTo>
                  <a:pt x="827" y="826"/>
                </a:moveTo>
                <a:lnTo>
                  <a:pt x="413" y="826"/>
                </a:lnTo>
                <a:lnTo>
                  <a:pt x="413" y="571"/>
                </a:lnTo>
                <a:cubicBezTo>
                  <a:pt x="413" y="562"/>
                  <a:pt x="410" y="555"/>
                  <a:pt x="404" y="549"/>
                </a:cubicBezTo>
                <a:cubicBezTo>
                  <a:pt x="397" y="542"/>
                  <a:pt x="390" y="539"/>
                  <a:pt x="381" y="539"/>
                </a:cubicBezTo>
                <a:lnTo>
                  <a:pt x="191" y="539"/>
                </a:lnTo>
                <a:cubicBezTo>
                  <a:pt x="182" y="539"/>
                  <a:pt x="175" y="542"/>
                  <a:pt x="168" y="549"/>
                </a:cubicBezTo>
                <a:cubicBezTo>
                  <a:pt x="162" y="555"/>
                  <a:pt x="159" y="562"/>
                  <a:pt x="159" y="571"/>
                </a:cubicBezTo>
                <a:lnTo>
                  <a:pt x="159" y="826"/>
                </a:lnTo>
                <a:lnTo>
                  <a:pt x="64" y="826"/>
                </a:lnTo>
                <a:lnTo>
                  <a:pt x="64" y="444"/>
                </a:lnTo>
                <a:lnTo>
                  <a:pt x="445" y="444"/>
                </a:lnTo>
                <a:lnTo>
                  <a:pt x="445" y="63"/>
                </a:lnTo>
                <a:lnTo>
                  <a:pt x="827" y="63"/>
                </a:lnTo>
                <a:lnTo>
                  <a:pt x="827" y="826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7" name=""/>
          <p:cNvSpPr/>
          <p:nvPr/>
        </p:nvSpPr>
        <p:spPr>
          <a:xfrm>
            <a:off x="1043640" y="3453480"/>
            <a:ext cx="91800" cy="160560"/>
          </a:xfrm>
          <a:custGeom>
            <a:avLst/>
            <a:gdLst/>
            <a:ahLst/>
            <a:rect l="0" t="0" r="r" b="b"/>
            <a:pathLst>
              <a:path w="255" h="446">
                <a:moveTo>
                  <a:pt x="0" y="0"/>
                </a:moveTo>
                <a:lnTo>
                  <a:pt x="65" y="0"/>
                </a:lnTo>
                <a:lnTo>
                  <a:pt x="65" y="64"/>
                </a:lnTo>
                <a:lnTo>
                  <a:pt x="0" y="64"/>
                </a:lnTo>
                <a:lnTo>
                  <a:pt x="0" y="0"/>
                </a:lnTo>
                <a:moveTo>
                  <a:pt x="192" y="0"/>
                </a:moveTo>
                <a:lnTo>
                  <a:pt x="255" y="0"/>
                </a:lnTo>
                <a:lnTo>
                  <a:pt x="255" y="64"/>
                </a:lnTo>
                <a:lnTo>
                  <a:pt x="192" y="64"/>
                </a:lnTo>
                <a:lnTo>
                  <a:pt x="192" y="0"/>
                </a:lnTo>
                <a:moveTo>
                  <a:pt x="0" y="191"/>
                </a:moveTo>
                <a:lnTo>
                  <a:pt x="65" y="191"/>
                </a:lnTo>
                <a:lnTo>
                  <a:pt x="65" y="254"/>
                </a:lnTo>
                <a:lnTo>
                  <a:pt x="0" y="254"/>
                </a:lnTo>
                <a:lnTo>
                  <a:pt x="0" y="191"/>
                </a:lnTo>
                <a:moveTo>
                  <a:pt x="192" y="191"/>
                </a:moveTo>
                <a:lnTo>
                  <a:pt x="255" y="191"/>
                </a:lnTo>
                <a:lnTo>
                  <a:pt x="255" y="254"/>
                </a:lnTo>
                <a:lnTo>
                  <a:pt x="192" y="254"/>
                </a:lnTo>
                <a:lnTo>
                  <a:pt x="192" y="191"/>
                </a:lnTo>
                <a:moveTo>
                  <a:pt x="0" y="381"/>
                </a:moveTo>
                <a:lnTo>
                  <a:pt x="65" y="381"/>
                </a:lnTo>
                <a:lnTo>
                  <a:pt x="65" y="446"/>
                </a:lnTo>
                <a:lnTo>
                  <a:pt x="0" y="446"/>
                </a:lnTo>
                <a:lnTo>
                  <a:pt x="0" y="381"/>
                </a:lnTo>
                <a:moveTo>
                  <a:pt x="192" y="381"/>
                </a:moveTo>
                <a:lnTo>
                  <a:pt x="255" y="381"/>
                </a:lnTo>
                <a:lnTo>
                  <a:pt x="255" y="446"/>
                </a:lnTo>
                <a:lnTo>
                  <a:pt x="192" y="446"/>
                </a:lnTo>
                <a:lnTo>
                  <a:pt x="192" y="381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457200" y="2922480"/>
            <a:ext cx="297108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dd784b"/>
                </a:solidFill>
                <a:latin typeface="Arial"/>
                <a:ea typeface="Arial"/>
              </a:rPr>
              <a:t>A A N   D E   R A N D   VA N   D E   P L A AT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9" name=""/>
          <p:cNvSpPr/>
          <p:nvPr/>
        </p:nvSpPr>
        <p:spPr>
          <a:xfrm>
            <a:off x="1680840" y="3261960"/>
            <a:ext cx="1114920" cy="896040"/>
          </a:xfrm>
          <a:custGeom>
            <a:avLst/>
            <a:gdLst/>
            <a:ahLst/>
            <a:rect l="0" t="0" r="r" b="b"/>
            <a:pathLst>
              <a:path w="3097" h="2489">
                <a:moveTo>
                  <a:pt x="0" y="2184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10" y="226"/>
                  <a:pt x="16" y="207"/>
                  <a:pt x="24" y="188"/>
                </a:cubicBezTo>
                <a:cubicBezTo>
                  <a:pt x="31" y="170"/>
                  <a:pt x="41" y="152"/>
                  <a:pt x="52" y="136"/>
                </a:cubicBezTo>
                <a:cubicBezTo>
                  <a:pt x="63" y="119"/>
                  <a:pt x="75" y="104"/>
                  <a:pt x="90" y="90"/>
                </a:cubicBezTo>
                <a:cubicBezTo>
                  <a:pt x="104" y="75"/>
                  <a:pt x="119" y="63"/>
                  <a:pt x="136" y="52"/>
                </a:cubicBezTo>
                <a:cubicBezTo>
                  <a:pt x="152" y="41"/>
                  <a:pt x="170" y="31"/>
                  <a:pt x="188" y="24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2792" y="0"/>
                </a:lnTo>
                <a:cubicBezTo>
                  <a:pt x="2812" y="0"/>
                  <a:pt x="2832" y="2"/>
                  <a:pt x="2851" y="6"/>
                </a:cubicBezTo>
                <a:cubicBezTo>
                  <a:pt x="2871" y="10"/>
                  <a:pt x="2890" y="16"/>
                  <a:pt x="2908" y="24"/>
                </a:cubicBezTo>
                <a:cubicBezTo>
                  <a:pt x="2927" y="31"/>
                  <a:pt x="2944" y="41"/>
                  <a:pt x="2961" y="52"/>
                </a:cubicBezTo>
                <a:cubicBezTo>
                  <a:pt x="2977" y="63"/>
                  <a:pt x="2993" y="75"/>
                  <a:pt x="3007" y="90"/>
                </a:cubicBezTo>
                <a:cubicBezTo>
                  <a:pt x="3021" y="104"/>
                  <a:pt x="3034" y="119"/>
                  <a:pt x="3045" y="136"/>
                </a:cubicBezTo>
                <a:cubicBezTo>
                  <a:pt x="3056" y="152"/>
                  <a:pt x="3065" y="170"/>
                  <a:pt x="3074" y="188"/>
                </a:cubicBezTo>
                <a:cubicBezTo>
                  <a:pt x="3082" y="207"/>
                  <a:pt x="3087" y="226"/>
                  <a:pt x="3091" y="245"/>
                </a:cubicBezTo>
                <a:cubicBezTo>
                  <a:pt x="3095" y="265"/>
                  <a:pt x="3097" y="285"/>
                  <a:pt x="3097" y="305"/>
                </a:cubicBezTo>
                <a:lnTo>
                  <a:pt x="3097" y="2184"/>
                </a:lnTo>
                <a:cubicBezTo>
                  <a:pt x="3097" y="2204"/>
                  <a:pt x="3095" y="2224"/>
                  <a:pt x="3091" y="2244"/>
                </a:cubicBezTo>
                <a:cubicBezTo>
                  <a:pt x="3087" y="2263"/>
                  <a:pt x="3082" y="2282"/>
                  <a:pt x="3074" y="2301"/>
                </a:cubicBezTo>
                <a:cubicBezTo>
                  <a:pt x="3065" y="2319"/>
                  <a:pt x="3056" y="2337"/>
                  <a:pt x="3045" y="2353"/>
                </a:cubicBezTo>
                <a:cubicBezTo>
                  <a:pt x="3034" y="2370"/>
                  <a:pt x="3021" y="2385"/>
                  <a:pt x="3007" y="2399"/>
                </a:cubicBezTo>
                <a:cubicBezTo>
                  <a:pt x="2993" y="2414"/>
                  <a:pt x="2977" y="2426"/>
                  <a:pt x="2961" y="2437"/>
                </a:cubicBezTo>
                <a:cubicBezTo>
                  <a:pt x="2944" y="2448"/>
                  <a:pt x="2927" y="2458"/>
                  <a:pt x="2908" y="2465"/>
                </a:cubicBezTo>
                <a:cubicBezTo>
                  <a:pt x="2890" y="2473"/>
                  <a:pt x="2871" y="2479"/>
                  <a:pt x="2851" y="2483"/>
                </a:cubicBezTo>
                <a:cubicBezTo>
                  <a:pt x="2832" y="2487"/>
                  <a:pt x="2812" y="2489"/>
                  <a:pt x="2792" y="2489"/>
                </a:cubicBezTo>
                <a:lnTo>
                  <a:pt x="305" y="2489"/>
                </a:lnTo>
                <a:cubicBezTo>
                  <a:pt x="285" y="2489"/>
                  <a:pt x="265" y="2487"/>
                  <a:pt x="245" y="2483"/>
                </a:cubicBezTo>
                <a:cubicBezTo>
                  <a:pt x="226" y="2479"/>
                  <a:pt x="207" y="2473"/>
                  <a:pt x="188" y="2465"/>
                </a:cubicBezTo>
                <a:cubicBezTo>
                  <a:pt x="170" y="2458"/>
                  <a:pt x="152" y="2448"/>
                  <a:pt x="136" y="2437"/>
                </a:cubicBezTo>
                <a:cubicBezTo>
                  <a:pt x="119" y="2426"/>
                  <a:pt x="104" y="2414"/>
                  <a:pt x="90" y="2399"/>
                </a:cubicBezTo>
                <a:cubicBezTo>
                  <a:pt x="75" y="2385"/>
                  <a:pt x="63" y="2370"/>
                  <a:pt x="52" y="2353"/>
                </a:cubicBezTo>
                <a:cubicBezTo>
                  <a:pt x="41" y="2337"/>
                  <a:pt x="31" y="2319"/>
                  <a:pt x="24" y="2301"/>
                </a:cubicBezTo>
                <a:cubicBezTo>
                  <a:pt x="16" y="2282"/>
                  <a:pt x="10" y="2263"/>
                  <a:pt x="6" y="2244"/>
                </a:cubicBezTo>
                <a:cubicBezTo>
                  <a:pt x="2" y="2224"/>
                  <a:pt x="0" y="2204"/>
                  <a:pt x="0" y="21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0" name=""/>
          <p:cNvSpPr/>
          <p:nvPr/>
        </p:nvSpPr>
        <p:spPr>
          <a:xfrm>
            <a:off x="1680840" y="3261960"/>
            <a:ext cx="1114920" cy="896040"/>
          </a:xfrm>
          <a:custGeom>
            <a:avLst/>
            <a:gdLst/>
            <a:ahLst/>
            <a:rect l="0" t="0" r="r" b="b"/>
            <a:pathLst>
              <a:path w="3097" h="2489">
                <a:moveTo>
                  <a:pt x="0" y="2184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10" y="226"/>
                  <a:pt x="16" y="207"/>
                  <a:pt x="24" y="188"/>
                </a:cubicBezTo>
                <a:cubicBezTo>
                  <a:pt x="31" y="170"/>
                  <a:pt x="41" y="152"/>
                  <a:pt x="52" y="136"/>
                </a:cubicBezTo>
                <a:cubicBezTo>
                  <a:pt x="63" y="119"/>
                  <a:pt x="75" y="104"/>
                  <a:pt x="90" y="90"/>
                </a:cubicBezTo>
                <a:cubicBezTo>
                  <a:pt x="104" y="75"/>
                  <a:pt x="119" y="63"/>
                  <a:pt x="136" y="52"/>
                </a:cubicBezTo>
                <a:cubicBezTo>
                  <a:pt x="152" y="41"/>
                  <a:pt x="170" y="31"/>
                  <a:pt x="188" y="24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2792" y="0"/>
                </a:lnTo>
                <a:cubicBezTo>
                  <a:pt x="2812" y="0"/>
                  <a:pt x="2832" y="2"/>
                  <a:pt x="2851" y="6"/>
                </a:cubicBezTo>
                <a:cubicBezTo>
                  <a:pt x="2871" y="10"/>
                  <a:pt x="2890" y="16"/>
                  <a:pt x="2908" y="24"/>
                </a:cubicBezTo>
                <a:cubicBezTo>
                  <a:pt x="2927" y="31"/>
                  <a:pt x="2944" y="41"/>
                  <a:pt x="2961" y="52"/>
                </a:cubicBezTo>
                <a:cubicBezTo>
                  <a:pt x="2977" y="63"/>
                  <a:pt x="2993" y="75"/>
                  <a:pt x="3007" y="90"/>
                </a:cubicBezTo>
                <a:cubicBezTo>
                  <a:pt x="3021" y="104"/>
                  <a:pt x="3034" y="119"/>
                  <a:pt x="3045" y="136"/>
                </a:cubicBezTo>
                <a:cubicBezTo>
                  <a:pt x="3056" y="152"/>
                  <a:pt x="3065" y="170"/>
                  <a:pt x="3074" y="188"/>
                </a:cubicBezTo>
                <a:cubicBezTo>
                  <a:pt x="3082" y="207"/>
                  <a:pt x="3087" y="226"/>
                  <a:pt x="3091" y="245"/>
                </a:cubicBezTo>
                <a:cubicBezTo>
                  <a:pt x="3095" y="265"/>
                  <a:pt x="3097" y="285"/>
                  <a:pt x="3097" y="305"/>
                </a:cubicBezTo>
                <a:lnTo>
                  <a:pt x="3097" y="2184"/>
                </a:lnTo>
                <a:cubicBezTo>
                  <a:pt x="3097" y="2204"/>
                  <a:pt x="3095" y="2224"/>
                  <a:pt x="3091" y="2244"/>
                </a:cubicBezTo>
                <a:cubicBezTo>
                  <a:pt x="3087" y="2263"/>
                  <a:pt x="3082" y="2282"/>
                  <a:pt x="3074" y="2301"/>
                </a:cubicBezTo>
                <a:cubicBezTo>
                  <a:pt x="3065" y="2319"/>
                  <a:pt x="3056" y="2337"/>
                  <a:pt x="3045" y="2353"/>
                </a:cubicBezTo>
                <a:cubicBezTo>
                  <a:pt x="3034" y="2370"/>
                  <a:pt x="3021" y="2385"/>
                  <a:pt x="3007" y="2399"/>
                </a:cubicBezTo>
                <a:cubicBezTo>
                  <a:pt x="2993" y="2414"/>
                  <a:pt x="2977" y="2426"/>
                  <a:pt x="2961" y="2437"/>
                </a:cubicBezTo>
                <a:cubicBezTo>
                  <a:pt x="2944" y="2448"/>
                  <a:pt x="2927" y="2458"/>
                  <a:pt x="2908" y="2465"/>
                </a:cubicBezTo>
                <a:cubicBezTo>
                  <a:pt x="2890" y="2473"/>
                  <a:pt x="2871" y="2479"/>
                  <a:pt x="2851" y="2483"/>
                </a:cubicBezTo>
                <a:cubicBezTo>
                  <a:pt x="2832" y="2487"/>
                  <a:pt x="2812" y="2489"/>
                  <a:pt x="2792" y="2489"/>
                </a:cubicBezTo>
                <a:lnTo>
                  <a:pt x="305" y="2489"/>
                </a:lnTo>
                <a:cubicBezTo>
                  <a:pt x="285" y="2489"/>
                  <a:pt x="265" y="2487"/>
                  <a:pt x="245" y="2483"/>
                </a:cubicBezTo>
                <a:cubicBezTo>
                  <a:pt x="226" y="2479"/>
                  <a:pt x="207" y="2473"/>
                  <a:pt x="188" y="2465"/>
                </a:cubicBezTo>
                <a:cubicBezTo>
                  <a:pt x="170" y="2458"/>
                  <a:pt x="152" y="2448"/>
                  <a:pt x="136" y="2437"/>
                </a:cubicBezTo>
                <a:cubicBezTo>
                  <a:pt x="119" y="2426"/>
                  <a:pt x="104" y="2414"/>
                  <a:pt x="90" y="2399"/>
                </a:cubicBezTo>
                <a:cubicBezTo>
                  <a:pt x="75" y="2385"/>
                  <a:pt x="63" y="2370"/>
                  <a:pt x="52" y="2353"/>
                </a:cubicBezTo>
                <a:cubicBezTo>
                  <a:pt x="41" y="2337"/>
                  <a:pt x="31" y="2319"/>
                  <a:pt x="24" y="2301"/>
                </a:cubicBezTo>
                <a:cubicBezTo>
                  <a:pt x="16" y="2282"/>
                  <a:pt x="10" y="2263"/>
                  <a:pt x="6" y="2244"/>
                </a:cubicBezTo>
                <a:cubicBezTo>
                  <a:pt x="2" y="2224"/>
                  <a:pt x="0" y="2204"/>
                  <a:pt x="0" y="2184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1" name=""/>
          <p:cNvSpPr/>
          <p:nvPr/>
        </p:nvSpPr>
        <p:spPr>
          <a:xfrm>
            <a:off x="2070720" y="3385080"/>
            <a:ext cx="343080" cy="320400"/>
          </a:xfrm>
          <a:custGeom>
            <a:avLst/>
            <a:gdLst/>
            <a:ahLst/>
            <a:rect l="0" t="0" r="r" b="b"/>
            <a:pathLst>
              <a:path w="953" h="890">
                <a:moveTo>
                  <a:pt x="953" y="381"/>
                </a:moveTo>
                <a:lnTo>
                  <a:pt x="826" y="381"/>
                </a:lnTo>
                <a:lnTo>
                  <a:pt x="826" y="254"/>
                </a:lnTo>
                <a:lnTo>
                  <a:pt x="762" y="254"/>
                </a:lnTo>
                <a:lnTo>
                  <a:pt x="762" y="381"/>
                </a:lnTo>
                <a:lnTo>
                  <a:pt x="635" y="381"/>
                </a:lnTo>
                <a:lnTo>
                  <a:pt x="635" y="444"/>
                </a:lnTo>
                <a:lnTo>
                  <a:pt x="762" y="444"/>
                </a:lnTo>
                <a:lnTo>
                  <a:pt x="762" y="571"/>
                </a:lnTo>
                <a:lnTo>
                  <a:pt x="826" y="571"/>
                </a:lnTo>
                <a:lnTo>
                  <a:pt x="826" y="444"/>
                </a:lnTo>
                <a:lnTo>
                  <a:pt x="953" y="444"/>
                </a:lnTo>
                <a:lnTo>
                  <a:pt x="953" y="381"/>
                </a:lnTo>
                <a:moveTo>
                  <a:pt x="317" y="63"/>
                </a:moveTo>
                <a:cubicBezTo>
                  <a:pt x="327" y="63"/>
                  <a:pt x="338" y="64"/>
                  <a:pt x="348" y="66"/>
                </a:cubicBezTo>
                <a:cubicBezTo>
                  <a:pt x="358" y="68"/>
                  <a:pt x="368" y="71"/>
                  <a:pt x="378" y="75"/>
                </a:cubicBezTo>
                <a:cubicBezTo>
                  <a:pt x="387" y="79"/>
                  <a:pt x="396" y="84"/>
                  <a:pt x="405" y="90"/>
                </a:cubicBezTo>
                <a:cubicBezTo>
                  <a:pt x="414" y="96"/>
                  <a:pt x="422" y="102"/>
                  <a:pt x="429" y="110"/>
                </a:cubicBezTo>
                <a:cubicBezTo>
                  <a:pt x="438" y="117"/>
                  <a:pt x="444" y="125"/>
                  <a:pt x="450" y="134"/>
                </a:cubicBezTo>
                <a:cubicBezTo>
                  <a:pt x="456" y="142"/>
                  <a:pt x="461" y="152"/>
                  <a:pt x="465" y="161"/>
                </a:cubicBezTo>
                <a:cubicBezTo>
                  <a:pt x="469" y="171"/>
                  <a:pt x="472" y="181"/>
                  <a:pt x="474" y="191"/>
                </a:cubicBezTo>
                <a:cubicBezTo>
                  <a:pt x="476" y="201"/>
                  <a:pt x="477" y="212"/>
                  <a:pt x="477" y="222"/>
                </a:cubicBezTo>
                <a:cubicBezTo>
                  <a:pt x="477" y="232"/>
                  <a:pt x="476" y="243"/>
                  <a:pt x="474" y="253"/>
                </a:cubicBezTo>
                <a:cubicBezTo>
                  <a:pt x="472" y="263"/>
                  <a:pt x="469" y="273"/>
                  <a:pt x="465" y="283"/>
                </a:cubicBezTo>
                <a:cubicBezTo>
                  <a:pt x="461" y="292"/>
                  <a:pt x="456" y="301"/>
                  <a:pt x="450" y="310"/>
                </a:cubicBezTo>
                <a:cubicBezTo>
                  <a:pt x="444" y="319"/>
                  <a:pt x="438" y="327"/>
                  <a:pt x="429" y="334"/>
                </a:cubicBezTo>
                <a:cubicBezTo>
                  <a:pt x="422" y="342"/>
                  <a:pt x="414" y="348"/>
                  <a:pt x="405" y="354"/>
                </a:cubicBezTo>
                <a:cubicBezTo>
                  <a:pt x="396" y="360"/>
                  <a:pt x="387" y="365"/>
                  <a:pt x="378" y="369"/>
                </a:cubicBezTo>
                <a:cubicBezTo>
                  <a:pt x="368" y="373"/>
                  <a:pt x="358" y="376"/>
                  <a:pt x="348" y="378"/>
                </a:cubicBezTo>
                <a:cubicBezTo>
                  <a:pt x="338" y="380"/>
                  <a:pt x="327" y="381"/>
                  <a:pt x="317" y="381"/>
                </a:cubicBezTo>
                <a:cubicBezTo>
                  <a:pt x="307" y="381"/>
                  <a:pt x="296" y="380"/>
                  <a:pt x="286" y="378"/>
                </a:cubicBezTo>
                <a:cubicBezTo>
                  <a:pt x="276" y="376"/>
                  <a:pt x="266" y="373"/>
                  <a:pt x="256" y="369"/>
                </a:cubicBezTo>
                <a:cubicBezTo>
                  <a:pt x="247" y="365"/>
                  <a:pt x="237" y="360"/>
                  <a:pt x="229" y="354"/>
                </a:cubicBezTo>
                <a:cubicBezTo>
                  <a:pt x="220" y="348"/>
                  <a:pt x="212" y="342"/>
                  <a:pt x="205" y="334"/>
                </a:cubicBezTo>
                <a:cubicBezTo>
                  <a:pt x="197" y="327"/>
                  <a:pt x="191" y="319"/>
                  <a:pt x="185" y="310"/>
                </a:cubicBezTo>
                <a:cubicBezTo>
                  <a:pt x="179" y="301"/>
                  <a:pt x="174" y="292"/>
                  <a:pt x="170" y="283"/>
                </a:cubicBezTo>
                <a:cubicBezTo>
                  <a:pt x="166" y="273"/>
                  <a:pt x="163" y="263"/>
                  <a:pt x="161" y="253"/>
                </a:cubicBezTo>
                <a:cubicBezTo>
                  <a:pt x="159" y="243"/>
                  <a:pt x="158" y="232"/>
                  <a:pt x="158" y="222"/>
                </a:cubicBezTo>
                <a:cubicBezTo>
                  <a:pt x="158" y="212"/>
                  <a:pt x="159" y="201"/>
                  <a:pt x="161" y="191"/>
                </a:cubicBezTo>
                <a:cubicBezTo>
                  <a:pt x="163" y="181"/>
                  <a:pt x="166" y="171"/>
                  <a:pt x="170" y="161"/>
                </a:cubicBezTo>
                <a:cubicBezTo>
                  <a:pt x="174" y="152"/>
                  <a:pt x="179" y="142"/>
                  <a:pt x="185" y="134"/>
                </a:cubicBezTo>
                <a:cubicBezTo>
                  <a:pt x="191" y="125"/>
                  <a:pt x="197" y="117"/>
                  <a:pt x="205" y="110"/>
                </a:cubicBezTo>
                <a:cubicBezTo>
                  <a:pt x="212" y="102"/>
                  <a:pt x="220" y="96"/>
                  <a:pt x="229" y="90"/>
                </a:cubicBezTo>
                <a:cubicBezTo>
                  <a:pt x="237" y="84"/>
                  <a:pt x="247" y="79"/>
                  <a:pt x="256" y="75"/>
                </a:cubicBezTo>
                <a:cubicBezTo>
                  <a:pt x="266" y="71"/>
                  <a:pt x="276" y="68"/>
                  <a:pt x="286" y="66"/>
                </a:cubicBezTo>
                <a:cubicBezTo>
                  <a:pt x="296" y="64"/>
                  <a:pt x="307" y="63"/>
                  <a:pt x="317" y="63"/>
                </a:cubicBezTo>
                <a:moveTo>
                  <a:pt x="317" y="0"/>
                </a:moveTo>
                <a:cubicBezTo>
                  <a:pt x="302" y="0"/>
                  <a:pt x="288" y="1"/>
                  <a:pt x="274" y="4"/>
                </a:cubicBezTo>
                <a:cubicBezTo>
                  <a:pt x="259" y="7"/>
                  <a:pt x="245" y="11"/>
                  <a:pt x="232" y="17"/>
                </a:cubicBezTo>
                <a:cubicBezTo>
                  <a:pt x="218" y="22"/>
                  <a:pt x="206" y="29"/>
                  <a:pt x="194" y="37"/>
                </a:cubicBezTo>
                <a:cubicBezTo>
                  <a:pt x="181" y="45"/>
                  <a:pt x="170" y="55"/>
                  <a:pt x="160" y="65"/>
                </a:cubicBezTo>
                <a:cubicBezTo>
                  <a:pt x="150" y="75"/>
                  <a:pt x="140" y="86"/>
                  <a:pt x="132" y="99"/>
                </a:cubicBezTo>
                <a:cubicBezTo>
                  <a:pt x="124" y="111"/>
                  <a:pt x="117" y="123"/>
                  <a:pt x="112" y="137"/>
                </a:cubicBezTo>
                <a:cubicBezTo>
                  <a:pt x="106" y="150"/>
                  <a:pt x="102" y="164"/>
                  <a:pt x="99" y="179"/>
                </a:cubicBezTo>
                <a:cubicBezTo>
                  <a:pt x="96" y="193"/>
                  <a:pt x="95" y="207"/>
                  <a:pt x="95" y="222"/>
                </a:cubicBezTo>
                <a:cubicBezTo>
                  <a:pt x="95" y="237"/>
                  <a:pt x="96" y="251"/>
                  <a:pt x="99" y="265"/>
                </a:cubicBezTo>
                <a:cubicBezTo>
                  <a:pt x="102" y="280"/>
                  <a:pt x="106" y="294"/>
                  <a:pt x="112" y="307"/>
                </a:cubicBezTo>
                <a:cubicBezTo>
                  <a:pt x="117" y="320"/>
                  <a:pt x="124" y="333"/>
                  <a:pt x="132" y="345"/>
                </a:cubicBezTo>
                <a:cubicBezTo>
                  <a:pt x="140" y="358"/>
                  <a:pt x="150" y="369"/>
                  <a:pt x="160" y="379"/>
                </a:cubicBezTo>
                <a:cubicBezTo>
                  <a:pt x="170" y="389"/>
                  <a:pt x="181" y="399"/>
                  <a:pt x="194" y="407"/>
                </a:cubicBezTo>
                <a:cubicBezTo>
                  <a:pt x="206" y="415"/>
                  <a:pt x="218" y="422"/>
                  <a:pt x="232" y="427"/>
                </a:cubicBezTo>
                <a:cubicBezTo>
                  <a:pt x="245" y="433"/>
                  <a:pt x="259" y="437"/>
                  <a:pt x="274" y="440"/>
                </a:cubicBezTo>
                <a:cubicBezTo>
                  <a:pt x="288" y="443"/>
                  <a:pt x="302" y="444"/>
                  <a:pt x="317" y="444"/>
                </a:cubicBezTo>
                <a:cubicBezTo>
                  <a:pt x="332" y="444"/>
                  <a:pt x="346" y="443"/>
                  <a:pt x="360" y="440"/>
                </a:cubicBezTo>
                <a:cubicBezTo>
                  <a:pt x="375" y="437"/>
                  <a:pt x="388" y="433"/>
                  <a:pt x="402" y="427"/>
                </a:cubicBezTo>
                <a:cubicBezTo>
                  <a:pt x="415" y="422"/>
                  <a:pt x="428" y="415"/>
                  <a:pt x="441" y="407"/>
                </a:cubicBezTo>
                <a:cubicBezTo>
                  <a:pt x="454" y="399"/>
                  <a:pt x="465" y="389"/>
                  <a:pt x="475" y="379"/>
                </a:cubicBezTo>
                <a:cubicBezTo>
                  <a:pt x="485" y="369"/>
                  <a:pt x="495" y="358"/>
                  <a:pt x="503" y="345"/>
                </a:cubicBezTo>
                <a:cubicBezTo>
                  <a:pt x="511" y="333"/>
                  <a:pt x="518" y="320"/>
                  <a:pt x="523" y="307"/>
                </a:cubicBezTo>
                <a:cubicBezTo>
                  <a:pt x="529" y="294"/>
                  <a:pt x="533" y="280"/>
                  <a:pt x="536" y="265"/>
                </a:cubicBezTo>
                <a:cubicBezTo>
                  <a:pt x="539" y="251"/>
                  <a:pt x="540" y="237"/>
                  <a:pt x="540" y="222"/>
                </a:cubicBezTo>
                <a:cubicBezTo>
                  <a:pt x="540" y="207"/>
                  <a:pt x="539" y="193"/>
                  <a:pt x="536" y="179"/>
                </a:cubicBezTo>
                <a:cubicBezTo>
                  <a:pt x="533" y="164"/>
                  <a:pt x="529" y="150"/>
                  <a:pt x="523" y="137"/>
                </a:cubicBezTo>
                <a:cubicBezTo>
                  <a:pt x="518" y="123"/>
                  <a:pt x="511" y="111"/>
                  <a:pt x="503" y="99"/>
                </a:cubicBezTo>
                <a:cubicBezTo>
                  <a:pt x="495" y="86"/>
                  <a:pt x="485" y="75"/>
                  <a:pt x="475" y="65"/>
                </a:cubicBezTo>
                <a:cubicBezTo>
                  <a:pt x="465" y="55"/>
                  <a:pt x="454" y="45"/>
                  <a:pt x="441" y="37"/>
                </a:cubicBezTo>
                <a:cubicBezTo>
                  <a:pt x="428" y="29"/>
                  <a:pt x="415" y="22"/>
                  <a:pt x="402" y="17"/>
                </a:cubicBezTo>
                <a:cubicBezTo>
                  <a:pt x="389" y="11"/>
                  <a:pt x="375" y="7"/>
                  <a:pt x="360" y="4"/>
                </a:cubicBezTo>
                <a:cubicBezTo>
                  <a:pt x="346" y="1"/>
                  <a:pt x="332" y="0"/>
                  <a:pt x="317" y="0"/>
                </a:cubicBezTo>
                <a:moveTo>
                  <a:pt x="635" y="890"/>
                </a:moveTo>
                <a:lnTo>
                  <a:pt x="572" y="890"/>
                </a:lnTo>
                <a:lnTo>
                  <a:pt x="572" y="730"/>
                </a:lnTo>
                <a:cubicBezTo>
                  <a:pt x="572" y="719"/>
                  <a:pt x="571" y="709"/>
                  <a:pt x="569" y="699"/>
                </a:cubicBezTo>
                <a:cubicBezTo>
                  <a:pt x="567" y="689"/>
                  <a:pt x="564" y="679"/>
                  <a:pt x="560" y="669"/>
                </a:cubicBezTo>
                <a:cubicBezTo>
                  <a:pt x="556" y="659"/>
                  <a:pt x="551" y="650"/>
                  <a:pt x="545" y="642"/>
                </a:cubicBezTo>
                <a:cubicBezTo>
                  <a:pt x="539" y="633"/>
                  <a:pt x="533" y="625"/>
                  <a:pt x="525" y="618"/>
                </a:cubicBezTo>
                <a:cubicBezTo>
                  <a:pt x="518" y="610"/>
                  <a:pt x="510" y="604"/>
                  <a:pt x="501" y="598"/>
                </a:cubicBezTo>
                <a:cubicBezTo>
                  <a:pt x="493" y="592"/>
                  <a:pt x="484" y="587"/>
                  <a:pt x="474" y="583"/>
                </a:cubicBezTo>
                <a:cubicBezTo>
                  <a:pt x="464" y="579"/>
                  <a:pt x="454" y="576"/>
                  <a:pt x="444" y="574"/>
                </a:cubicBezTo>
                <a:cubicBezTo>
                  <a:pt x="433" y="572"/>
                  <a:pt x="423" y="571"/>
                  <a:pt x="412" y="571"/>
                </a:cubicBezTo>
                <a:lnTo>
                  <a:pt x="222" y="571"/>
                </a:lnTo>
                <a:cubicBezTo>
                  <a:pt x="211" y="571"/>
                  <a:pt x="201" y="572"/>
                  <a:pt x="191" y="574"/>
                </a:cubicBezTo>
                <a:cubicBezTo>
                  <a:pt x="181" y="576"/>
                  <a:pt x="171" y="579"/>
                  <a:pt x="161" y="583"/>
                </a:cubicBezTo>
                <a:cubicBezTo>
                  <a:pt x="151" y="587"/>
                  <a:pt x="142" y="592"/>
                  <a:pt x="134" y="598"/>
                </a:cubicBezTo>
                <a:cubicBezTo>
                  <a:pt x="125" y="604"/>
                  <a:pt x="117" y="610"/>
                  <a:pt x="109" y="618"/>
                </a:cubicBezTo>
                <a:cubicBezTo>
                  <a:pt x="102" y="625"/>
                  <a:pt x="96" y="633"/>
                  <a:pt x="90" y="642"/>
                </a:cubicBezTo>
                <a:cubicBezTo>
                  <a:pt x="84" y="650"/>
                  <a:pt x="79" y="659"/>
                  <a:pt x="75" y="669"/>
                </a:cubicBezTo>
                <a:cubicBezTo>
                  <a:pt x="71" y="679"/>
                  <a:pt x="68" y="689"/>
                  <a:pt x="66" y="699"/>
                </a:cubicBezTo>
                <a:cubicBezTo>
                  <a:pt x="64" y="709"/>
                  <a:pt x="63" y="719"/>
                  <a:pt x="63" y="730"/>
                </a:cubicBezTo>
                <a:lnTo>
                  <a:pt x="63" y="890"/>
                </a:lnTo>
                <a:lnTo>
                  <a:pt x="0" y="890"/>
                </a:lnTo>
                <a:lnTo>
                  <a:pt x="0" y="730"/>
                </a:lnTo>
                <a:cubicBezTo>
                  <a:pt x="0" y="715"/>
                  <a:pt x="1" y="701"/>
                  <a:pt x="4" y="686"/>
                </a:cubicBezTo>
                <a:cubicBezTo>
                  <a:pt x="7" y="672"/>
                  <a:pt x="11" y="658"/>
                  <a:pt x="16" y="645"/>
                </a:cubicBezTo>
                <a:cubicBezTo>
                  <a:pt x="22" y="631"/>
                  <a:pt x="29" y="619"/>
                  <a:pt x="37" y="606"/>
                </a:cubicBezTo>
                <a:cubicBezTo>
                  <a:pt x="45" y="594"/>
                  <a:pt x="54" y="583"/>
                  <a:pt x="65" y="573"/>
                </a:cubicBezTo>
                <a:cubicBezTo>
                  <a:pt x="75" y="562"/>
                  <a:pt x="86" y="553"/>
                  <a:pt x="98" y="545"/>
                </a:cubicBezTo>
                <a:cubicBezTo>
                  <a:pt x="110" y="537"/>
                  <a:pt x="123" y="530"/>
                  <a:pt x="137" y="525"/>
                </a:cubicBezTo>
                <a:cubicBezTo>
                  <a:pt x="150" y="519"/>
                  <a:pt x="164" y="515"/>
                  <a:pt x="178" y="512"/>
                </a:cubicBezTo>
                <a:cubicBezTo>
                  <a:pt x="193" y="509"/>
                  <a:pt x="207" y="508"/>
                  <a:pt x="222" y="508"/>
                </a:cubicBezTo>
                <a:lnTo>
                  <a:pt x="412" y="508"/>
                </a:lnTo>
                <a:cubicBezTo>
                  <a:pt x="427" y="508"/>
                  <a:pt x="442" y="509"/>
                  <a:pt x="457" y="512"/>
                </a:cubicBezTo>
                <a:cubicBezTo>
                  <a:pt x="471" y="515"/>
                  <a:pt x="485" y="519"/>
                  <a:pt x="498" y="525"/>
                </a:cubicBezTo>
                <a:cubicBezTo>
                  <a:pt x="512" y="530"/>
                  <a:pt x="524" y="537"/>
                  <a:pt x="537" y="545"/>
                </a:cubicBezTo>
                <a:cubicBezTo>
                  <a:pt x="549" y="553"/>
                  <a:pt x="560" y="562"/>
                  <a:pt x="570" y="573"/>
                </a:cubicBezTo>
                <a:cubicBezTo>
                  <a:pt x="581" y="583"/>
                  <a:pt x="590" y="594"/>
                  <a:pt x="598" y="606"/>
                </a:cubicBezTo>
                <a:cubicBezTo>
                  <a:pt x="606" y="619"/>
                  <a:pt x="613" y="631"/>
                  <a:pt x="618" y="645"/>
                </a:cubicBezTo>
                <a:cubicBezTo>
                  <a:pt x="624" y="658"/>
                  <a:pt x="628" y="672"/>
                  <a:pt x="631" y="686"/>
                </a:cubicBezTo>
                <a:cubicBezTo>
                  <a:pt x="634" y="701"/>
                  <a:pt x="635" y="715"/>
                  <a:pt x="635" y="730"/>
                </a:cubicBezTo>
                <a:lnTo>
                  <a:pt x="635" y="89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910080" y="3776040"/>
            <a:ext cx="2368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RIO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992600" y="3776040"/>
            <a:ext cx="5706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Centraal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4" name=""/>
          <p:cNvSpPr/>
          <p:nvPr/>
        </p:nvSpPr>
        <p:spPr>
          <a:xfrm>
            <a:off x="2890800" y="3261960"/>
            <a:ext cx="1114560" cy="896040"/>
          </a:xfrm>
          <a:custGeom>
            <a:avLst/>
            <a:gdLst/>
            <a:ahLst/>
            <a:rect l="0" t="0" r="r" b="b"/>
            <a:pathLst>
              <a:path w="3096" h="2489">
                <a:moveTo>
                  <a:pt x="0" y="2184"/>
                </a:moveTo>
                <a:lnTo>
                  <a:pt x="0" y="305"/>
                </a:lnTo>
                <a:cubicBezTo>
                  <a:pt x="0" y="285"/>
                  <a:pt x="2" y="265"/>
                  <a:pt x="5" y="245"/>
                </a:cubicBezTo>
                <a:cubicBezTo>
                  <a:pt x="9" y="226"/>
                  <a:pt x="15" y="207"/>
                  <a:pt x="23" y="188"/>
                </a:cubicBezTo>
                <a:cubicBezTo>
                  <a:pt x="30" y="170"/>
                  <a:pt x="40" y="152"/>
                  <a:pt x="51" y="136"/>
                </a:cubicBezTo>
                <a:cubicBezTo>
                  <a:pt x="62" y="119"/>
                  <a:pt x="75" y="104"/>
                  <a:pt x="89" y="90"/>
                </a:cubicBezTo>
                <a:cubicBezTo>
                  <a:pt x="103" y="75"/>
                  <a:pt x="118" y="63"/>
                  <a:pt x="135" y="52"/>
                </a:cubicBezTo>
                <a:cubicBezTo>
                  <a:pt x="151" y="41"/>
                  <a:pt x="169" y="31"/>
                  <a:pt x="187" y="24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2791" y="0"/>
                </a:lnTo>
                <a:cubicBezTo>
                  <a:pt x="2812" y="0"/>
                  <a:pt x="2832" y="2"/>
                  <a:pt x="2851" y="6"/>
                </a:cubicBezTo>
                <a:cubicBezTo>
                  <a:pt x="2871" y="10"/>
                  <a:pt x="2890" y="16"/>
                  <a:pt x="2908" y="24"/>
                </a:cubicBezTo>
                <a:cubicBezTo>
                  <a:pt x="2927" y="31"/>
                  <a:pt x="2944" y="41"/>
                  <a:pt x="2961" y="52"/>
                </a:cubicBezTo>
                <a:cubicBezTo>
                  <a:pt x="2978" y="63"/>
                  <a:pt x="2993" y="75"/>
                  <a:pt x="3007" y="90"/>
                </a:cubicBezTo>
                <a:cubicBezTo>
                  <a:pt x="3021" y="104"/>
                  <a:pt x="3034" y="119"/>
                  <a:pt x="3045" y="136"/>
                </a:cubicBezTo>
                <a:cubicBezTo>
                  <a:pt x="3056" y="152"/>
                  <a:pt x="3065" y="170"/>
                  <a:pt x="3073" y="188"/>
                </a:cubicBezTo>
                <a:cubicBezTo>
                  <a:pt x="3081" y="207"/>
                  <a:pt x="3086" y="226"/>
                  <a:pt x="3090" y="245"/>
                </a:cubicBezTo>
                <a:cubicBezTo>
                  <a:pt x="3094" y="265"/>
                  <a:pt x="3096" y="285"/>
                  <a:pt x="3096" y="305"/>
                </a:cubicBezTo>
                <a:lnTo>
                  <a:pt x="3096" y="2184"/>
                </a:lnTo>
                <a:cubicBezTo>
                  <a:pt x="3096" y="2204"/>
                  <a:pt x="3094" y="2224"/>
                  <a:pt x="3090" y="2244"/>
                </a:cubicBezTo>
                <a:cubicBezTo>
                  <a:pt x="3086" y="2263"/>
                  <a:pt x="3081" y="2282"/>
                  <a:pt x="3073" y="2301"/>
                </a:cubicBezTo>
                <a:cubicBezTo>
                  <a:pt x="3065" y="2319"/>
                  <a:pt x="3056" y="2337"/>
                  <a:pt x="3045" y="2353"/>
                </a:cubicBezTo>
                <a:cubicBezTo>
                  <a:pt x="3034" y="2370"/>
                  <a:pt x="3021" y="2385"/>
                  <a:pt x="3007" y="2399"/>
                </a:cubicBezTo>
                <a:cubicBezTo>
                  <a:pt x="2993" y="2414"/>
                  <a:pt x="2978" y="2426"/>
                  <a:pt x="2961" y="2437"/>
                </a:cubicBezTo>
                <a:cubicBezTo>
                  <a:pt x="2944" y="2448"/>
                  <a:pt x="2927" y="2458"/>
                  <a:pt x="2908" y="2465"/>
                </a:cubicBezTo>
                <a:cubicBezTo>
                  <a:pt x="2890" y="2473"/>
                  <a:pt x="2871" y="2479"/>
                  <a:pt x="2851" y="2483"/>
                </a:cubicBezTo>
                <a:cubicBezTo>
                  <a:pt x="2832" y="2487"/>
                  <a:pt x="2812" y="2489"/>
                  <a:pt x="2791" y="2489"/>
                </a:cubicBezTo>
                <a:lnTo>
                  <a:pt x="304" y="2489"/>
                </a:lnTo>
                <a:cubicBezTo>
                  <a:pt x="284" y="2489"/>
                  <a:pt x="264" y="2487"/>
                  <a:pt x="245" y="2483"/>
                </a:cubicBezTo>
                <a:cubicBezTo>
                  <a:pt x="225" y="2479"/>
                  <a:pt x="206" y="2473"/>
                  <a:pt x="187" y="2465"/>
                </a:cubicBezTo>
                <a:cubicBezTo>
                  <a:pt x="169" y="2458"/>
                  <a:pt x="151" y="2448"/>
                  <a:pt x="135" y="2437"/>
                </a:cubicBezTo>
                <a:cubicBezTo>
                  <a:pt x="118" y="2426"/>
                  <a:pt x="103" y="2414"/>
                  <a:pt x="89" y="2399"/>
                </a:cubicBezTo>
                <a:cubicBezTo>
                  <a:pt x="75" y="2385"/>
                  <a:pt x="62" y="2370"/>
                  <a:pt x="51" y="2353"/>
                </a:cubicBezTo>
                <a:cubicBezTo>
                  <a:pt x="40" y="2337"/>
                  <a:pt x="30" y="2319"/>
                  <a:pt x="23" y="2301"/>
                </a:cubicBezTo>
                <a:cubicBezTo>
                  <a:pt x="15" y="2282"/>
                  <a:pt x="9" y="2263"/>
                  <a:pt x="5" y="2244"/>
                </a:cubicBezTo>
                <a:cubicBezTo>
                  <a:pt x="2" y="2224"/>
                  <a:pt x="0" y="2204"/>
                  <a:pt x="0" y="21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5" name=""/>
          <p:cNvSpPr/>
          <p:nvPr/>
        </p:nvSpPr>
        <p:spPr>
          <a:xfrm>
            <a:off x="2890800" y="3261960"/>
            <a:ext cx="1114560" cy="896040"/>
          </a:xfrm>
          <a:custGeom>
            <a:avLst/>
            <a:gdLst/>
            <a:ahLst/>
            <a:rect l="0" t="0" r="r" b="b"/>
            <a:pathLst>
              <a:path w="3096" h="2489">
                <a:moveTo>
                  <a:pt x="0" y="2184"/>
                </a:moveTo>
                <a:lnTo>
                  <a:pt x="0" y="305"/>
                </a:lnTo>
                <a:cubicBezTo>
                  <a:pt x="0" y="285"/>
                  <a:pt x="2" y="265"/>
                  <a:pt x="5" y="245"/>
                </a:cubicBezTo>
                <a:cubicBezTo>
                  <a:pt x="9" y="226"/>
                  <a:pt x="15" y="207"/>
                  <a:pt x="23" y="188"/>
                </a:cubicBezTo>
                <a:cubicBezTo>
                  <a:pt x="30" y="170"/>
                  <a:pt x="40" y="152"/>
                  <a:pt x="51" y="136"/>
                </a:cubicBezTo>
                <a:cubicBezTo>
                  <a:pt x="62" y="119"/>
                  <a:pt x="75" y="104"/>
                  <a:pt x="89" y="90"/>
                </a:cubicBezTo>
                <a:cubicBezTo>
                  <a:pt x="103" y="75"/>
                  <a:pt x="118" y="63"/>
                  <a:pt x="135" y="52"/>
                </a:cubicBezTo>
                <a:cubicBezTo>
                  <a:pt x="151" y="41"/>
                  <a:pt x="169" y="31"/>
                  <a:pt x="187" y="24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2791" y="0"/>
                </a:lnTo>
                <a:cubicBezTo>
                  <a:pt x="2812" y="0"/>
                  <a:pt x="2832" y="2"/>
                  <a:pt x="2851" y="6"/>
                </a:cubicBezTo>
                <a:cubicBezTo>
                  <a:pt x="2871" y="10"/>
                  <a:pt x="2890" y="16"/>
                  <a:pt x="2908" y="24"/>
                </a:cubicBezTo>
                <a:cubicBezTo>
                  <a:pt x="2927" y="31"/>
                  <a:pt x="2944" y="41"/>
                  <a:pt x="2961" y="52"/>
                </a:cubicBezTo>
                <a:cubicBezTo>
                  <a:pt x="2978" y="63"/>
                  <a:pt x="2993" y="75"/>
                  <a:pt x="3007" y="90"/>
                </a:cubicBezTo>
                <a:cubicBezTo>
                  <a:pt x="3021" y="104"/>
                  <a:pt x="3034" y="119"/>
                  <a:pt x="3045" y="136"/>
                </a:cubicBezTo>
                <a:cubicBezTo>
                  <a:pt x="3056" y="152"/>
                  <a:pt x="3065" y="170"/>
                  <a:pt x="3073" y="188"/>
                </a:cubicBezTo>
                <a:cubicBezTo>
                  <a:pt x="3081" y="207"/>
                  <a:pt x="3086" y="226"/>
                  <a:pt x="3090" y="245"/>
                </a:cubicBezTo>
                <a:cubicBezTo>
                  <a:pt x="3094" y="265"/>
                  <a:pt x="3096" y="285"/>
                  <a:pt x="3096" y="305"/>
                </a:cubicBezTo>
                <a:lnTo>
                  <a:pt x="3096" y="2184"/>
                </a:lnTo>
                <a:cubicBezTo>
                  <a:pt x="3096" y="2204"/>
                  <a:pt x="3094" y="2224"/>
                  <a:pt x="3090" y="2244"/>
                </a:cubicBezTo>
                <a:cubicBezTo>
                  <a:pt x="3086" y="2263"/>
                  <a:pt x="3081" y="2282"/>
                  <a:pt x="3073" y="2301"/>
                </a:cubicBezTo>
                <a:cubicBezTo>
                  <a:pt x="3065" y="2319"/>
                  <a:pt x="3056" y="2337"/>
                  <a:pt x="3045" y="2353"/>
                </a:cubicBezTo>
                <a:cubicBezTo>
                  <a:pt x="3034" y="2370"/>
                  <a:pt x="3021" y="2385"/>
                  <a:pt x="3007" y="2399"/>
                </a:cubicBezTo>
                <a:cubicBezTo>
                  <a:pt x="2993" y="2414"/>
                  <a:pt x="2978" y="2426"/>
                  <a:pt x="2961" y="2437"/>
                </a:cubicBezTo>
                <a:cubicBezTo>
                  <a:pt x="2944" y="2448"/>
                  <a:pt x="2927" y="2458"/>
                  <a:pt x="2908" y="2465"/>
                </a:cubicBezTo>
                <a:cubicBezTo>
                  <a:pt x="2890" y="2473"/>
                  <a:pt x="2871" y="2479"/>
                  <a:pt x="2851" y="2483"/>
                </a:cubicBezTo>
                <a:cubicBezTo>
                  <a:pt x="2832" y="2487"/>
                  <a:pt x="2812" y="2489"/>
                  <a:pt x="2791" y="2489"/>
                </a:cubicBezTo>
                <a:lnTo>
                  <a:pt x="304" y="2489"/>
                </a:lnTo>
                <a:cubicBezTo>
                  <a:pt x="284" y="2489"/>
                  <a:pt x="264" y="2487"/>
                  <a:pt x="245" y="2483"/>
                </a:cubicBezTo>
                <a:cubicBezTo>
                  <a:pt x="225" y="2479"/>
                  <a:pt x="206" y="2473"/>
                  <a:pt x="187" y="2465"/>
                </a:cubicBezTo>
                <a:cubicBezTo>
                  <a:pt x="169" y="2458"/>
                  <a:pt x="151" y="2448"/>
                  <a:pt x="135" y="2437"/>
                </a:cubicBezTo>
                <a:cubicBezTo>
                  <a:pt x="118" y="2426"/>
                  <a:pt x="103" y="2414"/>
                  <a:pt x="89" y="2399"/>
                </a:cubicBezTo>
                <a:cubicBezTo>
                  <a:pt x="75" y="2385"/>
                  <a:pt x="62" y="2370"/>
                  <a:pt x="51" y="2353"/>
                </a:cubicBezTo>
                <a:cubicBezTo>
                  <a:pt x="40" y="2337"/>
                  <a:pt x="30" y="2319"/>
                  <a:pt x="23" y="2301"/>
                </a:cubicBezTo>
                <a:cubicBezTo>
                  <a:pt x="15" y="2282"/>
                  <a:pt x="9" y="2263"/>
                  <a:pt x="5" y="2244"/>
                </a:cubicBezTo>
                <a:cubicBezTo>
                  <a:pt x="2" y="2224"/>
                  <a:pt x="0" y="2204"/>
                  <a:pt x="0" y="2184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6" name=""/>
          <p:cNvSpPr/>
          <p:nvPr/>
        </p:nvSpPr>
        <p:spPr>
          <a:xfrm>
            <a:off x="3506760" y="3487680"/>
            <a:ext cx="69120" cy="34920"/>
          </a:xfrm>
          <a:custGeom>
            <a:avLst/>
            <a:gdLst/>
            <a:ahLst/>
            <a:rect l="0" t="0" r="r" b="b"/>
            <a:pathLst>
              <a:path w="192" h="97">
                <a:moveTo>
                  <a:pt x="32" y="0"/>
                </a:moveTo>
                <a:lnTo>
                  <a:pt x="160" y="0"/>
                </a:lnTo>
                <a:cubicBezTo>
                  <a:pt x="169" y="0"/>
                  <a:pt x="176" y="4"/>
                  <a:pt x="182" y="10"/>
                </a:cubicBezTo>
                <a:cubicBezTo>
                  <a:pt x="189" y="16"/>
                  <a:pt x="192" y="23"/>
                  <a:pt x="192" y="32"/>
                </a:cubicBezTo>
                <a:lnTo>
                  <a:pt x="192" y="97"/>
                </a:lnTo>
                <a:lnTo>
                  <a:pt x="0" y="97"/>
                </a:lnTo>
                <a:lnTo>
                  <a:pt x="0" y="32"/>
                </a:lnTo>
                <a:cubicBezTo>
                  <a:pt x="0" y="23"/>
                  <a:pt x="3" y="16"/>
                  <a:pt x="10" y="10"/>
                </a:cubicBezTo>
                <a:cubicBezTo>
                  <a:pt x="16" y="4"/>
                  <a:pt x="23" y="0"/>
                  <a:pt x="32" y="0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7" name=""/>
          <p:cNvSpPr/>
          <p:nvPr/>
        </p:nvSpPr>
        <p:spPr>
          <a:xfrm>
            <a:off x="3518280" y="3430800"/>
            <a:ext cx="46080" cy="46080"/>
          </a:xfrm>
          <a:custGeom>
            <a:avLst/>
            <a:gdLst/>
            <a:ahLst/>
            <a:rect l="0" t="0" r="r" b="b"/>
            <a:pathLst>
              <a:path w="128" h="128">
                <a:moveTo>
                  <a:pt x="128" y="63"/>
                </a:moveTo>
                <a:cubicBezTo>
                  <a:pt x="128" y="72"/>
                  <a:pt x="126" y="80"/>
                  <a:pt x="123" y="88"/>
                </a:cubicBezTo>
                <a:cubicBezTo>
                  <a:pt x="120" y="95"/>
                  <a:pt x="114" y="102"/>
                  <a:pt x="108" y="108"/>
                </a:cubicBezTo>
                <a:cubicBezTo>
                  <a:pt x="102" y="115"/>
                  <a:pt x="96" y="120"/>
                  <a:pt x="88" y="123"/>
                </a:cubicBezTo>
                <a:cubicBezTo>
                  <a:pt x="80" y="126"/>
                  <a:pt x="72" y="128"/>
                  <a:pt x="64" y="128"/>
                </a:cubicBezTo>
                <a:cubicBezTo>
                  <a:pt x="55" y="128"/>
                  <a:pt x="47" y="126"/>
                  <a:pt x="39" y="123"/>
                </a:cubicBezTo>
                <a:cubicBezTo>
                  <a:pt x="31" y="120"/>
                  <a:pt x="25" y="115"/>
                  <a:pt x="19" y="108"/>
                </a:cubicBezTo>
                <a:cubicBezTo>
                  <a:pt x="13" y="102"/>
                  <a:pt x="8" y="95"/>
                  <a:pt x="5" y="88"/>
                </a:cubicBezTo>
                <a:cubicBezTo>
                  <a:pt x="2" y="80"/>
                  <a:pt x="0" y="72"/>
                  <a:pt x="0" y="63"/>
                </a:cubicBezTo>
                <a:cubicBezTo>
                  <a:pt x="0" y="55"/>
                  <a:pt x="2" y="47"/>
                  <a:pt x="5" y="39"/>
                </a:cubicBezTo>
                <a:cubicBezTo>
                  <a:pt x="8" y="31"/>
                  <a:pt x="13" y="24"/>
                  <a:pt x="19" y="18"/>
                </a:cubicBezTo>
                <a:cubicBezTo>
                  <a:pt x="25" y="12"/>
                  <a:pt x="31" y="8"/>
                  <a:pt x="39" y="5"/>
                </a:cubicBezTo>
                <a:cubicBezTo>
                  <a:pt x="47" y="1"/>
                  <a:pt x="55" y="0"/>
                  <a:pt x="64" y="0"/>
                </a:cubicBezTo>
                <a:cubicBezTo>
                  <a:pt x="72" y="0"/>
                  <a:pt x="80" y="1"/>
                  <a:pt x="88" y="5"/>
                </a:cubicBezTo>
                <a:cubicBezTo>
                  <a:pt x="96" y="8"/>
                  <a:pt x="102" y="12"/>
                  <a:pt x="108" y="18"/>
                </a:cubicBezTo>
                <a:cubicBezTo>
                  <a:pt x="114" y="24"/>
                  <a:pt x="120" y="31"/>
                  <a:pt x="123" y="39"/>
                </a:cubicBezTo>
                <a:cubicBezTo>
                  <a:pt x="126" y="47"/>
                  <a:pt x="128" y="55"/>
                  <a:pt x="128" y="63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8" name=""/>
          <p:cNvSpPr/>
          <p:nvPr/>
        </p:nvSpPr>
        <p:spPr>
          <a:xfrm>
            <a:off x="3278160" y="3385080"/>
            <a:ext cx="354600" cy="320400"/>
          </a:xfrm>
          <a:custGeom>
            <a:avLst/>
            <a:gdLst/>
            <a:ahLst/>
            <a:rect l="0" t="0" r="r" b="b"/>
            <a:pathLst>
              <a:path w="985" h="890">
                <a:moveTo>
                  <a:pt x="922" y="508"/>
                </a:moveTo>
                <a:lnTo>
                  <a:pt x="541" y="508"/>
                </a:lnTo>
                <a:cubicBezTo>
                  <a:pt x="533" y="508"/>
                  <a:pt x="525" y="506"/>
                  <a:pt x="517" y="503"/>
                </a:cubicBezTo>
                <a:cubicBezTo>
                  <a:pt x="509" y="500"/>
                  <a:pt x="502" y="495"/>
                  <a:pt x="496" y="489"/>
                </a:cubicBezTo>
                <a:cubicBezTo>
                  <a:pt x="490" y="483"/>
                  <a:pt x="486" y="476"/>
                  <a:pt x="482" y="468"/>
                </a:cubicBezTo>
                <a:cubicBezTo>
                  <a:pt x="479" y="461"/>
                  <a:pt x="478" y="453"/>
                  <a:pt x="478" y="444"/>
                </a:cubicBezTo>
                <a:lnTo>
                  <a:pt x="478" y="63"/>
                </a:lnTo>
                <a:cubicBezTo>
                  <a:pt x="478" y="55"/>
                  <a:pt x="479" y="47"/>
                  <a:pt x="482" y="39"/>
                </a:cubicBezTo>
                <a:cubicBezTo>
                  <a:pt x="486" y="31"/>
                  <a:pt x="490" y="24"/>
                  <a:pt x="496" y="18"/>
                </a:cubicBezTo>
                <a:cubicBezTo>
                  <a:pt x="502" y="12"/>
                  <a:pt x="509" y="8"/>
                  <a:pt x="517" y="5"/>
                </a:cubicBezTo>
                <a:cubicBezTo>
                  <a:pt x="525" y="1"/>
                  <a:pt x="533" y="0"/>
                  <a:pt x="541" y="0"/>
                </a:cubicBezTo>
                <a:lnTo>
                  <a:pt x="922" y="0"/>
                </a:lnTo>
                <a:cubicBezTo>
                  <a:pt x="930" y="0"/>
                  <a:pt x="938" y="1"/>
                  <a:pt x="946" y="5"/>
                </a:cubicBezTo>
                <a:cubicBezTo>
                  <a:pt x="954" y="8"/>
                  <a:pt x="961" y="12"/>
                  <a:pt x="967" y="18"/>
                </a:cubicBezTo>
                <a:cubicBezTo>
                  <a:pt x="973" y="24"/>
                  <a:pt x="977" y="31"/>
                  <a:pt x="981" y="39"/>
                </a:cubicBezTo>
                <a:cubicBezTo>
                  <a:pt x="984" y="47"/>
                  <a:pt x="985" y="55"/>
                  <a:pt x="985" y="63"/>
                </a:cubicBezTo>
                <a:lnTo>
                  <a:pt x="985" y="444"/>
                </a:lnTo>
                <a:cubicBezTo>
                  <a:pt x="985" y="453"/>
                  <a:pt x="984" y="461"/>
                  <a:pt x="981" y="468"/>
                </a:cubicBezTo>
                <a:cubicBezTo>
                  <a:pt x="977" y="476"/>
                  <a:pt x="973" y="483"/>
                  <a:pt x="967" y="489"/>
                </a:cubicBezTo>
                <a:cubicBezTo>
                  <a:pt x="961" y="495"/>
                  <a:pt x="954" y="500"/>
                  <a:pt x="946" y="503"/>
                </a:cubicBezTo>
                <a:cubicBezTo>
                  <a:pt x="938" y="506"/>
                  <a:pt x="930" y="508"/>
                  <a:pt x="922" y="508"/>
                </a:cubicBezTo>
                <a:moveTo>
                  <a:pt x="541" y="63"/>
                </a:moveTo>
                <a:lnTo>
                  <a:pt x="541" y="444"/>
                </a:lnTo>
                <a:lnTo>
                  <a:pt x="922" y="444"/>
                </a:lnTo>
                <a:lnTo>
                  <a:pt x="922" y="63"/>
                </a:lnTo>
                <a:lnTo>
                  <a:pt x="541" y="63"/>
                </a:lnTo>
                <a:moveTo>
                  <a:pt x="446" y="890"/>
                </a:moveTo>
                <a:lnTo>
                  <a:pt x="382" y="890"/>
                </a:lnTo>
                <a:lnTo>
                  <a:pt x="382" y="762"/>
                </a:lnTo>
                <a:cubicBezTo>
                  <a:pt x="383" y="749"/>
                  <a:pt x="380" y="737"/>
                  <a:pt x="376" y="725"/>
                </a:cubicBezTo>
                <a:cubicBezTo>
                  <a:pt x="371" y="713"/>
                  <a:pt x="364" y="703"/>
                  <a:pt x="355" y="694"/>
                </a:cubicBezTo>
                <a:cubicBezTo>
                  <a:pt x="346" y="685"/>
                  <a:pt x="336" y="678"/>
                  <a:pt x="324" y="673"/>
                </a:cubicBezTo>
                <a:cubicBezTo>
                  <a:pt x="312" y="668"/>
                  <a:pt x="300" y="666"/>
                  <a:pt x="287" y="666"/>
                </a:cubicBezTo>
                <a:lnTo>
                  <a:pt x="159" y="666"/>
                </a:lnTo>
                <a:cubicBezTo>
                  <a:pt x="146" y="666"/>
                  <a:pt x="134" y="668"/>
                  <a:pt x="122" y="673"/>
                </a:cubicBezTo>
                <a:cubicBezTo>
                  <a:pt x="111" y="678"/>
                  <a:pt x="100" y="685"/>
                  <a:pt x="91" y="694"/>
                </a:cubicBezTo>
                <a:cubicBezTo>
                  <a:pt x="82" y="703"/>
                  <a:pt x="75" y="713"/>
                  <a:pt x="71" y="725"/>
                </a:cubicBezTo>
                <a:cubicBezTo>
                  <a:pt x="66" y="737"/>
                  <a:pt x="64" y="749"/>
                  <a:pt x="64" y="762"/>
                </a:cubicBezTo>
                <a:lnTo>
                  <a:pt x="64" y="890"/>
                </a:lnTo>
                <a:lnTo>
                  <a:pt x="0" y="890"/>
                </a:lnTo>
                <a:lnTo>
                  <a:pt x="0" y="762"/>
                </a:lnTo>
                <a:cubicBezTo>
                  <a:pt x="0" y="751"/>
                  <a:pt x="1" y="741"/>
                  <a:pt x="3" y="731"/>
                </a:cubicBezTo>
                <a:cubicBezTo>
                  <a:pt x="5" y="720"/>
                  <a:pt x="8" y="710"/>
                  <a:pt x="12" y="701"/>
                </a:cubicBezTo>
                <a:cubicBezTo>
                  <a:pt x="16" y="691"/>
                  <a:pt x="21" y="682"/>
                  <a:pt x="27" y="673"/>
                </a:cubicBezTo>
                <a:cubicBezTo>
                  <a:pt x="32" y="664"/>
                  <a:pt x="39" y="656"/>
                  <a:pt x="46" y="649"/>
                </a:cubicBezTo>
                <a:cubicBezTo>
                  <a:pt x="54" y="642"/>
                  <a:pt x="62" y="635"/>
                  <a:pt x="71" y="629"/>
                </a:cubicBezTo>
                <a:cubicBezTo>
                  <a:pt x="79" y="623"/>
                  <a:pt x="88" y="618"/>
                  <a:pt x="98" y="615"/>
                </a:cubicBezTo>
                <a:cubicBezTo>
                  <a:pt x="108" y="611"/>
                  <a:pt x="118" y="608"/>
                  <a:pt x="128" y="606"/>
                </a:cubicBezTo>
                <a:cubicBezTo>
                  <a:pt x="138" y="604"/>
                  <a:pt x="149" y="603"/>
                  <a:pt x="159" y="603"/>
                </a:cubicBezTo>
                <a:lnTo>
                  <a:pt x="287" y="603"/>
                </a:lnTo>
                <a:cubicBezTo>
                  <a:pt x="298" y="603"/>
                  <a:pt x="308" y="604"/>
                  <a:pt x="318" y="606"/>
                </a:cubicBezTo>
                <a:cubicBezTo>
                  <a:pt x="328" y="608"/>
                  <a:pt x="338" y="611"/>
                  <a:pt x="348" y="615"/>
                </a:cubicBezTo>
                <a:cubicBezTo>
                  <a:pt x="358" y="618"/>
                  <a:pt x="367" y="623"/>
                  <a:pt x="376" y="629"/>
                </a:cubicBezTo>
                <a:cubicBezTo>
                  <a:pt x="384" y="635"/>
                  <a:pt x="392" y="642"/>
                  <a:pt x="400" y="649"/>
                </a:cubicBezTo>
                <a:cubicBezTo>
                  <a:pt x="407" y="656"/>
                  <a:pt x="414" y="664"/>
                  <a:pt x="420" y="673"/>
                </a:cubicBezTo>
                <a:cubicBezTo>
                  <a:pt x="425" y="682"/>
                  <a:pt x="430" y="691"/>
                  <a:pt x="434" y="701"/>
                </a:cubicBezTo>
                <a:cubicBezTo>
                  <a:pt x="438" y="710"/>
                  <a:pt x="441" y="720"/>
                  <a:pt x="443" y="731"/>
                </a:cubicBezTo>
                <a:cubicBezTo>
                  <a:pt x="445" y="741"/>
                  <a:pt x="446" y="751"/>
                  <a:pt x="446" y="762"/>
                </a:cubicBezTo>
                <a:lnTo>
                  <a:pt x="446" y="890"/>
                </a:lnTo>
                <a:moveTo>
                  <a:pt x="223" y="285"/>
                </a:moveTo>
                <a:cubicBezTo>
                  <a:pt x="235" y="285"/>
                  <a:pt x="248" y="288"/>
                  <a:pt x="260" y="293"/>
                </a:cubicBezTo>
                <a:cubicBezTo>
                  <a:pt x="272" y="298"/>
                  <a:pt x="282" y="304"/>
                  <a:pt x="291" y="313"/>
                </a:cubicBezTo>
                <a:cubicBezTo>
                  <a:pt x="300" y="322"/>
                  <a:pt x="307" y="333"/>
                  <a:pt x="312" y="344"/>
                </a:cubicBezTo>
                <a:cubicBezTo>
                  <a:pt x="316" y="356"/>
                  <a:pt x="319" y="368"/>
                  <a:pt x="319" y="381"/>
                </a:cubicBezTo>
                <a:cubicBezTo>
                  <a:pt x="319" y="393"/>
                  <a:pt x="316" y="405"/>
                  <a:pt x="312" y="417"/>
                </a:cubicBezTo>
                <a:cubicBezTo>
                  <a:pt x="307" y="429"/>
                  <a:pt x="300" y="439"/>
                  <a:pt x="291" y="448"/>
                </a:cubicBezTo>
                <a:cubicBezTo>
                  <a:pt x="282" y="457"/>
                  <a:pt x="272" y="464"/>
                  <a:pt x="260" y="469"/>
                </a:cubicBezTo>
                <a:cubicBezTo>
                  <a:pt x="248" y="473"/>
                  <a:pt x="235" y="476"/>
                  <a:pt x="223" y="476"/>
                </a:cubicBezTo>
                <a:cubicBezTo>
                  <a:pt x="210" y="476"/>
                  <a:pt x="198" y="473"/>
                  <a:pt x="186" y="469"/>
                </a:cubicBezTo>
                <a:cubicBezTo>
                  <a:pt x="175" y="464"/>
                  <a:pt x="164" y="457"/>
                  <a:pt x="155" y="448"/>
                </a:cubicBezTo>
                <a:cubicBezTo>
                  <a:pt x="146" y="439"/>
                  <a:pt x="140" y="429"/>
                  <a:pt x="135" y="417"/>
                </a:cubicBezTo>
                <a:cubicBezTo>
                  <a:pt x="130" y="405"/>
                  <a:pt x="127" y="393"/>
                  <a:pt x="127" y="381"/>
                </a:cubicBezTo>
                <a:cubicBezTo>
                  <a:pt x="127" y="368"/>
                  <a:pt x="130" y="356"/>
                  <a:pt x="135" y="344"/>
                </a:cubicBezTo>
                <a:cubicBezTo>
                  <a:pt x="140" y="333"/>
                  <a:pt x="146" y="322"/>
                  <a:pt x="155" y="313"/>
                </a:cubicBezTo>
                <a:cubicBezTo>
                  <a:pt x="164" y="304"/>
                  <a:pt x="175" y="298"/>
                  <a:pt x="186" y="293"/>
                </a:cubicBezTo>
                <a:cubicBezTo>
                  <a:pt x="198" y="288"/>
                  <a:pt x="210" y="285"/>
                  <a:pt x="223" y="285"/>
                </a:cubicBezTo>
                <a:moveTo>
                  <a:pt x="223" y="222"/>
                </a:moveTo>
                <a:cubicBezTo>
                  <a:pt x="212" y="222"/>
                  <a:pt x="202" y="223"/>
                  <a:pt x="192" y="225"/>
                </a:cubicBezTo>
                <a:cubicBezTo>
                  <a:pt x="181" y="227"/>
                  <a:pt x="172" y="230"/>
                  <a:pt x="162" y="234"/>
                </a:cubicBezTo>
                <a:cubicBezTo>
                  <a:pt x="152" y="238"/>
                  <a:pt x="143" y="243"/>
                  <a:pt x="134" y="249"/>
                </a:cubicBezTo>
                <a:cubicBezTo>
                  <a:pt x="126" y="255"/>
                  <a:pt x="118" y="261"/>
                  <a:pt x="110" y="268"/>
                </a:cubicBezTo>
                <a:cubicBezTo>
                  <a:pt x="103" y="276"/>
                  <a:pt x="97" y="284"/>
                  <a:pt x="91" y="293"/>
                </a:cubicBezTo>
                <a:cubicBezTo>
                  <a:pt x="85" y="301"/>
                  <a:pt x="80" y="310"/>
                  <a:pt x="76" y="320"/>
                </a:cubicBezTo>
                <a:cubicBezTo>
                  <a:pt x="72" y="330"/>
                  <a:pt x="69" y="340"/>
                  <a:pt x="67" y="350"/>
                </a:cubicBezTo>
                <a:cubicBezTo>
                  <a:pt x="65" y="360"/>
                  <a:pt x="64" y="370"/>
                  <a:pt x="64" y="381"/>
                </a:cubicBezTo>
                <a:cubicBezTo>
                  <a:pt x="64" y="391"/>
                  <a:pt x="65" y="401"/>
                  <a:pt x="67" y="412"/>
                </a:cubicBezTo>
                <a:cubicBezTo>
                  <a:pt x="69" y="422"/>
                  <a:pt x="72" y="432"/>
                  <a:pt x="76" y="441"/>
                </a:cubicBezTo>
                <a:cubicBezTo>
                  <a:pt x="80" y="451"/>
                  <a:pt x="85" y="460"/>
                  <a:pt x="91" y="469"/>
                </a:cubicBezTo>
                <a:cubicBezTo>
                  <a:pt x="97" y="478"/>
                  <a:pt x="103" y="486"/>
                  <a:pt x="110" y="493"/>
                </a:cubicBezTo>
                <a:cubicBezTo>
                  <a:pt x="118" y="500"/>
                  <a:pt x="126" y="507"/>
                  <a:pt x="134" y="513"/>
                </a:cubicBezTo>
                <a:cubicBezTo>
                  <a:pt x="143" y="518"/>
                  <a:pt x="152" y="523"/>
                  <a:pt x="162" y="527"/>
                </a:cubicBezTo>
                <a:cubicBezTo>
                  <a:pt x="172" y="531"/>
                  <a:pt x="181" y="534"/>
                  <a:pt x="192" y="536"/>
                </a:cubicBezTo>
                <a:cubicBezTo>
                  <a:pt x="202" y="538"/>
                  <a:pt x="212" y="539"/>
                  <a:pt x="223" y="539"/>
                </a:cubicBezTo>
                <a:cubicBezTo>
                  <a:pt x="233" y="539"/>
                  <a:pt x="244" y="538"/>
                  <a:pt x="255" y="536"/>
                </a:cubicBezTo>
                <a:cubicBezTo>
                  <a:pt x="265" y="534"/>
                  <a:pt x="275" y="531"/>
                  <a:pt x="284" y="527"/>
                </a:cubicBezTo>
                <a:cubicBezTo>
                  <a:pt x="294" y="523"/>
                  <a:pt x="303" y="518"/>
                  <a:pt x="312" y="513"/>
                </a:cubicBezTo>
                <a:cubicBezTo>
                  <a:pt x="320" y="507"/>
                  <a:pt x="328" y="500"/>
                  <a:pt x="336" y="493"/>
                </a:cubicBezTo>
                <a:cubicBezTo>
                  <a:pt x="343" y="486"/>
                  <a:pt x="350" y="478"/>
                  <a:pt x="356" y="469"/>
                </a:cubicBezTo>
                <a:cubicBezTo>
                  <a:pt x="361" y="460"/>
                  <a:pt x="366" y="451"/>
                  <a:pt x="370" y="441"/>
                </a:cubicBezTo>
                <a:cubicBezTo>
                  <a:pt x="374" y="432"/>
                  <a:pt x="377" y="422"/>
                  <a:pt x="379" y="412"/>
                </a:cubicBezTo>
                <a:cubicBezTo>
                  <a:pt x="381" y="401"/>
                  <a:pt x="382" y="391"/>
                  <a:pt x="382" y="381"/>
                </a:cubicBezTo>
                <a:cubicBezTo>
                  <a:pt x="382" y="370"/>
                  <a:pt x="381" y="360"/>
                  <a:pt x="379" y="350"/>
                </a:cubicBezTo>
                <a:cubicBezTo>
                  <a:pt x="377" y="340"/>
                  <a:pt x="374" y="330"/>
                  <a:pt x="370" y="320"/>
                </a:cubicBezTo>
                <a:cubicBezTo>
                  <a:pt x="366" y="310"/>
                  <a:pt x="361" y="301"/>
                  <a:pt x="356" y="293"/>
                </a:cubicBezTo>
                <a:cubicBezTo>
                  <a:pt x="350" y="284"/>
                  <a:pt x="343" y="276"/>
                  <a:pt x="336" y="268"/>
                </a:cubicBezTo>
                <a:cubicBezTo>
                  <a:pt x="328" y="261"/>
                  <a:pt x="320" y="255"/>
                  <a:pt x="312" y="249"/>
                </a:cubicBezTo>
                <a:cubicBezTo>
                  <a:pt x="303" y="243"/>
                  <a:pt x="294" y="238"/>
                  <a:pt x="284" y="234"/>
                </a:cubicBezTo>
                <a:cubicBezTo>
                  <a:pt x="275" y="230"/>
                  <a:pt x="265" y="227"/>
                  <a:pt x="255" y="225"/>
                </a:cubicBezTo>
                <a:cubicBezTo>
                  <a:pt x="244" y="223"/>
                  <a:pt x="233" y="222"/>
                  <a:pt x="223" y="222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1821240" y="3918600"/>
            <a:ext cx="101124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aanmelden, AII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3089520" y="3776040"/>
            <a:ext cx="8665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IAM, identity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1" name=""/>
          <p:cNvSpPr/>
          <p:nvPr/>
        </p:nvSpPr>
        <p:spPr>
          <a:xfrm>
            <a:off x="4109760" y="3261960"/>
            <a:ext cx="1114920" cy="896040"/>
          </a:xfrm>
          <a:custGeom>
            <a:avLst/>
            <a:gdLst/>
            <a:ahLst/>
            <a:rect l="0" t="0" r="r" b="b"/>
            <a:pathLst>
              <a:path w="3097" h="2489">
                <a:moveTo>
                  <a:pt x="0" y="2184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10" y="226"/>
                  <a:pt x="16" y="207"/>
                  <a:pt x="23" y="188"/>
                </a:cubicBezTo>
                <a:cubicBezTo>
                  <a:pt x="31" y="170"/>
                  <a:pt x="40" y="152"/>
                  <a:pt x="52" y="136"/>
                </a:cubicBezTo>
                <a:cubicBezTo>
                  <a:pt x="63" y="119"/>
                  <a:pt x="75" y="104"/>
                  <a:pt x="89" y="90"/>
                </a:cubicBezTo>
                <a:cubicBezTo>
                  <a:pt x="104" y="75"/>
                  <a:pt x="119" y="63"/>
                  <a:pt x="135" y="52"/>
                </a:cubicBezTo>
                <a:cubicBezTo>
                  <a:pt x="152" y="41"/>
                  <a:pt x="170" y="31"/>
                  <a:pt x="188" y="24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2793" y="0"/>
                </a:lnTo>
                <a:cubicBezTo>
                  <a:pt x="2813" y="0"/>
                  <a:pt x="2832" y="2"/>
                  <a:pt x="2852" y="6"/>
                </a:cubicBezTo>
                <a:cubicBezTo>
                  <a:pt x="2872" y="10"/>
                  <a:pt x="2891" y="16"/>
                  <a:pt x="2909" y="24"/>
                </a:cubicBezTo>
                <a:cubicBezTo>
                  <a:pt x="2928" y="31"/>
                  <a:pt x="2945" y="41"/>
                  <a:pt x="2962" y="52"/>
                </a:cubicBezTo>
                <a:cubicBezTo>
                  <a:pt x="2978" y="63"/>
                  <a:pt x="2994" y="75"/>
                  <a:pt x="3008" y="90"/>
                </a:cubicBezTo>
                <a:cubicBezTo>
                  <a:pt x="3022" y="104"/>
                  <a:pt x="3035" y="119"/>
                  <a:pt x="3046" y="136"/>
                </a:cubicBezTo>
                <a:cubicBezTo>
                  <a:pt x="3057" y="152"/>
                  <a:pt x="3066" y="170"/>
                  <a:pt x="3074" y="188"/>
                </a:cubicBezTo>
                <a:cubicBezTo>
                  <a:pt x="3081" y="207"/>
                  <a:pt x="3087" y="226"/>
                  <a:pt x="3091" y="245"/>
                </a:cubicBezTo>
                <a:cubicBezTo>
                  <a:pt x="3095" y="265"/>
                  <a:pt x="3097" y="285"/>
                  <a:pt x="3097" y="305"/>
                </a:cubicBezTo>
                <a:lnTo>
                  <a:pt x="3097" y="2184"/>
                </a:lnTo>
                <a:cubicBezTo>
                  <a:pt x="3097" y="2204"/>
                  <a:pt x="3095" y="2224"/>
                  <a:pt x="3091" y="2244"/>
                </a:cubicBezTo>
                <a:cubicBezTo>
                  <a:pt x="3087" y="2263"/>
                  <a:pt x="3081" y="2282"/>
                  <a:pt x="3074" y="2301"/>
                </a:cubicBezTo>
                <a:cubicBezTo>
                  <a:pt x="3066" y="2319"/>
                  <a:pt x="3057" y="2337"/>
                  <a:pt x="3046" y="2353"/>
                </a:cubicBezTo>
                <a:cubicBezTo>
                  <a:pt x="3035" y="2370"/>
                  <a:pt x="3022" y="2385"/>
                  <a:pt x="3008" y="2399"/>
                </a:cubicBezTo>
                <a:cubicBezTo>
                  <a:pt x="2994" y="2414"/>
                  <a:pt x="2978" y="2426"/>
                  <a:pt x="2962" y="2437"/>
                </a:cubicBezTo>
                <a:cubicBezTo>
                  <a:pt x="2945" y="2448"/>
                  <a:pt x="2928" y="2458"/>
                  <a:pt x="2909" y="2465"/>
                </a:cubicBezTo>
                <a:cubicBezTo>
                  <a:pt x="2891" y="2473"/>
                  <a:pt x="2872" y="2479"/>
                  <a:pt x="2852" y="2483"/>
                </a:cubicBezTo>
                <a:cubicBezTo>
                  <a:pt x="2832" y="2487"/>
                  <a:pt x="2813" y="2489"/>
                  <a:pt x="2793" y="2489"/>
                </a:cubicBezTo>
                <a:lnTo>
                  <a:pt x="305" y="2489"/>
                </a:lnTo>
                <a:cubicBezTo>
                  <a:pt x="285" y="2489"/>
                  <a:pt x="265" y="2487"/>
                  <a:pt x="245" y="2483"/>
                </a:cubicBezTo>
                <a:cubicBezTo>
                  <a:pt x="226" y="2479"/>
                  <a:pt x="207" y="2473"/>
                  <a:pt x="188" y="2465"/>
                </a:cubicBezTo>
                <a:cubicBezTo>
                  <a:pt x="170" y="2458"/>
                  <a:pt x="152" y="2448"/>
                  <a:pt x="135" y="2437"/>
                </a:cubicBezTo>
                <a:cubicBezTo>
                  <a:pt x="119" y="2426"/>
                  <a:pt x="104" y="2414"/>
                  <a:pt x="89" y="2399"/>
                </a:cubicBezTo>
                <a:cubicBezTo>
                  <a:pt x="75" y="2385"/>
                  <a:pt x="63" y="2370"/>
                  <a:pt x="52" y="2353"/>
                </a:cubicBezTo>
                <a:cubicBezTo>
                  <a:pt x="40" y="2337"/>
                  <a:pt x="31" y="2319"/>
                  <a:pt x="23" y="2301"/>
                </a:cubicBezTo>
                <a:cubicBezTo>
                  <a:pt x="16" y="2282"/>
                  <a:pt x="10" y="2263"/>
                  <a:pt x="6" y="2244"/>
                </a:cubicBezTo>
                <a:cubicBezTo>
                  <a:pt x="2" y="2224"/>
                  <a:pt x="0" y="2204"/>
                  <a:pt x="0" y="21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2" name=""/>
          <p:cNvSpPr/>
          <p:nvPr/>
        </p:nvSpPr>
        <p:spPr>
          <a:xfrm>
            <a:off x="4109760" y="3261960"/>
            <a:ext cx="1114920" cy="896040"/>
          </a:xfrm>
          <a:custGeom>
            <a:avLst/>
            <a:gdLst/>
            <a:ahLst/>
            <a:rect l="0" t="0" r="r" b="b"/>
            <a:pathLst>
              <a:path w="3097" h="2489">
                <a:moveTo>
                  <a:pt x="0" y="2184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10" y="226"/>
                  <a:pt x="16" y="207"/>
                  <a:pt x="23" y="188"/>
                </a:cubicBezTo>
                <a:cubicBezTo>
                  <a:pt x="31" y="170"/>
                  <a:pt x="40" y="152"/>
                  <a:pt x="52" y="136"/>
                </a:cubicBezTo>
                <a:cubicBezTo>
                  <a:pt x="63" y="119"/>
                  <a:pt x="75" y="104"/>
                  <a:pt x="89" y="90"/>
                </a:cubicBezTo>
                <a:cubicBezTo>
                  <a:pt x="104" y="75"/>
                  <a:pt x="119" y="63"/>
                  <a:pt x="135" y="52"/>
                </a:cubicBezTo>
                <a:cubicBezTo>
                  <a:pt x="152" y="41"/>
                  <a:pt x="170" y="31"/>
                  <a:pt x="188" y="24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2793" y="0"/>
                </a:lnTo>
                <a:cubicBezTo>
                  <a:pt x="2813" y="0"/>
                  <a:pt x="2832" y="2"/>
                  <a:pt x="2852" y="6"/>
                </a:cubicBezTo>
                <a:cubicBezTo>
                  <a:pt x="2872" y="10"/>
                  <a:pt x="2891" y="16"/>
                  <a:pt x="2909" y="24"/>
                </a:cubicBezTo>
                <a:cubicBezTo>
                  <a:pt x="2928" y="31"/>
                  <a:pt x="2945" y="41"/>
                  <a:pt x="2962" y="52"/>
                </a:cubicBezTo>
                <a:cubicBezTo>
                  <a:pt x="2978" y="63"/>
                  <a:pt x="2994" y="75"/>
                  <a:pt x="3008" y="90"/>
                </a:cubicBezTo>
                <a:cubicBezTo>
                  <a:pt x="3022" y="104"/>
                  <a:pt x="3035" y="119"/>
                  <a:pt x="3046" y="136"/>
                </a:cubicBezTo>
                <a:cubicBezTo>
                  <a:pt x="3057" y="152"/>
                  <a:pt x="3066" y="170"/>
                  <a:pt x="3074" y="188"/>
                </a:cubicBezTo>
                <a:cubicBezTo>
                  <a:pt x="3081" y="207"/>
                  <a:pt x="3087" y="226"/>
                  <a:pt x="3091" y="245"/>
                </a:cubicBezTo>
                <a:cubicBezTo>
                  <a:pt x="3095" y="265"/>
                  <a:pt x="3097" y="285"/>
                  <a:pt x="3097" y="305"/>
                </a:cubicBezTo>
                <a:lnTo>
                  <a:pt x="3097" y="2184"/>
                </a:lnTo>
                <a:cubicBezTo>
                  <a:pt x="3097" y="2204"/>
                  <a:pt x="3095" y="2224"/>
                  <a:pt x="3091" y="2244"/>
                </a:cubicBezTo>
                <a:cubicBezTo>
                  <a:pt x="3087" y="2263"/>
                  <a:pt x="3081" y="2282"/>
                  <a:pt x="3074" y="2301"/>
                </a:cubicBezTo>
                <a:cubicBezTo>
                  <a:pt x="3066" y="2319"/>
                  <a:pt x="3057" y="2337"/>
                  <a:pt x="3046" y="2353"/>
                </a:cubicBezTo>
                <a:cubicBezTo>
                  <a:pt x="3035" y="2370"/>
                  <a:pt x="3022" y="2385"/>
                  <a:pt x="3008" y="2399"/>
                </a:cubicBezTo>
                <a:cubicBezTo>
                  <a:pt x="2994" y="2414"/>
                  <a:pt x="2978" y="2426"/>
                  <a:pt x="2962" y="2437"/>
                </a:cubicBezTo>
                <a:cubicBezTo>
                  <a:pt x="2945" y="2448"/>
                  <a:pt x="2928" y="2458"/>
                  <a:pt x="2909" y="2465"/>
                </a:cubicBezTo>
                <a:cubicBezTo>
                  <a:pt x="2891" y="2473"/>
                  <a:pt x="2872" y="2479"/>
                  <a:pt x="2852" y="2483"/>
                </a:cubicBezTo>
                <a:cubicBezTo>
                  <a:pt x="2832" y="2487"/>
                  <a:pt x="2813" y="2489"/>
                  <a:pt x="2793" y="2489"/>
                </a:cubicBezTo>
                <a:lnTo>
                  <a:pt x="305" y="2489"/>
                </a:lnTo>
                <a:cubicBezTo>
                  <a:pt x="285" y="2489"/>
                  <a:pt x="265" y="2487"/>
                  <a:pt x="245" y="2483"/>
                </a:cubicBezTo>
                <a:cubicBezTo>
                  <a:pt x="226" y="2479"/>
                  <a:pt x="207" y="2473"/>
                  <a:pt x="188" y="2465"/>
                </a:cubicBezTo>
                <a:cubicBezTo>
                  <a:pt x="170" y="2458"/>
                  <a:pt x="152" y="2448"/>
                  <a:pt x="135" y="2437"/>
                </a:cubicBezTo>
                <a:cubicBezTo>
                  <a:pt x="119" y="2426"/>
                  <a:pt x="104" y="2414"/>
                  <a:pt x="89" y="2399"/>
                </a:cubicBezTo>
                <a:cubicBezTo>
                  <a:pt x="75" y="2385"/>
                  <a:pt x="63" y="2370"/>
                  <a:pt x="52" y="2353"/>
                </a:cubicBezTo>
                <a:cubicBezTo>
                  <a:pt x="40" y="2337"/>
                  <a:pt x="31" y="2319"/>
                  <a:pt x="23" y="2301"/>
                </a:cubicBezTo>
                <a:cubicBezTo>
                  <a:pt x="16" y="2282"/>
                  <a:pt x="10" y="2263"/>
                  <a:pt x="6" y="2244"/>
                </a:cubicBezTo>
                <a:cubicBezTo>
                  <a:pt x="2" y="2224"/>
                  <a:pt x="0" y="2204"/>
                  <a:pt x="0" y="2184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3" name=""/>
          <p:cNvSpPr/>
          <p:nvPr/>
        </p:nvSpPr>
        <p:spPr>
          <a:xfrm>
            <a:off x="4509000" y="3533400"/>
            <a:ext cx="320400" cy="172080"/>
          </a:xfrm>
          <a:custGeom>
            <a:avLst/>
            <a:gdLst/>
            <a:ahLst/>
            <a:rect l="0" t="0" r="r" b="b"/>
            <a:pathLst>
              <a:path w="890" h="478">
                <a:moveTo>
                  <a:pt x="890" y="478"/>
                </a:moveTo>
                <a:lnTo>
                  <a:pt x="636" y="478"/>
                </a:lnTo>
                <a:lnTo>
                  <a:pt x="636" y="223"/>
                </a:lnTo>
                <a:lnTo>
                  <a:pt x="890" y="223"/>
                </a:lnTo>
                <a:lnTo>
                  <a:pt x="890" y="478"/>
                </a:lnTo>
                <a:moveTo>
                  <a:pt x="699" y="413"/>
                </a:moveTo>
                <a:lnTo>
                  <a:pt x="826" y="413"/>
                </a:lnTo>
                <a:lnTo>
                  <a:pt x="826" y="286"/>
                </a:lnTo>
                <a:lnTo>
                  <a:pt x="699" y="286"/>
                </a:lnTo>
                <a:lnTo>
                  <a:pt x="699" y="413"/>
                </a:lnTo>
                <a:moveTo>
                  <a:pt x="572" y="381"/>
                </a:moveTo>
                <a:lnTo>
                  <a:pt x="190" y="381"/>
                </a:lnTo>
                <a:cubicBezTo>
                  <a:pt x="178" y="381"/>
                  <a:pt x="165" y="380"/>
                  <a:pt x="153" y="378"/>
                </a:cubicBezTo>
                <a:cubicBezTo>
                  <a:pt x="141" y="375"/>
                  <a:pt x="129" y="372"/>
                  <a:pt x="117" y="367"/>
                </a:cubicBezTo>
                <a:cubicBezTo>
                  <a:pt x="106" y="362"/>
                  <a:pt x="95" y="356"/>
                  <a:pt x="85" y="349"/>
                </a:cubicBezTo>
                <a:cubicBezTo>
                  <a:pt x="74" y="342"/>
                  <a:pt x="64" y="334"/>
                  <a:pt x="56" y="326"/>
                </a:cubicBezTo>
                <a:cubicBezTo>
                  <a:pt x="47" y="317"/>
                  <a:pt x="39" y="307"/>
                  <a:pt x="32" y="297"/>
                </a:cubicBezTo>
                <a:cubicBezTo>
                  <a:pt x="25" y="286"/>
                  <a:pt x="19" y="275"/>
                  <a:pt x="14" y="264"/>
                </a:cubicBezTo>
                <a:cubicBezTo>
                  <a:pt x="10" y="252"/>
                  <a:pt x="6" y="240"/>
                  <a:pt x="4" y="228"/>
                </a:cubicBezTo>
                <a:cubicBezTo>
                  <a:pt x="1" y="216"/>
                  <a:pt x="0" y="203"/>
                  <a:pt x="0" y="191"/>
                </a:cubicBezTo>
                <a:cubicBezTo>
                  <a:pt x="0" y="178"/>
                  <a:pt x="1" y="166"/>
                  <a:pt x="4" y="154"/>
                </a:cubicBezTo>
                <a:cubicBezTo>
                  <a:pt x="6" y="141"/>
                  <a:pt x="10" y="130"/>
                  <a:pt x="14" y="118"/>
                </a:cubicBezTo>
                <a:cubicBezTo>
                  <a:pt x="19" y="106"/>
                  <a:pt x="25" y="95"/>
                  <a:pt x="32" y="85"/>
                </a:cubicBezTo>
                <a:cubicBezTo>
                  <a:pt x="39" y="75"/>
                  <a:pt x="47" y="65"/>
                  <a:pt x="56" y="56"/>
                </a:cubicBezTo>
                <a:cubicBezTo>
                  <a:pt x="64" y="47"/>
                  <a:pt x="74" y="39"/>
                  <a:pt x="85" y="33"/>
                </a:cubicBezTo>
                <a:cubicBezTo>
                  <a:pt x="95" y="26"/>
                  <a:pt x="106" y="20"/>
                  <a:pt x="117" y="15"/>
                </a:cubicBezTo>
                <a:cubicBezTo>
                  <a:pt x="129" y="10"/>
                  <a:pt x="141" y="7"/>
                  <a:pt x="153" y="4"/>
                </a:cubicBezTo>
                <a:cubicBezTo>
                  <a:pt x="165" y="2"/>
                  <a:pt x="178" y="0"/>
                  <a:pt x="190" y="0"/>
                </a:cubicBezTo>
                <a:lnTo>
                  <a:pt x="254" y="0"/>
                </a:lnTo>
                <a:lnTo>
                  <a:pt x="254" y="64"/>
                </a:lnTo>
                <a:lnTo>
                  <a:pt x="190" y="64"/>
                </a:lnTo>
                <a:cubicBezTo>
                  <a:pt x="173" y="64"/>
                  <a:pt x="157" y="67"/>
                  <a:pt x="142" y="74"/>
                </a:cubicBezTo>
                <a:cubicBezTo>
                  <a:pt x="126" y="80"/>
                  <a:pt x="112" y="89"/>
                  <a:pt x="101" y="101"/>
                </a:cubicBezTo>
                <a:cubicBezTo>
                  <a:pt x="89" y="113"/>
                  <a:pt x="79" y="127"/>
                  <a:pt x="73" y="142"/>
                </a:cubicBezTo>
                <a:cubicBezTo>
                  <a:pt x="67" y="158"/>
                  <a:pt x="63" y="174"/>
                  <a:pt x="63" y="191"/>
                </a:cubicBezTo>
                <a:cubicBezTo>
                  <a:pt x="63" y="208"/>
                  <a:pt x="67" y="224"/>
                  <a:pt x="73" y="239"/>
                </a:cubicBezTo>
                <a:cubicBezTo>
                  <a:pt x="79" y="255"/>
                  <a:pt x="89" y="269"/>
                  <a:pt x="101" y="281"/>
                </a:cubicBezTo>
                <a:cubicBezTo>
                  <a:pt x="112" y="293"/>
                  <a:pt x="126" y="302"/>
                  <a:pt x="142" y="308"/>
                </a:cubicBezTo>
                <a:cubicBezTo>
                  <a:pt x="157" y="315"/>
                  <a:pt x="173" y="318"/>
                  <a:pt x="190" y="318"/>
                </a:cubicBezTo>
                <a:lnTo>
                  <a:pt x="572" y="318"/>
                </a:lnTo>
                <a:lnTo>
                  <a:pt x="572" y="381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4" name=""/>
          <p:cNvSpPr/>
          <p:nvPr/>
        </p:nvSpPr>
        <p:spPr>
          <a:xfrm>
            <a:off x="4623120" y="3499200"/>
            <a:ext cx="91800" cy="91800"/>
          </a:xfrm>
          <a:custGeom>
            <a:avLst/>
            <a:gdLst/>
            <a:ahLst/>
            <a:rect l="0" t="0" r="r" b="b"/>
            <a:pathLst>
              <a:path w="255" h="255">
                <a:moveTo>
                  <a:pt x="255" y="255"/>
                </a:moveTo>
                <a:lnTo>
                  <a:pt x="0" y="255"/>
                </a:lnTo>
                <a:lnTo>
                  <a:pt x="0" y="0"/>
                </a:lnTo>
                <a:lnTo>
                  <a:pt x="255" y="0"/>
                </a:lnTo>
                <a:lnTo>
                  <a:pt x="255" y="255"/>
                </a:lnTo>
                <a:moveTo>
                  <a:pt x="64" y="192"/>
                </a:moveTo>
                <a:lnTo>
                  <a:pt x="192" y="192"/>
                </a:lnTo>
                <a:lnTo>
                  <a:pt x="192" y="65"/>
                </a:lnTo>
                <a:lnTo>
                  <a:pt x="64" y="65"/>
                </a:lnTo>
                <a:lnTo>
                  <a:pt x="64" y="192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5" name=""/>
          <p:cNvSpPr/>
          <p:nvPr/>
        </p:nvSpPr>
        <p:spPr>
          <a:xfrm>
            <a:off x="4509000" y="3385080"/>
            <a:ext cx="320400" cy="171720"/>
          </a:xfrm>
          <a:custGeom>
            <a:avLst/>
            <a:gdLst/>
            <a:ahLst/>
            <a:rect l="0" t="0" r="r" b="b"/>
            <a:pathLst>
              <a:path w="890" h="477">
                <a:moveTo>
                  <a:pt x="699" y="477"/>
                </a:moveTo>
                <a:lnTo>
                  <a:pt x="636" y="477"/>
                </a:lnTo>
                <a:lnTo>
                  <a:pt x="636" y="413"/>
                </a:lnTo>
                <a:lnTo>
                  <a:pt x="699" y="413"/>
                </a:lnTo>
                <a:cubicBezTo>
                  <a:pt x="716" y="413"/>
                  <a:pt x="732" y="410"/>
                  <a:pt x="748" y="404"/>
                </a:cubicBezTo>
                <a:cubicBezTo>
                  <a:pt x="763" y="397"/>
                  <a:pt x="777" y="388"/>
                  <a:pt x="789" y="376"/>
                </a:cubicBezTo>
                <a:cubicBezTo>
                  <a:pt x="801" y="364"/>
                  <a:pt x="810" y="350"/>
                  <a:pt x="816" y="334"/>
                </a:cubicBezTo>
                <a:cubicBezTo>
                  <a:pt x="823" y="318"/>
                  <a:pt x="826" y="302"/>
                  <a:pt x="826" y="285"/>
                </a:cubicBezTo>
                <a:cubicBezTo>
                  <a:pt x="826" y="269"/>
                  <a:pt x="823" y="252"/>
                  <a:pt x="816" y="237"/>
                </a:cubicBezTo>
                <a:cubicBezTo>
                  <a:pt x="810" y="221"/>
                  <a:pt x="801" y="208"/>
                  <a:pt x="789" y="196"/>
                </a:cubicBezTo>
                <a:cubicBezTo>
                  <a:pt x="777" y="184"/>
                  <a:pt x="763" y="175"/>
                  <a:pt x="748" y="168"/>
                </a:cubicBezTo>
                <a:cubicBezTo>
                  <a:pt x="732" y="162"/>
                  <a:pt x="716" y="158"/>
                  <a:pt x="699" y="158"/>
                </a:cubicBezTo>
                <a:lnTo>
                  <a:pt x="317" y="158"/>
                </a:lnTo>
                <a:lnTo>
                  <a:pt x="317" y="95"/>
                </a:lnTo>
                <a:lnTo>
                  <a:pt x="699" y="95"/>
                </a:lnTo>
                <a:cubicBezTo>
                  <a:pt x="712" y="95"/>
                  <a:pt x="724" y="96"/>
                  <a:pt x="736" y="99"/>
                </a:cubicBezTo>
                <a:cubicBezTo>
                  <a:pt x="749" y="101"/>
                  <a:pt x="761" y="105"/>
                  <a:pt x="772" y="109"/>
                </a:cubicBezTo>
                <a:cubicBezTo>
                  <a:pt x="784" y="114"/>
                  <a:pt x="795" y="120"/>
                  <a:pt x="805" y="127"/>
                </a:cubicBezTo>
                <a:cubicBezTo>
                  <a:pt x="815" y="134"/>
                  <a:pt x="825" y="142"/>
                  <a:pt x="834" y="151"/>
                </a:cubicBezTo>
                <a:cubicBezTo>
                  <a:pt x="843" y="160"/>
                  <a:pt x="851" y="169"/>
                  <a:pt x="858" y="180"/>
                </a:cubicBezTo>
                <a:cubicBezTo>
                  <a:pt x="864" y="190"/>
                  <a:pt x="870" y="201"/>
                  <a:pt x="875" y="213"/>
                </a:cubicBezTo>
                <a:cubicBezTo>
                  <a:pt x="880" y="224"/>
                  <a:pt x="884" y="236"/>
                  <a:pt x="886" y="248"/>
                </a:cubicBezTo>
                <a:cubicBezTo>
                  <a:pt x="888" y="261"/>
                  <a:pt x="890" y="273"/>
                  <a:pt x="890" y="285"/>
                </a:cubicBezTo>
                <a:cubicBezTo>
                  <a:pt x="890" y="298"/>
                  <a:pt x="888" y="310"/>
                  <a:pt x="886" y="323"/>
                </a:cubicBezTo>
                <a:cubicBezTo>
                  <a:pt x="884" y="335"/>
                  <a:pt x="880" y="347"/>
                  <a:pt x="875" y="359"/>
                </a:cubicBezTo>
                <a:cubicBezTo>
                  <a:pt x="870" y="371"/>
                  <a:pt x="864" y="382"/>
                  <a:pt x="858" y="392"/>
                </a:cubicBezTo>
                <a:cubicBezTo>
                  <a:pt x="851" y="403"/>
                  <a:pt x="843" y="412"/>
                  <a:pt x="834" y="421"/>
                </a:cubicBezTo>
                <a:cubicBezTo>
                  <a:pt x="825" y="430"/>
                  <a:pt x="815" y="438"/>
                  <a:pt x="805" y="445"/>
                </a:cubicBezTo>
                <a:cubicBezTo>
                  <a:pt x="795" y="452"/>
                  <a:pt x="784" y="458"/>
                  <a:pt x="772" y="462"/>
                </a:cubicBezTo>
                <a:cubicBezTo>
                  <a:pt x="761" y="467"/>
                  <a:pt x="749" y="471"/>
                  <a:pt x="736" y="473"/>
                </a:cubicBezTo>
                <a:cubicBezTo>
                  <a:pt x="724" y="476"/>
                  <a:pt x="712" y="477"/>
                  <a:pt x="699" y="477"/>
                </a:cubicBezTo>
                <a:moveTo>
                  <a:pt x="254" y="254"/>
                </a:moveTo>
                <a:lnTo>
                  <a:pt x="0" y="254"/>
                </a:lnTo>
                <a:lnTo>
                  <a:pt x="0" y="0"/>
                </a:lnTo>
                <a:lnTo>
                  <a:pt x="254" y="0"/>
                </a:lnTo>
                <a:lnTo>
                  <a:pt x="254" y="254"/>
                </a:lnTo>
                <a:moveTo>
                  <a:pt x="63" y="190"/>
                </a:moveTo>
                <a:lnTo>
                  <a:pt x="190" y="190"/>
                </a:lnTo>
                <a:lnTo>
                  <a:pt x="190" y="63"/>
                </a:lnTo>
                <a:lnTo>
                  <a:pt x="63" y="63"/>
                </a:lnTo>
                <a:lnTo>
                  <a:pt x="63" y="19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3108600" y="3918600"/>
            <a:ext cx="8359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provisioning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7" name=""/>
          <p:cNvSpPr/>
          <p:nvPr/>
        </p:nvSpPr>
        <p:spPr>
          <a:xfrm>
            <a:off x="5329080" y="3261960"/>
            <a:ext cx="1114920" cy="896040"/>
          </a:xfrm>
          <a:custGeom>
            <a:avLst/>
            <a:gdLst/>
            <a:ahLst/>
            <a:rect l="0" t="0" r="r" b="b"/>
            <a:pathLst>
              <a:path w="3097" h="2489">
                <a:moveTo>
                  <a:pt x="0" y="2184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10" y="226"/>
                  <a:pt x="15" y="207"/>
                  <a:pt x="23" y="188"/>
                </a:cubicBezTo>
                <a:cubicBezTo>
                  <a:pt x="31" y="170"/>
                  <a:pt x="40" y="152"/>
                  <a:pt x="51" y="136"/>
                </a:cubicBezTo>
                <a:cubicBezTo>
                  <a:pt x="62" y="119"/>
                  <a:pt x="75" y="104"/>
                  <a:pt x="89" y="90"/>
                </a:cubicBezTo>
                <a:cubicBezTo>
                  <a:pt x="103" y="75"/>
                  <a:pt x="119" y="63"/>
                  <a:pt x="135" y="52"/>
                </a:cubicBezTo>
                <a:cubicBezTo>
                  <a:pt x="152" y="41"/>
                  <a:pt x="169" y="31"/>
                  <a:pt x="188" y="24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2792" y="0"/>
                </a:lnTo>
                <a:cubicBezTo>
                  <a:pt x="2812" y="0"/>
                  <a:pt x="2832" y="2"/>
                  <a:pt x="2852" y="6"/>
                </a:cubicBezTo>
                <a:cubicBezTo>
                  <a:pt x="2871" y="10"/>
                  <a:pt x="2890" y="16"/>
                  <a:pt x="2909" y="24"/>
                </a:cubicBezTo>
                <a:cubicBezTo>
                  <a:pt x="2927" y="31"/>
                  <a:pt x="2945" y="41"/>
                  <a:pt x="2961" y="52"/>
                </a:cubicBezTo>
                <a:cubicBezTo>
                  <a:pt x="2978" y="63"/>
                  <a:pt x="2993" y="75"/>
                  <a:pt x="3007" y="90"/>
                </a:cubicBezTo>
                <a:cubicBezTo>
                  <a:pt x="3022" y="104"/>
                  <a:pt x="3034" y="119"/>
                  <a:pt x="3045" y="136"/>
                </a:cubicBezTo>
                <a:cubicBezTo>
                  <a:pt x="3056" y="152"/>
                  <a:pt x="3066" y="170"/>
                  <a:pt x="3073" y="188"/>
                </a:cubicBezTo>
                <a:cubicBezTo>
                  <a:pt x="3081" y="207"/>
                  <a:pt x="3087" y="226"/>
                  <a:pt x="3091" y="245"/>
                </a:cubicBezTo>
                <a:cubicBezTo>
                  <a:pt x="3095" y="265"/>
                  <a:pt x="3097" y="285"/>
                  <a:pt x="3097" y="305"/>
                </a:cubicBezTo>
                <a:lnTo>
                  <a:pt x="3097" y="2184"/>
                </a:lnTo>
                <a:cubicBezTo>
                  <a:pt x="3097" y="2204"/>
                  <a:pt x="3095" y="2224"/>
                  <a:pt x="3091" y="2244"/>
                </a:cubicBezTo>
                <a:cubicBezTo>
                  <a:pt x="3087" y="2263"/>
                  <a:pt x="3081" y="2282"/>
                  <a:pt x="3073" y="2301"/>
                </a:cubicBezTo>
                <a:cubicBezTo>
                  <a:pt x="3066" y="2319"/>
                  <a:pt x="3056" y="2337"/>
                  <a:pt x="3045" y="2353"/>
                </a:cubicBezTo>
                <a:cubicBezTo>
                  <a:pt x="3034" y="2370"/>
                  <a:pt x="3022" y="2385"/>
                  <a:pt x="3007" y="2399"/>
                </a:cubicBezTo>
                <a:cubicBezTo>
                  <a:pt x="2993" y="2414"/>
                  <a:pt x="2978" y="2426"/>
                  <a:pt x="2961" y="2437"/>
                </a:cubicBezTo>
                <a:cubicBezTo>
                  <a:pt x="2945" y="2448"/>
                  <a:pt x="2927" y="2458"/>
                  <a:pt x="2909" y="2465"/>
                </a:cubicBezTo>
                <a:cubicBezTo>
                  <a:pt x="2890" y="2473"/>
                  <a:pt x="2871" y="2479"/>
                  <a:pt x="2852" y="2483"/>
                </a:cubicBezTo>
                <a:cubicBezTo>
                  <a:pt x="2832" y="2487"/>
                  <a:pt x="2812" y="2489"/>
                  <a:pt x="2792" y="2489"/>
                </a:cubicBezTo>
                <a:lnTo>
                  <a:pt x="304" y="2489"/>
                </a:lnTo>
                <a:cubicBezTo>
                  <a:pt x="284" y="2489"/>
                  <a:pt x="264" y="2487"/>
                  <a:pt x="245" y="2483"/>
                </a:cubicBezTo>
                <a:cubicBezTo>
                  <a:pt x="225" y="2479"/>
                  <a:pt x="206" y="2473"/>
                  <a:pt x="188" y="2465"/>
                </a:cubicBezTo>
                <a:cubicBezTo>
                  <a:pt x="169" y="2458"/>
                  <a:pt x="152" y="2448"/>
                  <a:pt x="135" y="2437"/>
                </a:cubicBezTo>
                <a:cubicBezTo>
                  <a:pt x="119" y="2426"/>
                  <a:pt x="103" y="2414"/>
                  <a:pt x="89" y="2399"/>
                </a:cubicBezTo>
                <a:cubicBezTo>
                  <a:pt x="75" y="2385"/>
                  <a:pt x="62" y="2370"/>
                  <a:pt x="51" y="2353"/>
                </a:cubicBezTo>
                <a:cubicBezTo>
                  <a:pt x="40" y="2337"/>
                  <a:pt x="31" y="2319"/>
                  <a:pt x="23" y="2301"/>
                </a:cubicBezTo>
                <a:cubicBezTo>
                  <a:pt x="15" y="2282"/>
                  <a:pt x="10" y="2263"/>
                  <a:pt x="6" y="2244"/>
                </a:cubicBezTo>
                <a:cubicBezTo>
                  <a:pt x="2" y="2224"/>
                  <a:pt x="0" y="2204"/>
                  <a:pt x="0" y="21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8" name=""/>
          <p:cNvSpPr/>
          <p:nvPr/>
        </p:nvSpPr>
        <p:spPr>
          <a:xfrm>
            <a:off x="5329080" y="3261960"/>
            <a:ext cx="1114920" cy="896040"/>
          </a:xfrm>
          <a:custGeom>
            <a:avLst/>
            <a:gdLst/>
            <a:ahLst/>
            <a:rect l="0" t="0" r="r" b="b"/>
            <a:pathLst>
              <a:path w="3097" h="2489">
                <a:moveTo>
                  <a:pt x="0" y="2184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10" y="226"/>
                  <a:pt x="15" y="207"/>
                  <a:pt x="23" y="188"/>
                </a:cubicBezTo>
                <a:cubicBezTo>
                  <a:pt x="31" y="170"/>
                  <a:pt x="40" y="152"/>
                  <a:pt x="51" y="136"/>
                </a:cubicBezTo>
                <a:cubicBezTo>
                  <a:pt x="62" y="119"/>
                  <a:pt x="75" y="104"/>
                  <a:pt x="89" y="90"/>
                </a:cubicBezTo>
                <a:cubicBezTo>
                  <a:pt x="103" y="75"/>
                  <a:pt x="119" y="63"/>
                  <a:pt x="135" y="52"/>
                </a:cubicBezTo>
                <a:cubicBezTo>
                  <a:pt x="152" y="41"/>
                  <a:pt x="169" y="31"/>
                  <a:pt x="188" y="24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2792" y="0"/>
                </a:lnTo>
                <a:cubicBezTo>
                  <a:pt x="2812" y="0"/>
                  <a:pt x="2832" y="2"/>
                  <a:pt x="2852" y="6"/>
                </a:cubicBezTo>
                <a:cubicBezTo>
                  <a:pt x="2871" y="10"/>
                  <a:pt x="2890" y="16"/>
                  <a:pt x="2909" y="24"/>
                </a:cubicBezTo>
                <a:cubicBezTo>
                  <a:pt x="2927" y="31"/>
                  <a:pt x="2945" y="41"/>
                  <a:pt x="2961" y="52"/>
                </a:cubicBezTo>
                <a:cubicBezTo>
                  <a:pt x="2978" y="63"/>
                  <a:pt x="2993" y="75"/>
                  <a:pt x="3007" y="90"/>
                </a:cubicBezTo>
                <a:cubicBezTo>
                  <a:pt x="3022" y="104"/>
                  <a:pt x="3034" y="119"/>
                  <a:pt x="3045" y="136"/>
                </a:cubicBezTo>
                <a:cubicBezTo>
                  <a:pt x="3056" y="152"/>
                  <a:pt x="3066" y="170"/>
                  <a:pt x="3073" y="188"/>
                </a:cubicBezTo>
                <a:cubicBezTo>
                  <a:pt x="3081" y="207"/>
                  <a:pt x="3087" y="226"/>
                  <a:pt x="3091" y="245"/>
                </a:cubicBezTo>
                <a:cubicBezTo>
                  <a:pt x="3095" y="265"/>
                  <a:pt x="3097" y="285"/>
                  <a:pt x="3097" y="305"/>
                </a:cubicBezTo>
                <a:lnTo>
                  <a:pt x="3097" y="2184"/>
                </a:lnTo>
                <a:cubicBezTo>
                  <a:pt x="3097" y="2204"/>
                  <a:pt x="3095" y="2224"/>
                  <a:pt x="3091" y="2244"/>
                </a:cubicBezTo>
                <a:cubicBezTo>
                  <a:pt x="3087" y="2263"/>
                  <a:pt x="3081" y="2282"/>
                  <a:pt x="3073" y="2301"/>
                </a:cubicBezTo>
                <a:cubicBezTo>
                  <a:pt x="3066" y="2319"/>
                  <a:pt x="3056" y="2337"/>
                  <a:pt x="3045" y="2353"/>
                </a:cubicBezTo>
                <a:cubicBezTo>
                  <a:pt x="3034" y="2370"/>
                  <a:pt x="3022" y="2385"/>
                  <a:pt x="3007" y="2399"/>
                </a:cubicBezTo>
                <a:cubicBezTo>
                  <a:pt x="2993" y="2414"/>
                  <a:pt x="2978" y="2426"/>
                  <a:pt x="2961" y="2437"/>
                </a:cubicBezTo>
                <a:cubicBezTo>
                  <a:pt x="2945" y="2448"/>
                  <a:pt x="2927" y="2458"/>
                  <a:pt x="2909" y="2465"/>
                </a:cubicBezTo>
                <a:cubicBezTo>
                  <a:pt x="2890" y="2473"/>
                  <a:pt x="2871" y="2479"/>
                  <a:pt x="2852" y="2483"/>
                </a:cubicBezTo>
                <a:cubicBezTo>
                  <a:pt x="2832" y="2487"/>
                  <a:pt x="2812" y="2489"/>
                  <a:pt x="2792" y="2489"/>
                </a:cubicBezTo>
                <a:lnTo>
                  <a:pt x="304" y="2489"/>
                </a:lnTo>
                <a:cubicBezTo>
                  <a:pt x="284" y="2489"/>
                  <a:pt x="264" y="2487"/>
                  <a:pt x="245" y="2483"/>
                </a:cubicBezTo>
                <a:cubicBezTo>
                  <a:pt x="225" y="2479"/>
                  <a:pt x="206" y="2473"/>
                  <a:pt x="188" y="2465"/>
                </a:cubicBezTo>
                <a:cubicBezTo>
                  <a:pt x="169" y="2458"/>
                  <a:pt x="152" y="2448"/>
                  <a:pt x="135" y="2437"/>
                </a:cubicBezTo>
                <a:cubicBezTo>
                  <a:pt x="119" y="2426"/>
                  <a:pt x="103" y="2414"/>
                  <a:pt x="89" y="2399"/>
                </a:cubicBezTo>
                <a:cubicBezTo>
                  <a:pt x="75" y="2385"/>
                  <a:pt x="62" y="2370"/>
                  <a:pt x="51" y="2353"/>
                </a:cubicBezTo>
                <a:cubicBezTo>
                  <a:pt x="40" y="2337"/>
                  <a:pt x="31" y="2319"/>
                  <a:pt x="23" y="2301"/>
                </a:cubicBezTo>
                <a:cubicBezTo>
                  <a:pt x="15" y="2282"/>
                  <a:pt x="10" y="2263"/>
                  <a:pt x="6" y="2244"/>
                </a:cubicBezTo>
                <a:cubicBezTo>
                  <a:pt x="2" y="2224"/>
                  <a:pt x="0" y="2204"/>
                  <a:pt x="0" y="2184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9" name=""/>
          <p:cNvSpPr/>
          <p:nvPr/>
        </p:nvSpPr>
        <p:spPr>
          <a:xfrm>
            <a:off x="5718600" y="3407760"/>
            <a:ext cx="320400" cy="297720"/>
          </a:xfrm>
          <a:custGeom>
            <a:avLst/>
            <a:gdLst/>
            <a:ahLst/>
            <a:rect l="0" t="0" r="r" b="b"/>
            <a:pathLst>
              <a:path w="890" h="827">
                <a:moveTo>
                  <a:pt x="500" y="827"/>
                </a:moveTo>
                <a:lnTo>
                  <a:pt x="444" y="795"/>
                </a:lnTo>
                <a:lnTo>
                  <a:pt x="572" y="573"/>
                </a:lnTo>
                <a:lnTo>
                  <a:pt x="763" y="573"/>
                </a:lnTo>
                <a:cubicBezTo>
                  <a:pt x="771" y="573"/>
                  <a:pt x="779" y="571"/>
                  <a:pt x="787" y="568"/>
                </a:cubicBezTo>
                <a:cubicBezTo>
                  <a:pt x="795" y="565"/>
                  <a:pt x="802" y="560"/>
                  <a:pt x="808" y="554"/>
                </a:cubicBezTo>
                <a:cubicBezTo>
                  <a:pt x="814" y="548"/>
                  <a:pt x="818" y="541"/>
                  <a:pt x="822" y="533"/>
                </a:cubicBezTo>
                <a:cubicBezTo>
                  <a:pt x="825" y="526"/>
                  <a:pt x="826" y="518"/>
                  <a:pt x="826" y="509"/>
                </a:cubicBezTo>
                <a:lnTo>
                  <a:pt x="826" y="128"/>
                </a:lnTo>
                <a:cubicBezTo>
                  <a:pt x="826" y="120"/>
                  <a:pt x="825" y="112"/>
                  <a:pt x="822" y="104"/>
                </a:cubicBezTo>
                <a:cubicBezTo>
                  <a:pt x="818" y="96"/>
                  <a:pt x="814" y="89"/>
                  <a:pt x="808" y="83"/>
                </a:cubicBezTo>
                <a:cubicBezTo>
                  <a:pt x="802" y="77"/>
                  <a:pt x="795" y="73"/>
                  <a:pt x="787" y="70"/>
                </a:cubicBezTo>
                <a:cubicBezTo>
                  <a:pt x="779" y="66"/>
                  <a:pt x="771" y="65"/>
                  <a:pt x="763" y="65"/>
                </a:cubicBezTo>
                <a:lnTo>
                  <a:pt x="127" y="65"/>
                </a:lnTo>
                <a:cubicBezTo>
                  <a:pt x="119" y="65"/>
                  <a:pt x="111" y="66"/>
                  <a:pt x="103" y="70"/>
                </a:cubicBezTo>
                <a:cubicBezTo>
                  <a:pt x="95" y="73"/>
                  <a:pt x="88" y="77"/>
                  <a:pt x="82" y="83"/>
                </a:cubicBezTo>
                <a:cubicBezTo>
                  <a:pt x="76" y="89"/>
                  <a:pt x="72" y="96"/>
                  <a:pt x="68" y="104"/>
                </a:cubicBezTo>
                <a:cubicBezTo>
                  <a:pt x="65" y="112"/>
                  <a:pt x="64" y="120"/>
                  <a:pt x="64" y="128"/>
                </a:cubicBezTo>
                <a:lnTo>
                  <a:pt x="64" y="509"/>
                </a:lnTo>
                <a:cubicBezTo>
                  <a:pt x="64" y="518"/>
                  <a:pt x="65" y="526"/>
                  <a:pt x="68" y="533"/>
                </a:cubicBezTo>
                <a:cubicBezTo>
                  <a:pt x="72" y="541"/>
                  <a:pt x="76" y="548"/>
                  <a:pt x="82" y="554"/>
                </a:cubicBezTo>
                <a:cubicBezTo>
                  <a:pt x="88" y="560"/>
                  <a:pt x="95" y="565"/>
                  <a:pt x="103" y="568"/>
                </a:cubicBezTo>
                <a:cubicBezTo>
                  <a:pt x="111" y="571"/>
                  <a:pt x="119" y="573"/>
                  <a:pt x="127" y="573"/>
                </a:cubicBezTo>
                <a:lnTo>
                  <a:pt x="413" y="573"/>
                </a:lnTo>
                <a:lnTo>
                  <a:pt x="413" y="636"/>
                </a:lnTo>
                <a:lnTo>
                  <a:pt x="127" y="636"/>
                </a:lnTo>
                <a:cubicBezTo>
                  <a:pt x="110" y="636"/>
                  <a:pt x="94" y="633"/>
                  <a:pt x="78" y="626"/>
                </a:cubicBezTo>
                <a:cubicBezTo>
                  <a:pt x="63" y="620"/>
                  <a:pt x="49" y="611"/>
                  <a:pt x="37" y="599"/>
                </a:cubicBezTo>
                <a:cubicBezTo>
                  <a:pt x="25" y="587"/>
                  <a:pt x="16" y="573"/>
                  <a:pt x="10" y="558"/>
                </a:cubicBezTo>
                <a:cubicBezTo>
                  <a:pt x="3" y="542"/>
                  <a:pt x="0" y="526"/>
                  <a:pt x="0" y="509"/>
                </a:cubicBezTo>
                <a:lnTo>
                  <a:pt x="0" y="128"/>
                </a:lnTo>
                <a:cubicBezTo>
                  <a:pt x="0" y="111"/>
                  <a:pt x="3" y="95"/>
                  <a:pt x="10" y="80"/>
                </a:cubicBezTo>
                <a:cubicBezTo>
                  <a:pt x="16" y="64"/>
                  <a:pt x="25" y="50"/>
                  <a:pt x="37" y="38"/>
                </a:cubicBezTo>
                <a:cubicBezTo>
                  <a:pt x="49" y="27"/>
                  <a:pt x="63" y="16"/>
                  <a:pt x="78" y="10"/>
                </a:cubicBezTo>
                <a:cubicBezTo>
                  <a:pt x="94" y="3"/>
                  <a:pt x="110" y="0"/>
                  <a:pt x="127" y="0"/>
                </a:cubicBezTo>
                <a:lnTo>
                  <a:pt x="763" y="0"/>
                </a:lnTo>
                <a:cubicBezTo>
                  <a:pt x="780" y="0"/>
                  <a:pt x="796" y="3"/>
                  <a:pt x="811" y="10"/>
                </a:cubicBezTo>
                <a:cubicBezTo>
                  <a:pt x="827" y="16"/>
                  <a:pt x="841" y="27"/>
                  <a:pt x="853" y="38"/>
                </a:cubicBezTo>
                <a:cubicBezTo>
                  <a:pt x="865" y="50"/>
                  <a:pt x="874" y="64"/>
                  <a:pt x="880" y="80"/>
                </a:cubicBezTo>
                <a:cubicBezTo>
                  <a:pt x="887" y="95"/>
                  <a:pt x="890" y="111"/>
                  <a:pt x="890" y="128"/>
                </a:cubicBezTo>
                <a:lnTo>
                  <a:pt x="890" y="509"/>
                </a:lnTo>
                <a:cubicBezTo>
                  <a:pt x="890" y="526"/>
                  <a:pt x="887" y="542"/>
                  <a:pt x="880" y="558"/>
                </a:cubicBezTo>
                <a:cubicBezTo>
                  <a:pt x="874" y="573"/>
                  <a:pt x="865" y="587"/>
                  <a:pt x="853" y="599"/>
                </a:cubicBezTo>
                <a:cubicBezTo>
                  <a:pt x="841" y="611"/>
                  <a:pt x="827" y="620"/>
                  <a:pt x="811" y="626"/>
                </a:cubicBezTo>
                <a:cubicBezTo>
                  <a:pt x="796" y="633"/>
                  <a:pt x="780" y="636"/>
                  <a:pt x="763" y="636"/>
                </a:cubicBezTo>
                <a:lnTo>
                  <a:pt x="609" y="636"/>
                </a:lnTo>
                <a:lnTo>
                  <a:pt x="500" y="827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0" name=""/>
          <p:cNvSpPr/>
          <p:nvPr/>
        </p:nvSpPr>
        <p:spPr>
          <a:xfrm>
            <a:off x="5787360" y="3476520"/>
            <a:ext cx="182880" cy="91800"/>
          </a:xfrm>
          <a:custGeom>
            <a:avLst/>
            <a:gdLst/>
            <a:ahLst/>
            <a:rect l="0" t="0" r="r" b="b"/>
            <a:pathLst>
              <a:path w="508" h="255">
                <a:moveTo>
                  <a:pt x="0" y="0"/>
                </a:moveTo>
                <a:lnTo>
                  <a:pt x="508" y="0"/>
                </a:lnTo>
                <a:lnTo>
                  <a:pt x="508" y="63"/>
                </a:lnTo>
                <a:lnTo>
                  <a:pt x="0" y="63"/>
                </a:lnTo>
                <a:lnTo>
                  <a:pt x="0" y="0"/>
                </a:lnTo>
                <a:moveTo>
                  <a:pt x="0" y="191"/>
                </a:moveTo>
                <a:lnTo>
                  <a:pt x="317" y="191"/>
                </a:lnTo>
                <a:lnTo>
                  <a:pt x="317" y="255"/>
                </a:lnTo>
                <a:lnTo>
                  <a:pt x="0" y="255"/>
                </a:lnTo>
                <a:lnTo>
                  <a:pt x="0" y="191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4438800" y="3776040"/>
            <a:ext cx="5220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EduHub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2" name=""/>
          <p:cNvSpPr/>
          <p:nvPr/>
        </p:nvSpPr>
        <p:spPr>
          <a:xfrm>
            <a:off x="6538680" y="3261960"/>
            <a:ext cx="1114920" cy="896040"/>
          </a:xfrm>
          <a:custGeom>
            <a:avLst/>
            <a:gdLst/>
            <a:ahLst/>
            <a:rect l="0" t="0" r="r" b="b"/>
            <a:pathLst>
              <a:path w="3097" h="2489">
                <a:moveTo>
                  <a:pt x="0" y="2184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10" y="226"/>
                  <a:pt x="16" y="207"/>
                  <a:pt x="23" y="188"/>
                </a:cubicBezTo>
                <a:cubicBezTo>
                  <a:pt x="31" y="170"/>
                  <a:pt x="40" y="152"/>
                  <a:pt x="51" y="136"/>
                </a:cubicBezTo>
                <a:cubicBezTo>
                  <a:pt x="63" y="119"/>
                  <a:pt x="75" y="104"/>
                  <a:pt x="89" y="90"/>
                </a:cubicBezTo>
                <a:cubicBezTo>
                  <a:pt x="103" y="75"/>
                  <a:pt x="119" y="63"/>
                  <a:pt x="135" y="52"/>
                </a:cubicBezTo>
                <a:cubicBezTo>
                  <a:pt x="152" y="41"/>
                  <a:pt x="170" y="31"/>
                  <a:pt x="188" y="24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5" y="2"/>
                  <a:pt x="284" y="0"/>
                  <a:pt x="304" y="0"/>
                </a:cubicBezTo>
                <a:lnTo>
                  <a:pt x="2792" y="0"/>
                </a:lnTo>
                <a:cubicBezTo>
                  <a:pt x="2812" y="0"/>
                  <a:pt x="2832" y="2"/>
                  <a:pt x="2852" y="6"/>
                </a:cubicBezTo>
                <a:cubicBezTo>
                  <a:pt x="2871" y="10"/>
                  <a:pt x="2890" y="16"/>
                  <a:pt x="2909" y="24"/>
                </a:cubicBezTo>
                <a:cubicBezTo>
                  <a:pt x="2927" y="31"/>
                  <a:pt x="2945" y="41"/>
                  <a:pt x="2962" y="52"/>
                </a:cubicBezTo>
                <a:cubicBezTo>
                  <a:pt x="2978" y="63"/>
                  <a:pt x="2994" y="75"/>
                  <a:pt x="3008" y="90"/>
                </a:cubicBezTo>
                <a:cubicBezTo>
                  <a:pt x="3022" y="104"/>
                  <a:pt x="3034" y="119"/>
                  <a:pt x="3045" y="136"/>
                </a:cubicBezTo>
                <a:cubicBezTo>
                  <a:pt x="3057" y="152"/>
                  <a:pt x="3066" y="170"/>
                  <a:pt x="3074" y="188"/>
                </a:cubicBezTo>
                <a:cubicBezTo>
                  <a:pt x="3081" y="207"/>
                  <a:pt x="3087" y="226"/>
                  <a:pt x="3091" y="245"/>
                </a:cubicBezTo>
                <a:cubicBezTo>
                  <a:pt x="3095" y="265"/>
                  <a:pt x="3097" y="285"/>
                  <a:pt x="3097" y="305"/>
                </a:cubicBezTo>
                <a:lnTo>
                  <a:pt x="3097" y="2184"/>
                </a:lnTo>
                <a:cubicBezTo>
                  <a:pt x="3097" y="2204"/>
                  <a:pt x="3095" y="2224"/>
                  <a:pt x="3091" y="2244"/>
                </a:cubicBezTo>
                <a:cubicBezTo>
                  <a:pt x="3087" y="2263"/>
                  <a:pt x="3081" y="2282"/>
                  <a:pt x="3074" y="2301"/>
                </a:cubicBezTo>
                <a:cubicBezTo>
                  <a:pt x="3066" y="2319"/>
                  <a:pt x="3057" y="2337"/>
                  <a:pt x="3045" y="2353"/>
                </a:cubicBezTo>
                <a:cubicBezTo>
                  <a:pt x="3034" y="2370"/>
                  <a:pt x="3022" y="2385"/>
                  <a:pt x="3008" y="2399"/>
                </a:cubicBezTo>
                <a:cubicBezTo>
                  <a:pt x="2994" y="2414"/>
                  <a:pt x="2978" y="2426"/>
                  <a:pt x="2962" y="2437"/>
                </a:cubicBezTo>
                <a:cubicBezTo>
                  <a:pt x="2945" y="2448"/>
                  <a:pt x="2927" y="2458"/>
                  <a:pt x="2909" y="2465"/>
                </a:cubicBezTo>
                <a:cubicBezTo>
                  <a:pt x="2890" y="2473"/>
                  <a:pt x="2871" y="2479"/>
                  <a:pt x="2852" y="2483"/>
                </a:cubicBezTo>
                <a:cubicBezTo>
                  <a:pt x="2832" y="2487"/>
                  <a:pt x="2812" y="2489"/>
                  <a:pt x="2792" y="2489"/>
                </a:cubicBezTo>
                <a:lnTo>
                  <a:pt x="304" y="2489"/>
                </a:lnTo>
                <a:cubicBezTo>
                  <a:pt x="284" y="2489"/>
                  <a:pt x="265" y="2487"/>
                  <a:pt x="245" y="2483"/>
                </a:cubicBezTo>
                <a:cubicBezTo>
                  <a:pt x="225" y="2479"/>
                  <a:pt x="206" y="2473"/>
                  <a:pt x="188" y="2465"/>
                </a:cubicBezTo>
                <a:cubicBezTo>
                  <a:pt x="170" y="2458"/>
                  <a:pt x="152" y="2448"/>
                  <a:pt x="135" y="2437"/>
                </a:cubicBezTo>
                <a:cubicBezTo>
                  <a:pt x="119" y="2426"/>
                  <a:pt x="103" y="2414"/>
                  <a:pt x="89" y="2399"/>
                </a:cubicBezTo>
                <a:cubicBezTo>
                  <a:pt x="75" y="2385"/>
                  <a:pt x="63" y="2370"/>
                  <a:pt x="51" y="2353"/>
                </a:cubicBezTo>
                <a:cubicBezTo>
                  <a:pt x="40" y="2337"/>
                  <a:pt x="31" y="2319"/>
                  <a:pt x="23" y="2301"/>
                </a:cubicBezTo>
                <a:cubicBezTo>
                  <a:pt x="16" y="2282"/>
                  <a:pt x="10" y="2263"/>
                  <a:pt x="6" y="2244"/>
                </a:cubicBezTo>
                <a:cubicBezTo>
                  <a:pt x="2" y="2224"/>
                  <a:pt x="0" y="2204"/>
                  <a:pt x="0" y="21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3" name=""/>
          <p:cNvSpPr/>
          <p:nvPr/>
        </p:nvSpPr>
        <p:spPr>
          <a:xfrm>
            <a:off x="6538680" y="3261960"/>
            <a:ext cx="1114920" cy="896040"/>
          </a:xfrm>
          <a:custGeom>
            <a:avLst/>
            <a:gdLst/>
            <a:ahLst/>
            <a:rect l="0" t="0" r="r" b="b"/>
            <a:pathLst>
              <a:path w="3097" h="2489">
                <a:moveTo>
                  <a:pt x="0" y="2184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10" y="226"/>
                  <a:pt x="16" y="207"/>
                  <a:pt x="23" y="188"/>
                </a:cubicBezTo>
                <a:cubicBezTo>
                  <a:pt x="31" y="170"/>
                  <a:pt x="40" y="152"/>
                  <a:pt x="51" y="136"/>
                </a:cubicBezTo>
                <a:cubicBezTo>
                  <a:pt x="63" y="119"/>
                  <a:pt x="75" y="104"/>
                  <a:pt x="89" y="90"/>
                </a:cubicBezTo>
                <a:cubicBezTo>
                  <a:pt x="103" y="75"/>
                  <a:pt x="119" y="63"/>
                  <a:pt x="135" y="52"/>
                </a:cubicBezTo>
                <a:cubicBezTo>
                  <a:pt x="152" y="41"/>
                  <a:pt x="170" y="31"/>
                  <a:pt x="188" y="24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5" y="2"/>
                  <a:pt x="284" y="0"/>
                  <a:pt x="304" y="0"/>
                </a:cubicBezTo>
                <a:lnTo>
                  <a:pt x="2792" y="0"/>
                </a:lnTo>
                <a:cubicBezTo>
                  <a:pt x="2812" y="0"/>
                  <a:pt x="2832" y="2"/>
                  <a:pt x="2852" y="6"/>
                </a:cubicBezTo>
                <a:cubicBezTo>
                  <a:pt x="2871" y="10"/>
                  <a:pt x="2890" y="16"/>
                  <a:pt x="2909" y="24"/>
                </a:cubicBezTo>
                <a:cubicBezTo>
                  <a:pt x="2927" y="31"/>
                  <a:pt x="2945" y="41"/>
                  <a:pt x="2962" y="52"/>
                </a:cubicBezTo>
                <a:cubicBezTo>
                  <a:pt x="2978" y="63"/>
                  <a:pt x="2994" y="75"/>
                  <a:pt x="3008" y="90"/>
                </a:cubicBezTo>
                <a:cubicBezTo>
                  <a:pt x="3022" y="104"/>
                  <a:pt x="3034" y="119"/>
                  <a:pt x="3045" y="136"/>
                </a:cubicBezTo>
                <a:cubicBezTo>
                  <a:pt x="3057" y="152"/>
                  <a:pt x="3066" y="170"/>
                  <a:pt x="3074" y="188"/>
                </a:cubicBezTo>
                <a:cubicBezTo>
                  <a:pt x="3081" y="207"/>
                  <a:pt x="3087" y="226"/>
                  <a:pt x="3091" y="245"/>
                </a:cubicBezTo>
                <a:cubicBezTo>
                  <a:pt x="3095" y="265"/>
                  <a:pt x="3097" y="285"/>
                  <a:pt x="3097" y="305"/>
                </a:cubicBezTo>
                <a:lnTo>
                  <a:pt x="3097" y="2184"/>
                </a:lnTo>
                <a:cubicBezTo>
                  <a:pt x="3097" y="2204"/>
                  <a:pt x="3095" y="2224"/>
                  <a:pt x="3091" y="2244"/>
                </a:cubicBezTo>
                <a:cubicBezTo>
                  <a:pt x="3087" y="2263"/>
                  <a:pt x="3081" y="2282"/>
                  <a:pt x="3074" y="2301"/>
                </a:cubicBezTo>
                <a:cubicBezTo>
                  <a:pt x="3066" y="2319"/>
                  <a:pt x="3057" y="2337"/>
                  <a:pt x="3045" y="2353"/>
                </a:cubicBezTo>
                <a:cubicBezTo>
                  <a:pt x="3034" y="2370"/>
                  <a:pt x="3022" y="2385"/>
                  <a:pt x="3008" y="2399"/>
                </a:cubicBezTo>
                <a:cubicBezTo>
                  <a:pt x="2994" y="2414"/>
                  <a:pt x="2978" y="2426"/>
                  <a:pt x="2962" y="2437"/>
                </a:cubicBezTo>
                <a:cubicBezTo>
                  <a:pt x="2945" y="2448"/>
                  <a:pt x="2927" y="2458"/>
                  <a:pt x="2909" y="2465"/>
                </a:cubicBezTo>
                <a:cubicBezTo>
                  <a:pt x="2890" y="2473"/>
                  <a:pt x="2871" y="2479"/>
                  <a:pt x="2852" y="2483"/>
                </a:cubicBezTo>
                <a:cubicBezTo>
                  <a:pt x="2832" y="2487"/>
                  <a:pt x="2812" y="2489"/>
                  <a:pt x="2792" y="2489"/>
                </a:cubicBezTo>
                <a:lnTo>
                  <a:pt x="304" y="2489"/>
                </a:lnTo>
                <a:cubicBezTo>
                  <a:pt x="284" y="2489"/>
                  <a:pt x="265" y="2487"/>
                  <a:pt x="245" y="2483"/>
                </a:cubicBezTo>
                <a:cubicBezTo>
                  <a:pt x="225" y="2479"/>
                  <a:pt x="206" y="2473"/>
                  <a:pt x="188" y="2465"/>
                </a:cubicBezTo>
                <a:cubicBezTo>
                  <a:pt x="170" y="2458"/>
                  <a:pt x="152" y="2448"/>
                  <a:pt x="135" y="2437"/>
                </a:cubicBezTo>
                <a:cubicBezTo>
                  <a:pt x="119" y="2426"/>
                  <a:pt x="103" y="2414"/>
                  <a:pt x="89" y="2399"/>
                </a:cubicBezTo>
                <a:cubicBezTo>
                  <a:pt x="75" y="2385"/>
                  <a:pt x="63" y="2370"/>
                  <a:pt x="51" y="2353"/>
                </a:cubicBezTo>
                <a:cubicBezTo>
                  <a:pt x="40" y="2337"/>
                  <a:pt x="31" y="2319"/>
                  <a:pt x="23" y="2301"/>
                </a:cubicBezTo>
                <a:cubicBezTo>
                  <a:pt x="16" y="2282"/>
                  <a:pt x="10" y="2263"/>
                  <a:pt x="6" y="2244"/>
                </a:cubicBezTo>
                <a:cubicBezTo>
                  <a:pt x="2" y="2224"/>
                  <a:pt x="0" y="2204"/>
                  <a:pt x="0" y="2184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4" name=""/>
          <p:cNvSpPr/>
          <p:nvPr/>
        </p:nvSpPr>
        <p:spPr>
          <a:xfrm>
            <a:off x="6937920" y="3385080"/>
            <a:ext cx="320400" cy="320400"/>
          </a:xfrm>
          <a:custGeom>
            <a:avLst/>
            <a:gdLst/>
            <a:ahLst/>
            <a:rect l="0" t="0" r="r" b="b"/>
            <a:pathLst>
              <a:path w="890" h="890">
                <a:moveTo>
                  <a:pt x="63" y="0"/>
                </a:moveTo>
                <a:lnTo>
                  <a:pt x="0" y="0"/>
                </a:lnTo>
                <a:lnTo>
                  <a:pt x="0" y="826"/>
                </a:lnTo>
                <a:cubicBezTo>
                  <a:pt x="0" y="834"/>
                  <a:pt x="1" y="843"/>
                  <a:pt x="5" y="850"/>
                </a:cubicBezTo>
                <a:cubicBezTo>
                  <a:pt x="8" y="858"/>
                  <a:pt x="12" y="865"/>
                  <a:pt x="18" y="871"/>
                </a:cubicBezTo>
                <a:cubicBezTo>
                  <a:pt x="24" y="877"/>
                  <a:pt x="31" y="882"/>
                  <a:pt x="39" y="885"/>
                </a:cubicBezTo>
                <a:cubicBezTo>
                  <a:pt x="47" y="888"/>
                  <a:pt x="55" y="890"/>
                  <a:pt x="63" y="890"/>
                </a:cubicBezTo>
                <a:lnTo>
                  <a:pt x="890" y="890"/>
                </a:lnTo>
                <a:lnTo>
                  <a:pt x="890" y="826"/>
                </a:lnTo>
                <a:lnTo>
                  <a:pt x="63" y="826"/>
                </a:lnTo>
                <a:lnTo>
                  <a:pt x="63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5" name=""/>
          <p:cNvSpPr/>
          <p:nvPr/>
        </p:nvSpPr>
        <p:spPr>
          <a:xfrm>
            <a:off x="6983640" y="3465000"/>
            <a:ext cx="274680" cy="160200"/>
          </a:xfrm>
          <a:custGeom>
            <a:avLst/>
            <a:gdLst/>
            <a:ahLst/>
            <a:rect l="0" t="0" r="r" b="b"/>
            <a:pathLst>
              <a:path w="763" h="445">
                <a:moveTo>
                  <a:pt x="763" y="0"/>
                </a:moveTo>
                <a:lnTo>
                  <a:pt x="540" y="0"/>
                </a:lnTo>
                <a:lnTo>
                  <a:pt x="540" y="63"/>
                </a:lnTo>
                <a:lnTo>
                  <a:pt x="654" y="63"/>
                </a:lnTo>
                <a:lnTo>
                  <a:pt x="413" y="304"/>
                </a:lnTo>
                <a:lnTo>
                  <a:pt x="277" y="168"/>
                </a:lnTo>
                <a:cubicBezTo>
                  <a:pt x="271" y="162"/>
                  <a:pt x="263" y="158"/>
                  <a:pt x="255" y="158"/>
                </a:cubicBezTo>
                <a:cubicBezTo>
                  <a:pt x="246" y="158"/>
                  <a:pt x="238" y="162"/>
                  <a:pt x="232" y="168"/>
                </a:cubicBezTo>
                <a:lnTo>
                  <a:pt x="0" y="401"/>
                </a:lnTo>
                <a:lnTo>
                  <a:pt x="45" y="445"/>
                </a:lnTo>
                <a:lnTo>
                  <a:pt x="255" y="235"/>
                </a:lnTo>
                <a:lnTo>
                  <a:pt x="391" y="373"/>
                </a:lnTo>
                <a:cubicBezTo>
                  <a:pt x="397" y="379"/>
                  <a:pt x="405" y="382"/>
                  <a:pt x="413" y="382"/>
                </a:cubicBezTo>
                <a:cubicBezTo>
                  <a:pt x="422" y="382"/>
                  <a:pt x="430" y="379"/>
                  <a:pt x="436" y="373"/>
                </a:cubicBezTo>
                <a:lnTo>
                  <a:pt x="699" y="108"/>
                </a:lnTo>
                <a:lnTo>
                  <a:pt x="699" y="222"/>
                </a:lnTo>
                <a:lnTo>
                  <a:pt x="763" y="222"/>
                </a:lnTo>
                <a:lnTo>
                  <a:pt x="763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5478480" y="3776040"/>
            <a:ext cx="9579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Communicatie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6846840" y="3776040"/>
            <a:ext cx="59364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Business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8" name=""/>
          <p:cNvSpPr/>
          <p:nvPr/>
        </p:nvSpPr>
        <p:spPr>
          <a:xfrm>
            <a:off x="7758000" y="3261960"/>
            <a:ext cx="1114560" cy="896040"/>
          </a:xfrm>
          <a:custGeom>
            <a:avLst/>
            <a:gdLst/>
            <a:ahLst/>
            <a:rect l="0" t="0" r="r" b="b"/>
            <a:pathLst>
              <a:path w="3096" h="2489">
                <a:moveTo>
                  <a:pt x="0" y="2184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10" y="226"/>
                  <a:pt x="15" y="207"/>
                  <a:pt x="23" y="188"/>
                </a:cubicBezTo>
                <a:cubicBezTo>
                  <a:pt x="31" y="170"/>
                  <a:pt x="40" y="152"/>
                  <a:pt x="51" y="136"/>
                </a:cubicBezTo>
                <a:cubicBezTo>
                  <a:pt x="62" y="119"/>
                  <a:pt x="75" y="104"/>
                  <a:pt x="89" y="90"/>
                </a:cubicBezTo>
                <a:cubicBezTo>
                  <a:pt x="103" y="75"/>
                  <a:pt x="118" y="63"/>
                  <a:pt x="135" y="52"/>
                </a:cubicBezTo>
                <a:cubicBezTo>
                  <a:pt x="152" y="41"/>
                  <a:pt x="169" y="31"/>
                  <a:pt x="188" y="24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2792" y="0"/>
                </a:lnTo>
                <a:cubicBezTo>
                  <a:pt x="2812" y="0"/>
                  <a:pt x="2832" y="2"/>
                  <a:pt x="2852" y="6"/>
                </a:cubicBezTo>
                <a:cubicBezTo>
                  <a:pt x="2871" y="10"/>
                  <a:pt x="2890" y="16"/>
                  <a:pt x="2909" y="24"/>
                </a:cubicBezTo>
                <a:cubicBezTo>
                  <a:pt x="2927" y="31"/>
                  <a:pt x="2945" y="41"/>
                  <a:pt x="2961" y="52"/>
                </a:cubicBezTo>
                <a:cubicBezTo>
                  <a:pt x="2978" y="63"/>
                  <a:pt x="2993" y="75"/>
                  <a:pt x="3007" y="90"/>
                </a:cubicBezTo>
                <a:cubicBezTo>
                  <a:pt x="3021" y="104"/>
                  <a:pt x="3034" y="119"/>
                  <a:pt x="3045" y="136"/>
                </a:cubicBezTo>
                <a:cubicBezTo>
                  <a:pt x="3056" y="152"/>
                  <a:pt x="3066" y="170"/>
                  <a:pt x="3073" y="188"/>
                </a:cubicBezTo>
                <a:cubicBezTo>
                  <a:pt x="3081" y="207"/>
                  <a:pt x="3087" y="226"/>
                  <a:pt x="3091" y="245"/>
                </a:cubicBezTo>
                <a:cubicBezTo>
                  <a:pt x="3094" y="265"/>
                  <a:pt x="3096" y="285"/>
                  <a:pt x="3096" y="305"/>
                </a:cubicBezTo>
                <a:lnTo>
                  <a:pt x="3096" y="2184"/>
                </a:lnTo>
                <a:cubicBezTo>
                  <a:pt x="3096" y="2204"/>
                  <a:pt x="3094" y="2224"/>
                  <a:pt x="3091" y="2244"/>
                </a:cubicBezTo>
                <a:cubicBezTo>
                  <a:pt x="3087" y="2263"/>
                  <a:pt x="3081" y="2282"/>
                  <a:pt x="3073" y="2301"/>
                </a:cubicBezTo>
                <a:cubicBezTo>
                  <a:pt x="3066" y="2319"/>
                  <a:pt x="3056" y="2337"/>
                  <a:pt x="3045" y="2353"/>
                </a:cubicBezTo>
                <a:cubicBezTo>
                  <a:pt x="3034" y="2370"/>
                  <a:pt x="3021" y="2385"/>
                  <a:pt x="3007" y="2399"/>
                </a:cubicBezTo>
                <a:cubicBezTo>
                  <a:pt x="2993" y="2414"/>
                  <a:pt x="2978" y="2426"/>
                  <a:pt x="2961" y="2437"/>
                </a:cubicBezTo>
                <a:cubicBezTo>
                  <a:pt x="2945" y="2448"/>
                  <a:pt x="2927" y="2458"/>
                  <a:pt x="2909" y="2465"/>
                </a:cubicBezTo>
                <a:cubicBezTo>
                  <a:pt x="2890" y="2473"/>
                  <a:pt x="2871" y="2479"/>
                  <a:pt x="2852" y="2483"/>
                </a:cubicBezTo>
                <a:cubicBezTo>
                  <a:pt x="2832" y="2487"/>
                  <a:pt x="2812" y="2489"/>
                  <a:pt x="2792" y="2489"/>
                </a:cubicBezTo>
                <a:lnTo>
                  <a:pt x="304" y="2489"/>
                </a:lnTo>
                <a:cubicBezTo>
                  <a:pt x="284" y="2489"/>
                  <a:pt x="264" y="2487"/>
                  <a:pt x="245" y="2483"/>
                </a:cubicBezTo>
                <a:cubicBezTo>
                  <a:pt x="225" y="2479"/>
                  <a:pt x="206" y="2473"/>
                  <a:pt x="188" y="2465"/>
                </a:cubicBezTo>
                <a:cubicBezTo>
                  <a:pt x="169" y="2458"/>
                  <a:pt x="152" y="2448"/>
                  <a:pt x="135" y="2437"/>
                </a:cubicBezTo>
                <a:cubicBezTo>
                  <a:pt x="118" y="2426"/>
                  <a:pt x="103" y="2414"/>
                  <a:pt x="89" y="2399"/>
                </a:cubicBezTo>
                <a:cubicBezTo>
                  <a:pt x="75" y="2385"/>
                  <a:pt x="62" y="2370"/>
                  <a:pt x="51" y="2353"/>
                </a:cubicBezTo>
                <a:cubicBezTo>
                  <a:pt x="40" y="2337"/>
                  <a:pt x="31" y="2319"/>
                  <a:pt x="23" y="2301"/>
                </a:cubicBezTo>
                <a:cubicBezTo>
                  <a:pt x="15" y="2282"/>
                  <a:pt x="10" y="2263"/>
                  <a:pt x="6" y="2244"/>
                </a:cubicBezTo>
                <a:cubicBezTo>
                  <a:pt x="2" y="2224"/>
                  <a:pt x="0" y="2204"/>
                  <a:pt x="0" y="21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9" name=""/>
          <p:cNvSpPr/>
          <p:nvPr/>
        </p:nvSpPr>
        <p:spPr>
          <a:xfrm>
            <a:off x="7758000" y="3261960"/>
            <a:ext cx="1114560" cy="896040"/>
          </a:xfrm>
          <a:custGeom>
            <a:avLst/>
            <a:gdLst/>
            <a:ahLst/>
            <a:rect l="0" t="0" r="r" b="b"/>
            <a:pathLst>
              <a:path w="3096" h="2489">
                <a:moveTo>
                  <a:pt x="0" y="2184"/>
                </a:moveTo>
                <a:lnTo>
                  <a:pt x="0" y="305"/>
                </a:lnTo>
                <a:cubicBezTo>
                  <a:pt x="0" y="285"/>
                  <a:pt x="2" y="265"/>
                  <a:pt x="6" y="245"/>
                </a:cubicBezTo>
                <a:cubicBezTo>
                  <a:pt x="10" y="226"/>
                  <a:pt x="15" y="207"/>
                  <a:pt x="23" y="188"/>
                </a:cubicBezTo>
                <a:cubicBezTo>
                  <a:pt x="31" y="170"/>
                  <a:pt x="40" y="152"/>
                  <a:pt x="51" y="136"/>
                </a:cubicBezTo>
                <a:cubicBezTo>
                  <a:pt x="62" y="119"/>
                  <a:pt x="75" y="104"/>
                  <a:pt x="89" y="90"/>
                </a:cubicBezTo>
                <a:cubicBezTo>
                  <a:pt x="103" y="75"/>
                  <a:pt x="118" y="63"/>
                  <a:pt x="135" y="52"/>
                </a:cubicBezTo>
                <a:cubicBezTo>
                  <a:pt x="152" y="41"/>
                  <a:pt x="169" y="31"/>
                  <a:pt x="188" y="24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2792" y="0"/>
                </a:lnTo>
                <a:cubicBezTo>
                  <a:pt x="2812" y="0"/>
                  <a:pt x="2832" y="2"/>
                  <a:pt x="2852" y="6"/>
                </a:cubicBezTo>
                <a:cubicBezTo>
                  <a:pt x="2871" y="10"/>
                  <a:pt x="2890" y="16"/>
                  <a:pt x="2909" y="24"/>
                </a:cubicBezTo>
                <a:cubicBezTo>
                  <a:pt x="2927" y="31"/>
                  <a:pt x="2945" y="41"/>
                  <a:pt x="2961" y="52"/>
                </a:cubicBezTo>
                <a:cubicBezTo>
                  <a:pt x="2978" y="63"/>
                  <a:pt x="2993" y="75"/>
                  <a:pt x="3007" y="90"/>
                </a:cubicBezTo>
                <a:cubicBezTo>
                  <a:pt x="3021" y="104"/>
                  <a:pt x="3034" y="119"/>
                  <a:pt x="3045" y="136"/>
                </a:cubicBezTo>
                <a:cubicBezTo>
                  <a:pt x="3056" y="152"/>
                  <a:pt x="3066" y="170"/>
                  <a:pt x="3073" y="188"/>
                </a:cubicBezTo>
                <a:cubicBezTo>
                  <a:pt x="3081" y="207"/>
                  <a:pt x="3087" y="226"/>
                  <a:pt x="3091" y="245"/>
                </a:cubicBezTo>
                <a:cubicBezTo>
                  <a:pt x="3094" y="265"/>
                  <a:pt x="3096" y="285"/>
                  <a:pt x="3096" y="305"/>
                </a:cubicBezTo>
                <a:lnTo>
                  <a:pt x="3096" y="2184"/>
                </a:lnTo>
                <a:cubicBezTo>
                  <a:pt x="3096" y="2204"/>
                  <a:pt x="3094" y="2224"/>
                  <a:pt x="3091" y="2244"/>
                </a:cubicBezTo>
                <a:cubicBezTo>
                  <a:pt x="3087" y="2263"/>
                  <a:pt x="3081" y="2282"/>
                  <a:pt x="3073" y="2301"/>
                </a:cubicBezTo>
                <a:cubicBezTo>
                  <a:pt x="3066" y="2319"/>
                  <a:pt x="3056" y="2337"/>
                  <a:pt x="3045" y="2353"/>
                </a:cubicBezTo>
                <a:cubicBezTo>
                  <a:pt x="3034" y="2370"/>
                  <a:pt x="3021" y="2385"/>
                  <a:pt x="3007" y="2399"/>
                </a:cubicBezTo>
                <a:cubicBezTo>
                  <a:pt x="2993" y="2414"/>
                  <a:pt x="2978" y="2426"/>
                  <a:pt x="2961" y="2437"/>
                </a:cubicBezTo>
                <a:cubicBezTo>
                  <a:pt x="2945" y="2448"/>
                  <a:pt x="2927" y="2458"/>
                  <a:pt x="2909" y="2465"/>
                </a:cubicBezTo>
                <a:cubicBezTo>
                  <a:pt x="2890" y="2473"/>
                  <a:pt x="2871" y="2479"/>
                  <a:pt x="2852" y="2483"/>
                </a:cubicBezTo>
                <a:cubicBezTo>
                  <a:pt x="2832" y="2487"/>
                  <a:pt x="2812" y="2489"/>
                  <a:pt x="2792" y="2489"/>
                </a:cubicBezTo>
                <a:lnTo>
                  <a:pt x="304" y="2489"/>
                </a:lnTo>
                <a:cubicBezTo>
                  <a:pt x="284" y="2489"/>
                  <a:pt x="264" y="2487"/>
                  <a:pt x="245" y="2483"/>
                </a:cubicBezTo>
                <a:cubicBezTo>
                  <a:pt x="225" y="2479"/>
                  <a:pt x="206" y="2473"/>
                  <a:pt x="188" y="2465"/>
                </a:cubicBezTo>
                <a:cubicBezTo>
                  <a:pt x="169" y="2458"/>
                  <a:pt x="152" y="2448"/>
                  <a:pt x="135" y="2437"/>
                </a:cubicBezTo>
                <a:cubicBezTo>
                  <a:pt x="118" y="2426"/>
                  <a:pt x="103" y="2414"/>
                  <a:pt x="89" y="2399"/>
                </a:cubicBezTo>
                <a:cubicBezTo>
                  <a:pt x="75" y="2385"/>
                  <a:pt x="62" y="2370"/>
                  <a:pt x="51" y="2353"/>
                </a:cubicBezTo>
                <a:cubicBezTo>
                  <a:pt x="40" y="2337"/>
                  <a:pt x="31" y="2319"/>
                  <a:pt x="23" y="2301"/>
                </a:cubicBezTo>
                <a:cubicBezTo>
                  <a:pt x="15" y="2282"/>
                  <a:pt x="10" y="2263"/>
                  <a:pt x="6" y="2244"/>
                </a:cubicBezTo>
                <a:cubicBezTo>
                  <a:pt x="2" y="2224"/>
                  <a:pt x="0" y="2204"/>
                  <a:pt x="0" y="2184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0" name=""/>
          <p:cNvSpPr/>
          <p:nvPr/>
        </p:nvSpPr>
        <p:spPr>
          <a:xfrm>
            <a:off x="8156880" y="3385080"/>
            <a:ext cx="320400" cy="320400"/>
          </a:xfrm>
          <a:custGeom>
            <a:avLst/>
            <a:gdLst/>
            <a:ahLst/>
            <a:rect l="0" t="0" r="r" b="b"/>
            <a:pathLst>
              <a:path w="890" h="890">
                <a:moveTo>
                  <a:pt x="794" y="539"/>
                </a:moveTo>
                <a:cubicBezTo>
                  <a:pt x="846" y="539"/>
                  <a:pt x="890" y="497"/>
                  <a:pt x="890" y="444"/>
                </a:cubicBezTo>
                <a:cubicBezTo>
                  <a:pt x="890" y="392"/>
                  <a:pt x="846" y="349"/>
                  <a:pt x="794" y="349"/>
                </a:cubicBezTo>
                <a:cubicBezTo>
                  <a:pt x="774" y="349"/>
                  <a:pt x="756" y="355"/>
                  <a:pt x="739" y="366"/>
                </a:cubicBezTo>
                <a:cubicBezTo>
                  <a:pt x="723" y="378"/>
                  <a:pt x="711" y="393"/>
                  <a:pt x="705" y="412"/>
                </a:cubicBezTo>
                <a:lnTo>
                  <a:pt x="521" y="412"/>
                </a:lnTo>
                <a:lnTo>
                  <a:pt x="753" y="181"/>
                </a:lnTo>
                <a:cubicBezTo>
                  <a:pt x="766" y="187"/>
                  <a:pt x="779" y="190"/>
                  <a:pt x="794" y="190"/>
                </a:cubicBezTo>
                <a:cubicBezTo>
                  <a:pt x="846" y="190"/>
                  <a:pt x="890" y="148"/>
                  <a:pt x="890" y="95"/>
                </a:cubicBezTo>
                <a:cubicBezTo>
                  <a:pt x="890" y="43"/>
                  <a:pt x="846" y="0"/>
                  <a:pt x="794" y="0"/>
                </a:cubicBezTo>
                <a:cubicBezTo>
                  <a:pt x="741" y="0"/>
                  <a:pt x="699" y="43"/>
                  <a:pt x="699" y="95"/>
                </a:cubicBezTo>
                <a:cubicBezTo>
                  <a:pt x="699" y="110"/>
                  <a:pt x="702" y="123"/>
                  <a:pt x="708" y="136"/>
                </a:cubicBezTo>
                <a:lnTo>
                  <a:pt x="445" y="399"/>
                </a:lnTo>
                <a:lnTo>
                  <a:pt x="445" y="190"/>
                </a:lnTo>
                <a:cubicBezTo>
                  <a:pt x="445" y="155"/>
                  <a:pt x="473" y="127"/>
                  <a:pt x="508" y="127"/>
                </a:cubicBezTo>
                <a:lnTo>
                  <a:pt x="572" y="127"/>
                </a:lnTo>
                <a:lnTo>
                  <a:pt x="572" y="63"/>
                </a:lnTo>
                <a:lnTo>
                  <a:pt x="508" y="63"/>
                </a:lnTo>
                <a:cubicBezTo>
                  <a:pt x="470" y="63"/>
                  <a:pt x="436" y="80"/>
                  <a:pt x="413" y="107"/>
                </a:cubicBezTo>
                <a:cubicBezTo>
                  <a:pt x="401" y="93"/>
                  <a:pt x="387" y="83"/>
                  <a:pt x="370" y="75"/>
                </a:cubicBezTo>
                <a:cubicBezTo>
                  <a:pt x="354" y="67"/>
                  <a:pt x="336" y="63"/>
                  <a:pt x="318" y="63"/>
                </a:cubicBezTo>
                <a:lnTo>
                  <a:pt x="286" y="63"/>
                </a:lnTo>
                <a:cubicBezTo>
                  <a:pt x="129" y="63"/>
                  <a:pt x="0" y="191"/>
                  <a:pt x="0" y="349"/>
                </a:cubicBezTo>
                <a:lnTo>
                  <a:pt x="0" y="539"/>
                </a:lnTo>
                <a:cubicBezTo>
                  <a:pt x="0" y="697"/>
                  <a:pt x="129" y="826"/>
                  <a:pt x="286" y="826"/>
                </a:cubicBezTo>
                <a:lnTo>
                  <a:pt x="318" y="826"/>
                </a:lnTo>
                <a:cubicBezTo>
                  <a:pt x="356" y="826"/>
                  <a:pt x="390" y="808"/>
                  <a:pt x="413" y="781"/>
                </a:cubicBezTo>
                <a:cubicBezTo>
                  <a:pt x="436" y="808"/>
                  <a:pt x="470" y="826"/>
                  <a:pt x="508" y="826"/>
                </a:cubicBezTo>
                <a:lnTo>
                  <a:pt x="572" y="826"/>
                </a:lnTo>
                <a:lnTo>
                  <a:pt x="572" y="762"/>
                </a:lnTo>
                <a:lnTo>
                  <a:pt x="508" y="762"/>
                </a:lnTo>
                <a:cubicBezTo>
                  <a:pt x="473" y="762"/>
                  <a:pt x="445" y="733"/>
                  <a:pt x="445" y="698"/>
                </a:cubicBezTo>
                <a:lnTo>
                  <a:pt x="445" y="489"/>
                </a:lnTo>
                <a:lnTo>
                  <a:pt x="708" y="753"/>
                </a:lnTo>
                <a:cubicBezTo>
                  <a:pt x="702" y="765"/>
                  <a:pt x="699" y="779"/>
                  <a:pt x="699" y="793"/>
                </a:cubicBezTo>
                <a:cubicBezTo>
                  <a:pt x="699" y="847"/>
                  <a:pt x="741" y="890"/>
                  <a:pt x="794" y="890"/>
                </a:cubicBezTo>
                <a:cubicBezTo>
                  <a:pt x="846" y="890"/>
                  <a:pt x="890" y="847"/>
                  <a:pt x="890" y="793"/>
                </a:cubicBezTo>
                <a:cubicBezTo>
                  <a:pt x="890" y="741"/>
                  <a:pt x="846" y="698"/>
                  <a:pt x="794" y="698"/>
                </a:cubicBezTo>
                <a:cubicBezTo>
                  <a:pt x="780" y="698"/>
                  <a:pt x="766" y="701"/>
                  <a:pt x="753" y="708"/>
                </a:cubicBezTo>
                <a:lnTo>
                  <a:pt x="521" y="476"/>
                </a:lnTo>
                <a:lnTo>
                  <a:pt x="705" y="476"/>
                </a:lnTo>
                <a:cubicBezTo>
                  <a:pt x="711" y="495"/>
                  <a:pt x="723" y="510"/>
                  <a:pt x="739" y="522"/>
                </a:cubicBezTo>
                <a:cubicBezTo>
                  <a:pt x="756" y="533"/>
                  <a:pt x="774" y="539"/>
                  <a:pt x="794" y="539"/>
                </a:cubicBezTo>
                <a:moveTo>
                  <a:pt x="794" y="412"/>
                </a:moveTo>
                <a:cubicBezTo>
                  <a:pt x="803" y="412"/>
                  <a:pt x="810" y="416"/>
                  <a:pt x="816" y="422"/>
                </a:cubicBezTo>
                <a:cubicBezTo>
                  <a:pt x="823" y="428"/>
                  <a:pt x="826" y="435"/>
                  <a:pt x="826" y="444"/>
                </a:cubicBezTo>
                <a:cubicBezTo>
                  <a:pt x="826" y="453"/>
                  <a:pt x="823" y="460"/>
                  <a:pt x="816" y="467"/>
                </a:cubicBezTo>
                <a:cubicBezTo>
                  <a:pt x="810" y="473"/>
                  <a:pt x="803" y="476"/>
                  <a:pt x="794" y="476"/>
                </a:cubicBezTo>
                <a:cubicBezTo>
                  <a:pt x="785" y="476"/>
                  <a:pt x="778" y="473"/>
                  <a:pt x="772" y="467"/>
                </a:cubicBezTo>
                <a:cubicBezTo>
                  <a:pt x="765" y="460"/>
                  <a:pt x="762" y="453"/>
                  <a:pt x="762" y="444"/>
                </a:cubicBezTo>
                <a:cubicBezTo>
                  <a:pt x="762" y="435"/>
                  <a:pt x="765" y="428"/>
                  <a:pt x="772" y="422"/>
                </a:cubicBezTo>
                <a:cubicBezTo>
                  <a:pt x="778" y="416"/>
                  <a:pt x="785" y="412"/>
                  <a:pt x="794" y="412"/>
                </a:cubicBezTo>
                <a:moveTo>
                  <a:pt x="794" y="63"/>
                </a:moveTo>
                <a:cubicBezTo>
                  <a:pt x="802" y="64"/>
                  <a:pt x="810" y="67"/>
                  <a:pt x="816" y="73"/>
                </a:cubicBezTo>
                <a:cubicBezTo>
                  <a:pt x="821" y="79"/>
                  <a:pt x="824" y="87"/>
                  <a:pt x="824" y="95"/>
                </a:cubicBezTo>
                <a:cubicBezTo>
                  <a:pt x="824" y="104"/>
                  <a:pt x="821" y="111"/>
                  <a:pt x="816" y="117"/>
                </a:cubicBezTo>
                <a:cubicBezTo>
                  <a:pt x="810" y="123"/>
                  <a:pt x="802" y="126"/>
                  <a:pt x="794" y="127"/>
                </a:cubicBezTo>
                <a:cubicBezTo>
                  <a:pt x="785" y="127"/>
                  <a:pt x="778" y="124"/>
                  <a:pt x="772" y="117"/>
                </a:cubicBezTo>
                <a:cubicBezTo>
                  <a:pt x="765" y="111"/>
                  <a:pt x="762" y="104"/>
                  <a:pt x="762" y="95"/>
                </a:cubicBezTo>
                <a:cubicBezTo>
                  <a:pt x="762" y="86"/>
                  <a:pt x="765" y="79"/>
                  <a:pt x="772" y="73"/>
                </a:cubicBezTo>
                <a:cubicBezTo>
                  <a:pt x="778" y="66"/>
                  <a:pt x="785" y="63"/>
                  <a:pt x="794" y="63"/>
                </a:cubicBezTo>
                <a:moveTo>
                  <a:pt x="381" y="317"/>
                </a:moveTo>
                <a:lnTo>
                  <a:pt x="318" y="317"/>
                </a:lnTo>
                <a:lnTo>
                  <a:pt x="318" y="381"/>
                </a:lnTo>
                <a:lnTo>
                  <a:pt x="381" y="381"/>
                </a:lnTo>
                <a:lnTo>
                  <a:pt x="381" y="508"/>
                </a:lnTo>
                <a:lnTo>
                  <a:pt x="318" y="508"/>
                </a:lnTo>
                <a:cubicBezTo>
                  <a:pt x="265" y="508"/>
                  <a:pt x="223" y="550"/>
                  <a:pt x="223" y="603"/>
                </a:cubicBezTo>
                <a:lnTo>
                  <a:pt x="223" y="666"/>
                </a:lnTo>
                <a:lnTo>
                  <a:pt x="286" y="666"/>
                </a:lnTo>
                <a:lnTo>
                  <a:pt x="286" y="603"/>
                </a:lnTo>
                <a:cubicBezTo>
                  <a:pt x="286" y="594"/>
                  <a:pt x="289" y="587"/>
                  <a:pt x="295" y="580"/>
                </a:cubicBezTo>
                <a:cubicBezTo>
                  <a:pt x="302" y="574"/>
                  <a:pt x="309" y="571"/>
                  <a:pt x="318" y="571"/>
                </a:cubicBezTo>
                <a:lnTo>
                  <a:pt x="381" y="571"/>
                </a:lnTo>
                <a:lnTo>
                  <a:pt x="381" y="698"/>
                </a:lnTo>
                <a:cubicBezTo>
                  <a:pt x="381" y="733"/>
                  <a:pt x="353" y="762"/>
                  <a:pt x="318" y="762"/>
                </a:cubicBezTo>
                <a:lnTo>
                  <a:pt x="286" y="762"/>
                </a:lnTo>
                <a:cubicBezTo>
                  <a:pt x="174" y="762"/>
                  <a:pt x="82" y="679"/>
                  <a:pt x="66" y="571"/>
                </a:cubicBezTo>
                <a:lnTo>
                  <a:pt x="127" y="571"/>
                </a:lnTo>
                <a:lnTo>
                  <a:pt x="127" y="508"/>
                </a:lnTo>
                <a:lnTo>
                  <a:pt x="64" y="508"/>
                </a:lnTo>
                <a:lnTo>
                  <a:pt x="64" y="381"/>
                </a:lnTo>
                <a:lnTo>
                  <a:pt x="159" y="381"/>
                </a:lnTo>
                <a:cubicBezTo>
                  <a:pt x="212" y="381"/>
                  <a:pt x="254" y="338"/>
                  <a:pt x="254" y="285"/>
                </a:cubicBezTo>
                <a:lnTo>
                  <a:pt x="254" y="222"/>
                </a:lnTo>
                <a:lnTo>
                  <a:pt x="191" y="222"/>
                </a:lnTo>
                <a:lnTo>
                  <a:pt x="191" y="285"/>
                </a:lnTo>
                <a:cubicBezTo>
                  <a:pt x="191" y="294"/>
                  <a:pt x="188" y="302"/>
                  <a:pt x="182" y="308"/>
                </a:cubicBezTo>
                <a:cubicBezTo>
                  <a:pt x="175" y="314"/>
                  <a:pt x="168" y="317"/>
                  <a:pt x="159" y="317"/>
                </a:cubicBezTo>
                <a:lnTo>
                  <a:pt x="66" y="317"/>
                </a:lnTo>
                <a:cubicBezTo>
                  <a:pt x="82" y="210"/>
                  <a:pt x="174" y="127"/>
                  <a:pt x="286" y="127"/>
                </a:cubicBezTo>
                <a:lnTo>
                  <a:pt x="318" y="127"/>
                </a:lnTo>
                <a:cubicBezTo>
                  <a:pt x="353" y="127"/>
                  <a:pt x="381" y="155"/>
                  <a:pt x="381" y="190"/>
                </a:cubicBezTo>
                <a:lnTo>
                  <a:pt x="381" y="317"/>
                </a:lnTo>
                <a:moveTo>
                  <a:pt x="826" y="793"/>
                </a:moveTo>
                <a:cubicBezTo>
                  <a:pt x="825" y="802"/>
                  <a:pt x="822" y="810"/>
                  <a:pt x="816" y="816"/>
                </a:cubicBezTo>
                <a:cubicBezTo>
                  <a:pt x="810" y="822"/>
                  <a:pt x="802" y="825"/>
                  <a:pt x="794" y="825"/>
                </a:cubicBezTo>
                <a:cubicBezTo>
                  <a:pt x="785" y="825"/>
                  <a:pt x="778" y="822"/>
                  <a:pt x="772" y="816"/>
                </a:cubicBezTo>
                <a:cubicBezTo>
                  <a:pt x="766" y="810"/>
                  <a:pt x="763" y="802"/>
                  <a:pt x="762" y="793"/>
                </a:cubicBezTo>
                <a:cubicBezTo>
                  <a:pt x="762" y="776"/>
                  <a:pt x="776" y="762"/>
                  <a:pt x="794" y="762"/>
                </a:cubicBezTo>
                <a:cubicBezTo>
                  <a:pt x="811" y="762"/>
                  <a:pt x="826" y="776"/>
                  <a:pt x="826" y="793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6779880" y="3918600"/>
            <a:ext cx="7902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intelligence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2" name=""/>
          <p:cNvSpPr/>
          <p:nvPr/>
        </p:nvSpPr>
        <p:spPr>
          <a:xfrm>
            <a:off x="456840" y="4314600"/>
            <a:ext cx="8420760" cy="486000"/>
          </a:xfrm>
          <a:custGeom>
            <a:avLst/>
            <a:gdLst/>
            <a:ahLst/>
            <a:rect l="0" t="0" r="r" b="b"/>
            <a:pathLst>
              <a:path w="23391" h="1350">
                <a:moveTo>
                  <a:pt x="0" y="0"/>
                </a:moveTo>
                <a:lnTo>
                  <a:pt x="23391" y="0"/>
                </a:lnTo>
                <a:lnTo>
                  <a:pt x="23391" y="1350"/>
                </a:lnTo>
                <a:lnTo>
                  <a:pt x="0" y="1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3" name=""/>
          <p:cNvSpPr/>
          <p:nvPr/>
        </p:nvSpPr>
        <p:spPr>
          <a:xfrm>
            <a:off x="456840" y="431460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4" name=""/>
          <p:cNvSpPr/>
          <p:nvPr/>
        </p:nvSpPr>
        <p:spPr>
          <a:xfrm>
            <a:off x="456840" y="479088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5" name=""/>
          <p:cNvSpPr/>
          <p:nvPr/>
        </p:nvSpPr>
        <p:spPr>
          <a:xfrm>
            <a:off x="8867520" y="431460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106"/>
                </a:moveTo>
                <a:lnTo>
                  <a:pt x="0" y="1350"/>
                </a:lnTo>
                <a:lnTo>
                  <a:pt x="28" y="1350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6" name=""/>
          <p:cNvSpPr/>
          <p:nvPr/>
        </p:nvSpPr>
        <p:spPr>
          <a:xfrm>
            <a:off x="456840" y="4314600"/>
            <a:ext cx="10080" cy="486000"/>
          </a:xfrm>
          <a:custGeom>
            <a:avLst/>
            <a:gdLst/>
            <a:ahLst/>
            <a:rect l="0" t="0" r="r" b="b"/>
            <a:pathLst>
              <a:path w="28" h="1350">
                <a:moveTo>
                  <a:pt x="0" y="0"/>
                </a:moveTo>
                <a:lnTo>
                  <a:pt x="0" y="1350"/>
                </a:lnTo>
                <a:lnTo>
                  <a:pt x="28" y="1350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7" name=""/>
          <p:cNvSpPr/>
          <p:nvPr/>
        </p:nvSpPr>
        <p:spPr>
          <a:xfrm>
            <a:off x="652680" y="4453200"/>
            <a:ext cx="208440" cy="208440"/>
          </a:xfrm>
          <a:custGeom>
            <a:avLst/>
            <a:gdLst/>
            <a:ahLst/>
            <a:rect l="0" t="0" r="r" b="b"/>
            <a:pathLst>
              <a:path w="579" h="579">
                <a:moveTo>
                  <a:pt x="290" y="0"/>
                </a:moveTo>
                <a:cubicBezTo>
                  <a:pt x="271" y="0"/>
                  <a:pt x="253" y="2"/>
                  <a:pt x="234" y="6"/>
                </a:cubicBezTo>
                <a:cubicBezTo>
                  <a:pt x="215" y="10"/>
                  <a:pt x="196" y="15"/>
                  <a:pt x="179" y="22"/>
                </a:cubicBezTo>
                <a:cubicBezTo>
                  <a:pt x="161" y="30"/>
                  <a:pt x="145" y="39"/>
                  <a:pt x="129" y="50"/>
                </a:cubicBezTo>
                <a:cubicBezTo>
                  <a:pt x="113" y="61"/>
                  <a:pt x="98" y="73"/>
                  <a:pt x="85" y="86"/>
                </a:cubicBezTo>
                <a:cubicBezTo>
                  <a:pt x="72" y="99"/>
                  <a:pt x="60" y="114"/>
                  <a:pt x="49" y="130"/>
                </a:cubicBezTo>
                <a:cubicBezTo>
                  <a:pt x="39" y="145"/>
                  <a:pt x="30" y="162"/>
                  <a:pt x="22" y="180"/>
                </a:cubicBezTo>
                <a:cubicBezTo>
                  <a:pt x="15" y="197"/>
                  <a:pt x="10" y="215"/>
                  <a:pt x="6" y="234"/>
                </a:cubicBezTo>
                <a:cubicBezTo>
                  <a:pt x="2" y="252"/>
                  <a:pt x="0" y="271"/>
                  <a:pt x="0" y="290"/>
                </a:cubicBezTo>
                <a:cubicBezTo>
                  <a:pt x="0" y="309"/>
                  <a:pt x="2" y="328"/>
                  <a:pt x="6" y="347"/>
                </a:cubicBezTo>
                <a:cubicBezTo>
                  <a:pt x="10" y="365"/>
                  <a:pt x="15" y="383"/>
                  <a:pt x="22" y="401"/>
                </a:cubicBezTo>
                <a:cubicBezTo>
                  <a:pt x="30" y="418"/>
                  <a:pt x="39" y="435"/>
                  <a:pt x="49" y="451"/>
                </a:cubicBezTo>
                <a:cubicBezTo>
                  <a:pt x="60" y="466"/>
                  <a:pt x="72" y="481"/>
                  <a:pt x="85" y="494"/>
                </a:cubicBezTo>
                <a:cubicBezTo>
                  <a:pt x="98" y="508"/>
                  <a:pt x="113" y="520"/>
                  <a:pt x="129" y="530"/>
                </a:cubicBezTo>
                <a:cubicBezTo>
                  <a:pt x="145" y="541"/>
                  <a:pt x="161" y="550"/>
                  <a:pt x="179" y="557"/>
                </a:cubicBezTo>
                <a:cubicBezTo>
                  <a:pt x="196" y="564"/>
                  <a:pt x="215" y="570"/>
                  <a:pt x="234" y="573"/>
                </a:cubicBezTo>
                <a:cubicBezTo>
                  <a:pt x="253" y="577"/>
                  <a:pt x="271" y="579"/>
                  <a:pt x="290" y="579"/>
                </a:cubicBezTo>
                <a:cubicBezTo>
                  <a:pt x="309" y="579"/>
                  <a:pt x="328" y="577"/>
                  <a:pt x="347" y="573"/>
                </a:cubicBezTo>
                <a:cubicBezTo>
                  <a:pt x="365" y="570"/>
                  <a:pt x="383" y="564"/>
                  <a:pt x="401" y="557"/>
                </a:cubicBezTo>
                <a:cubicBezTo>
                  <a:pt x="418" y="550"/>
                  <a:pt x="435" y="541"/>
                  <a:pt x="451" y="530"/>
                </a:cubicBezTo>
                <a:cubicBezTo>
                  <a:pt x="467" y="520"/>
                  <a:pt x="481" y="508"/>
                  <a:pt x="495" y="494"/>
                </a:cubicBezTo>
                <a:cubicBezTo>
                  <a:pt x="508" y="481"/>
                  <a:pt x="520" y="466"/>
                  <a:pt x="530" y="451"/>
                </a:cubicBezTo>
                <a:cubicBezTo>
                  <a:pt x="541" y="435"/>
                  <a:pt x="550" y="418"/>
                  <a:pt x="557" y="401"/>
                </a:cubicBezTo>
                <a:cubicBezTo>
                  <a:pt x="564" y="383"/>
                  <a:pt x="570" y="365"/>
                  <a:pt x="574" y="347"/>
                </a:cubicBezTo>
                <a:cubicBezTo>
                  <a:pt x="577" y="328"/>
                  <a:pt x="579" y="309"/>
                  <a:pt x="579" y="290"/>
                </a:cubicBezTo>
                <a:cubicBezTo>
                  <a:pt x="579" y="271"/>
                  <a:pt x="577" y="252"/>
                  <a:pt x="574" y="234"/>
                </a:cubicBezTo>
                <a:cubicBezTo>
                  <a:pt x="570" y="215"/>
                  <a:pt x="564" y="197"/>
                  <a:pt x="557" y="180"/>
                </a:cubicBezTo>
                <a:cubicBezTo>
                  <a:pt x="550" y="162"/>
                  <a:pt x="541" y="145"/>
                  <a:pt x="530" y="130"/>
                </a:cubicBezTo>
                <a:cubicBezTo>
                  <a:pt x="520" y="114"/>
                  <a:pt x="508" y="99"/>
                  <a:pt x="495" y="86"/>
                </a:cubicBezTo>
                <a:cubicBezTo>
                  <a:pt x="481" y="73"/>
                  <a:pt x="467" y="61"/>
                  <a:pt x="451" y="50"/>
                </a:cubicBezTo>
                <a:cubicBezTo>
                  <a:pt x="435" y="39"/>
                  <a:pt x="418" y="30"/>
                  <a:pt x="401" y="22"/>
                </a:cubicBezTo>
                <a:cubicBezTo>
                  <a:pt x="383" y="15"/>
                  <a:pt x="365" y="10"/>
                  <a:pt x="347" y="6"/>
                </a:cubicBezTo>
                <a:cubicBezTo>
                  <a:pt x="328" y="2"/>
                  <a:pt x="309" y="0"/>
                  <a:pt x="290" y="0"/>
                </a:cubicBezTo>
                <a:moveTo>
                  <a:pt x="249" y="406"/>
                </a:moveTo>
                <a:lnTo>
                  <a:pt x="145" y="302"/>
                </a:lnTo>
                <a:lnTo>
                  <a:pt x="178" y="270"/>
                </a:lnTo>
                <a:lnTo>
                  <a:pt x="249" y="340"/>
                </a:lnTo>
                <a:lnTo>
                  <a:pt x="402" y="187"/>
                </a:lnTo>
                <a:lnTo>
                  <a:pt x="435" y="220"/>
                </a:lnTo>
                <a:lnTo>
                  <a:pt x="249" y="406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8253000" y="3776040"/>
            <a:ext cx="13644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AI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871920" y="4496760"/>
            <a:ext cx="62917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Het overzicht van het instellingsperspectief staat. Daarin zien wij de raakvlakken.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457200" y="1512720"/>
            <a:ext cx="17395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dd784b"/>
                </a:solidFill>
                <a:latin typeface="Arial"/>
                <a:ea typeface="Arial"/>
              </a:rPr>
              <a:t>BI N N E N   D E   D E U R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5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59" name="" descr=""/>
          <p:cNvPicPr/>
          <p:nvPr/>
        </p:nvPicPr>
        <p:blipFill>
          <a:blip r:embed="rId1"/>
          <a:stretch/>
        </p:blipFill>
        <p:spPr>
          <a:xfrm>
            <a:off x="228600" y="771480"/>
            <a:ext cx="8876880" cy="3371400"/>
          </a:xfrm>
          <a:prstGeom prst="rect">
            <a:avLst/>
          </a:prstGeom>
          <a:ln w="0">
            <a:noFill/>
          </a:ln>
        </p:spPr>
      </p:pic>
      <p:sp>
        <p:nvSpPr>
          <p:cNvPr id="260" name=""/>
          <p:cNvSpPr txBox="1"/>
          <p:nvPr/>
        </p:nvSpPr>
        <p:spPr>
          <a:xfrm>
            <a:off x="228600" y="4201560"/>
            <a:ext cx="99129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Hoofdplaat informatiestromen v1.7: de referentiecomponenten binnen de instelling en de informatiestromen ertussen. Richtinggevend; draagt nog de aanduiding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1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228600" y="4392360"/>
            <a:ext cx="5248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concept.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7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6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70" name=""/>
          <p:cNvSpPr/>
          <p:nvPr/>
        </p:nvSpPr>
        <p:spPr>
          <a:xfrm>
            <a:off x="456840" y="676080"/>
            <a:ext cx="2724840" cy="1752840"/>
          </a:xfrm>
          <a:custGeom>
            <a:avLst/>
            <a:gdLst/>
            <a:ahLst/>
            <a:rect l="0" t="0" r="r" b="b"/>
            <a:pathLst>
              <a:path w="7569" h="4869">
                <a:moveTo>
                  <a:pt x="0" y="0"/>
                </a:moveTo>
                <a:lnTo>
                  <a:pt x="7569" y="0"/>
                </a:lnTo>
                <a:lnTo>
                  <a:pt x="7569" y="4869"/>
                </a:lnTo>
                <a:lnTo>
                  <a:pt x="0" y="48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1" name=""/>
          <p:cNvSpPr/>
          <p:nvPr/>
        </p:nvSpPr>
        <p:spPr>
          <a:xfrm>
            <a:off x="456840" y="676080"/>
            <a:ext cx="2724840" cy="38520"/>
          </a:xfrm>
          <a:custGeom>
            <a:avLst/>
            <a:gdLst/>
            <a:ahLst/>
            <a:rect l="0" t="0" r="r" b="b"/>
            <a:pathLst>
              <a:path w="7569" h="107">
                <a:moveTo>
                  <a:pt x="0" y="0"/>
                </a:moveTo>
                <a:lnTo>
                  <a:pt x="7569" y="0"/>
                </a:lnTo>
                <a:lnTo>
                  <a:pt x="756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2" name=""/>
          <p:cNvSpPr/>
          <p:nvPr/>
        </p:nvSpPr>
        <p:spPr>
          <a:xfrm>
            <a:off x="456840" y="2419200"/>
            <a:ext cx="2724840" cy="9720"/>
          </a:xfrm>
          <a:custGeom>
            <a:avLst/>
            <a:gdLst/>
            <a:ahLst/>
            <a:rect l="0" t="0" r="r" b="b"/>
            <a:pathLst>
              <a:path w="7569" h="27">
                <a:moveTo>
                  <a:pt x="0" y="0"/>
                </a:moveTo>
                <a:lnTo>
                  <a:pt x="7569" y="0"/>
                </a:lnTo>
                <a:lnTo>
                  <a:pt x="75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3" name=""/>
          <p:cNvSpPr/>
          <p:nvPr/>
        </p:nvSpPr>
        <p:spPr>
          <a:xfrm>
            <a:off x="3171600" y="676080"/>
            <a:ext cx="10080" cy="1752840"/>
          </a:xfrm>
          <a:custGeom>
            <a:avLst/>
            <a:gdLst/>
            <a:ahLst/>
            <a:rect l="0" t="0" r="r" b="b"/>
            <a:pathLst>
              <a:path w="28" h="4869">
                <a:moveTo>
                  <a:pt x="0" y="106"/>
                </a:moveTo>
                <a:lnTo>
                  <a:pt x="0" y="4869"/>
                </a:lnTo>
                <a:lnTo>
                  <a:pt x="28" y="4869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4" name=""/>
          <p:cNvSpPr/>
          <p:nvPr/>
        </p:nvSpPr>
        <p:spPr>
          <a:xfrm>
            <a:off x="456840" y="676080"/>
            <a:ext cx="10080" cy="1752840"/>
          </a:xfrm>
          <a:custGeom>
            <a:avLst/>
            <a:gdLst/>
            <a:ahLst/>
            <a:rect l="0" t="0" r="r" b="b"/>
            <a:pathLst>
              <a:path w="28" h="4869">
                <a:moveTo>
                  <a:pt x="0" y="0"/>
                </a:moveTo>
                <a:lnTo>
                  <a:pt x="0" y="4869"/>
                </a:lnTo>
                <a:lnTo>
                  <a:pt x="28" y="4869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5" name=""/>
          <p:cNvSpPr/>
          <p:nvPr/>
        </p:nvSpPr>
        <p:spPr>
          <a:xfrm>
            <a:off x="610920" y="820440"/>
            <a:ext cx="308880" cy="288360"/>
          </a:xfrm>
          <a:custGeom>
            <a:avLst/>
            <a:gdLst/>
            <a:ahLst/>
            <a:rect l="0" t="0" r="r" b="b"/>
            <a:pathLst>
              <a:path w="858" h="801">
                <a:moveTo>
                  <a:pt x="858" y="343"/>
                </a:moveTo>
                <a:lnTo>
                  <a:pt x="744" y="343"/>
                </a:lnTo>
                <a:lnTo>
                  <a:pt x="744" y="229"/>
                </a:lnTo>
                <a:lnTo>
                  <a:pt x="687" y="229"/>
                </a:lnTo>
                <a:lnTo>
                  <a:pt x="687" y="343"/>
                </a:lnTo>
                <a:lnTo>
                  <a:pt x="572" y="343"/>
                </a:lnTo>
                <a:lnTo>
                  <a:pt x="572" y="400"/>
                </a:lnTo>
                <a:lnTo>
                  <a:pt x="687" y="400"/>
                </a:lnTo>
                <a:lnTo>
                  <a:pt x="687" y="514"/>
                </a:lnTo>
                <a:lnTo>
                  <a:pt x="744" y="514"/>
                </a:lnTo>
                <a:lnTo>
                  <a:pt x="744" y="400"/>
                </a:lnTo>
                <a:lnTo>
                  <a:pt x="858" y="400"/>
                </a:lnTo>
                <a:lnTo>
                  <a:pt x="858" y="343"/>
                </a:lnTo>
                <a:moveTo>
                  <a:pt x="286" y="57"/>
                </a:moveTo>
                <a:cubicBezTo>
                  <a:pt x="295" y="57"/>
                  <a:pt x="304" y="58"/>
                  <a:pt x="314" y="60"/>
                </a:cubicBezTo>
                <a:cubicBezTo>
                  <a:pt x="323" y="62"/>
                  <a:pt x="332" y="65"/>
                  <a:pt x="340" y="68"/>
                </a:cubicBezTo>
                <a:cubicBezTo>
                  <a:pt x="349" y="72"/>
                  <a:pt x="357" y="76"/>
                  <a:pt x="365" y="81"/>
                </a:cubicBezTo>
                <a:cubicBezTo>
                  <a:pt x="373" y="87"/>
                  <a:pt x="380" y="92"/>
                  <a:pt x="387" y="99"/>
                </a:cubicBezTo>
                <a:cubicBezTo>
                  <a:pt x="393" y="106"/>
                  <a:pt x="399" y="113"/>
                  <a:pt x="404" y="121"/>
                </a:cubicBezTo>
                <a:cubicBezTo>
                  <a:pt x="410" y="129"/>
                  <a:pt x="414" y="137"/>
                  <a:pt x="418" y="145"/>
                </a:cubicBezTo>
                <a:cubicBezTo>
                  <a:pt x="421" y="154"/>
                  <a:pt x="424" y="163"/>
                  <a:pt x="426" y="172"/>
                </a:cubicBezTo>
                <a:cubicBezTo>
                  <a:pt x="428" y="181"/>
                  <a:pt x="429" y="191"/>
                  <a:pt x="429" y="200"/>
                </a:cubicBezTo>
                <a:cubicBezTo>
                  <a:pt x="429" y="209"/>
                  <a:pt x="428" y="219"/>
                  <a:pt x="426" y="228"/>
                </a:cubicBezTo>
                <a:cubicBezTo>
                  <a:pt x="424" y="237"/>
                  <a:pt x="421" y="246"/>
                  <a:pt x="418" y="255"/>
                </a:cubicBezTo>
                <a:cubicBezTo>
                  <a:pt x="414" y="263"/>
                  <a:pt x="410" y="272"/>
                  <a:pt x="404" y="279"/>
                </a:cubicBezTo>
                <a:cubicBezTo>
                  <a:pt x="399" y="287"/>
                  <a:pt x="393" y="294"/>
                  <a:pt x="387" y="301"/>
                </a:cubicBezTo>
                <a:cubicBezTo>
                  <a:pt x="380" y="308"/>
                  <a:pt x="373" y="314"/>
                  <a:pt x="365" y="319"/>
                </a:cubicBezTo>
                <a:cubicBezTo>
                  <a:pt x="357" y="324"/>
                  <a:pt x="349" y="328"/>
                  <a:pt x="340" y="332"/>
                </a:cubicBezTo>
                <a:cubicBezTo>
                  <a:pt x="332" y="336"/>
                  <a:pt x="323" y="338"/>
                  <a:pt x="314" y="340"/>
                </a:cubicBezTo>
                <a:cubicBezTo>
                  <a:pt x="304" y="342"/>
                  <a:pt x="295" y="343"/>
                  <a:pt x="286" y="343"/>
                </a:cubicBezTo>
                <a:cubicBezTo>
                  <a:pt x="276" y="343"/>
                  <a:pt x="267" y="342"/>
                  <a:pt x="258" y="340"/>
                </a:cubicBezTo>
                <a:cubicBezTo>
                  <a:pt x="249" y="338"/>
                  <a:pt x="240" y="336"/>
                  <a:pt x="231" y="332"/>
                </a:cubicBezTo>
                <a:cubicBezTo>
                  <a:pt x="222" y="328"/>
                  <a:pt x="214" y="324"/>
                  <a:pt x="206" y="319"/>
                </a:cubicBezTo>
                <a:cubicBezTo>
                  <a:pt x="199" y="314"/>
                  <a:pt x="191" y="308"/>
                  <a:pt x="185" y="301"/>
                </a:cubicBezTo>
                <a:cubicBezTo>
                  <a:pt x="178" y="294"/>
                  <a:pt x="172" y="287"/>
                  <a:pt x="167" y="279"/>
                </a:cubicBezTo>
                <a:cubicBezTo>
                  <a:pt x="162" y="272"/>
                  <a:pt x="157" y="263"/>
                  <a:pt x="154" y="255"/>
                </a:cubicBezTo>
                <a:cubicBezTo>
                  <a:pt x="150" y="246"/>
                  <a:pt x="147" y="237"/>
                  <a:pt x="146" y="228"/>
                </a:cubicBezTo>
                <a:cubicBezTo>
                  <a:pt x="144" y="219"/>
                  <a:pt x="143" y="209"/>
                  <a:pt x="143" y="200"/>
                </a:cubicBezTo>
                <a:cubicBezTo>
                  <a:pt x="143" y="191"/>
                  <a:pt x="144" y="181"/>
                  <a:pt x="146" y="172"/>
                </a:cubicBezTo>
                <a:cubicBezTo>
                  <a:pt x="147" y="163"/>
                  <a:pt x="150" y="154"/>
                  <a:pt x="154" y="145"/>
                </a:cubicBezTo>
                <a:cubicBezTo>
                  <a:pt x="157" y="137"/>
                  <a:pt x="162" y="129"/>
                  <a:pt x="167" y="121"/>
                </a:cubicBezTo>
                <a:cubicBezTo>
                  <a:pt x="172" y="113"/>
                  <a:pt x="178" y="106"/>
                  <a:pt x="185" y="99"/>
                </a:cubicBezTo>
                <a:cubicBezTo>
                  <a:pt x="191" y="92"/>
                  <a:pt x="199" y="87"/>
                  <a:pt x="206" y="81"/>
                </a:cubicBezTo>
                <a:cubicBezTo>
                  <a:pt x="214" y="76"/>
                  <a:pt x="222" y="72"/>
                  <a:pt x="231" y="68"/>
                </a:cubicBezTo>
                <a:cubicBezTo>
                  <a:pt x="240" y="65"/>
                  <a:pt x="249" y="62"/>
                  <a:pt x="258" y="60"/>
                </a:cubicBezTo>
                <a:cubicBezTo>
                  <a:pt x="267" y="58"/>
                  <a:pt x="276" y="57"/>
                  <a:pt x="286" y="57"/>
                </a:cubicBezTo>
                <a:moveTo>
                  <a:pt x="286" y="0"/>
                </a:moveTo>
                <a:cubicBezTo>
                  <a:pt x="273" y="0"/>
                  <a:pt x="260" y="1"/>
                  <a:pt x="247" y="4"/>
                </a:cubicBezTo>
                <a:cubicBezTo>
                  <a:pt x="234" y="7"/>
                  <a:pt x="221" y="10"/>
                  <a:pt x="209" y="15"/>
                </a:cubicBezTo>
                <a:cubicBezTo>
                  <a:pt x="197" y="20"/>
                  <a:pt x="186" y="27"/>
                  <a:pt x="175" y="34"/>
                </a:cubicBezTo>
                <a:cubicBezTo>
                  <a:pt x="164" y="41"/>
                  <a:pt x="154" y="49"/>
                  <a:pt x="144" y="59"/>
                </a:cubicBezTo>
                <a:cubicBezTo>
                  <a:pt x="135" y="68"/>
                  <a:pt x="127" y="78"/>
                  <a:pt x="119" y="89"/>
                </a:cubicBezTo>
                <a:cubicBezTo>
                  <a:pt x="112" y="100"/>
                  <a:pt x="106" y="111"/>
                  <a:pt x="101" y="124"/>
                </a:cubicBezTo>
                <a:cubicBezTo>
                  <a:pt x="96" y="136"/>
                  <a:pt x="92" y="148"/>
                  <a:pt x="90" y="161"/>
                </a:cubicBezTo>
                <a:cubicBezTo>
                  <a:pt x="87" y="174"/>
                  <a:pt x="86" y="187"/>
                  <a:pt x="86" y="200"/>
                </a:cubicBezTo>
                <a:cubicBezTo>
                  <a:pt x="86" y="213"/>
                  <a:pt x="87" y="226"/>
                  <a:pt x="90" y="239"/>
                </a:cubicBezTo>
                <a:cubicBezTo>
                  <a:pt x="92" y="252"/>
                  <a:pt x="96" y="264"/>
                  <a:pt x="101" y="277"/>
                </a:cubicBezTo>
                <a:cubicBezTo>
                  <a:pt x="106" y="289"/>
                  <a:pt x="112" y="300"/>
                  <a:pt x="119" y="311"/>
                </a:cubicBezTo>
                <a:cubicBezTo>
                  <a:pt x="127" y="322"/>
                  <a:pt x="135" y="332"/>
                  <a:pt x="144" y="341"/>
                </a:cubicBezTo>
                <a:cubicBezTo>
                  <a:pt x="154" y="351"/>
                  <a:pt x="164" y="359"/>
                  <a:pt x="175" y="366"/>
                </a:cubicBezTo>
                <a:cubicBezTo>
                  <a:pt x="186" y="374"/>
                  <a:pt x="197" y="380"/>
                  <a:pt x="209" y="385"/>
                </a:cubicBezTo>
                <a:cubicBezTo>
                  <a:pt x="221" y="390"/>
                  <a:pt x="234" y="394"/>
                  <a:pt x="247" y="396"/>
                </a:cubicBezTo>
                <a:cubicBezTo>
                  <a:pt x="260" y="399"/>
                  <a:pt x="273" y="400"/>
                  <a:pt x="286" y="400"/>
                </a:cubicBezTo>
                <a:cubicBezTo>
                  <a:pt x="299" y="400"/>
                  <a:pt x="312" y="399"/>
                  <a:pt x="325" y="396"/>
                </a:cubicBezTo>
                <a:cubicBezTo>
                  <a:pt x="338" y="394"/>
                  <a:pt x="350" y="390"/>
                  <a:pt x="362" y="385"/>
                </a:cubicBezTo>
                <a:cubicBezTo>
                  <a:pt x="374" y="380"/>
                  <a:pt x="386" y="374"/>
                  <a:pt x="397" y="366"/>
                </a:cubicBezTo>
                <a:cubicBezTo>
                  <a:pt x="408" y="359"/>
                  <a:pt x="418" y="351"/>
                  <a:pt x="427" y="341"/>
                </a:cubicBezTo>
                <a:cubicBezTo>
                  <a:pt x="436" y="332"/>
                  <a:pt x="446" y="322"/>
                  <a:pt x="453" y="311"/>
                </a:cubicBezTo>
                <a:cubicBezTo>
                  <a:pt x="460" y="300"/>
                  <a:pt x="466" y="289"/>
                  <a:pt x="471" y="277"/>
                </a:cubicBezTo>
                <a:cubicBezTo>
                  <a:pt x="476" y="264"/>
                  <a:pt x="480" y="252"/>
                  <a:pt x="483" y="239"/>
                </a:cubicBezTo>
                <a:cubicBezTo>
                  <a:pt x="485" y="226"/>
                  <a:pt x="487" y="213"/>
                  <a:pt x="487" y="200"/>
                </a:cubicBezTo>
                <a:cubicBezTo>
                  <a:pt x="487" y="187"/>
                  <a:pt x="485" y="174"/>
                  <a:pt x="483" y="161"/>
                </a:cubicBezTo>
                <a:cubicBezTo>
                  <a:pt x="480" y="148"/>
                  <a:pt x="476" y="136"/>
                  <a:pt x="471" y="124"/>
                </a:cubicBezTo>
                <a:cubicBezTo>
                  <a:pt x="466" y="111"/>
                  <a:pt x="460" y="100"/>
                  <a:pt x="453" y="89"/>
                </a:cubicBezTo>
                <a:cubicBezTo>
                  <a:pt x="446" y="78"/>
                  <a:pt x="436" y="68"/>
                  <a:pt x="427" y="59"/>
                </a:cubicBezTo>
                <a:cubicBezTo>
                  <a:pt x="418" y="49"/>
                  <a:pt x="408" y="41"/>
                  <a:pt x="397" y="34"/>
                </a:cubicBezTo>
                <a:cubicBezTo>
                  <a:pt x="386" y="27"/>
                  <a:pt x="374" y="20"/>
                  <a:pt x="362" y="15"/>
                </a:cubicBezTo>
                <a:cubicBezTo>
                  <a:pt x="350" y="10"/>
                  <a:pt x="338" y="7"/>
                  <a:pt x="325" y="4"/>
                </a:cubicBezTo>
                <a:cubicBezTo>
                  <a:pt x="312" y="1"/>
                  <a:pt x="299" y="0"/>
                  <a:pt x="286" y="0"/>
                </a:cubicBezTo>
                <a:moveTo>
                  <a:pt x="572" y="801"/>
                </a:moveTo>
                <a:lnTo>
                  <a:pt x="515" y="801"/>
                </a:lnTo>
                <a:lnTo>
                  <a:pt x="515" y="658"/>
                </a:lnTo>
                <a:cubicBezTo>
                  <a:pt x="515" y="649"/>
                  <a:pt x="514" y="639"/>
                  <a:pt x="512" y="630"/>
                </a:cubicBezTo>
                <a:cubicBezTo>
                  <a:pt x="511" y="621"/>
                  <a:pt x="508" y="612"/>
                  <a:pt x="504" y="603"/>
                </a:cubicBezTo>
                <a:cubicBezTo>
                  <a:pt x="501" y="595"/>
                  <a:pt x="496" y="587"/>
                  <a:pt x="491" y="579"/>
                </a:cubicBezTo>
                <a:cubicBezTo>
                  <a:pt x="486" y="571"/>
                  <a:pt x="480" y="564"/>
                  <a:pt x="473" y="557"/>
                </a:cubicBezTo>
                <a:cubicBezTo>
                  <a:pt x="467" y="550"/>
                  <a:pt x="460" y="545"/>
                  <a:pt x="452" y="539"/>
                </a:cubicBezTo>
                <a:cubicBezTo>
                  <a:pt x="444" y="534"/>
                  <a:pt x="435" y="530"/>
                  <a:pt x="426" y="526"/>
                </a:cubicBezTo>
                <a:cubicBezTo>
                  <a:pt x="417" y="523"/>
                  <a:pt x="408" y="520"/>
                  <a:pt x="399" y="517"/>
                </a:cubicBezTo>
                <a:cubicBezTo>
                  <a:pt x="390" y="515"/>
                  <a:pt x="381" y="514"/>
                  <a:pt x="371" y="514"/>
                </a:cubicBezTo>
                <a:lnTo>
                  <a:pt x="200" y="514"/>
                </a:lnTo>
                <a:cubicBezTo>
                  <a:pt x="191" y="514"/>
                  <a:pt x="181" y="515"/>
                  <a:pt x="172" y="517"/>
                </a:cubicBezTo>
                <a:cubicBezTo>
                  <a:pt x="163" y="520"/>
                  <a:pt x="154" y="523"/>
                  <a:pt x="145" y="526"/>
                </a:cubicBezTo>
                <a:cubicBezTo>
                  <a:pt x="137" y="530"/>
                  <a:pt x="128" y="534"/>
                  <a:pt x="121" y="539"/>
                </a:cubicBezTo>
                <a:cubicBezTo>
                  <a:pt x="113" y="545"/>
                  <a:pt x="106" y="550"/>
                  <a:pt x="99" y="557"/>
                </a:cubicBezTo>
                <a:cubicBezTo>
                  <a:pt x="92" y="564"/>
                  <a:pt x="86" y="571"/>
                  <a:pt x="81" y="579"/>
                </a:cubicBezTo>
                <a:cubicBezTo>
                  <a:pt x="76" y="587"/>
                  <a:pt x="72" y="595"/>
                  <a:pt x="68" y="603"/>
                </a:cubicBezTo>
                <a:cubicBezTo>
                  <a:pt x="64" y="612"/>
                  <a:pt x="62" y="621"/>
                  <a:pt x="60" y="630"/>
                </a:cubicBezTo>
                <a:cubicBezTo>
                  <a:pt x="58" y="639"/>
                  <a:pt x="57" y="649"/>
                  <a:pt x="57" y="658"/>
                </a:cubicBezTo>
                <a:lnTo>
                  <a:pt x="57" y="801"/>
                </a:lnTo>
                <a:lnTo>
                  <a:pt x="0" y="801"/>
                </a:lnTo>
                <a:lnTo>
                  <a:pt x="0" y="658"/>
                </a:lnTo>
                <a:cubicBezTo>
                  <a:pt x="0" y="645"/>
                  <a:pt x="1" y="632"/>
                  <a:pt x="4" y="619"/>
                </a:cubicBezTo>
                <a:cubicBezTo>
                  <a:pt x="6" y="606"/>
                  <a:pt x="10" y="594"/>
                  <a:pt x="15" y="582"/>
                </a:cubicBezTo>
                <a:cubicBezTo>
                  <a:pt x="20" y="569"/>
                  <a:pt x="26" y="558"/>
                  <a:pt x="34" y="547"/>
                </a:cubicBezTo>
                <a:cubicBezTo>
                  <a:pt x="41" y="536"/>
                  <a:pt x="49" y="526"/>
                  <a:pt x="59" y="516"/>
                </a:cubicBezTo>
                <a:cubicBezTo>
                  <a:pt x="68" y="506"/>
                  <a:pt x="78" y="498"/>
                  <a:pt x="89" y="491"/>
                </a:cubicBezTo>
                <a:cubicBezTo>
                  <a:pt x="100" y="484"/>
                  <a:pt x="111" y="477"/>
                  <a:pt x="123" y="472"/>
                </a:cubicBezTo>
                <a:cubicBezTo>
                  <a:pt x="136" y="467"/>
                  <a:pt x="148" y="464"/>
                  <a:pt x="161" y="461"/>
                </a:cubicBezTo>
                <a:cubicBezTo>
                  <a:pt x="174" y="458"/>
                  <a:pt x="187" y="457"/>
                  <a:pt x="200" y="457"/>
                </a:cubicBezTo>
                <a:lnTo>
                  <a:pt x="371" y="457"/>
                </a:lnTo>
                <a:cubicBezTo>
                  <a:pt x="385" y="457"/>
                  <a:pt x="398" y="458"/>
                  <a:pt x="410" y="461"/>
                </a:cubicBezTo>
                <a:cubicBezTo>
                  <a:pt x="423" y="464"/>
                  <a:pt x="436" y="467"/>
                  <a:pt x="449" y="472"/>
                </a:cubicBezTo>
                <a:cubicBezTo>
                  <a:pt x="461" y="477"/>
                  <a:pt x="473" y="484"/>
                  <a:pt x="483" y="491"/>
                </a:cubicBezTo>
                <a:cubicBezTo>
                  <a:pt x="494" y="498"/>
                  <a:pt x="504" y="506"/>
                  <a:pt x="514" y="516"/>
                </a:cubicBezTo>
                <a:cubicBezTo>
                  <a:pt x="523" y="526"/>
                  <a:pt x="531" y="536"/>
                  <a:pt x="539" y="547"/>
                </a:cubicBezTo>
                <a:cubicBezTo>
                  <a:pt x="546" y="558"/>
                  <a:pt x="552" y="569"/>
                  <a:pt x="557" y="582"/>
                </a:cubicBezTo>
                <a:cubicBezTo>
                  <a:pt x="562" y="594"/>
                  <a:pt x="566" y="606"/>
                  <a:pt x="568" y="619"/>
                </a:cubicBezTo>
                <a:cubicBezTo>
                  <a:pt x="571" y="632"/>
                  <a:pt x="572" y="645"/>
                  <a:pt x="572" y="658"/>
                </a:cubicBezTo>
                <a:lnTo>
                  <a:pt x="572" y="801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439920" y="62640"/>
            <a:ext cx="76161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Waar OKx andere ontwikkelingen raakt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7" name=""/>
          <p:cNvSpPr/>
          <p:nvPr/>
        </p:nvSpPr>
        <p:spPr>
          <a:xfrm>
            <a:off x="752400" y="12762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993960" y="900360"/>
            <a:ext cx="77796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3d68ec"/>
                </a:solidFill>
                <a:latin typeface="Arial"/>
                <a:ea typeface="Arial"/>
              </a:rPr>
              <a:t>AII spoor 3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9" name=""/>
          <p:cNvSpPr/>
          <p:nvPr/>
        </p:nvSpPr>
        <p:spPr>
          <a:xfrm>
            <a:off x="752400" y="15714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938520" y="1222560"/>
            <a:ext cx="24267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aanmelden, intekenen, inschrijven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1" name=""/>
          <p:cNvSpPr/>
          <p:nvPr/>
        </p:nvSpPr>
        <p:spPr>
          <a:xfrm>
            <a:off x="752400" y="186660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938520" y="1517760"/>
            <a:ext cx="22381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aanmeldbaar aanbod ontsluiten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938520" y="1812960"/>
            <a:ext cx="16099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aanmelding terug naar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4" name=""/>
          <p:cNvSpPr/>
          <p:nvPr/>
        </p:nvSpPr>
        <p:spPr>
          <a:xfrm>
            <a:off x="3305160" y="676080"/>
            <a:ext cx="2724480" cy="1752840"/>
          </a:xfrm>
          <a:custGeom>
            <a:avLst/>
            <a:gdLst/>
            <a:ahLst/>
            <a:rect l="0" t="0" r="r" b="b"/>
            <a:pathLst>
              <a:path w="7568" h="4869">
                <a:moveTo>
                  <a:pt x="0" y="0"/>
                </a:moveTo>
                <a:lnTo>
                  <a:pt x="7568" y="0"/>
                </a:lnTo>
                <a:lnTo>
                  <a:pt x="7568" y="4869"/>
                </a:lnTo>
                <a:lnTo>
                  <a:pt x="0" y="48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5" name=""/>
          <p:cNvSpPr/>
          <p:nvPr/>
        </p:nvSpPr>
        <p:spPr>
          <a:xfrm>
            <a:off x="3305160" y="676080"/>
            <a:ext cx="2724480" cy="38520"/>
          </a:xfrm>
          <a:custGeom>
            <a:avLst/>
            <a:gdLst/>
            <a:ahLst/>
            <a:rect l="0" t="0" r="r" b="b"/>
            <a:pathLst>
              <a:path w="7568" h="107">
                <a:moveTo>
                  <a:pt x="0" y="0"/>
                </a:moveTo>
                <a:lnTo>
                  <a:pt x="7568" y="0"/>
                </a:lnTo>
                <a:lnTo>
                  <a:pt x="756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6" name=""/>
          <p:cNvSpPr/>
          <p:nvPr/>
        </p:nvSpPr>
        <p:spPr>
          <a:xfrm>
            <a:off x="3305160" y="241920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7" name=""/>
          <p:cNvSpPr/>
          <p:nvPr/>
        </p:nvSpPr>
        <p:spPr>
          <a:xfrm>
            <a:off x="6019560" y="676080"/>
            <a:ext cx="10080" cy="1752840"/>
          </a:xfrm>
          <a:custGeom>
            <a:avLst/>
            <a:gdLst/>
            <a:ahLst/>
            <a:rect l="0" t="0" r="r" b="b"/>
            <a:pathLst>
              <a:path w="28" h="4869">
                <a:moveTo>
                  <a:pt x="0" y="106"/>
                </a:moveTo>
                <a:lnTo>
                  <a:pt x="0" y="4869"/>
                </a:lnTo>
                <a:lnTo>
                  <a:pt x="28" y="4869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8" name=""/>
          <p:cNvSpPr/>
          <p:nvPr/>
        </p:nvSpPr>
        <p:spPr>
          <a:xfrm>
            <a:off x="3305160" y="676080"/>
            <a:ext cx="9720" cy="1752840"/>
          </a:xfrm>
          <a:custGeom>
            <a:avLst/>
            <a:gdLst/>
            <a:ahLst/>
            <a:rect l="0" t="0" r="r" b="b"/>
            <a:pathLst>
              <a:path w="27" h="4869">
                <a:moveTo>
                  <a:pt x="0" y="0"/>
                </a:moveTo>
                <a:lnTo>
                  <a:pt x="0" y="4869"/>
                </a:lnTo>
                <a:lnTo>
                  <a:pt x="27" y="4869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9" name=""/>
          <p:cNvSpPr/>
          <p:nvPr/>
        </p:nvSpPr>
        <p:spPr>
          <a:xfrm>
            <a:off x="3458880" y="954000"/>
            <a:ext cx="288360" cy="154800"/>
          </a:xfrm>
          <a:custGeom>
            <a:avLst/>
            <a:gdLst/>
            <a:ahLst/>
            <a:rect l="0" t="0" r="r" b="b"/>
            <a:pathLst>
              <a:path w="801" h="430">
                <a:moveTo>
                  <a:pt x="801" y="430"/>
                </a:moveTo>
                <a:lnTo>
                  <a:pt x="572" y="430"/>
                </a:lnTo>
                <a:lnTo>
                  <a:pt x="572" y="201"/>
                </a:lnTo>
                <a:lnTo>
                  <a:pt x="801" y="201"/>
                </a:lnTo>
                <a:lnTo>
                  <a:pt x="801" y="430"/>
                </a:lnTo>
                <a:moveTo>
                  <a:pt x="629" y="373"/>
                </a:moveTo>
                <a:lnTo>
                  <a:pt x="744" y="373"/>
                </a:lnTo>
                <a:lnTo>
                  <a:pt x="744" y="259"/>
                </a:lnTo>
                <a:lnTo>
                  <a:pt x="629" y="259"/>
                </a:lnTo>
                <a:lnTo>
                  <a:pt x="629" y="373"/>
                </a:lnTo>
                <a:moveTo>
                  <a:pt x="515" y="344"/>
                </a:moveTo>
                <a:lnTo>
                  <a:pt x="171" y="344"/>
                </a:lnTo>
                <a:cubicBezTo>
                  <a:pt x="160" y="344"/>
                  <a:pt x="149" y="343"/>
                  <a:pt x="138" y="341"/>
                </a:cubicBezTo>
                <a:cubicBezTo>
                  <a:pt x="127" y="339"/>
                  <a:pt x="116" y="335"/>
                  <a:pt x="106" y="331"/>
                </a:cubicBezTo>
                <a:cubicBezTo>
                  <a:pt x="95" y="327"/>
                  <a:pt x="86" y="322"/>
                  <a:pt x="76" y="315"/>
                </a:cubicBezTo>
                <a:cubicBezTo>
                  <a:pt x="67" y="309"/>
                  <a:pt x="58" y="302"/>
                  <a:pt x="50" y="294"/>
                </a:cubicBezTo>
                <a:cubicBezTo>
                  <a:pt x="42" y="286"/>
                  <a:pt x="35" y="277"/>
                  <a:pt x="29" y="268"/>
                </a:cubicBezTo>
                <a:cubicBezTo>
                  <a:pt x="23" y="259"/>
                  <a:pt x="17" y="249"/>
                  <a:pt x="13" y="238"/>
                </a:cubicBezTo>
                <a:cubicBezTo>
                  <a:pt x="9" y="228"/>
                  <a:pt x="6" y="217"/>
                  <a:pt x="3" y="206"/>
                </a:cubicBezTo>
                <a:cubicBezTo>
                  <a:pt x="1" y="195"/>
                  <a:pt x="0" y="184"/>
                  <a:pt x="0" y="173"/>
                </a:cubicBezTo>
                <a:cubicBezTo>
                  <a:pt x="0" y="162"/>
                  <a:pt x="1" y="150"/>
                  <a:pt x="3" y="139"/>
                </a:cubicBezTo>
                <a:cubicBezTo>
                  <a:pt x="6" y="127"/>
                  <a:pt x="9" y="117"/>
                  <a:pt x="13" y="106"/>
                </a:cubicBezTo>
                <a:cubicBezTo>
                  <a:pt x="17" y="96"/>
                  <a:pt x="23" y="86"/>
                  <a:pt x="29" y="77"/>
                </a:cubicBezTo>
                <a:cubicBezTo>
                  <a:pt x="35" y="67"/>
                  <a:pt x="42" y="59"/>
                  <a:pt x="50" y="51"/>
                </a:cubicBezTo>
                <a:cubicBezTo>
                  <a:pt x="58" y="43"/>
                  <a:pt x="67" y="36"/>
                  <a:pt x="76" y="29"/>
                </a:cubicBezTo>
                <a:cubicBezTo>
                  <a:pt x="86" y="23"/>
                  <a:pt x="95" y="18"/>
                  <a:pt x="106" y="14"/>
                </a:cubicBezTo>
                <a:cubicBezTo>
                  <a:pt x="116" y="9"/>
                  <a:pt x="127" y="6"/>
                  <a:pt x="138" y="4"/>
                </a:cubicBezTo>
                <a:cubicBezTo>
                  <a:pt x="149" y="2"/>
                  <a:pt x="160" y="0"/>
                  <a:pt x="171" y="0"/>
                </a:cubicBezTo>
                <a:lnTo>
                  <a:pt x="229" y="0"/>
                </a:lnTo>
                <a:lnTo>
                  <a:pt x="229" y="58"/>
                </a:lnTo>
                <a:lnTo>
                  <a:pt x="171" y="58"/>
                </a:lnTo>
                <a:cubicBezTo>
                  <a:pt x="156" y="58"/>
                  <a:pt x="142" y="60"/>
                  <a:pt x="128" y="66"/>
                </a:cubicBezTo>
                <a:cubicBezTo>
                  <a:pt x="114" y="72"/>
                  <a:pt x="101" y="80"/>
                  <a:pt x="91" y="91"/>
                </a:cubicBezTo>
                <a:cubicBezTo>
                  <a:pt x="80" y="102"/>
                  <a:pt x="72" y="114"/>
                  <a:pt x="66" y="128"/>
                </a:cubicBezTo>
                <a:cubicBezTo>
                  <a:pt x="60" y="143"/>
                  <a:pt x="57" y="158"/>
                  <a:pt x="57" y="173"/>
                </a:cubicBezTo>
                <a:cubicBezTo>
                  <a:pt x="57" y="188"/>
                  <a:pt x="60" y="203"/>
                  <a:pt x="66" y="217"/>
                </a:cubicBezTo>
                <a:cubicBezTo>
                  <a:pt x="72" y="231"/>
                  <a:pt x="80" y="243"/>
                  <a:pt x="91" y="254"/>
                </a:cubicBezTo>
                <a:cubicBezTo>
                  <a:pt x="101" y="264"/>
                  <a:pt x="114" y="273"/>
                  <a:pt x="128" y="278"/>
                </a:cubicBezTo>
                <a:cubicBezTo>
                  <a:pt x="142" y="284"/>
                  <a:pt x="156" y="287"/>
                  <a:pt x="171" y="287"/>
                </a:cubicBezTo>
                <a:lnTo>
                  <a:pt x="515" y="287"/>
                </a:lnTo>
                <a:lnTo>
                  <a:pt x="515" y="344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0" name=""/>
          <p:cNvSpPr/>
          <p:nvPr/>
        </p:nvSpPr>
        <p:spPr>
          <a:xfrm>
            <a:off x="3561840" y="923400"/>
            <a:ext cx="82440" cy="82440"/>
          </a:xfrm>
          <a:custGeom>
            <a:avLst/>
            <a:gdLst/>
            <a:ahLst/>
            <a:rect l="0" t="0" r="r" b="b"/>
            <a:pathLst>
              <a:path w="229" h="229">
                <a:moveTo>
                  <a:pt x="229" y="229"/>
                </a:moveTo>
                <a:lnTo>
                  <a:pt x="0" y="229"/>
                </a:lnTo>
                <a:lnTo>
                  <a:pt x="0" y="0"/>
                </a:lnTo>
                <a:lnTo>
                  <a:pt x="229" y="0"/>
                </a:lnTo>
                <a:lnTo>
                  <a:pt x="229" y="229"/>
                </a:lnTo>
                <a:moveTo>
                  <a:pt x="58" y="172"/>
                </a:moveTo>
                <a:lnTo>
                  <a:pt x="172" y="172"/>
                </a:lnTo>
                <a:lnTo>
                  <a:pt x="172" y="57"/>
                </a:lnTo>
                <a:lnTo>
                  <a:pt x="58" y="57"/>
                </a:lnTo>
                <a:lnTo>
                  <a:pt x="58" y="172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1" name=""/>
          <p:cNvSpPr/>
          <p:nvPr/>
        </p:nvSpPr>
        <p:spPr>
          <a:xfrm>
            <a:off x="3458880" y="820440"/>
            <a:ext cx="288360" cy="154800"/>
          </a:xfrm>
          <a:custGeom>
            <a:avLst/>
            <a:gdLst/>
            <a:ahLst/>
            <a:rect l="0" t="0" r="r" b="b"/>
            <a:pathLst>
              <a:path w="801" h="430">
                <a:moveTo>
                  <a:pt x="629" y="430"/>
                </a:moveTo>
                <a:lnTo>
                  <a:pt x="572" y="430"/>
                </a:lnTo>
                <a:lnTo>
                  <a:pt x="572" y="372"/>
                </a:lnTo>
                <a:lnTo>
                  <a:pt x="629" y="372"/>
                </a:lnTo>
                <a:cubicBezTo>
                  <a:pt x="645" y="372"/>
                  <a:pt x="659" y="370"/>
                  <a:pt x="673" y="364"/>
                </a:cubicBezTo>
                <a:cubicBezTo>
                  <a:pt x="687" y="358"/>
                  <a:pt x="700" y="350"/>
                  <a:pt x="710" y="339"/>
                </a:cubicBezTo>
                <a:cubicBezTo>
                  <a:pt x="721" y="328"/>
                  <a:pt x="729" y="316"/>
                  <a:pt x="735" y="302"/>
                </a:cubicBezTo>
                <a:cubicBezTo>
                  <a:pt x="741" y="288"/>
                  <a:pt x="744" y="273"/>
                  <a:pt x="744" y="258"/>
                </a:cubicBezTo>
                <a:cubicBezTo>
                  <a:pt x="744" y="243"/>
                  <a:pt x="741" y="228"/>
                  <a:pt x="735" y="214"/>
                </a:cubicBezTo>
                <a:cubicBezTo>
                  <a:pt x="729" y="200"/>
                  <a:pt x="721" y="188"/>
                  <a:pt x="710" y="177"/>
                </a:cubicBezTo>
                <a:cubicBezTo>
                  <a:pt x="700" y="167"/>
                  <a:pt x="687" y="158"/>
                  <a:pt x="673" y="153"/>
                </a:cubicBezTo>
                <a:cubicBezTo>
                  <a:pt x="659" y="147"/>
                  <a:pt x="645" y="144"/>
                  <a:pt x="629" y="144"/>
                </a:cubicBezTo>
                <a:lnTo>
                  <a:pt x="286" y="144"/>
                </a:lnTo>
                <a:lnTo>
                  <a:pt x="286" y="87"/>
                </a:lnTo>
                <a:lnTo>
                  <a:pt x="629" y="87"/>
                </a:lnTo>
                <a:cubicBezTo>
                  <a:pt x="641" y="87"/>
                  <a:pt x="652" y="88"/>
                  <a:pt x="663" y="90"/>
                </a:cubicBezTo>
                <a:cubicBezTo>
                  <a:pt x="674" y="92"/>
                  <a:pt x="685" y="96"/>
                  <a:pt x="695" y="100"/>
                </a:cubicBezTo>
                <a:cubicBezTo>
                  <a:pt x="705" y="104"/>
                  <a:pt x="715" y="109"/>
                  <a:pt x="725" y="116"/>
                </a:cubicBezTo>
                <a:cubicBezTo>
                  <a:pt x="734" y="122"/>
                  <a:pt x="743" y="129"/>
                  <a:pt x="751" y="137"/>
                </a:cubicBezTo>
                <a:cubicBezTo>
                  <a:pt x="759" y="145"/>
                  <a:pt x="766" y="154"/>
                  <a:pt x="772" y="163"/>
                </a:cubicBezTo>
                <a:cubicBezTo>
                  <a:pt x="778" y="172"/>
                  <a:pt x="784" y="182"/>
                  <a:pt x="788" y="193"/>
                </a:cubicBezTo>
                <a:cubicBezTo>
                  <a:pt x="792" y="203"/>
                  <a:pt x="795" y="214"/>
                  <a:pt x="798" y="225"/>
                </a:cubicBezTo>
                <a:cubicBezTo>
                  <a:pt x="800" y="236"/>
                  <a:pt x="801" y="247"/>
                  <a:pt x="801" y="258"/>
                </a:cubicBezTo>
                <a:cubicBezTo>
                  <a:pt x="801" y="269"/>
                  <a:pt x="800" y="281"/>
                  <a:pt x="798" y="292"/>
                </a:cubicBezTo>
                <a:cubicBezTo>
                  <a:pt x="795" y="303"/>
                  <a:pt x="792" y="313"/>
                  <a:pt x="788" y="324"/>
                </a:cubicBezTo>
                <a:cubicBezTo>
                  <a:pt x="784" y="334"/>
                  <a:pt x="778" y="344"/>
                  <a:pt x="772" y="353"/>
                </a:cubicBezTo>
                <a:cubicBezTo>
                  <a:pt x="766" y="363"/>
                  <a:pt x="759" y="371"/>
                  <a:pt x="751" y="379"/>
                </a:cubicBezTo>
                <a:cubicBezTo>
                  <a:pt x="743" y="387"/>
                  <a:pt x="734" y="394"/>
                  <a:pt x="725" y="401"/>
                </a:cubicBezTo>
                <a:cubicBezTo>
                  <a:pt x="715" y="407"/>
                  <a:pt x="705" y="412"/>
                  <a:pt x="695" y="417"/>
                </a:cubicBezTo>
                <a:cubicBezTo>
                  <a:pt x="685" y="421"/>
                  <a:pt x="674" y="424"/>
                  <a:pt x="663" y="426"/>
                </a:cubicBezTo>
                <a:cubicBezTo>
                  <a:pt x="652" y="428"/>
                  <a:pt x="641" y="430"/>
                  <a:pt x="629" y="430"/>
                </a:cubicBezTo>
                <a:moveTo>
                  <a:pt x="229" y="230"/>
                </a:moveTo>
                <a:lnTo>
                  <a:pt x="0" y="230"/>
                </a:lnTo>
                <a:lnTo>
                  <a:pt x="0" y="0"/>
                </a:lnTo>
                <a:lnTo>
                  <a:pt x="229" y="0"/>
                </a:lnTo>
                <a:lnTo>
                  <a:pt x="229" y="230"/>
                </a:lnTo>
                <a:moveTo>
                  <a:pt x="57" y="173"/>
                </a:moveTo>
                <a:lnTo>
                  <a:pt x="171" y="173"/>
                </a:lnTo>
                <a:lnTo>
                  <a:pt x="171" y="57"/>
                </a:lnTo>
                <a:lnTo>
                  <a:pt x="57" y="57"/>
                </a:lnTo>
                <a:lnTo>
                  <a:pt x="57" y="173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938520" y="2070000"/>
            <a:ext cx="10400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kernregistratie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3" name=""/>
          <p:cNvSpPr/>
          <p:nvPr/>
        </p:nvSpPr>
        <p:spPr>
          <a:xfrm>
            <a:off x="3600360" y="12762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3841200" y="900360"/>
            <a:ext cx="171972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3d68ec"/>
                </a:solidFill>
                <a:latin typeface="Arial"/>
                <a:ea typeface="Arial"/>
              </a:rPr>
              <a:t>eduXchange en EduHub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5" name=""/>
          <p:cNvSpPr/>
          <p:nvPr/>
        </p:nvSpPr>
        <p:spPr>
          <a:xfrm>
            <a:off x="3600360" y="15714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3785760" y="1222560"/>
            <a:ext cx="23277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keuzedeel over instellingen heen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7" name=""/>
          <p:cNvSpPr/>
          <p:nvPr/>
        </p:nvSpPr>
        <p:spPr>
          <a:xfrm>
            <a:off x="3600360" y="186660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3785760" y="1517760"/>
            <a:ext cx="15721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aanbod en verbintenis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9" name=""/>
          <p:cNvSpPr/>
          <p:nvPr/>
        </p:nvSpPr>
        <p:spPr>
          <a:xfrm>
            <a:off x="6153120" y="676080"/>
            <a:ext cx="2724480" cy="1752840"/>
          </a:xfrm>
          <a:custGeom>
            <a:avLst/>
            <a:gdLst/>
            <a:ahLst/>
            <a:rect l="0" t="0" r="r" b="b"/>
            <a:pathLst>
              <a:path w="7568" h="4869">
                <a:moveTo>
                  <a:pt x="0" y="0"/>
                </a:moveTo>
                <a:lnTo>
                  <a:pt x="7568" y="0"/>
                </a:lnTo>
                <a:lnTo>
                  <a:pt x="7568" y="4869"/>
                </a:lnTo>
                <a:lnTo>
                  <a:pt x="0" y="48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0" name=""/>
          <p:cNvSpPr/>
          <p:nvPr/>
        </p:nvSpPr>
        <p:spPr>
          <a:xfrm>
            <a:off x="6153120" y="676080"/>
            <a:ext cx="2724480" cy="38520"/>
          </a:xfrm>
          <a:custGeom>
            <a:avLst/>
            <a:gdLst/>
            <a:ahLst/>
            <a:rect l="0" t="0" r="r" b="b"/>
            <a:pathLst>
              <a:path w="7568" h="107">
                <a:moveTo>
                  <a:pt x="0" y="0"/>
                </a:moveTo>
                <a:lnTo>
                  <a:pt x="7568" y="0"/>
                </a:lnTo>
                <a:lnTo>
                  <a:pt x="756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1" name=""/>
          <p:cNvSpPr/>
          <p:nvPr/>
        </p:nvSpPr>
        <p:spPr>
          <a:xfrm>
            <a:off x="6153120" y="241920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2" name=""/>
          <p:cNvSpPr/>
          <p:nvPr/>
        </p:nvSpPr>
        <p:spPr>
          <a:xfrm>
            <a:off x="8867520" y="676080"/>
            <a:ext cx="10080" cy="1752840"/>
          </a:xfrm>
          <a:custGeom>
            <a:avLst/>
            <a:gdLst/>
            <a:ahLst/>
            <a:rect l="0" t="0" r="r" b="b"/>
            <a:pathLst>
              <a:path w="28" h="4869">
                <a:moveTo>
                  <a:pt x="0" y="106"/>
                </a:moveTo>
                <a:lnTo>
                  <a:pt x="0" y="4869"/>
                </a:lnTo>
                <a:lnTo>
                  <a:pt x="28" y="4869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3" name=""/>
          <p:cNvSpPr/>
          <p:nvPr/>
        </p:nvSpPr>
        <p:spPr>
          <a:xfrm>
            <a:off x="6153120" y="676080"/>
            <a:ext cx="9720" cy="1752840"/>
          </a:xfrm>
          <a:custGeom>
            <a:avLst/>
            <a:gdLst/>
            <a:ahLst/>
            <a:rect l="0" t="0" r="r" b="b"/>
            <a:pathLst>
              <a:path w="27" h="4869">
                <a:moveTo>
                  <a:pt x="0" y="0"/>
                </a:moveTo>
                <a:lnTo>
                  <a:pt x="0" y="4869"/>
                </a:lnTo>
                <a:lnTo>
                  <a:pt x="27" y="4869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4" name=""/>
          <p:cNvSpPr/>
          <p:nvPr/>
        </p:nvSpPr>
        <p:spPr>
          <a:xfrm>
            <a:off x="6327360" y="820440"/>
            <a:ext cx="247320" cy="288360"/>
          </a:xfrm>
          <a:custGeom>
            <a:avLst/>
            <a:gdLst/>
            <a:ahLst/>
            <a:rect l="0" t="0" r="r" b="b"/>
            <a:pathLst>
              <a:path w="687" h="801">
                <a:moveTo>
                  <a:pt x="630" y="0"/>
                </a:moveTo>
                <a:lnTo>
                  <a:pt x="115" y="0"/>
                </a:lnTo>
                <a:cubicBezTo>
                  <a:pt x="107" y="0"/>
                  <a:pt x="100" y="2"/>
                  <a:pt x="93" y="4"/>
                </a:cubicBezTo>
                <a:cubicBezTo>
                  <a:pt x="86" y="7"/>
                  <a:pt x="79" y="12"/>
                  <a:pt x="74" y="17"/>
                </a:cubicBezTo>
                <a:cubicBezTo>
                  <a:pt x="69" y="22"/>
                  <a:pt x="65" y="28"/>
                  <a:pt x="62" y="35"/>
                </a:cubicBezTo>
                <a:cubicBezTo>
                  <a:pt x="59" y="42"/>
                  <a:pt x="57" y="50"/>
                  <a:pt x="57" y="57"/>
                </a:cubicBezTo>
                <a:lnTo>
                  <a:pt x="57" y="172"/>
                </a:lnTo>
                <a:lnTo>
                  <a:pt x="0" y="172"/>
                </a:lnTo>
                <a:lnTo>
                  <a:pt x="0" y="229"/>
                </a:lnTo>
                <a:lnTo>
                  <a:pt x="57" y="229"/>
                </a:lnTo>
                <a:lnTo>
                  <a:pt x="57" y="371"/>
                </a:lnTo>
                <a:lnTo>
                  <a:pt x="0" y="371"/>
                </a:lnTo>
                <a:lnTo>
                  <a:pt x="0" y="429"/>
                </a:lnTo>
                <a:lnTo>
                  <a:pt x="57" y="429"/>
                </a:lnTo>
                <a:lnTo>
                  <a:pt x="57" y="572"/>
                </a:lnTo>
                <a:lnTo>
                  <a:pt x="0" y="572"/>
                </a:lnTo>
                <a:lnTo>
                  <a:pt x="0" y="630"/>
                </a:lnTo>
                <a:lnTo>
                  <a:pt x="57" y="630"/>
                </a:lnTo>
                <a:lnTo>
                  <a:pt x="57" y="744"/>
                </a:lnTo>
                <a:cubicBezTo>
                  <a:pt x="57" y="751"/>
                  <a:pt x="59" y="759"/>
                  <a:pt x="62" y="766"/>
                </a:cubicBezTo>
                <a:cubicBezTo>
                  <a:pt x="65" y="773"/>
                  <a:pt x="69" y="779"/>
                  <a:pt x="74" y="784"/>
                </a:cubicBezTo>
                <a:cubicBezTo>
                  <a:pt x="79" y="790"/>
                  <a:pt x="86" y="794"/>
                  <a:pt x="93" y="797"/>
                </a:cubicBezTo>
                <a:cubicBezTo>
                  <a:pt x="100" y="799"/>
                  <a:pt x="107" y="801"/>
                  <a:pt x="115" y="801"/>
                </a:cubicBezTo>
                <a:lnTo>
                  <a:pt x="630" y="801"/>
                </a:lnTo>
                <a:cubicBezTo>
                  <a:pt x="637" y="801"/>
                  <a:pt x="645" y="799"/>
                  <a:pt x="652" y="797"/>
                </a:cubicBezTo>
                <a:cubicBezTo>
                  <a:pt x="659" y="794"/>
                  <a:pt x="665" y="790"/>
                  <a:pt x="670" y="784"/>
                </a:cubicBezTo>
                <a:cubicBezTo>
                  <a:pt x="675" y="779"/>
                  <a:pt x="680" y="773"/>
                  <a:pt x="682" y="766"/>
                </a:cubicBezTo>
                <a:cubicBezTo>
                  <a:pt x="685" y="759"/>
                  <a:pt x="687" y="751"/>
                  <a:pt x="687" y="744"/>
                </a:cubicBezTo>
                <a:lnTo>
                  <a:pt x="687" y="57"/>
                </a:lnTo>
                <a:cubicBezTo>
                  <a:pt x="687" y="50"/>
                  <a:pt x="685" y="42"/>
                  <a:pt x="682" y="35"/>
                </a:cubicBezTo>
                <a:cubicBezTo>
                  <a:pt x="680" y="28"/>
                  <a:pt x="675" y="22"/>
                  <a:pt x="670" y="17"/>
                </a:cubicBezTo>
                <a:cubicBezTo>
                  <a:pt x="665" y="12"/>
                  <a:pt x="659" y="7"/>
                  <a:pt x="652" y="4"/>
                </a:cubicBezTo>
                <a:cubicBezTo>
                  <a:pt x="645" y="2"/>
                  <a:pt x="637" y="0"/>
                  <a:pt x="630" y="0"/>
                </a:cubicBezTo>
                <a:moveTo>
                  <a:pt x="630" y="744"/>
                </a:moveTo>
                <a:lnTo>
                  <a:pt x="115" y="744"/>
                </a:lnTo>
                <a:lnTo>
                  <a:pt x="115" y="630"/>
                </a:lnTo>
                <a:lnTo>
                  <a:pt x="172" y="630"/>
                </a:lnTo>
                <a:lnTo>
                  <a:pt x="172" y="572"/>
                </a:lnTo>
                <a:lnTo>
                  <a:pt x="115" y="572"/>
                </a:lnTo>
                <a:lnTo>
                  <a:pt x="115" y="429"/>
                </a:lnTo>
                <a:lnTo>
                  <a:pt x="172" y="429"/>
                </a:lnTo>
                <a:lnTo>
                  <a:pt x="172" y="371"/>
                </a:lnTo>
                <a:lnTo>
                  <a:pt x="115" y="371"/>
                </a:lnTo>
                <a:lnTo>
                  <a:pt x="115" y="229"/>
                </a:lnTo>
                <a:lnTo>
                  <a:pt x="172" y="229"/>
                </a:lnTo>
                <a:lnTo>
                  <a:pt x="172" y="172"/>
                </a:lnTo>
                <a:lnTo>
                  <a:pt x="115" y="172"/>
                </a:lnTo>
                <a:lnTo>
                  <a:pt x="115" y="57"/>
                </a:lnTo>
                <a:lnTo>
                  <a:pt x="630" y="57"/>
                </a:lnTo>
                <a:lnTo>
                  <a:pt x="630" y="744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5" name=""/>
          <p:cNvSpPr/>
          <p:nvPr/>
        </p:nvSpPr>
        <p:spPr>
          <a:xfrm>
            <a:off x="6430320" y="882360"/>
            <a:ext cx="82440" cy="164880"/>
          </a:xfrm>
          <a:custGeom>
            <a:avLst/>
            <a:gdLst/>
            <a:ahLst/>
            <a:rect l="0" t="0" r="r" b="b"/>
            <a:pathLst>
              <a:path w="229" h="458">
                <a:moveTo>
                  <a:pt x="0" y="0"/>
                </a:moveTo>
                <a:lnTo>
                  <a:pt x="229" y="0"/>
                </a:lnTo>
                <a:lnTo>
                  <a:pt x="229" y="57"/>
                </a:lnTo>
                <a:lnTo>
                  <a:pt x="0" y="57"/>
                </a:lnTo>
                <a:lnTo>
                  <a:pt x="0" y="0"/>
                </a:lnTo>
                <a:moveTo>
                  <a:pt x="0" y="200"/>
                </a:moveTo>
                <a:lnTo>
                  <a:pt x="229" y="200"/>
                </a:lnTo>
                <a:lnTo>
                  <a:pt x="229" y="258"/>
                </a:lnTo>
                <a:lnTo>
                  <a:pt x="0" y="258"/>
                </a:lnTo>
                <a:lnTo>
                  <a:pt x="0" y="200"/>
                </a:lnTo>
                <a:moveTo>
                  <a:pt x="0" y="400"/>
                </a:moveTo>
                <a:lnTo>
                  <a:pt x="229" y="400"/>
                </a:lnTo>
                <a:lnTo>
                  <a:pt x="229" y="458"/>
                </a:lnTo>
                <a:lnTo>
                  <a:pt x="0" y="458"/>
                </a:lnTo>
                <a:lnTo>
                  <a:pt x="0" y="40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3785760" y="1812960"/>
            <a:ext cx="13539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een gedeeld model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7" name=""/>
          <p:cNvSpPr/>
          <p:nvPr/>
        </p:nvSpPr>
        <p:spPr>
          <a:xfrm>
            <a:off x="6438600" y="1276200"/>
            <a:ext cx="48600" cy="47880"/>
          </a:xfrm>
          <a:custGeom>
            <a:avLst/>
            <a:gdLst/>
            <a:ahLst/>
            <a:rect l="0" t="0" r="r" b="b"/>
            <a:pathLst>
              <a:path w="135" h="133">
                <a:moveTo>
                  <a:pt x="0" y="0"/>
                </a:moveTo>
                <a:lnTo>
                  <a:pt x="135" y="0"/>
                </a:lnTo>
                <a:lnTo>
                  <a:pt x="135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6688440" y="900360"/>
            <a:ext cx="142704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3d68ec"/>
                </a:solidFill>
                <a:latin typeface="Arial"/>
                <a:ea typeface="Arial"/>
              </a:rPr>
              <a:t>Onderwijscatalogus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9" name=""/>
          <p:cNvSpPr/>
          <p:nvPr/>
        </p:nvSpPr>
        <p:spPr>
          <a:xfrm>
            <a:off x="6438600" y="1571400"/>
            <a:ext cx="48600" cy="47880"/>
          </a:xfrm>
          <a:custGeom>
            <a:avLst/>
            <a:gdLst/>
            <a:ahLst/>
            <a:rect l="0" t="0" r="r" b="b"/>
            <a:pathLst>
              <a:path w="135" h="133">
                <a:moveTo>
                  <a:pt x="0" y="0"/>
                </a:moveTo>
                <a:lnTo>
                  <a:pt x="135" y="0"/>
                </a:lnTo>
                <a:lnTo>
                  <a:pt x="135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6633000" y="1222560"/>
            <a:ext cx="12412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spil in het web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1" name=""/>
          <p:cNvSpPr/>
          <p:nvPr/>
        </p:nvSpPr>
        <p:spPr>
          <a:xfrm>
            <a:off x="6438600" y="1866600"/>
            <a:ext cx="48600" cy="48240"/>
          </a:xfrm>
          <a:custGeom>
            <a:avLst/>
            <a:gdLst/>
            <a:ahLst/>
            <a:rect l="0" t="0" r="r" b="b"/>
            <a:pathLst>
              <a:path w="135" h="134">
                <a:moveTo>
                  <a:pt x="0" y="0"/>
                </a:moveTo>
                <a:lnTo>
                  <a:pt x="135" y="0"/>
                </a:lnTo>
                <a:lnTo>
                  <a:pt x="135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6633000" y="1517760"/>
            <a:ext cx="17989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gedeelde uitgangspunten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3" name=""/>
          <p:cNvSpPr/>
          <p:nvPr/>
        </p:nvSpPr>
        <p:spPr>
          <a:xfrm>
            <a:off x="456840" y="2552400"/>
            <a:ext cx="2724840" cy="1791000"/>
          </a:xfrm>
          <a:custGeom>
            <a:avLst/>
            <a:gdLst/>
            <a:ahLst/>
            <a:rect l="0" t="0" r="r" b="b"/>
            <a:pathLst>
              <a:path w="7569" h="4975">
                <a:moveTo>
                  <a:pt x="0" y="0"/>
                </a:moveTo>
                <a:lnTo>
                  <a:pt x="7569" y="0"/>
                </a:lnTo>
                <a:lnTo>
                  <a:pt x="7569" y="4975"/>
                </a:lnTo>
                <a:lnTo>
                  <a:pt x="0" y="49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4" name=""/>
          <p:cNvSpPr/>
          <p:nvPr/>
        </p:nvSpPr>
        <p:spPr>
          <a:xfrm>
            <a:off x="456840" y="2552400"/>
            <a:ext cx="2724840" cy="38520"/>
          </a:xfrm>
          <a:custGeom>
            <a:avLst/>
            <a:gdLst/>
            <a:ahLst/>
            <a:rect l="0" t="0" r="r" b="b"/>
            <a:pathLst>
              <a:path w="7569" h="107">
                <a:moveTo>
                  <a:pt x="0" y="0"/>
                </a:moveTo>
                <a:lnTo>
                  <a:pt x="7569" y="0"/>
                </a:lnTo>
                <a:lnTo>
                  <a:pt x="756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f4d9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5" name=""/>
          <p:cNvSpPr/>
          <p:nvPr/>
        </p:nvSpPr>
        <p:spPr>
          <a:xfrm>
            <a:off x="456840" y="4333680"/>
            <a:ext cx="2724840" cy="9720"/>
          </a:xfrm>
          <a:custGeom>
            <a:avLst/>
            <a:gdLst/>
            <a:ahLst/>
            <a:rect l="0" t="0" r="r" b="b"/>
            <a:pathLst>
              <a:path w="7569" h="27">
                <a:moveTo>
                  <a:pt x="0" y="0"/>
                </a:moveTo>
                <a:lnTo>
                  <a:pt x="7569" y="0"/>
                </a:lnTo>
                <a:lnTo>
                  <a:pt x="756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6" name=""/>
          <p:cNvSpPr/>
          <p:nvPr/>
        </p:nvSpPr>
        <p:spPr>
          <a:xfrm>
            <a:off x="3171600" y="2552400"/>
            <a:ext cx="10080" cy="1791000"/>
          </a:xfrm>
          <a:custGeom>
            <a:avLst/>
            <a:gdLst/>
            <a:ahLst/>
            <a:rect l="0" t="0" r="r" b="b"/>
            <a:pathLst>
              <a:path w="28" h="4975">
                <a:moveTo>
                  <a:pt x="0" y="106"/>
                </a:moveTo>
                <a:lnTo>
                  <a:pt x="0" y="4975"/>
                </a:lnTo>
                <a:lnTo>
                  <a:pt x="28" y="4975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7" name=""/>
          <p:cNvSpPr/>
          <p:nvPr/>
        </p:nvSpPr>
        <p:spPr>
          <a:xfrm>
            <a:off x="456840" y="2552400"/>
            <a:ext cx="10080" cy="1791000"/>
          </a:xfrm>
          <a:custGeom>
            <a:avLst/>
            <a:gdLst/>
            <a:ahLst/>
            <a:rect l="0" t="0" r="r" b="b"/>
            <a:pathLst>
              <a:path w="28" h="4975">
                <a:moveTo>
                  <a:pt x="0" y="0"/>
                </a:moveTo>
                <a:lnTo>
                  <a:pt x="0" y="4975"/>
                </a:lnTo>
                <a:lnTo>
                  <a:pt x="28" y="4975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8" name=""/>
          <p:cNvSpPr/>
          <p:nvPr/>
        </p:nvSpPr>
        <p:spPr>
          <a:xfrm>
            <a:off x="806400" y="2789280"/>
            <a:ext cx="61920" cy="31320"/>
          </a:xfrm>
          <a:custGeom>
            <a:avLst/>
            <a:gdLst/>
            <a:ahLst/>
            <a:rect l="0" t="0" r="r" b="b"/>
            <a:pathLst>
              <a:path w="172" h="87">
                <a:moveTo>
                  <a:pt x="28" y="0"/>
                </a:moveTo>
                <a:lnTo>
                  <a:pt x="144" y="0"/>
                </a:lnTo>
                <a:cubicBezTo>
                  <a:pt x="151" y="0"/>
                  <a:pt x="158" y="3"/>
                  <a:pt x="164" y="9"/>
                </a:cubicBezTo>
                <a:cubicBezTo>
                  <a:pt x="169" y="14"/>
                  <a:pt x="172" y="21"/>
                  <a:pt x="172" y="29"/>
                </a:cubicBezTo>
                <a:lnTo>
                  <a:pt x="172" y="87"/>
                </a:lnTo>
                <a:lnTo>
                  <a:pt x="0" y="87"/>
                </a:lnTo>
                <a:lnTo>
                  <a:pt x="0" y="29"/>
                </a:lnTo>
                <a:cubicBezTo>
                  <a:pt x="0" y="21"/>
                  <a:pt x="3" y="14"/>
                  <a:pt x="8" y="9"/>
                </a:cubicBezTo>
                <a:cubicBezTo>
                  <a:pt x="14" y="3"/>
                  <a:pt x="20" y="0"/>
                  <a:pt x="28" y="0"/>
                </a:cubicBezTo>
                <a:close/>
              </a:path>
            </a:pathLst>
          </a:custGeom>
          <a:solidFill>
            <a:srgbClr val="f4d9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9" name=""/>
          <p:cNvSpPr/>
          <p:nvPr/>
        </p:nvSpPr>
        <p:spPr>
          <a:xfrm>
            <a:off x="816480" y="2738160"/>
            <a:ext cx="41760" cy="41400"/>
          </a:xfrm>
          <a:custGeom>
            <a:avLst/>
            <a:gdLst/>
            <a:ahLst/>
            <a:rect l="0" t="0" r="r" b="b"/>
            <a:pathLst>
              <a:path w="116" h="115">
                <a:moveTo>
                  <a:pt x="116" y="57"/>
                </a:moveTo>
                <a:cubicBezTo>
                  <a:pt x="116" y="64"/>
                  <a:pt x="114" y="72"/>
                  <a:pt x="111" y="79"/>
                </a:cubicBezTo>
                <a:cubicBezTo>
                  <a:pt x="108" y="86"/>
                  <a:pt x="104" y="93"/>
                  <a:pt x="99" y="98"/>
                </a:cubicBezTo>
                <a:cubicBezTo>
                  <a:pt x="93" y="104"/>
                  <a:pt x="87" y="108"/>
                  <a:pt x="80" y="111"/>
                </a:cubicBezTo>
                <a:cubicBezTo>
                  <a:pt x="73" y="113"/>
                  <a:pt x="65" y="115"/>
                  <a:pt x="57" y="115"/>
                </a:cubicBezTo>
                <a:cubicBezTo>
                  <a:pt x="50" y="115"/>
                  <a:pt x="43" y="113"/>
                  <a:pt x="36" y="111"/>
                </a:cubicBezTo>
                <a:cubicBezTo>
                  <a:pt x="29" y="108"/>
                  <a:pt x="22" y="104"/>
                  <a:pt x="17" y="98"/>
                </a:cubicBezTo>
                <a:cubicBezTo>
                  <a:pt x="12" y="93"/>
                  <a:pt x="8" y="86"/>
                  <a:pt x="5" y="79"/>
                </a:cubicBezTo>
                <a:cubicBezTo>
                  <a:pt x="2" y="72"/>
                  <a:pt x="0" y="64"/>
                  <a:pt x="0" y="57"/>
                </a:cubicBezTo>
                <a:cubicBezTo>
                  <a:pt x="0" y="49"/>
                  <a:pt x="2" y="42"/>
                  <a:pt x="5" y="35"/>
                </a:cubicBezTo>
                <a:cubicBezTo>
                  <a:pt x="8" y="28"/>
                  <a:pt x="12" y="22"/>
                  <a:pt x="17" y="16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7" y="0"/>
                </a:cubicBezTo>
                <a:cubicBezTo>
                  <a:pt x="65" y="0"/>
                  <a:pt x="73" y="1"/>
                  <a:pt x="80" y="4"/>
                </a:cubicBezTo>
                <a:cubicBezTo>
                  <a:pt x="87" y="7"/>
                  <a:pt x="93" y="11"/>
                  <a:pt x="99" y="16"/>
                </a:cubicBezTo>
                <a:cubicBezTo>
                  <a:pt x="104" y="22"/>
                  <a:pt x="108" y="28"/>
                  <a:pt x="111" y="35"/>
                </a:cubicBezTo>
                <a:cubicBezTo>
                  <a:pt x="114" y="42"/>
                  <a:pt x="116" y="49"/>
                  <a:pt x="116" y="57"/>
                </a:cubicBezTo>
                <a:close/>
              </a:path>
            </a:pathLst>
          </a:custGeom>
          <a:solidFill>
            <a:srgbClr val="f4d9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0" name=""/>
          <p:cNvSpPr/>
          <p:nvPr/>
        </p:nvSpPr>
        <p:spPr>
          <a:xfrm>
            <a:off x="600480" y="2696760"/>
            <a:ext cx="319320" cy="288360"/>
          </a:xfrm>
          <a:custGeom>
            <a:avLst/>
            <a:gdLst/>
            <a:ahLst/>
            <a:rect l="0" t="0" r="r" b="b"/>
            <a:pathLst>
              <a:path w="887" h="801">
                <a:moveTo>
                  <a:pt x="830" y="458"/>
                </a:moveTo>
                <a:lnTo>
                  <a:pt x="486" y="458"/>
                </a:lnTo>
                <a:cubicBezTo>
                  <a:pt x="478" y="458"/>
                  <a:pt x="471" y="457"/>
                  <a:pt x="464" y="454"/>
                </a:cubicBezTo>
                <a:cubicBezTo>
                  <a:pt x="457" y="451"/>
                  <a:pt x="451" y="447"/>
                  <a:pt x="446" y="442"/>
                </a:cubicBezTo>
                <a:cubicBezTo>
                  <a:pt x="440" y="436"/>
                  <a:pt x="436" y="430"/>
                  <a:pt x="433" y="423"/>
                </a:cubicBezTo>
                <a:cubicBezTo>
                  <a:pt x="430" y="416"/>
                  <a:pt x="429" y="409"/>
                  <a:pt x="429" y="401"/>
                </a:cubicBezTo>
                <a:lnTo>
                  <a:pt x="429" y="58"/>
                </a:lnTo>
                <a:cubicBezTo>
                  <a:pt x="429" y="50"/>
                  <a:pt x="430" y="43"/>
                  <a:pt x="433" y="36"/>
                </a:cubicBezTo>
                <a:cubicBezTo>
                  <a:pt x="436" y="29"/>
                  <a:pt x="440" y="23"/>
                  <a:pt x="446" y="17"/>
                </a:cubicBezTo>
                <a:cubicBezTo>
                  <a:pt x="451" y="12"/>
                  <a:pt x="457" y="8"/>
                  <a:pt x="464" y="5"/>
                </a:cubicBezTo>
                <a:cubicBezTo>
                  <a:pt x="471" y="2"/>
                  <a:pt x="478" y="0"/>
                  <a:pt x="486" y="0"/>
                </a:cubicBezTo>
                <a:lnTo>
                  <a:pt x="830" y="0"/>
                </a:lnTo>
                <a:cubicBezTo>
                  <a:pt x="837" y="0"/>
                  <a:pt x="845" y="2"/>
                  <a:pt x="852" y="5"/>
                </a:cubicBezTo>
                <a:cubicBezTo>
                  <a:pt x="859" y="8"/>
                  <a:pt x="865" y="12"/>
                  <a:pt x="870" y="17"/>
                </a:cubicBezTo>
                <a:cubicBezTo>
                  <a:pt x="876" y="23"/>
                  <a:pt x="880" y="29"/>
                  <a:pt x="883" y="36"/>
                </a:cubicBezTo>
                <a:cubicBezTo>
                  <a:pt x="886" y="43"/>
                  <a:pt x="887" y="50"/>
                  <a:pt x="887" y="58"/>
                </a:cubicBezTo>
                <a:lnTo>
                  <a:pt x="887" y="401"/>
                </a:lnTo>
                <a:cubicBezTo>
                  <a:pt x="887" y="409"/>
                  <a:pt x="886" y="416"/>
                  <a:pt x="883" y="423"/>
                </a:cubicBezTo>
                <a:cubicBezTo>
                  <a:pt x="880" y="430"/>
                  <a:pt x="876" y="436"/>
                  <a:pt x="870" y="442"/>
                </a:cubicBezTo>
                <a:cubicBezTo>
                  <a:pt x="865" y="447"/>
                  <a:pt x="859" y="451"/>
                  <a:pt x="852" y="454"/>
                </a:cubicBezTo>
                <a:cubicBezTo>
                  <a:pt x="845" y="457"/>
                  <a:pt x="837" y="458"/>
                  <a:pt x="830" y="458"/>
                </a:cubicBezTo>
                <a:moveTo>
                  <a:pt x="486" y="58"/>
                </a:moveTo>
                <a:lnTo>
                  <a:pt x="486" y="401"/>
                </a:lnTo>
                <a:lnTo>
                  <a:pt x="830" y="401"/>
                </a:lnTo>
                <a:lnTo>
                  <a:pt x="830" y="58"/>
                </a:lnTo>
                <a:lnTo>
                  <a:pt x="486" y="58"/>
                </a:lnTo>
                <a:moveTo>
                  <a:pt x="400" y="801"/>
                </a:moveTo>
                <a:lnTo>
                  <a:pt x="343" y="801"/>
                </a:lnTo>
                <a:lnTo>
                  <a:pt x="343" y="687"/>
                </a:lnTo>
                <a:cubicBezTo>
                  <a:pt x="343" y="676"/>
                  <a:pt x="341" y="665"/>
                  <a:pt x="337" y="654"/>
                </a:cubicBezTo>
                <a:cubicBezTo>
                  <a:pt x="333" y="643"/>
                  <a:pt x="327" y="634"/>
                  <a:pt x="319" y="626"/>
                </a:cubicBezTo>
                <a:cubicBezTo>
                  <a:pt x="311" y="618"/>
                  <a:pt x="301" y="612"/>
                  <a:pt x="291" y="607"/>
                </a:cubicBezTo>
                <a:cubicBezTo>
                  <a:pt x="280" y="603"/>
                  <a:pt x="269" y="601"/>
                  <a:pt x="258" y="601"/>
                </a:cubicBezTo>
                <a:lnTo>
                  <a:pt x="143" y="601"/>
                </a:lnTo>
                <a:cubicBezTo>
                  <a:pt x="132" y="601"/>
                  <a:pt x="121" y="603"/>
                  <a:pt x="110" y="607"/>
                </a:cubicBezTo>
                <a:cubicBezTo>
                  <a:pt x="100" y="612"/>
                  <a:pt x="90" y="618"/>
                  <a:pt x="82" y="626"/>
                </a:cubicBezTo>
                <a:cubicBezTo>
                  <a:pt x="74" y="634"/>
                  <a:pt x="68" y="643"/>
                  <a:pt x="64" y="654"/>
                </a:cubicBezTo>
                <a:cubicBezTo>
                  <a:pt x="59" y="665"/>
                  <a:pt x="57" y="676"/>
                  <a:pt x="58" y="687"/>
                </a:cubicBezTo>
                <a:lnTo>
                  <a:pt x="58" y="801"/>
                </a:lnTo>
                <a:lnTo>
                  <a:pt x="0" y="801"/>
                </a:lnTo>
                <a:lnTo>
                  <a:pt x="0" y="687"/>
                </a:lnTo>
                <a:cubicBezTo>
                  <a:pt x="0" y="678"/>
                  <a:pt x="1" y="668"/>
                  <a:pt x="3" y="659"/>
                </a:cubicBezTo>
                <a:cubicBezTo>
                  <a:pt x="5" y="650"/>
                  <a:pt x="7" y="641"/>
                  <a:pt x="11" y="632"/>
                </a:cubicBezTo>
                <a:cubicBezTo>
                  <a:pt x="15" y="623"/>
                  <a:pt x="19" y="615"/>
                  <a:pt x="24" y="607"/>
                </a:cubicBezTo>
                <a:cubicBezTo>
                  <a:pt x="29" y="599"/>
                  <a:pt x="35" y="592"/>
                  <a:pt x="42" y="586"/>
                </a:cubicBezTo>
                <a:cubicBezTo>
                  <a:pt x="49" y="579"/>
                  <a:pt x="56" y="573"/>
                  <a:pt x="64" y="568"/>
                </a:cubicBezTo>
                <a:cubicBezTo>
                  <a:pt x="71" y="563"/>
                  <a:pt x="80" y="558"/>
                  <a:pt x="88" y="555"/>
                </a:cubicBezTo>
                <a:cubicBezTo>
                  <a:pt x="97" y="551"/>
                  <a:pt x="106" y="548"/>
                  <a:pt x="115" y="547"/>
                </a:cubicBezTo>
                <a:cubicBezTo>
                  <a:pt x="125" y="545"/>
                  <a:pt x="134" y="544"/>
                  <a:pt x="143" y="544"/>
                </a:cubicBezTo>
                <a:lnTo>
                  <a:pt x="258" y="544"/>
                </a:lnTo>
                <a:cubicBezTo>
                  <a:pt x="267" y="544"/>
                  <a:pt x="276" y="545"/>
                  <a:pt x="286" y="547"/>
                </a:cubicBezTo>
                <a:cubicBezTo>
                  <a:pt x="295" y="548"/>
                  <a:pt x="304" y="551"/>
                  <a:pt x="312" y="555"/>
                </a:cubicBezTo>
                <a:cubicBezTo>
                  <a:pt x="321" y="558"/>
                  <a:pt x="329" y="563"/>
                  <a:pt x="337" y="568"/>
                </a:cubicBezTo>
                <a:cubicBezTo>
                  <a:pt x="345" y="573"/>
                  <a:pt x="352" y="579"/>
                  <a:pt x="359" y="586"/>
                </a:cubicBezTo>
                <a:cubicBezTo>
                  <a:pt x="366" y="592"/>
                  <a:pt x="372" y="599"/>
                  <a:pt x="377" y="607"/>
                </a:cubicBezTo>
                <a:cubicBezTo>
                  <a:pt x="382" y="615"/>
                  <a:pt x="386" y="623"/>
                  <a:pt x="390" y="632"/>
                </a:cubicBezTo>
                <a:cubicBezTo>
                  <a:pt x="393" y="641"/>
                  <a:pt x="396" y="650"/>
                  <a:pt x="398" y="659"/>
                </a:cubicBezTo>
                <a:cubicBezTo>
                  <a:pt x="400" y="668"/>
                  <a:pt x="400" y="678"/>
                  <a:pt x="400" y="687"/>
                </a:cubicBezTo>
                <a:lnTo>
                  <a:pt x="400" y="801"/>
                </a:lnTo>
                <a:moveTo>
                  <a:pt x="200" y="258"/>
                </a:moveTo>
                <a:cubicBezTo>
                  <a:pt x="212" y="258"/>
                  <a:pt x="223" y="261"/>
                  <a:pt x="233" y="265"/>
                </a:cubicBezTo>
                <a:cubicBezTo>
                  <a:pt x="244" y="269"/>
                  <a:pt x="253" y="276"/>
                  <a:pt x="261" y="284"/>
                </a:cubicBezTo>
                <a:cubicBezTo>
                  <a:pt x="269" y="292"/>
                  <a:pt x="275" y="301"/>
                  <a:pt x="280" y="311"/>
                </a:cubicBezTo>
                <a:cubicBezTo>
                  <a:pt x="284" y="322"/>
                  <a:pt x="286" y="333"/>
                  <a:pt x="286" y="344"/>
                </a:cubicBezTo>
                <a:cubicBezTo>
                  <a:pt x="286" y="356"/>
                  <a:pt x="284" y="366"/>
                  <a:pt x="280" y="377"/>
                </a:cubicBezTo>
                <a:cubicBezTo>
                  <a:pt x="275" y="387"/>
                  <a:pt x="269" y="397"/>
                  <a:pt x="261" y="405"/>
                </a:cubicBezTo>
                <a:cubicBezTo>
                  <a:pt x="253" y="413"/>
                  <a:pt x="244" y="419"/>
                  <a:pt x="233" y="423"/>
                </a:cubicBezTo>
                <a:cubicBezTo>
                  <a:pt x="223" y="428"/>
                  <a:pt x="212" y="430"/>
                  <a:pt x="200" y="430"/>
                </a:cubicBezTo>
                <a:cubicBezTo>
                  <a:pt x="189" y="430"/>
                  <a:pt x="178" y="428"/>
                  <a:pt x="168" y="423"/>
                </a:cubicBezTo>
                <a:cubicBezTo>
                  <a:pt x="157" y="419"/>
                  <a:pt x="148" y="413"/>
                  <a:pt x="140" y="405"/>
                </a:cubicBezTo>
                <a:cubicBezTo>
                  <a:pt x="132" y="397"/>
                  <a:pt x="126" y="387"/>
                  <a:pt x="121" y="377"/>
                </a:cubicBezTo>
                <a:cubicBezTo>
                  <a:pt x="117" y="366"/>
                  <a:pt x="115" y="356"/>
                  <a:pt x="115" y="344"/>
                </a:cubicBezTo>
                <a:cubicBezTo>
                  <a:pt x="115" y="333"/>
                  <a:pt x="117" y="322"/>
                  <a:pt x="121" y="311"/>
                </a:cubicBezTo>
                <a:cubicBezTo>
                  <a:pt x="126" y="301"/>
                  <a:pt x="132" y="292"/>
                  <a:pt x="140" y="284"/>
                </a:cubicBezTo>
                <a:cubicBezTo>
                  <a:pt x="148" y="276"/>
                  <a:pt x="157" y="269"/>
                  <a:pt x="168" y="265"/>
                </a:cubicBezTo>
                <a:cubicBezTo>
                  <a:pt x="178" y="261"/>
                  <a:pt x="189" y="258"/>
                  <a:pt x="200" y="258"/>
                </a:cubicBezTo>
                <a:moveTo>
                  <a:pt x="200" y="201"/>
                </a:moveTo>
                <a:cubicBezTo>
                  <a:pt x="191" y="201"/>
                  <a:pt x="182" y="202"/>
                  <a:pt x="173" y="204"/>
                </a:cubicBezTo>
                <a:cubicBezTo>
                  <a:pt x="163" y="206"/>
                  <a:pt x="154" y="209"/>
                  <a:pt x="146" y="212"/>
                </a:cubicBezTo>
                <a:cubicBezTo>
                  <a:pt x="137" y="216"/>
                  <a:pt x="129" y="220"/>
                  <a:pt x="121" y="225"/>
                </a:cubicBezTo>
                <a:cubicBezTo>
                  <a:pt x="113" y="231"/>
                  <a:pt x="106" y="237"/>
                  <a:pt x="99" y="243"/>
                </a:cubicBezTo>
                <a:cubicBezTo>
                  <a:pt x="93" y="250"/>
                  <a:pt x="87" y="257"/>
                  <a:pt x="82" y="265"/>
                </a:cubicBezTo>
                <a:cubicBezTo>
                  <a:pt x="77" y="273"/>
                  <a:pt x="72" y="281"/>
                  <a:pt x="69" y="290"/>
                </a:cubicBezTo>
                <a:cubicBezTo>
                  <a:pt x="65" y="298"/>
                  <a:pt x="62" y="307"/>
                  <a:pt x="60" y="316"/>
                </a:cubicBezTo>
                <a:cubicBezTo>
                  <a:pt x="59" y="326"/>
                  <a:pt x="58" y="335"/>
                  <a:pt x="58" y="344"/>
                </a:cubicBezTo>
                <a:cubicBezTo>
                  <a:pt x="58" y="354"/>
                  <a:pt x="59" y="363"/>
                  <a:pt x="60" y="372"/>
                </a:cubicBezTo>
                <a:cubicBezTo>
                  <a:pt x="62" y="381"/>
                  <a:pt x="65" y="390"/>
                  <a:pt x="69" y="399"/>
                </a:cubicBezTo>
                <a:cubicBezTo>
                  <a:pt x="72" y="407"/>
                  <a:pt x="77" y="416"/>
                  <a:pt x="82" y="424"/>
                </a:cubicBezTo>
                <a:cubicBezTo>
                  <a:pt x="87" y="431"/>
                  <a:pt x="93" y="439"/>
                  <a:pt x="99" y="445"/>
                </a:cubicBezTo>
                <a:cubicBezTo>
                  <a:pt x="106" y="452"/>
                  <a:pt x="113" y="458"/>
                  <a:pt x="121" y="463"/>
                </a:cubicBezTo>
                <a:cubicBezTo>
                  <a:pt x="129" y="468"/>
                  <a:pt x="137" y="473"/>
                  <a:pt x="146" y="476"/>
                </a:cubicBezTo>
                <a:cubicBezTo>
                  <a:pt x="154" y="480"/>
                  <a:pt x="163" y="482"/>
                  <a:pt x="173" y="484"/>
                </a:cubicBezTo>
                <a:cubicBezTo>
                  <a:pt x="182" y="486"/>
                  <a:pt x="191" y="487"/>
                  <a:pt x="200" y="487"/>
                </a:cubicBezTo>
                <a:cubicBezTo>
                  <a:pt x="210" y="487"/>
                  <a:pt x="219" y="486"/>
                  <a:pt x="228" y="484"/>
                </a:cubicBezTo>
                <a:cubicBezTo>
                  <a:pt x="237" y="482"/>
                  <a:pt x="246" y="480"/>
                  <a:pt x="255" y="476"/>
                </a:cubicBezTo>
                <a:cubicBezTo>
                  <a:pt x="264" y="473"/>
                  <a:pt x="272" y="468"/>
                  <a:pt x="280" y="463"/>
                </a:cubicBezTo>
                <a:cubicBezTo>
                  <a:pt x="288" y="458"/>
                  <a:pt x="295" y="452"/>
                  <a:pt x="301" y="445"/>
                </a:cubicBezTo>
                <a:cubicBezTo>
                  <a:pt x="308" y="439"/>
                  <a:pt x="314" y="431"/>
                  <a:pt x="319" y="424"/>
                </a:cubicBezTo>
                <a:cubicBezTo>
                  <a:pt x="324" y="416"/>
                  <a:pt x="329" y="407"/>
                  <a:pt x="332" y="399"/>
                </a:cubicBezTo>
                <a:cubicBezTo>
                  <a:pt x="336" y="390"/>
                  <a:pt x="339" y="381"/>
                  <a:pt x="340" y="372"/>
                </a:cubicBezTo>
                <a:cubicBezTo>
                  <a:pt x="342" y="363"/>
                  <a:pt x="343" y="354"/>
                  <a:pt x="343" y="344"/>
                </a:cubicBezTo>
                <a:cubicBezTo>
                  <a:pt x="343" y="335"/>
                  <a:pt x="342" y="326"/>
                  <a:pt x="340" y="316"/>
                </a:cubicBezTo>
                <a:cubicBezTo>
                  <a:pt x="339" y="307"/>
                  <a:pt x="336" y="298"/>
                  <a:pt x="332" y="290"/>
                </a:cubicBezTo>
                <a:cubicBezTo>
                  <a:pt x="329" y="281"/>
                  <a:pt x="324" y="273"/>
                  <a:pt x="319" y="265"/>
                </a:cubicBezTo>
                <a:cubicBezTo>
                  <a:pt x="314" y="257"/>
                  <a:pt x="308" y="250"/>
                  <a:pt x="301" y="243"/>
                </a:cubicBezTo>
                <a:cubicBezTo>
                  <a:pt x="295" y="237"/>
                  <a:pt x="288" y="231"/>
                  <a:pt x="280" y="225"/>
                </a:cubicBezTo>
                <a:cubicBezTo>
                  <a:pt x="272" y="220"/>
                  <a:pt x="264" y="216"/>
                  <a:pt x="255" y="212"/>
                </a:cubicBezTo>
                <a:cubicBezTo>
                  <a:pt x="246" y="209"/>
                  <a:pt x="237" y="206"/>
                  <a:pt x="228" y="204"/>
                </a:cubicBezTo>
                <a:cubicBezTo>
                  <a:pt x="219" y="202"/>
                  <a:pt x="210" y="201"/>
                  <a:pt x="200" y="201"/>
                </a:cubicBezTo>
                <a:close/>
              </a:path>
            </a:pathLst>
          </a:custGeom>
          <a:solidFill>
            <a:srgbClr val="f4d9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6633000" y="1812960"/>
            <a:ext cx="18601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hetzelfde informatiemodel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2" name=""/>
          <p:cNvSpPr/>
          <p:nvPr/>
        </p:nvSpPr>
        <p:spPr>
          <a:xfrm>
            <a:off x="752400" y="31525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993960" y="2776680"/>
            <a:ext cx="202320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3d68ec"/>
                </a:solidFill>
                <a:latin typeface="Arial"/>
                <a:ea typeface="Arial"/>
              </a:rPr>
              <a:t>EduID, identity provisioning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4" name=""/>
          <p:cNvSpPr/>
          <p:nvPr/>
        </p:nvSpPr>
        <p:spPr>
          <a:xfrm>
            <a:off x="752400" y="344772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938520" y="3098880"/>
            <a:ext cx="15886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student in de keten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6" name=""/>
          <p:cNvSpPr/>
          <p:nvPr/>
        </p:nvSpPr>
        <p:spPr>
          <a:xfrm>
            <a:off x="752400" y="37432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938520" y="3394080"/>
            <a:ext cx="19897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van aanmelding tot toegang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8" name=""/>
          <p:cNvSpPr/>
          <p:nvPr/>
        </p:nvSpPr>
        <p:spPr>
          <a:xfrm>
            <a:off x="3305160" y="2552400"/>
            <a:ext cx="2724480" cy="1791000"/>
          </a:xfrm>
          <a:custGeom>
            <a:avLst/>
            <a:gdLst/>
            <a:ahLst/>
            <a:rect l="0" t="0" r="r" b="b"/>
            <a:pathLst>
              <a:path w="7568" h="4975">
                <a:moveTo>
                  <a:pt x="0" y="0"/>
                </a:moveTo>
                <a:lnTo>
                  <a:pt x="7568" y="0"/>
                </a:lnTo>
                <a:lnTo>
                  <a:pt x="7568" y="4975"/>
                </a:lnTo>
                <a:lnTo>
                  <a:pt x="0" y="49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9" name=""/>
          <p:cNvSpPr/>
          <p:nvPr/>
        </p:nvSpPr>
        <p:spPr>
          <a:xfrm>
            <a:off x="3305160" y="2552400"/>
            <a:ext cx="2724480" cy="38520"/>
          </a:xfrm>
          <a:custGeom>
            <a:avLst/>
            <a:gdLst/>
            <a:ahLst/>
            <a:rect l="0" t="0" r="r" b="b"/>
            <a:pathLst>
              <a:path w="7568" h="107">
                <a:moveTo>
                  <a:pt x="0" y="0"/>
                </a:moveTo>
                <a:lnTo>
                  <a:pt x="7568" y="0"/>
                </a:lnTo>
                <a:lnTo>
                  <a:pt x="756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f4d7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0" name=""/>
          <p:cNvSpPr/>
          <p:nvPr/>
        </p:nvSpPr>
        <p:spPr>
          <a:xfrm>
            <a:off x="3305160" y="433368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1" name=""/>
          <p:cNvSpPr/>
          <p:nvPr/>
        </p:nvSpPr>
        <p:spPr>
          <a:xfrm>
            <a:off x="6019560" y="2552400"/>
            <a:ext cx="10080" cy="1791000"/>
          </a:xfrm>
          <a:custGeom>
            <a:avLst/>
            <a:gdLst/>
            <a:ahLst/>
            <a:rect l="0" t="0" r="r" b="b"/>
            <a:pathLst>
              <a:path w="28" h="4975">
                <a:moveTo>
                  <a:pt x="0" y="106"/>
                </a:moveTo>
                <a:lnTo>
                  <a:pt x="0" y="4975"/>
                </a:lnTo>
                <a:lnTo>
                  <a:pt x="28" y="4975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2" name=""/>
          <p:cNvSpPr/>
          <p:nvPr/>
        </p:nvSpPr>
        <p:spPr>
          <a:xfrm>
            <a:off x="3305160" y="2552400"/>
            <a:ext cx="9720" cy="1791000"/>
          </a:xfrm>
          <a:custGeom>
            <a:avLst/>
            <a:gdLst/>
            <a:ahLst/>
            <a:rect l="0" t="0" r="r" b="b"/>
            <a:pathLst>
              <a:path w="27" h="4975">
                <a:moveTo>
                  <a:pt x="0" y="0"/>
                </a:moveTo>
                <a:lnTo>
                  <a:pt x="0" y="4975"/>
                </a:lnTo>
                <a:lnTo>
                  <a:pt x="27" y="4975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3" name=""/>
          <p:cNvSpPr/>
          <p:nvPr/>
        </p:nvSpPr>
        <p:spPr>
          <a:xfrm>
            <a:off x="3465720" y="2703600"/>
            <a:ext cx="274680" cy="274680"/>
          </a:xfrm>
          <a:custGeom>
            <a:avLst/>
            <a:gdLst/>
            <a:ahLst/>
            <a:rect l="0" t="0" r="r" b="b"/>
            <a:pathLst>
              <a:path w="763" h="763">
                <a:moveTo>
                  <a:pt x="763" y="611"/>
                </a:moveTo>
                <a:lnTo>
                  <a:pt x="763" y="763"/>
                </a:lnTo>
                <a:lnTo>
                  <a:pt x="609" y="763"/>
                </a:lnTo>
                <a:lnTo>
                  <a:pt x="609" y="649"/>
                </a:lnTo>
                <a:lnTo>
                  <a:pt x="495" y="649"/>
                </a:lnTo>
                <a:lnTo>
                  <a:pt x="495" y="535"/>
                </a:lnTo>
                <a:lnTo>
                  <a:pt x="381" y="535"/>
                </a:lnTo>
                <a:lnTo>
                  <a:pt x="295" y="448"/>
                </a:lnTo>
                <a:cubicBezTo>
                  <a:pt x="274" y="454"/>
                  <a:pt x="252" y="457"/>
                  <a:pt x="229" y="457"/>
                </a:cubicBezTo>
                <a:cubicBezTo>
                  <a:pt x="214" y="457"/>
                  <a:pt x="199" y="456"/>
                  <a:pt x="184" y="453"/>
                </a:cubicBezTo>
                <a:cubicBezTo>
                  <a:pt x="169" y="450"/>
                  <a:pt x="155" y="446"/>
                  <a:pt x="141" y="440"/>
                </a:cubicBezTo>
                <a:cubicBezTo>
                  <a:pt x="127" y="434"/>
                  <a:pt x="114" y="427"/>
                  <a:pt x="102" y="419"/>
                </a:cubicBezTo>
                <a:cubicBezTo>
                  <a:pt x="89" y="411"/>
                  <a:pt x="78" y="401"/>
                  <a:pt x="67" y="391"/>
                </a:cubicBezTo>
                <a:cubicBezTo>
                  <a:pt x="56" y="380"/>
                  <a:pt x="47" y="368"/>
                  <a:pt x="39" y="356"/>
                </a:cubicBezTo>
                <a:cubicBezTo>
                  <a:pt x="30" y="343"/>
                  <a:pt x="23" y="330"/>
                  <a:pt x="18" y="316"/>
                </a:cubicBezTo>
                <a:cubicBezTo>
                  <a:pt x="12" y="303"/>
                  <a:pt x="7" y="288"/>
                  <a:pt x="5" y="274"/>
                </a:cubicBezTo>
                <a:cubicBezTo>
                  <a:pt x="2" y="259"/>
                  <a:pt x="0" y="244"/>
                  <a:pt x="0" y="229"/>
                </a:cubicBezTo>
                <a:cubicBezTo>
                  <a:pt x="0" y="214"/>
                  <a:pt x="2" y="199"/>
                  <a:pt x="5" y="184"/>
                </a:cubicBezTo>
                <a:cubicBezTo>
                  <a:pt x="7" y="170"/>
                  <a:pt x="12" y="155"/>
                  <a:pt x="18" y="142"/>
                </a:cubicBezTo>
                <a:cubicBezTo>
                  <a:pt x="23" y="128"/>
                  <a:pt x="30" y="114"/>
                  <a:pt x="39" y="102"/>
                </a:cubicBezTo>
                <a:cubicBezTo>
                  <a:pt x="47" y="90"/>
                  <a:pt x="56" y="78"/>
                  <a:pt x="67" y="67"/>
                </a:cubicBezTo>
                <a:cubicBezTo>
                  <a:pt x="78" y="57"/>
                  <a:pt x="89" y="47"/>
                  <a:pt x="102" y="39"/>
                </a:cubicBezTo>
                <a:cubicBezTo>
                  <a:pt x="114" y="31"/>
                  <a:pt x="127" y="24"/>
                  <a:pt x="141" y="18"/>
                </a:cubicBezTo>
                <a:cubicBezTo>
                  <a:pt x="155" y="12"/>
                  <a:pt x="169" y="8"/>
                  <a:pt x="184" y="5"/>
                </a:cubicBezTo>
                <a:cubicBezTo>
                  <a:pt x="199" y="2"/>
                  <a:pt x="214" y="0"/>
                  <a:pt x="229" y="0"/>
                </a:cubicBezTo>
                <a:cubicBezTo>
                  <a:pt x="244" y="0"/>
                  <a:pt x="259" y="2"/>
                  <a:pt x="273" y="5"/>
                </a:cubicBezTo>
                <a:cubicBezTo>
                  <a:pt x="288" y="8"/>
                  <a:pt x="302" y="12"/>
                  <a:pt x="316" y="18"/>
                </a:cubicBezTo>
                <a:cubicBezTo>
                  <a:pt x="330" y="24"/>
                  <a:pt x="343" y="31"/>
                  <a:pt x="356" y="39"/>
                </a:cubicBezTo>
                <a:cubicBezTo>
                  <a:pt x="368" y="47"/>
                  <a:pt x="380" y="57"/>
                  <a:pt x="390" y="67"/>
                </a:cubicBezTo>
                <a:cubicBezTo>
                  <a:pt x="401" y="78"/>
                  <a:pt x="410" y="90"/>
                  <a:pt x="419" y="102"/>
                </a:cubicBezTo>
                <a:cubicBezTo>
                  <a:pt x="427" y="114"/>
                  <a:pt x="434" y="128"/>
                  <a:pt x="440" y="142"/>
                </a:cubicBezTo>
                <a:cubicBezTo>
                  <a:pt x="446" y="155"/>
                  <a:pt x="450" y="170"/>
                  <a:pt x="453" y="184"/>
                </a:cubicBezTo>
                <a:cubicBezTo>
                  <a:pt x="456" y="199"/>
                  <a:pt x="457" y="214"/>
                  <a:pt x="457" y="229"/>
                </a:cubicBezTo>
                <a:cubicBezTo>
                  <a:pt x="457" y="252"/>
                  <a:pt x="454" y="274"/>
                  <a:pt x="447" y="295"/>
                </a:cubicBezTo>
                <a:lnTo>
                  <a:pt x="763" y="611"/>
                </a:lnTo>
                <a:moveTo>
                  <a:pt x="191" y="115"/>
                </a:moveTo>
                <a:cubicBezTo>
                  <a:pt x="180" y="115"/>
                  <a:pt x="171" y="117"/>
                  <a:pt x="161" y="121"/>
                </a:cubicBezTo>
                <a:cubicBezTo>
                  <a:pt x="152" y="124"/>
                  <a:pt x="144" y="130"/>
                  <a:pt x="137" y="137"/>
                </a:cubicBezTo>
                <a:cubicBezTo>
                  <a:pt x="130" y="144"/>
                  <a:pt x="124" y="152"/>
                  <a:pt x="120" y="162"/>
                </a:cubicBezTo>
                <a:cubicBezTo>
                  <a:pt x="116" y="171"/>
                  <a:pt x="114" y="181"/>
                  <a:pt x="114" y="191"/>
                </a:cubicBezTo>
                <a:cubicBezTo>
                  <a:pt x="114" y="201"/>
                  <a:pt x="116" y="211"/>
                  <a:pt x="120" y="220"/>
                </a:cubicBezTo>
                <a:cubicBezTo>
                  <a:pt x="124" y="229"/>
                  <a:pt x="130" y="238"/>
                  <a:pt x="137" y="245"/>
                </a:cubicBezTo>
                <a:cubicBezTo>
                  <a:pt x="144" y="252"/>
                  <a:pt x="152" y="257"/>
                  <a:pt x="161" y="261"/>
                </a:cubicBezTo>
                <a:cubicBezTo>
                  <a:pt x="171" y="265"/>
                  <a:pt x="180" y="267"/>
                  <a:pt x="191" y="267"/>
                </a:cubicBezTo>
                <a:cubicBezTo>
                  <a:pt x="201" y="267"/>
                  <a:pt x="210" y="265"/>
                  <a:pt x="220" y="261"/>
                </a:cubicBezTo>
                <a:cubicBezTo>
                  <a:pt x="229" y="257"/>
                  <a:pt x="237" y="252"/>
                  <a:pt x="244" y="245"/>
                </a:cubicBezTo>
                <a:cubicBezTo>
                  <a:pt x="252" y="238"/>
                  <a:pt x="257" y="229"/>
                  <a:pt x="261" y="220"/>
                </a:cubicBezTo>
                <a:cubicBezTo>
                  <a:pt x="265" y="211"/>
                  <a:pt x="267" y="201"/>
                  <a:pt x="267" y="191"/>
                </a:cubicBezTo>
                <a:cubicBezTo>
                  <a:pt x="267" y="181"/>
                  <a:pt x="265" y="171"/>
                  <a:pt x="261" y="162"/>
                </a:cubicBezTo>
                <a:cubicBezTo>
                  <a:pt x="257" y="152"/>
                  <a:pt x="252" y="144"/>
                  <a:pt x="244" y="137"/>
                </a:cubicBezTo>
                <a:cubicBezTo>
                  <a:pt x="237" y="130"/>
                  <a:pt x="229" y="124"/>
                  <a:pt x="220" y="121"/>
                </a:cubicBezTo>
                <a:cubicBezTo>
                  <a:pt x="210" y="117"/>
                  <a:pt x="201" y="115"/>
                  <a:pt x="191" y="115"/>
                </a:cubicBezTo>
                <a:close/>
              </a:path>
            </a:pathLst>
          </a:custGeom>
          <a:solidFill>
            <a:srgbClr val="f4d7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938520" y="3689280"/>
            <a:ext cx="9608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wie is leidend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5" name=""/>
          <p:cNvSpPr/>
          <p:nvPr/>
        </p:nvSpPr>
        <p:spPr>
          <a:xfrm>
            <a:off x="3600360" y="31525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3841200" y="2776680"/>
            <a:ext cx="113904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3d68ec"/>
                </a:solidFill>
                <a:latin typeface="Arial"/>
                <a:ea typeface="Arial"/>
              </a:rPr>
              <a:t>Leeruitkomsten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7" name=""/>
          <p:cNvSpPr/>
          <p:nvPr/>
        </p:nvSpPr>
        <p:spPr>
          <a:xfrm>
            <a:off x="3600360" y="344772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3785760" y="3098880"/>
            <a:ext cx="16178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sleutel in het model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9" name=""/>
          <p:cNvSpPr/>
          <p:nvPr/>
        </p:nvSpPr>
        <p:spPr>
          <a:xfrm>
            <a:off x="3600360" y="37432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3785760" y="3394080"/>
            <a:ext cx="23612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gestandaardiseerd over de pijlers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1" name=""/>
          <p:cNvSpPr/>
          <p:nvPr/>
        </p:nvSpPr>
        <p:spPr>
          <a:xfrm>
            <a:off x="6153120" y="2552400"/>
            <a:ext cx="2724480" cy="1791000"/>
          </a:xfrm>
          <a:custGeom>
            <a:avLst/>
            <a:gdLst/>
            <a:ahLst/>
            <a:rect l="0" t="0" r="r" b="b"/>
            <a:pathLst>
              <a:path w="7568" h="4975">
                <a:moveTo>
                  <a:pt x="0" y="0"/>
                </a:moveTo>
                <a:lnTo>
                  <a:pt x="7568" y="0"/>
                </a:lnTo>
                <a:lnTo>
                  <a:pt x="7568" y="4975"/>
                </a:lnTo>
                <a:lnTo>
                  <a:pt x="0" y="49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2" name=""/>
          <p:cNvSpPr/>
          <p:nvPr/>
        </p:nvSpPr>
        <p:spPr>
          <a:xfrm>
            <a:off x="6153120" y="2552400"/>
            <a:ext cx="2724480" cy="38520"/>
          </a:xfrm>
          <a:custGeom>
            <a:avLst/>
            <a:gdLst/>
            <a:ahLst/>
            <a:rect l="0" t="0" r="r" b="b"/>
            <a:pathLst>
              <a:path w="7568" h="107">
                <a:moveTo>
                  <a:pt x="0" y="0"/>
                </a:moveTo>
                <a:lnTo>
                  <a:pt x="7568" y="0"/>
                </a:lnTo>
                <a:lnTo>
                  <a:pt x="756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3" name=""/>
          <p:cNvSpPr/>
          <p:nvPr/>
        </p:nvSpPr>
        <p:spPr>
          <a:xfrm>
            <a:off x="6153120" y="433368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568" y="0"/>
                </a:lnTo>
                <a:lnTo>
                  <a:pt x="7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4" name=""/>
          <p:cNvSpPr/>
          <p:nvPr/>
        </p:nvSpPr>
        <p:spPr>
          <a:xfrm>
            <a:off x="8867520" y="2552400"/>
            <a:ext cx="10080" cy="1791000"/>
          </a:xfrm>
          <a:custGeom>
            <a:avLst/>
            <a:gdLst/>
            <a:ahLst/>
            <a:rect l="0" t="0" r="r" b="b"/>
            <a:pathLst>
              <a:path w="28" h="4975">
                <a:moveTo>
                  <a:pt x="0" y="106"/>
                </a:moveTo>
                <a:lnTo>
                  <a:pt x="0" y="4975"/>
                </a:lnTo>
                <a:lnTo>
                  <a:pt x="28" y="4975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5" name=""/>
          <p:cNvSpPr/>
          <p:nvPr/>
        </p:nvSpPr>
        <p:spPr>
          <a:xfrm>
            <a:off x="6153120" y="2552400"/>
            <a:ext cx="9720" cy="1791000"/>
          </a:xfrm>
          <a:custGeom>
            <a:avLst/>
            <a:gdLst/>
            <a:ahLst/>
            <a:rect l="0" t="0" r="r" b="b"/>
            <a:pathLst>
              <a:path w="27" h="4975">
                <a:moveTo>
                  <a:pt x="0" y="0"/>
                </a:moveTo>
                <a:lnTo>
                  <a:pt x="0" y="4975"/>
                </a:lnTo>
                <a:lnTo>
                  <a:pt x="27" y="4975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6" name=""/>
          <p:cNvSpPr/>
          <p:nvPr/>
        </p:nvSpPr>
        <p:spPr>
          <a:xfrm>
            <a:off x="6306480" y="2717640"/>
            <a:ext cx="285120" cy="284760"/>
          </a:xfrm>
          <a:custGeom>
            <a:avLst/>
            <a:gdLst/>
            <a:ahLst/>
            <a:rect l="0" t="0" r="r" b="b"/>
            <a:pathLst>
              <a:path w="792" h="791">
                <a:moveTo>
                  <a:pt x="707" y="480"/>
                </a:moveTo>
                <a:cubicBezTo>
                  <a:pt x="754" y="480"/>
                  <a:pt x="792" y="442"/>
                  <a:pt x="792" y="395"/>
                </a:cubicBezTo>
                <a:cubicBezTo>
                  <a:pt x="792" y="349"/>
                  <a:pt x="754" y="311"/>
                  <a:pt x="707" y="311"/>
                </a:cubicBezTo>
                <a:cubicBezTo>
                  <a:pt x="689" y="311"/>
                  <a:pt x="673" y="316"/>
                  <a:pt x="658" y="326"/>
                </a:cubicBezTo>
                <a:cubicBezTo>
                  <a:pt x="644" y="337"/>
                  <a:pt x="634" y="350"/>
                  <a:pt x="628" y="367"/>
                </a:cubicBezTo>
                <a:lnTo>
                  <a:pt x="465" y="367"/>
                </a:lnTo>
                <a:lnTo>
                  <a:pt x="671" y="161"/>
                </a:lnTo>
                <a:cubicBezTo>
                  <a:pt x="682" y="166"/>
                  <a:pt x="694" y="169"/>
                  <a:pt x="707" y="169"/>
                </a:cubicBezTo>
                <a:cubicBezTo>
                  <a:pt x="754" y="169"/>
                  <a:pt x="792" y="131"/>
                  <a:pt x="792" y="85"/>
                </a:cubicBezTo>
                <a:cubicBezTo>
                  <a:pt x="792" y="38"/>
                  <a:pt x="754" y="0"/>
                  <a:pt x="707" y="0"/>
                </a:cubicBezTo>
                <a:cubicBezTo>
                  <a:pt x="660" y="0"/>
                  <a:pt x="622" y="38"/>
                  <a:pt x="622" y="85"/>
                </a:cubicBezTo>
                <a:cubicBezTo>
                  <a:pt x="622" y="98"/>
                  <a:pt x="626" y="110"/>
                  <a:pt x="631" y="121"/>
                </a:cubicBezTo>
                <a:lnTo>
                  <a:pt x="397" y="355"/>
                </a:lnTo>
                <a:lnTo>
                  <a:pt x="397" y="169"/>
                </a:lnTo>
                <a:cubicBezTo>
                  <a:pt x="397" y="138"/>
                  <a:pt x="422" y="113"/>
                  <a:pt x="453" y="113"/>
                </a:cubicBezTo>
                <a:lnTo>
                  <a:pt x="510" y="113"/>
                </a:lnTo>
                <a:lnTo>
                  <a:pt x="510" y="56"/>
                </a:lnTo>
                <a:lnTo>
                  <a:pt x="453" y="56"/>
                </a:lnTo>
                <a:cubicBezTo>
                  <a:pt x="419" y="56"/>
                  <a:pt x="389" y="72"/>
                  <a:pt x="368" y="96"/>
                </a:cubicBezTo>
                <a:cubicBezTo>
                  <a:pt x="346" y="70"/>
                  <a:pt x="318" y="57"/>
                  <a:pt x="284" y="56"/>
                </a:cubicBezTo>
                <a:lnTo>
                  <a:pt x="255" y="56"/>
                </a:lnTo>
                <a:cubicBezTo>
                  <a:pt x="114" y="56"/>
                  <a:pt x="0" y="170"/>
                  <a:pt x="0" y="311"/>
                </a:cubicBezTo>
                <a:lnTo>
                  <a:pt x="0" y="480"/>
                </a:lnTo>
                <a:cubicBezTo>
                  <a:pt x="0" y="620"/>
                  <a:pt x="114" y="734"/>
                  <a:pt x="255" y="734"/>
                </a:cubicBezTo>
                <a:lnTo>
                  <a:pt x="284" y="734"/>
                </a:lnTo>
                <a:cubicBezTo>
                  <a:pt x="318" y="734"/>
                  <a:pt x="348" y="719"/>
                  <a:pt x="368" y="695"/>
                </a:cubicBezTo>
                <a:cubicBezTo>
                  <a:pt x="389" y="719"/>
                  <a:pt x="419" y="734"/>
                  <a:pt x="453" y="734"/>
                </a:cubicBezTo>
                <a:lnTo>
                  <a:pt x="510" y="734"/>
                </a:lnTo>
                <a:lnTo>
                  <a:pt x="510" y="678"/>
                </a:lnTo>
                <a:lnTo>
                  <a:pt x="453" y="678"/>
                </a:lnTo>
                <a:cubicBezTo>
                  <a:pt x="422" y="678"/>
                  <a:pt x="397" y="652"/>
                  <a:pt x="397" y="621"/>
                </a:cubicBezTo>
                <a:lnTo>
                  <a:pt x="397" y="435"/>
                </a:lnTo>
                <a:lnTo>
                  <a:pt x="631" y="669"/>
                </a:lnTo>
                <a:cubicBezTo>
                  <a:pt x="626" y="681"/>
                  <a:pt x="622" y="693"/>
                  <a:pt x="622" y="706"/>
                </a:cubicBezTo>
                <a:cubicBezTo>
                  <a:pt x="622" y="753"/>
                  <a:pt x="660" y="791"/>
                  <a:pt x="707" y="791"/>
                </a:cubicBezTo>
                <a:cubicBezTo>
                  <a:pt x="754" y="791"/>
                  <a:pt x="792" y="753"/>
                  <a:pt x="792" y="706"/>
                </a:cubicBezTo>
                <a:cubicBezTo>
                  <a:pt x="792" y="659"/>
                  <a:pt x="754" y="621"/>
                  <a:pt x="707" y="621"/>
                </a:cubicBezTo>
                <a:cubicBezTo>
                  <a:pt x="694" y="621"/>
                  <a:pt x="682" y="624"/>
                  <a:pt x="671" y="630"/>
                </a:cubicBezTo>
                <a:lnTo>
                  <a:pt x="465" y="423"/>
                </a:lnTo>
                <a:lnTo>
                  <a:pt x="628" y="423"/>
                </a:lnTo>
                <a:cubicBezTo>
                  <a:pt x="634" y="440"/>
                  <a:pt x="644" y="454"/>
                  <a:pt x="658" y="464"/>
                </a:cubicBezTo>
                <a:cubicBezTo>
                  <a:pt x="673" y="475"/>
                  <a:pt x="689" y="480"/>
                  <a:pt x="707" y="480"/>
                </a:cubicBezTo>
                <a:moveTo>
                  <a:pt x="707" y="367"/>
                </a:moveTo>
                <a:cubicBezTo>
                  <a:pt x="715" y="367"/>
                  <a:pt x="722" y="370"/>
                  <a:pt x="727" y="375"/>
                </a:cubicBezTo>
                <a:cubicBezTo>
                  <a:pt x="733" y="381"/>
                  <a:pt x="735" y="387"/>
                  <a:pt x="735" y="395"/>
                </a:cubicBezTo>
                <a:cubicBezTo>
                  <a:pt x="735" y="403"/>
                  <a:pt x="733" y="410"/>
                  <a:pt x="727" y="415"/>
                </a:cubicBezTo>
                <a:cubicBezTo>
                  <a:pt x="722" y="421"/>
                  <a:pt x="715" y="423"/>
                  <a:pt x="707" y="423"/>
                </a:cubicBezTo>
                <a:cubicBezTo>
                  <a:pt x="699" y="423"/>
                  <a:pt x="693" y="421"/>
                  <a:pt x="687" y="415"/>
                </a:cubicBezTo>
                <a:cubicBezTo>
                  <a:pt x="682" y="410"/>
                  <a:pt x="679" y="403"/>
                  <a:pt x="679" y="395"/>
                </a:cubicBezTo>
                <a:cubicBezTo>
                  <a:pt x="679" y="387"/>
                  <a:pt x="682" y="381"/>
                  <a:pt x="687" y="375"/>
                </a:cubicBezTo>
                <a:cubicBezTo>
                  <a:pt x="693" y="370"/>
                  <a:pt x="699" y="367"/>
                  <a:pt x="707" y="367"/>
                </a:cubicBezTo>
                <a:moveTo>
                  <a:pt x="707" y="56"/>
                </a:moveTo>
                <a:cubicBezTo>
                  <a:pt x="715" y="57"/>
                  <a:pt x="721" y="60"/>
                  <a:pt x="726" y="65"/>
                </a:cubicBezTo>
                <a:cubicBezTo>
                  <a:pt x="732" y="71"/>
                  <a:pt x="734" y="77"/>
                  <a:pt x="734" y="85"/>
                </a:cubicBezTo>
                <a:cubicBezTo>
                  <a:pt x="734" y="92"/>
                  <a:pt x="732" y="99"/>
                  <a:pt x="726" y="104"/>
                </a:cubicBezTo>
                <a:cubicBezTo>
                  <a:pt x="721" y="110"/>
                  <a:pt x="715" y="113"/>
                  <a:pt x="707" y="113"/>
                </a:cubicBezTo>
                <a:cubicBezTo>
                  <a:pt x="699" y="113"/>
                  <a:pt x="693" y="110"/>
                  <a:pt x="687" y="105"/>
                </a:cubicBezTo>
                <a:cubicBezTo>
                  <a:pt x="682" y="99"/>
                  <a:pt x="679" y="93"/>
                  <a:pt x="679" y="85"/>
                </a:cubicBezTo>
                <a:cubicBezTo>
                  <a:pt x="679" y="77"/>
                  <a:pt x="682" y="70"/>
                  <a:pt x="687" y="65"/>
                </a:cubicBezTo>
                <a:cubicBezTo>
                  <a:pt x="693" y="59"/>
                  <a:pt x="699" y="56"/>
                  <a:pt x="707" y="56"/>
                </a:cubicBezTo>
                <a:moveTo>
                  <a:pt x="340" y="282"/>
                </a:moveTo>
                <a:lnTo>
                  <a:pt x="284" y="282"/>
                </a:lnTo>
                <a:lnTo>
                  <a:pt x="284" y="339"/>
                </a:lnTo>
                <a:lnTo>
                  <a:pt x="340" y="339"/>
                </a:lnTo>
                <a:lnTo>
                  <a:pt x="340" y="452"/>
                </a:lnTo>
                <a:lnTo>
                  <a:pt x="284" y="452"/>
                </a:lnTo>
                <a:cubicBezTo>
                  <a:pt x="236" y="452"/>
                  <a:pt x="198" y="490"/>
                  <a:pt x="198" y="536"/>
                </a:cubicBezTo>
                <a:lnTo>
                  <a:pt x="198" y="593"/>
                </a:lnTo>
                <a:lnTo>
                  <a:pt x="255" y="593"/>
                </a:lnTo>
                <a:lnTo>
                  <a:pt x="255" y="536"/>
                </a:lnTo>
                <a:cubicBezTo>
                  <a:pt x="255" y="529"/>
                  <a:pt x="258" y="522"/>
                  <a:pt x="264" y="516"/>
                </a:cubicBezTo>
                <a:cubicBezTo>
                  <a:pt x="269" y="511"/>
                  <a:pt x="276" y="508"/>
                  <a:pt x="284" y="508"/>
                </a:cubicBezTo>
                <a:lnTo>
                  <a:pt x="340" y="508"/>
                </a:lnTo>
                <a:lnTo>
                  <a:pt x="340" y="621"/>
                </a:lnTo>
                <a:cubicBezTo>
                  <a:pt x="340" y="652"/>
                  <a:pt x="315" y="678"/>
                  <a:pt x="284" y="678"/>
                </a:cubicBezTo>
                <a:lnTo>
                  <a:pt x="255" y="678"/>
                </a:lnTo>
                <a:cubicBezTo>
                  <a:pt x="155" y="678"/>
                  <a:pt x="73" y="604"/>
                  <a:pt x="59" y="508"/>
                </a:cubicBezTo>
                <a:lnTo>
                  <a:pt x="113" y="508"/>
                </a:lnTo>
                <a:lnTo>
                  <a:pt x="113" y="452"/>
                </a:lnTo>
                <a:lnTo>
                  <a:pt x="57" y="452"/>
                </a:lnTo>
                <a:lnTo>
                  <a:pt x="57" y="339"/>
                </a:lnTo>
                <a:lnTo>
                  <a:pt x="142" y="339"/>
                </a:lnTo>
                <a:cubicBezTo>
                  <a:pt x="188" y="339"/>
                  <a:pt x="226" y="301"/>
                  <a:pt x="226" y="254"/>
                </a:cubicBezTo>
                <a:lnTo>
                  <a:pt x="226" y="198"/>
                </a:lnTo>
                <a:lnTo>
                  <a:pt x="170" y="198"/>
                </a:lnTo>
                <a:lnTo>
                  <a:pt x="170" y="254"/>
                </a:lnTo>
                <a:cubicBezTo>
                  <a:pt x="170" y="262"/>
                  <a:pt x="167" y="269"/>
                  <a:pt x="162" y="274"/>
                </a:cubicBezTo>
                <a:cubicBezTo>
                  <a:pt x="156" y="280"/>
                  <a:pt x="149" y="282"/>
                  <a:pt x="142" y="282"/>
                </a:cubicBezTo>
                <a:lnTo>
                  <a:pt x="59" y="282"/>
                </a:lnTo>
                <a:cubicBezTo>
                  <a:pt x="73" y="187"/>
                  <a:pt x="155" y="113"/>
                  <a:pt x="255" y="113"/>
                </a:cubicBezTo>
                <a:lnTo>
                  <a:pt x="284" y="113"/>
                </a:lnTo>
                <a:cubicBezTo>
                  <a:pt x="315" y="113"/>
                  <a:pt x="340" y="138"/>
                  <a:pt x="340" y="169"/>
                </a:cubicBezTo>
                <a:lnTo>
                  <a:pt x="340" y="282"/>
                </a:lnTo>
                <a:moveTo>
                  <a:pt x="735" y="706"/>
                </a:moveTo>
                <a:cubicBezTo>
                  <a:pt x="735" y="713"/>
                  <a:pt x="732" y="720"/>
                  <a:pt x="727" y="725"/>
                </a:cubicBezTo>
                <a:cubicBezTo>
                  <a:pt x="721" y="730"/>
                  <a:pt x="715" y="733"/>
                  <a:pt x="707" y="733"/>
                </a:cubicBezTo>
                <a:cubicBezTo>
                  <a:pt x="700" y="733"/>
                  <a:pt x="693" y="730"/>
                  <a:pt x="688" y="725"/>
                </a:cubicBezTo>
                <a:cubicBezTo>
                  <a:pt x="682" y="720"/>
                  <a:pt x="679" y="713"/>
                  <a:pt x="679" y="706"/>
                </a:cubicBezTo>
                <a:cubicBezTo>
                  <a:pt x="679" y="690"/>
                  <a:pt x="692" y="678"/>
                  <a:pt x="707" y="678"/>
                </a:cubicBezTo>
                <a:cubicBezTo>
                  <a:pt x="723" y="678"/>
                  <a:pt x="735" y="690"/>
                  <a:pt x="735" y="706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3785760" y="3689280"/>
            <a:ext cx="9684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LUK-deﬁnities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6684480" y="2700720"/>
            <a:ext cx="226080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3d68ec"/>
                </a:solidFill>
                <a:latin typeface="Arial"/>
                <a:ea typeface="Arial"/>
              </a:rPr>
              <a:t>Toekomstige wijzigingen, zoals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9" name=""/>
          <p:cNvSpPr/>
          <p:nvPr/>
        </p:nvSpPr>
        <p:spPr>
          <a:xfrm>
            <a:off x="6438600" y="3190680"/>
            <a:ext cx="48600" cy="47880"/>
          </a:xfrm>
          <a:custGeom>
            <a:avLst/>
            <a:gdLst/>
            <a:ahLst/>
            <a:rect l="0" t="0" r="r" b="b"/>
            <a:pathLst>
              <a:path w="135" h="133">
                <a:moveTo>
                  <a:pt x="0" y="0"/>
                </a:moveTo>
                <a:lnTo>
                  <a:pt x="135" y="0"/>
                </a:lnTo>
                <a:lnTo>
                  <a:pt x="135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6684480" y="2891160"/>
            <a:ext cx="14688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3d68ec"/>
                </a:solidFill>
                <a:latin typeface="Arial"/>
                <a:ea typeface="Arial"/>
              </a:rPr>
              <a:t>AI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1" name=""/>
          <p:cNvSpPr/>
          <p:nvPr/>
        </p:nvSpPr>
        <p:spPr>
          <a:xfrm>
            <a:off x="6438600" y="3485880"/>
            <a:ext cx="48600" cy="48240"/>
          </a:xfrm>
          <a:custGeom>
            <a:avLst/>
            <a:gdLst/>
            <a:ahLst/>
            <a:rect l="0" t="0" r="r" b="b"/>
            <a:pathLst>
              <a:path w="135" h="134">
                <a:moveTo>
                  <a:pt x="0" y="0"/>
                </a:moveTo>
                <a:lnTo>
                  <a:pt x="135" y="0"/>
                </a:lnTo>
                <a:lnTo>
                  <a:pt x="135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6633000" y="3137040"/>
            <a:ext cx="18964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modulair en versiebeheerd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6633000" y="3432240"/>
            <a:ext cx="16876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nieuwe eisen landen als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4" name=""/>
          <p:cNvSpPr/>
          <p:nvPr/>
        </p:nvSpPr>
        <p:spPr>
          <a:xfrm>
            <a:off x="6438600" y="4038480"/>
            <a:ext cx="48600" cy="47880"/>
          </a:xfrm>
          <a:custGeom>
            <a:avLst/>
            <a:gdLst/>
            <a:ahLst/>
            <a:rect l="0" t="0" r="r" b="b"/>
            <a:pathLst>
              <a:path w="135" h="133">
                <a:moveTo>
                  <a:pt x="0" y="0"/>
                </a:moveTo>
                <a:lnTo>
                  <a:pt x="135" y="0"/>
                </a:lnTo>
                <a:lnTo>
                  <a:pt x="135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6633000" y="3689280"/>
            <a:ext cx="7671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bouwsteen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6" name=""/>
          <p:cNvSpPr/>
          <p:nvPr/>
        </p:nvSpPr>
        <p:spPr>
          <a:xfrm>
            <a:off x="456840" y="4466880"/>
            <a:ext cx="4115160" cy="724320"/>
          </a:xfrm>
          <a:custGeom>
            <a:avLst/>
            <a:gdLst/>
            <a:ahLst/>
            <a:rect l="0" t="0" r="r" b="b"/>
            <a:pathLst>
              <a:path w="11431" h="2012">
                <a:moveTo>
                  <a:pt x="0" y="1695"/>
                </a:moveTo>
                <a:lnTo>
                  <a:pt x="0" y="318"/>
                </a:lnTo>
                <a:cubicBezTo>
                  <a:pt x="0" y="297"/>
                  <a:pt x="3" y="276"/>
                  <a:pt x="7" y="256"/>
                </a:cubicBezTo>
                <a:cubicBezTo>
                  <a:pt x="11" y="236"/>
                  <a:pt x="17" y="216"/>
                  <a:pt x="25" y="196"/>
                </a:cubicBezTo>
                <a:cubicBezTo>
                  <a:pt x="33" y="177"/>
                  <a:pt x="42" y="159"/>
                  <a:pt x="54" y="142"/>
                </a:cubicBezTo>
                <a:cubicBezTo>
                  <a:pt x="66" y="124"/>
                  <a:pt x="79" y="108"/>
                  <a:pt x="93" y="93"/>
                </a:cubicBezTo>
                <a:cubicBezTo>
                  <a:pt x="108" y="79"/>
                  <a:pt x="124" y="66"/>
                  <a:pt x="142" y="54"/>
                </a:cubicBezTo>
                <a:cubicBezTo>
                  <a:pt x="159" y="42"/>
                  <a:pt x="177" y="33"/>
                  <a:pt x="196" y="25"/>
                </a:cubicBezTo>
                <a:cubicBezTo>
                  <a:pt x="216" y="17"/>
                  <a:pt x="236" y="11"/>
                  <a:pt x="256" y="7"/>
                </a:cubicBezTo>
                <a:cubicBezTo>
                  <a:pt x="277" y="2"/>
                  <a:pt x="297" y="0"/>
                  <a:pt x="318" y="0"/>
                </a:cubicBezTo>
                <a:lnTo>
                  <a:pt x="11114" y="0"/>
                </a:lnTo>
                <a:cubicBezTo>
                  <a:pt x="11135" y="0"/>
                  <a:pt x="11155" y="2"/>
                  <a:pt x="11176" y="7"/>
                </a:cubicBezTo>
                <a:cubicBezTo>
                  <a:pt x="11196" y="11"/>
                  <a:pt x="11216" y="17"/>
                  <a:pt x="11235" y="25"/>
                </a:cubicBezTo>
                <a:cubicBezTo>
                  <a:pt x="11255" y="33"/>
                  <a:pt x="11273" y="42"/>
                  <a:pt x="11290" y="54"/>
                </a:cubicBezTo>
                <a:cubicBezTo>
                  <a:pt x="11308" y="66"/>
                  <a:pt x="11324" y="79"/>
                  <a:pt x="11339" y="93"/>
                </a:cubicBezTo>
                <a:cubicBezTo>
                  <a:pt x="11353" y="108"/>
                  <a:pt x="11366" y="124"/>
                  <a:pt x="11378" y="142"/>
                </a:cubicBezTo>
                <a:cubicBezTo>
                  <a:pt x="11390" y="159"/>
                  <a:pt x="11399" y="177"/>
                  <a:pt x="11407" y="196"/>
                </a:cubicBezTo>
                <a:cubicBezTo>
                  <a:pt x="11415" y="216"/>
                  <a:pt x="11421" y="236"/>
                  <a:pt x="11425" y="256"/>
                </a:cubicBezTo>
                <a:cubicBezTo>
                  <a:pt x="11429" y="276"/>
                  <a:pt x="11431" y="297"/>
                  <a:pt x="11431" y="318"/>
                </a:cubicBezTo>
                <a:lnTo>
                  <a:pt x="11431" y="1695"/>
                </a:lnTo>
                <a:cubicBezTo>
                  <a:pt x="11431" y="1716"/>
                  <a:pt x="11429" y="1736"/>
                  <a:pt x="11425" y="1757"/>
                </a:cubicBezTo>
                <a:cubicBezTo>
                  <a:pt x="11421" y="1777"/>
                  <a:pt x="11415" y="1797"/>
                  <a:pt x="11407" y="1816"/>
                </a:cubicBezTo>
                <a:cubicBezTo>
                  <a:pt x="11399" y="1836"/>
                  <a:pt x="11390" y="1854"/>
                  <a:pt x="11378" y="1871"/>
                </a:cubicBezTo>
                <a:cubicBezTo>
                  <a:pt x="11366" y="1889"/>
                  <a:pt x="11353" y="1905"/>
                  <a:pt x="11339" y="1919"/>
                </a:cubicBezTo>
                <a:cubicBezTo>
                  <a:pt x="11324" y="1934"/>
                  <a:pt x="11308" y="1947"/>
                  <a:pt x="11290" y="1959"/>
                </a:cubicBezTo>
                <a:cubicBezTo>
                  <a:pt x="11273" y="1970"/>
                  <a:pt x="11255" y="1980"/>
                  <a:pt x="11236" y="1988"/>
                </a:cubicBezTo>
                <a:cubicBezTo>
                  <a:pt x="11216" y="1996"/>
                  <a:pt x="11196" y="2002"/>
                  <a:pt x="11176" y="2006"/>
                </a:cubicBezTo>
                <a:cubicBezTo>
                  <a:pt x="11155" y="2010"/>
                  <a:pt x="11135" y="2012"/>
                  <a:pt x="11114" y="2012"/>
                </a:cubicBezTo>
                <a:lnTo>
                  <a:pt x="318" y="2012"/>
                </a:lnTo>
                <a:cubicBezTo>
                  <a:pt x="297" y="2012"/>
                  <a:pt x="277" y="2010"/>
                  <a:pt x="256" y="2006"/>
                </a:cubicBezTo>
                <a:cubicBezTo>
                  <a:pt x="236" y="2002"/>
                  <a:pt x="216" y="1996"/>
                  <a:pt x="196" y="1988"/>
                </a:cubicBezTo>
                <a:cubicBezTo>
                  <a:pt x="177" y="1980"/>
                  <a:pt x="159" y="1970"/>
                  <a:pt x="142" y="1959"/>
                </a:cubicBezTo>
                <a:cubicBezTo>
                  <a:pt x="124" y="1947"/>
                  <a:pt x="108" y="1934"/>
                  <a:pt x="93" y="1919"/>
                </a:cubicBezTo>
                <a:cubicBezTo>
                  <a:pt x="79" y="1905"/>
                  <a:pt x="66" y="1889"/>
                  <a:pt x="54" y="1871"/>
                </a:cubicBezTo>
                <a:cubicBezTo>
                  <a:pt x="42" y="1854"/>
                  <a:pt x="33" y="1836"/>
                  <a:pt x="25" y="1816"/>
                </a:cubicBezTo>
                <a:cubicBezTo>
                  <a:pt x="17" y="1797"/>
                  <a:pt x="11" y="1777"/>
                  <a:pt x="7" y="1757"/>
                </a:cubicBezTo>
                <a:cubicBezTo>
                  <a:pt x="3" y="1736"/>
                  <a:pt x="0" y="1716"/>
                  <a:pt x="0" y="1695"/>
                </a:cubicBezTo>
                <a:close/>
              </a:path>
            </a:pathLst>
          </a:custGeom>
          <a:solidFill>
            <a:srgbClr val="e6f7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7" name=""/>
          <p:cNvSpPr/>
          <p:nvPr/>
        </p:nvSpPr>
        <p:spPr>
          <a:xfrm>
            <a:off x="608760" y="4704480"/>
            <a:ext cx="256320" cy="256320"/>
          </a:xfrm>
          <a:custGeom>
            <a:avLst/>
            <a:gdLst/>
            <a:ahLst/>
            <a:rect l="0" t="0" r="r" b="b"/>
            <a:pathLst>
              <a:path w="712" h="712">
                <a:moveTo>
                  <a:pt x="661" y="0"/>
                </a:moveTo>
                <a:lnTo>
                  <a:pt x="356" y="0"/>
                </a:lnTo>
                <a:cubicBezTo>
                  <a:pt x="350" y="0"/>
                  <a:pt x="343" y="1"/>
                  <a:pt x="337" y="4"/>
                </a:cubicBezTo>
                <a:cubicBezTo>
                  <a:pt x="331" y="6"/>
                  <a:pt x="325" y="10"/>
                  <a:pt x="320" y="15"/>
                </a:cubicBezTo>
                <a:cubicBezTo>
                  <a:pt x="316" y="19"/>
                  <a:pt x="312" y="25"/>
                  <a:pt x="309" y="31"/>
                </a:cubicBezTo>
                <a:cubicBezTo>
                  <a:pt x="307" y="37"/>
                  <a:pt x="306" y="44"/>
                  <a:pt x="306" y="51"/>
                </a:cubicBezTo>
                <a:lnTo>
                  <a:pt x="306" y="306"/>
                </a:lnTo>
                <a:lnTo>
                  <a:pt x="51" y="306"/>
                </a:lnTo>
                <a:cubicBezTo>
                  <a:pt x="44" y="306"/>
                  <a:pt x="37" y="307"/>
                  <a:pt x="31" y="309"/>
                </a:cubicBezTo>
                <a:cubicBezTo>
                  <a:pt x="25" y="312"/>
                  <a:pt x="19" y="316"/>
                  <a:pt x="15" y="320"/>
                </a:cubicBezTo>
                <a:cubicBezTo>
                  <a:pt x="10" y="325"/>
                  <a:pt x="6" y="331"/>
                  <a:pt x="4" y="337"/>
                </a:cubicBezTo>
                <a:cubicBezTo>
                  <a:pt x="1" y="343"/>
                  <a:pt x="0" y="350"/>
                  <a:pt x="0" y="356"/>
                </a:cubicBezTo>
                <a:lnTo>
                  <a:pt x="0" y="712"/>
                </a:lnTo>
                <a:lnTo>
                  <a:pt x="712" y="712"/>
                </a:lnTo>
                <a:lnTo>
                  <a:pt x="712" y="51"/>
                </a:lnTo>
                <a:cubicBezTo>
                  <a:pt x="712" y="44"/>
                  <a:pt x="711" y="37"/>
                  <a:pt x="708" y="31"/>
                </a:cubicBezTo>
                <a:cubicBezTo>
                  <a:pt x="705" y="25"/>
                  <a:pt x="702" y="19"/>
                  <a:pt x="697" y="15"/>
                </a:cubicBezTo>
                <a:cubicBezTo>
                  <a:pt x="692" y="10"/>
                  <a:pt x="687" y="6"/>
                  <a:pt x="681" y="4"/>
                </a:cubicBezTo>
                <a:cubicBezTo>
                  <a:pt x="674" y="1"/>
                  <a:pt x="668" y="0"/>
                  <a:pt x="661" y="0"/>
                </a:cubicBezTo>
                <a:moveTo>
                  <a:pt x="179" y="661"/>
                </a:moveTo>
                <a:lnTo>
                  <a:pt x="179" y="483"/>
                </a:lnTo>
                <a:lnTo>
                  <a:pt x="280" y="483"/>
                </a:lnTo>
                <a:lnTo>
                  <a:pt x="280" y="661"/>
                </a:lnTo>
                <a:lnTo>
                  <a:pt x="179" y="661"/>
                </a:lnTo>
                <a:moveTo>
                  <a:pt x="661" y="661"/>
                </a:moveTo>
                <a:lnTo>
                  <a:pt x="331" y="661"/>
                </a:lnTo>
                <a:lnTo>
                  <a:pt x="331" y="458"/>
                </a:lnTo>
                <a:cubicBezTo>
                  <a:pt x="331" y="451"/>
                  <a:pt x="328" y="445"/>
                  <a:pt x="323" y="440"/>
                </a:cubicBezTo>
                <a:cubicBezTo>
                  <a:pt x="319" y="435"/>
                  <a:pt x="313" y="433"/>
                  <a:pt x="306" y="433"/>
                </a:cubicBezTo>
                <a:lnTo>
                  <a:pt x="153" y="433"/>
                </a:lnTo>
                <a:cubicBezTo>
                  <a:pt x="146" y="433"/>
                  <a:pt x="140" y="435"/>
                  <a:pt x="135" y="440"/>
                </a:cubicBezTo>
                <a:cubicBezTo>
                  <a:pt x="130" y="445"/>
                  <a:pt x="128" y="451"/>
                  <a:pt x="128" y="458"/>
                </a:cubicBezTo>
                <a:lnTo>
                  <a:pt x="128" y="661"/>
                </a:lnTo>
                <a:lnTo>
                  <a:pt x="51" y="661"/>
                </a:lnTo>
                <a:lnTo>
                  <a:pt x="51" y="356"/>
                </a:lnTo>
                <a:lnTo>
                  <a:pt x="356" y="356"/>
                </a:lnTo>
                <a:lnTo>
                  <a:pt x="356" y="51"/>
                </a:lnTo>
                <a:lnTo>
                  <a:pt x="661" y="51"/>
                </a:lnTo>
                <a:lnTo>
                  <a:pt x="661" y="661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8" name=""/>
          <p:cNvSpPr/>
          <p:nvPr/>
        </p:nvSpPr>
        <p:spPr>
          <a:xfrm>
            <a:off x="754920" y="4759200"/>
            <a:ext cx="73440" cy="128520"/>
          </a:xfrm>
          <a:custGeom>
            <a:avLst/>
            <a:gdLst/>
            <a:ahLst/>
            <a:rect l="0" t="0" r="r" b="b"/>
            <a:pathLst>
              <a:path w="204" h="357">
                <a:moveTo>
                  <a:pt x="0" y="0"/>
                </a:moveTo>
                <a:lnTo>
                  <a:pt x="52" y="0"/>
                </a:lnTo>
                <a:lnTo>
                  <a:pt x="52" y="51"/>
                </a:lnTo>
                <a:lnTo>
                  <a:pt x="0" y="51"/>
                </a:lnTo>
                <a:lnTo>
                  <a:pt x="0" y="0"/>
                </a:lnTo>
                <a:moveTo>
                  <a:pt x="153" y="0"/>
                </a:moveTo>
                <a:lnTo>
                  <a:pt x="204" y="0"/>
                </a:lnTo>
                <a:lnTo>
                  <a:pt x="204" y="51"/>
                </a:lnTo>
                <a:lnTo>
                  <a:pt x="153" y="51"/>
                </a:lnTo>
                <a:lnTo>
                  <a:pt x="153" y="0"/>
                </a:lnTo>
                <a:moveTo>
                  <a:pt x="0" y="154"/>
                </a:moveTo>
                <a:lnTo>
                  <a:pt x="52" y="154"/>
                </a:lnTo>
                <a:lnTo>
                  <a:pt x="52" y="204"/>
                </a:lnTo>
                <a:lnTo>
                  <a:pt x="0" y="204"/>
                </a:lnTo>
                <a:lnTo>
                  <a:pt x="0" y="154"/>
                </a:lnTo>
                <a:moveTo>
                  <a:pt x="153" y="154"/>
                </a:moveTo>
                <a:lnTo>
                  <a:pt x="204" y="154"/>
                </a:lnTo>
                <a:lnTo>
                  <a:pt x="204" y="204"/>
                </a:lnTo>
                <a:lnTo>
                  <a:pt x="153" y="204"/>
                </a:lnTo>
                <a:lnTo>
                  <a:pt x="153" y="154"/>
                </a:lnTo>
                <a:moveTo>
                  <a:pt x="0" y="306"/>
                </a:moveTo>
                <a:lnTo>
                  <a:pt x="52" y="306"/>
                </a:lnTo>
                <a:lnTo>
                  <a:pt x="52" y="357"/>
                </a:lnTo>
                <a:lnTo>
                  <a:pt x="0" y="357"/>
                </a:lnTo>
                <a:lnTo>
                  <a:pt x="0" y="306"/>
                </a:lnTo>
                <a:moveTo>
                  <a:pt x="153" y="306"/>
                </a:moveTo>
                <a:lnTo>
                  <a:pt x="204" y="306"/>
                </a:lnTo>
                <a:lnTo>
                  <a:pt x="204" y="357"/>
                </a:lnTo>
                <a:lnTo>
                  <a:pt x="153" y="357"/>
                </a:lnTo>
                <a:lnTo>
                  <a:pt x="153" y="306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6633000" y="3984840"/>
            <a:ext cx="1358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gesprek te plannen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993600" y="4662720"/>
            <a:ext cx="372672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3d68ec"/>
                </a:solidFill>
                <a:latin typeface="Arial"/>
                <a:ea typeface="Arial"/>
              </a:rPr>
              <a:t>OKx</a:t>
            </a:r>
            <a:r>
              <a:rPr b="0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 · koppelingen, informatiemodel, eisen · nu binnen de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1" name=""/>
          <p:cNvSpPr/>
          <p:nvPr/>
        </p:nvSpPr>
        <p:spPr>
          <a:xfrm>
            <a:off x="4762440" y="4466880"/>
            <a:ext cx="4115160" cy="724320"/>
          </a:xfrm>
          <a:custGeom>
            <a:avLst/>
            <a:gdLst/>
            <a:ahLst/>
            <a:rect l="0" t="0" r="r" b="b"/>
            <a:pathLst>
              <a:path w="11431" h="2012">
                <a:moveTo>
                  <a:pt x="0" y="1695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6"/>
                  <a:pt x="16" y="216"/>
                  <a:pt x="24" y="196"/>
                </a:cubicBezTo>
                <a:cubicBezTo>
                  <a:pt x="32" y="177"/>
                  <a:pt x="42" y="159"/>
                  <a:pt x="53" y="142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7" y="79"/>
                  <a:pt x="123" y="66"/>
                  <a:pt x="141" y="54"/>
                </a:cubicBezTo>
                <a:cubicBezTo>
                  <a:pt x="158" y="42"/>
                  <a:pt x="176" y="33"/>
                  <a:pt x="196" y="25"/>
                </a:cubicBezTo>
                <a:cubicBezTo>
                  <a:pt x="215" y="17"/>
                  <a:pt x="235" y="11"/>
                  <a:pt x="255" y="7"/>
                </a:cubicBezTo>
                <a:cubicBezTo>
                  <a:pt x="276" y="2"/>
                  <a:pt x="296" y="0"/>
                  <a:pt x="317" y="0"/>
                </a:cubicBezTo>
                <a:lnTo>
                  <a:pt x="11113" y="0"/>
                </a:lnTo>
                <a:cubicBezTo>
                  <a:pt x="11134" y="0"/>
                  <a:pt x="11155" y="2"/>
                  <a:pt x="11175" y="7"/>
                </a:cubicBezTo>
                <a:cubicBezTo>
                  <a:pt x="11196" y="11"/>
                  <a:pt x="11215" y="17"/>
                  <a:pt x="11235" y="25"/>
                </a:cubicBezTo>
                <a:cubicBezTo>
                  <a:pt x="11254" y="33"/>
                  <a:pt x="11272" y="42"/>
                  <a:pt x="11290" y="54"/>
                </a:cubicBezTo>
                <a:cubicBezTo>
                  <a:pt x="11307" y="66"/>
                  <a:pt x="11323" y="79"/>
                  <a:pt x="11338" y="93"/>
                </a:cubicBezTo>
                <a:cubicBezTo>
                  <a:pt x="11352" y="108"/>
                  <a:pt x="11366" y="124"/>
                  <a:pt x="11377" y="142"/>
                </a:cubicBezTo>
                <a:cubicBezTo>
                  <a:pt x="11389" y="159"/>
                  <a:pt x="11399" y="177"/>
                  <a:pt x="11406" y="196"/>
                </a:cubicBezTo>
                <a:cubicBezTo>
                  <a:pt x="11414" y="216"/>
                  <a:pt x="11420" y="236"/>
                  <a:pt x="11425" y="256"/>
                </a:cubicBezTo>
                <a:cubicBezTo>
                  <a:pt x="11429" y="276"/>
                  <a:pt x="11431" y="297"/>
                  <a:pt x="11431" y="318"/>
                </a:cubicBezTo>
                <a:lnTo>
                  <a:pt x="11431" y="1695"/>
                </a:lnTo>
                <a:cubicBezTo>
                  <a:pt x="11431" y="1716"/>
                  <a:pt x="11429" y="1736"/>
                  <a:pt x="11425" y="1757"/>
                </a:cubicBezTo>
                <a:cubicBezTo>
                  <a:pt x="11420" y="1777"/>
                  <a:pt x="11414" y="1797"/>
                  <a:pt x="11406" y="1816"/>
                </a:cubicBezTo>
                <a:cubicBezTo>
                  <a:pt x="11399" y="1836"/>
                  <a:pt x="11389" y="1854"/>
                  <a:pt x="11377" y="1871"/>
                </a:cubicBezTo>
                <a:cubicBezTo>
                  <a:pt x="11366" y="1889"/>
                  <a:pt x="11352" y="1905"/>
                  <a:pt x="11338" y="1919"/>
                </a:cubicBezTo>
                <a:cubicBezTo>
                  <a:pt x="11323" y="1934"/>
                  <a:pt x="11307" y="1947"/>
                  <a:pt x="11290" y="1959"/>
                </a:cubicBezTo>
                <a:cubicBezTo>
                  <a:pt x="11272" y="1970"/>
                  <a:pt x="11254" y="1980"/>
                  <a:pt x="11235" y="1988"/>
                </a:cubicBezTo>
                <a:cubicBezTo>
                  <a:pt x="11215" y="1996"/>
                  <a:pt x="11196" y="2002"/>
                  <a:pt x="11175" y="2006"/>
                </a:cubicBezTo>
                <a:cubicBezTo>
                  <a:pt x="11155" y="2010"/>
                  <a:pt x="11134" y="2012"/>
                  <a:pt x="11113" y="2012"/>
                </a:cubicBezTo>
                <a:lnTo>
                  <a:pt x="317" y="2012"/>
                </a:lnTo>
                <a:cubicBezTo>
                  <a:pt x="296" y="2012"/>
                  <a:pt x="276" y="2010"/>
                  <a:pt x="255" y="2006"/>
                </a:cubicBezTo>
                <a:cubicBezTo>
                  <a:pt x="235" y="2002"/>
                  <a:pt x="215" y="1996"/>
                  <a:pt x="196" y="1988"/>
                </a:cubicBezTo>
                <a:cubicBezTo>
                  <a:pt x="176" y="1980"/>
                  <a:pt x="158" y="1970"/>
                  <a:pt x="141" y="1959"/>
                </a:cubicBezTo>
                <a:cubicBezTo>
                  <a:pt x="123" y="1947"/>
                  <a:pt x="107" y="1934"/>
                  <a:pt x="93" y="1919"/>
                </a:cubicBezTo>
                <a:cubicBezTo>
                  <a:pt x="78" y="1905"/>
                  <a:pt x="65" y="1889"/>
                  <a:pt x="53" y="1871"/>
                </a:cubicBezTo>
                <a:cubicBezTo>
                  <a:pt x="42" y="1854"/>
                  <a:pt x="32" y="1836"/>
                  <a:pt x="24" y="1816"/>
                </a:cubicBezTo>
                <a:cubicBezTo>
                  <a:pt x="16" y="1797"/>
                  <a:pt x="10" y="1777"/>
                  <a:pt x="6" y="1757"/>
                </a:cubicBezTo>
                <a:cubicBezTo>
                  <a:pt x="2" y="1736"/>
                  <a:pt x="0" y="1716"/>
                  <a:pt x="0" y="1695"/>
                </a:cubicBezTo>
                <a:close/>
              </a:path>
            </a:pathLst>
          </a:custGeom>
          <a:solidFill>
            <a:srgbClr val="eef2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2" name=""/>
          <p:cNvSpPr/>
          <p:nvPr/>
        </p:nvSpPr>
        <p:spPr>
          <a:xfrm>
            <a:off x="4914000" y="4695120"/>
            <a:ext cx="256320" cy="265680"/>
          </a:xfrm>
          <a:custGeom>
            <a:avLst/>
            <a:gdLst/>
            <a:ahLst/>
            <a:rect l="0" t="0" r="r" b="b"/>
            <a:pathLst>
              <a:path w="712" h="738">
                <a:moveTo>
                  <a:pt x="152" y="204"/>
                </a:moveTo>
                <a:cubicBezTo>
                  <a:pt x="139" y="204"/>
                  <a:pt x="126" y="201"/>
                  <a:pt x="113" y="196"/>
                </a:cubicBezTo>
                <a:cubicBezTo>
                  <a:pt x="101" y="191"/>
                  <a:pt x="90" y="183"/>
                  <a:pt x="80" y="174"/>
                </a:cubicBezTo>
                <a:cubicBezTo>
                  <a:pt x="71" y="164"/>
                  <a:pt x="64" y="153"/>
                  <a:pt x="58" y="141"/>
                </a:cubicBezTo>
                <a:cubicBezTo>
                  <a:pt x="53" y="128"/>
                  <a:pt x="51" y="115"/>
                  <a:pt x="51" y="102"/>
                </a:cubicBezTo>
                <a:cubicBezTo>
                  <a:pt x="51" y="89"/>
                  <a:pt x="53" y="76"/>
                  <a:pt x="58" y="63"/>
                </a:cubicBezTo>
                <a:cubicBezTo>
                  <a:pt x="64" y="51"/>
                  <a:pt x="71" y="40"/>
                  <a:pt x="80" y="30"/>
                </a:cubicBezTo>
                <a:cubicBezTo>
                  <a:pt x="90" y="21"/>
                  <a:pt x="101" y="13"/>
                  <a:pt x="113" y="8"/>
                </a:cubicBezTo>
                <a:cubicBezTo>
                  <a:pt x="126" y="3"/>
                  <a:pt x="139" y="0"/>
                  <a:pt x="152" y="0"/>
                </a:cubicBezTo>
                <a:cubicBezTo>
                  <a:pt x="166" y="0"/>
                  <a:pt x="179" y="3"/>
                  <a:pt x="191" y="8"/>
                </a:cubicBezTo>
                <a:cubicBezTo>
                  <a:pt x="204" y="13"/>
                  <a:pt x="216" y="21"/>
                  <a:pt x="225" y="30"/>
                </a:cubicBezTo>
                <a:cubicBezTo>
                  <a:pt x="235" y="40"/>
                  <a:pt x="242" y="51"/>
                  <a:pt x="247" y="63"/>
                </a:cubicBezTo>
                <a:cubicBezTo>
                  <a:pt x="252" y="76"/>
                  <a:pt x="255" y="89"/>
                  <a:pt x="255" y="102"/>
                </a:cubicBezTo>
                <a:cubicBezTo>
                  <a:pt x="255" y="115"/>
                  <a:pt x="252" y="128"/>
                  <a:pt x="247" y="141"/>
                </a:cubicBezTo>
                <a:cubicBezTo>
                  <a:pt x="242" y="153"/>
                  <a:pt x="235" y="164"/>
                  <a:pt x="225" y="174"/>
                </a:cubicBezTo>
                <a:cubicBezTo>
                  <a:pt x="216" y="183"/>
                  <a:pt x="204" y="191"/>
                  <a:pt x="191" y="196"/>
                </a:cubicBezTo>
                <a:cubicBezTo>
                  <a:pt x="179" y="201"/>
                  <a:pt x="166" y="204"/>
                  <a:pt x="152" y="204"/>
                </a:cubicBezTo>
                <a:moveTo>
                  <a:pt x="152" y="51"/>
                </a:moveTo>
                <a:cubicBezTo>
                  <a:pt x="146" y="51"/>
                  <a:pt x="139" y="52"/>
                  <a:pt x="133" y="55"/>
                </a:cubicBezTo>
                <a:cubicBezTo>
                  <a:pt x="127" y="58"/>
                  <a:pt x="121" y="61"/>
                  <a:pt x="116" y="66"/>
                </a:cubicBezTo>
                <a:cubicBezTo>
                  <a:pt x="112" y="71"/>
                  <a:pt x="108" y="76"/>
                  <a:pt x="105" y="83"/>
                </a:cubicBezTo>
                <a:cubicBezTo>
                  <a:pt x="103" y="89"/>
                  <a:pt x="101" y="95"/>
                  <a:pt x="101" y="102"/>
                </a:cubicBezTo>
                <a:cubicBezTo>
                  <a:pt x="101" y="109"/>
                  <a:pt x="103" y="115"/>
                  <a:pt x="105" y="121"/>
                </a:cubicBezTo>
                <a:cubicBezTo>
                  <a:pt x="108" y="128"/>
                  <a:pt x="112" y="133"/>
                  <a:pt x="116" y="138"/>
                </a:cubicBezTo>
                <a:cubicBezTo>
                  <a:pt x="121" y="143"/>
                  <a:pt x="127" y="146"/>
                  <a:pt x="133" y="149"/>
                </a:cubicBezTo>
                <a:cubicBezTo>
                  <a:pt x="139" y="152"/>
                  <a:pt x="146" y="153"/>
                  <a:pt x="152" y="153"/>
                </a:cubicBezTo>
                <a:cubicBezTo>
                  <a:pt x="159" y="153"/>
                  <a:pt x="165" y="152"/>
                  <a:pt x="172" y="149"/>
                </a:cubicBezTo>
                <a:cubicBezTo>
                  <a:pt x="178" y="146"/>
                  <a:pt x="183" y="143"/>
                  <a:pt x="188" y="138"/>
                </a:cubicBezTo>
                <a:cubicBezTo>
                  <a:pt x="193" y="133"/>
                  <a:pt x="197" y="128"/>
                  <a:pt x="199" y="121"/>
                </a:cubicBezTo>
                <a:cubicBezTo>
                  <a:pt x="202" y="115"/>
                  <a:pt x="203" y="109"/>
                  <a:pt x="203" y="102"/>
                </a:cubicBezTo>
                <a:cubicBezTo>
                  <a:pt x="203" y="95"/>
                  <a:pt x="202" y="89"/>
                  <a:pt x="199" y="83"/>
                </a:cubicBezTo>
                <a:cubicBezTo>
                  <a:pt x="197" y="76"/>
                  <a:pt x="193" y="71"/>
                  <a:pt x="188" y="66"/>
                </a:cubicBezTo>
                <a:cubicBezTo>
                  <a:pt x="183" y="61"/>
                  <a:pt x="178" y="58"/>
                  <a:pt x="172" y="55"/>
                </a:cubicBezTo>
                <a:cubicBezTo>
                  <a:pt x="165" y="52"/>
                  <a:pt x="159" y="51"/>
                  <a:pt x="152" y="51"/>
                </a:cubicBezTo>
                <a:moveTo>
                  <a:pt x="560" y="204"/>
                </a:moveTo>
                <a:cubicBezTo>
                  <a:pt x="546" y="204"/>
                  <a:pt x="533" y="201"/>
                  <a:pt x="521" y="196"/>
                </a:cubicBezTo>
                <a:cubicBezTo>
                  <a:pt x="508" y="191"/>
                  <a:pt x="497" y="183"/>
                  <a:pt x="488" y="174"/>
                </a:cubicBezTo>
                <a:cubicBezTo>
                  <a:pt x="478" y="164"/>
                  <a:pt x="471" y="153"/>
                  <a:pt x="466" y="141"/>
                </a:cubicBezTo>
                <a:cubicBezTo>
                  <a:pt x="461" y="128"/>
                  <a:pt x="458" y="115"/>
                  <a:pt x="458" y="102"/>
                </a:cubicBezTo>
                <a:cubicBezTo>
                  <a:pt x="458" y="89"/>
                  <a:pt x="461" y="76"/>
                  <a:pt x="466" y="63"/>
                </a:cubicBezTo>
                <a:cubicBezTo>
                  <a:pt x="471" y="51"/>
                  <a:pt x="478" y="40"/>
                  <a:pt x="488" y="30"/>
                </a:cubicBezTo>
                <a:cubicBezTo>
                  <a:pt x="497" y="21"/>
                  <a:pt x="508" y="13"/>
                  <a:pt x="521" y="8"/>
                </a:cubicBezTo>
                <a:cubicBezTo>
                  <a:pt x="533" y="3"/>
                  <a:pt x="546" y="0"/>
                  <a:pt x="560" y="0"/>
                </a:cubicBezTo>
                <a:cubicBezTo>
                  <a:pt x="573" y="0"/>
                  <a:pt x="586" y="3"/>
                  <a:pt x="599" y="8"/>
                </a:cubicBezTo>
                <a:cubicBezTo>
                  <a:pt x="611" y="13"/>
                  <a:pt x="622" y="21"/>
                  <a:pt x="631" y="30"/>
                </a:cubicBezTo>
                <a:cubicBezTo>
                  <a:pt x="641" y="40"/>
                  <a:pt x="648" y="51"/>
                  <a:pt x="654" y="63"/>
                </a:cubicBezTo>
                <a:cubicBezTo>
                  <a:pt x="659" y="76"/>
                  <a:pt x="661" y="89"/>
                  <a:pt x="661" y="102"/>
                </a:cubicBezTo>
                <a:cubicBezTo>
                  <a:pt x="661" y="115"/>
                  <a:pt x="659" y="128"/>
                  <a:pt x="654" y="141"/>
                </a:cubicBezTo>
                <a:cubicBezTo>
                  <a:pt x="648" y="153"/>
                  <a:pt x="641" y="164"/>
                  <a:pt x="631" y="174"/>
                </a:cubicBezTo>
                <a:cubicBezTo>
                  <a:pt x="622" y="183"/>
                  <a:pt x="611" y="191"/>
                  <a:pt x="599" y="196"/>
                </a:cubicBezTo>
                <a:cubicBezTo>
                  <a:pt x="586" y="201"/>
                  <a:pt x="573" y="204"/>
                  <a:pt x="560" y="204"/>
                </a:cubicBezTo>
                <a:moveTo>
                  <a:pt x="560" y="51"/>
                </a:moveTo>
                <a:cubicBezTo>
                  <a:pt x="553" y="51"/>
                  <a:pt x="546" y="52"/>
                  <a:pt x="540" y="55"/>
                </a:cubicBezTo>
                <a:cubicBezTo>
                  <a:pt x="534" y="58"/>
                  <a:pt x="529" y="61"/>
                  <a:pt x="524" y="66"/>
                </a:cubicBezTo>
                <a:cubicBezTo>
                  <a:pt x="519" y="71"/>
                  <a:pt x="515" y="76"/>
                  <a:pt x="513" y="83"/>
                </a:cubicBezTo>
                <a:cubicBezTo>
                  <a:pt x="510" y="89"/>
                  <a:pt x="509" y="95"/>
                  <a:pt x="509" y="102"/>
                </a:cubicBezTo>
                <a:cubicBezTo>
                  <a:pt x="509" y="109"/>
                  <a:pt x="510" y="115"/>
                  <a:pt x="513" y="121"/>
                </a:cubicBezTo>
                <a:cubicBezTo>
                  <a:pt x="515" y="128"/>
                  <a:pt x="519" y="133"/>
                  <a:pt x="524" y="138"/>
                </a:cubicBezTo>
                <a:cubicBezTo>
                  <a:pt x="529" y="143"/>
                  <a:pt x="534" y="146"/>
                  <a:pt x="540" y="149"/>
                </a:cubicBezTo>
                <a:cubicBezTo>
                  <a:pt x="546" y="152"/>
                  <a:pt x="553" y="153"/>
                  <a:pt x="560" y="153"/>
                </a:cubicBezTo>
                <a:cubicBezTo>
                  <a:pt x="566" y="153"/>
                  <a:pt x="573" y="152"/>
                  <a:pt x="579" y="149"/>
                </a:cubicBezTo>
                <a:cubicBezTo>
                  <a:pt x="585" y="146"/>
                  <a:pt x="591" y="143"/>
                  <a:pt x="596" y="138"/>
                </a:cubicBezTo>
                <a:cubicBezTo>
                  <a:pt x="600" y="133"/>
                  <a:pt x="604" y="128"/>
                  <a:pt x="607" y="121"/>
                </a:cubicBezTo>
                <a:cubicBezTo>
                  <a:pt x="609" y="115"/>
                  <a:pt x="610" y="109"/>
                  <a:pt x="610" y="102"/>
                </a:cubicBezTo>
                <a:cubicBezTo>
                  <a:pt x="610" y="95"/>
                  <a:pt x="609" y="89"/>
                  <a:pt x="607" y="83"/>
                </a:cubicBezTo>
                <a:cubicBezTo>
                  <a:pt x="604" y="76"/>
                  <a:pt x="600" y="71"/>
                  <a:pt x="596" y="66"/>
                </a:cubicBezTo>
                <a:cubicBezTo>
                  <a:pt x="591" y="61"/>
                  <a:pt x="585" y="58"/>
                  <a:pt x="579" y="55"/>
                </a:cubicBezTo>
                <a:cubicBezTo>
                  <a:pt x="573" y="52"/>
                  <a:pt x="566" y="51"/>
                  <a:pt x="560" y="51"/>
                </a:cubicBezTo>
                <a:moveTo>
                  <a:pt x="610" y="738"/>
                </a:moveTo>
                <a:lnTo>
                  <a:pt x="509" y="738"/>
                </a:lnTo>
                <a:cubicBezTo>
                  <a:pt x="502" y="738"/>
                  <a:pt x="496" y="737"/>
                  <a:pt x="489" y="734"/>
                </a:cubicBezTo>
                <a:cubicBezTo>
                  <a:pt x="483" y="732"/>
                  <a:pt x="478" y="728"/>
                  <a:pt x="473" y="723"/>
                </a:cubicBezTo>
                <a:cubicBezTo>
                  <a:pt x="468" y="718"/>
                  <a:pt x="465" y="713"/>
                  <a:pt x="462" y="707"/>
                </a:cubicBezTo>
                <a:cubicBezTo>
                  <a:pt x="459" y="700"/>
                  <a:pt x="458" y="694"/>
                  <a:pt x="458" y="687"/>
                </a:cubicBezTo>
                <a:lnTo>
                  <a:pt x="458" y="508"/>
                </a:lnTo>
                <a:lnTo>
                  <a:pt x="509" y="508"/>
                </a:lnTo>
                <a:lnTo>
                  <a:pt x="509" y="687"/>
                </a:lnTo>
                <a:lnTo>
                  <a:pt x="610" y="687"/>
                </a:lnTo>
                <a:lnTo>
                  <a:pt x="610" y="458"/>
                </a:lnTo>
                <a:lnTo>
                  <a:pt x="661" y="458"/>
                </a:lnTo>
                <a:lnTo>
                  <a:pt x="661" y="305"/>
                </a:lnTo>
                <a:cubicBezTo>
                  <a:pt x="661" y="298"/>
                  <a:pt x="659" y="292"/>
                  <a:pt x="654" y="287"/>
                </a:cubicBezTo>
                <a:cubicBezTo>
                  <a:pt x="649" y="282"/>
                  <a:pt x="643" y="280"/>
                  <a:pt x="636" y="280"/>
                </a:cubicBezTo>
                <a:lnTo>
                  <a:pt x="473" y="280"/>
                </a:lnTo>
                <a:lnTo>
                  <a:pt x="356" y="483"/>
                </a:lnTo>
                <a:lnTo>
                  <a:pt x="240" y="280"/>
                </a:lnTo>
                <a:lnTo>
                  <a:pt x="76" y="280"/>
                </a:lnTo>
                <a:cubicBezTo>
                  <a:pt x="69" y="280"/>
                  <a:pt x="63" y="282"/>
                  <a:pt x="58" y="287"/>
                </a:cubicBezTo>
                <a:cubicBezTo>
                  <a:pt x="53" y="292"/>
                  <a:pt x="51" y="298"/>
                  <a:pt x="51" y="305"/>
                </a:cubicBezTo>
                <a:lnTo>
                  <a:pt x="51" y="458"/>
                </a:lnTo>
                <a:lnTo>
                  <a:pt x="101" y="458"/>
                </a:lnTo>
                <a:lnTo>
                  <a:pt x="101" y="687"/>
                </a:lnTo>
                <a:lnTo>
                  <a:pt x="203" y="687"/>
                </a:lnTo>
                <a:lnTo>
                  <a:pt x="203" y="508"/>
                </a:lnTo>
                <a:lnTo>
                  <a:pt x="255" y="508"/>
                </a:lnTo>
                <a:lnTo>
                  <a:pt x="255" y="687"/>
                </a:lnTo>
                <a:cubicBezTo>
                  <a:pt x="255" y="694"/>
                  <a:pt x="254" y="700"/>
                  <a:pt x="251" y="707"/>
                </a:cubicBezTo>
                <a:cubicBezTo>
                  <a:pt x="248" y="713"/>
                  <a:pt x="245" y="718"/>
                  <a:pt x="240" y="723"/>
                </a:cubicBezTo>
                <a:cubicBezTo>
                  <a:pt x="235" y="728"/>
                  <a:pt x="230" y="732"/>
                  <a:pt x="224" y="734"/>
                </a:cubicBezTo>
                <a:cubicBezTo>
                  <a:pt x="217" y="737"/>
                  <a:pt x="210" y="738"/>
                  <a:pt x="203" y="738"/>
                </a:cubicBezTo>
                <a:lnTo>
                  <a:pt x="101" y="738"/>
                </a:lnTo>
                <a:cubicBezTo>
                  <a:pt x="95" y="738"/>
                  <a:pt x="88" y="737"/>
                  <a:pt x="82" y="734"/>
                </a:cubicBezTo>
                <a:cubicBezTo>
                  <a:pt x="76" y="732"/>
                  <a:pt x="70" y="728"/>
                  <a:pt x="66" y="723"/>
                </a:cubicBezTo>
                <a:cubicBezTo>
                  <a:pt x="61" y="718"/>
                  <a:pt x="57" y="713"/>
                  <a:pt x="55" y="707"/>
                </a:cubicBezTo>
                <a:cubicBezTo>
                  <a:pt x="52" y="700"/>
                  <a:pt x="51" y="694"/>
                  <a:pt x="51" y="687"/>
                </a:cubicBezTo>
                <a:lnTo>
                  <a:pt x="51" y="508"/>
                </a:lnTo>
                <a:cubicBezTo>
                  <a:pt x="44" y="508"/>
                  <a:pt x="37" y="507"/>
                  <a:pt x="31" y="505"/>
                </a:cubicBezTo>
                <a:cubicBezTo>
                  <a:pt x="25" y="502"/>
                  <a:pt x="20" y="498"/>
                  <a:pt x="15" y="493"/>
                </a:cubicBezTo>
                <a:cubicBezTo>
                  <a:pt x="10" y="489"/>
                  <a:pt x="6" y="483"/>
                  <a:pt x="4" y="477"/>
                </a:cubicBezTo>
                <a:cubicBezTo>
                  <a:pt x="1" y="471"/>
                  <a:pt x="0" y="464"/>
                  <a:pt x="0" y="458"/>
                </a:cubicBezTo>
                <a:lnTo>
                  <a:pt x="0" y="305"/>
                </a:lnTo>
                <a:cubicBezTo>
                  <a:pt x="0" y="295"/>
                  <a:pt x="2" y="285"/>
                  <a:pt x="6" y="276"/>
                </a:cubicBezTo>
                <a:cubicBezTo>
                  <a:pt x="10" y="267"/>
                  <a:pt x="15" y="258"/>
                  <a:pt x="22" y="251"/>
                </a:cubicBezTo>
                <a:cubicBezTo>
                  <a:pt x="29" y="244"/>
                  <a:pt x="38" y="239"/>
                  <a:pt x="47" y="235"/>
                </a:cubicBezTo>
                <a:cubicBezTo>
                  <a:pt x="56" y="231"/>
                  <a:pt x="66" y="229"/>
                  <a:pt x="76" y="229"/>
                </a:cubicBezTo>
                <a:lnTo>
                  <a:pt x="270" y="229"/>
                </a:lnTo>
                <a:lnTo>
                  <a:pt x="356" y="381"/>
                </a:lnTo>
                <a:lnTo>
                  <a:pt x="443" y="229"/>
                </a:lnTo>
                <a:lnTo>
                  <a:pt x="636" y="229"/>
                </a:lnTo>
                <a:cubicBezTo>
                  <a:pt x="646" y="229"/>
                  <a:pt x="656" y="231"/>
                  <a:pt x="665" y="235"/>
                </a:cubicBezTo>
                <a:cubicBezTo>
                  <a:pt x="674" y="239"/>
                  <a:pt x="683" y="244"/>
                  <a:pt x="690" y="251"/>
                </a:cubicBezTo>
                <a:cubicBezTo>
                  <a:pt x="697" y="258"/>
                  <a:pt x="702" y="267"/>
                  <a:pt x="706" y="276"/>
                </a:cubicBezTo>
                <a:cubicBezTo>
                  <a:pt x="710" y="285"/>
                  <a:pt x="712" y="295"/>
                  <a:pt x="712" y="305"/>
                </a:cubicBezTo>
                <a:lnTo>
                  <a:pt x="712" y="458"/>
                </a:lnTo>
                <a:cubicBezTo>
                  <a:pt x="712" y="464"/>
                  <a:pt x="711" y="471"/>
                  <a:pt x="708" y="477"/>
                </a:cubicBezTo>
                <a:cubicBezTo>
                  <a:pt x="706" y="483"/>
                  <a:pt x="702" y="489"/>
                  <a:pt x="697" y="493"/>
                </a:cubicBezTo>
                <a:cubicBezTo>
                  <a:pt x="692" y="498"/>
                  <a:pt x="687" y="502"/>
                  <a:pt x="681" y="505"/>
                </a:cubicBezTo>
                <a:cubicBezTo>
                  <a:pt x="674" y="507"/>
                  <a:pt x="668" y="508"/>
                  <a:pt x="661" y="508"/>
                </a:cubicBezTo>
                <a:lnTo>
                  <a:pt x="661" y="687"/>
                </a:lnTo>
                <a:cubicBezTo>
                  <a:pt x="661" y="694"/>
                  <a:pt x="660" y="700"/>
                  <a:pt x="657" y="707"/>
                </a:cubicBezTo>
                <a:cubicBezTo>
                  <a:pt x="655" y="713"/>
                  <a:pt x="651" y="718"/>
                  <a:pt x="646" y="723"/>
                </a:cubicBezTo>
                <a:cubicBezTo>
                  <a:pt x="642" y="728"/>
                  <a:pt x="636" y="732"/>
                  <a:pt x="630" y="734"/>
                </a:cubicBezTo>
                <a:cubicBezTo>
                  <a:pt x="624" y="737"/>
                  <a:pt x="617" y="738"/>
                  <a:pt x="610" y="738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993600" y="4853160"/>
            <a:ext cx="252144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instelling, straks over instellingen heen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5294880" y="4567680"/>
            <a:ext cx="336888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3d68ec"/>
                </a:solidFill>
                <a:latin typeface="Arial"/>
                <a:ea typeface="Arial"/>
              </a:rPr>
              <a:t>De grens</a:t>
            </a:r>
            <a:r>
              <a:rPr b="0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 · applicatie: leverancier · les en didactiek: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5294880" y="4758120"/>
            <a:ext cx="356400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instelling, vastgelegd in de speciﬁcatie · voorzieningen: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5294880" y="4948560"/>
            <a:ext cx="71532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eigen pijler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7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7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375" name=""/>
          <p:cNvSpPr/>
          <p:nvPr/>
        </p:nvSpPr>
        <p:spPr>
          <a:xfrm>
            <a:off x="456840" y="952200"/>
            <a:ext cx="4115160" cy="3286440"/>
          </a:xfrm>
          <a:custGeom>
            <a:avLst/>
            <a:gdLst/>
            <a:ahLst/>
            <a:rect l="0" t="0" r="r" b="b"/>
            <a:pathLst>
              <a:path w="11431" h="9129">
                <a:moveTo>
                  <a:pt x="0" y="0"/>
                </a:moveTo>
                <a:lnTo>
                  <a:pt x="11431" y="0"/>
                </a:lnTo>
                <a:lnTo>
                  <a:pt x="11431" y="9129"/>
                </a:lnTo>
                <a:lnTo>
                  <a:pt x="0" y="9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6" name=""/>
          <p:cNvSpPr/>
          <p:nvPr/>
        </p:nvSpPr>
        <p:spPr>
          <a:xfrm>
            <a:off x="456840" y="952200"/>
            <a:ext cx="4115160" cy="38520"/>
          </a:xfrm>
          <a:custGeom>
            <a:avLst/>
            <a:gdLst/>
            <a:ahLst/>
            <a:rect l="0" t="0" r="r" b="b"/>
            <a:pathLst>
              <a:path w="11431" h="107">
                <a:moveTo>
                  <a:pt x="0" y="0"/>
                </a:moveTo>
                <a:lnTo>
                  <a:pt x="11431" y="0"/>
                </a:lnTo>
                <a:lnTo>
                  <a:pt x="1143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7" name=""/>
          <p:cNvSpPr/>
          <p:nvPr/>
        </p:nvSpPr>
        <p:spPr>
          <a:xfrm>
            <a:off x="456840" y="4228920"/>
            <a:ext cx="4115160" cy="9720"/>
          </a:xfrm>
          <a:custGeom>
            <a:avLst/>
            <a:gdLst/>
            <a:ahLst/>
            <a:rect l="0" t="0" r="r" b="b"/>
            <a:pathLst>
              <a:path w="11431" h="27">
                <a:moveTo>
                  <a:pt x="0" y="0"/>
                </a:moveTo>
                <a:lnTo>
                  <a:pt x="11431" y="0"/>
                </a:lnTo>
                <a:lnTo>
                  <a:pt x="114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8" name=""/>
          <p:cNvSpPr/>
          <p:nvPr/>
        </p:nvSpPr>
        <p:spPr>
          <a:xfrm>
            <a:off x="4562280" y="952200"/>
            <a:ext cx="9720" cy="3286440"/>
          </a:xfrm>
          <a:custGeom>
            <a:avLst/>
            <a:gdLst/>
            <a:ahLst/>
            <a:rect l="0" t="0" r="r" b="b"/>
            <a:pathLst>
              <a:path w="27" h="9129">
                <a:moveTo>
                  <a:pt x="0" y="106"/>
                </a:moveTo>
                <a:lnTo>
                  <a:pt x="0" y="9129"/>
                </a:lnTo>
                <a:lnTo>
                  <a:pt x="27" y="9129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9" name=""/>
          <p:cNvSpPr/>
          <p:nvPr/>
        </p:nvSpPr>
        <p:spPr>
          <a:xfrm>
            <a:off x="456840" y="952200"/>
            <a:ext cx="10080" cy="3286440"/>
          </a:xfrm>
          <a:custGeom>
            <a:avLst/>
            <a:gdLst/>
            <a:ahLst/>
            <a:rect l="0" t="0" r="r" b="b"/>
            <a:pathLst>
              <a:path w="28" h="9129">
                <a:moveTo>
                  <a:pt x="0" y="0"/>
                </a:moveTo>
                <a:lnTo>
                  <a:pt x="0" y="9129"/>
                </a:lnTo>
                <a:lnTo>
                  <a:pt x="28" y="9129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0" name=""/>
          <p:cNvSpPr/>
          <p:nvPr/>
        </p:nvSpPr>
        <p:spPr>
          <a:xfrm>
            <a:off x="609120" y="1166760"/>
            <a:ext cx="282240" cy="281880"/>
          </a:xfrm>
          <a:custGeom>
            <a:avLst/>
            <a:gdLst/>
            <a:ahLst/>
            <a:rect l="0" t="0" r="r" b="b"/>
            <a:pathLst>
              <a:path w="784" h="783">
                <a:moveTo>
                  <a:pt x="575" y="208"/>
                </a:moveTo>
                <a:lnTo>
                  <a:pt x="731" y="208"/>
                </a:lnTo>
                <a:cubicBezTo>
                  <a:pt x="738" y="208"/>
                  <a:pt x="745" y="207"/>
                  <a:pt x="751" y="204"/>
                </a:cubicBezTo>
                <a:cubicBezTo>
                  <a:pt x="758" y="202"/>
                  <a:pt x="763" y="198"/>
                  <a:pt x="768" y="193"/>
                </a:cubicBezTo>
                <a:cubicBezTo>
                  <a:pt x="773" y="188"/>
                  <a:pt x="777" y="182"/>
                  <a:pt x="780" y="176"/>
                </a:cubicBezTo>
                <a:cubicBezTo>
                  <a:pt x="782" y="170"/>
                  <a:pt x="784" y="163"/>
                  <a:pt x="784" y="156"/>
                </a:cubicBezTo>
                <a:lnTo>
                  <a:pt x="784" y="52"/>
                </a:lnTo>
                <a:cubicBezTo>
                  <a:pt x="784" y="45"/>
                  <a:pt x="782" y="38"/>
                  <a:pt x="780" y="32"/>
                </a:cubicBezTo>
                <a:cubicBezTo>
                  <a:pt x="777" y="25"/>
                  <a:pt x="773" y="20"/>
                  <a:pt x="768" y="15"/>
                </a:cubicBezTo>
                <a:cubicBezTo>
                  <a:pt x="763" y="10"/>
                  <a:pt x="758" y="6"/>
                  <a:pt x="751" y="4"/>
                </a:cubicBezTo>
                <a:cubicBezTo>
                  <a:pt x="745" y="1"/>
                  <a:pt x="738" y="0"/>
                  <a:pt x="731" y="0"/>
                </a:cubicBezTo>
                <a:lnTo>
                  <a:pt x="575" y="0"/>
                </a:lnTo>
                <a:cubicBezTo>
                  <a:pt x="568" y="0"/>
                  <a:pt x="561" y="1"/>
                  <a:pt x="555" y="4"/>
                </a:cubicBezTo>
                <a:cubicBezTo>
                  <a:pt x="549" y="6"/>
                  <a:pt x="543" y="10"/>
                  <a:pt x="538" y="15"/>
                </a:cubicBezTo>
                <a:cubicBezTo>
                  <a:pt x="533" y="20"/>
                  <a:pt x="529" y="25"/>
                  <a:pt x="527" y="32"/>
                </a:cubicBezTo>
                <a:cubicBezTo>
                  <a:pt x="524" y="38"/>
                  <a:pt x="523" y="45"/>
                  <a:pt x="523" y="52"/>
                </a:cubicBezTo>
                <a:lnTo>
                  <a:pt x="523" y="78"/>
                </a:lnTo>
                <a:lnTo>
                  <a:pt x="261" y="78"/>
                </a:lnTo>
                <a:lnTo>
                  <a:pt x="261" y="52"/>
                </a:lnTo>
                <a:cubicBezTo>
                  <a:pt x="261" y="45"/>
                  <a:pt x="260" y="38"/>
                  <a:pt x="257" y="32"/>
                </a:cubicBezTo>
                <a:cubicBezTo>
                  <a:pt x="255" y="25"/>
                  <a:pt x="251" y="20"/>
                  <a:pt x="246" y="15"/>
                </a:cubicBezTo>
                <a:cubicBezTo>
                  <a:pt x="241" y="10"/>
                  <a:pt x="235" y="6"/>
                  <a:pt x="229" y="4"/>
                </a:cubicBezTo>
                <a:cubicBezTo>
                  <a:pt x="223" y="1"/>
                  <a:pt x="216" y="0"/>
                  <a:pt x="209" y="0"/>
                </a:cubicBezTo>
                <a:lnTo>
                  <a:pt x="53" y="0"/>
                </a:lnTo>
                <a:cubicBezTo>
                  <a:pt x="46" y="0"/>
                  <a:pt x="39" y="1"/>
                  <a:pt x="33" y="4"/>
                </a:cubicBezTo>
                <a:cubicBezTo>
                  <a:pt x="26" y="6"/>
                  <a:pt x="21" y="10"/>
                  <a:pt x="16" y="15"/>
                </a:cubicBezTo>
                <a:cubicBezTo>
                  <a:pt x="11" y="20"/>
                  <a:pt x="7" y="25"/>
                  <a:pt x="4" y="32"/>
                </a:cubicBezTo>
                <a:cubicBezTo>
                  <a:pt x="2" y="38"/>
                  <a:pt x="0" y="45"/>
                  <a:pt x="0" y="52"/>
                </a:cubicBezTo>
                <a:lnTo>
                  <a:pt x="0" y="156"/>
                </a:lnTo>
                <a:cubicBezTo>
                  <a:pt x="0" y="163"/>
                  <a:pt x="2" y="170"/>
                  <a:pt x="4" y="176"/>
                </a:cubicBezTo>
                <a:cubicBezTo>
                  <a:pt x="7" y="182"/>
                  <a:pt x="11" y="188"/>
                  <a:pt x="16" y="193"/>
                </a:cubicBezTo>
                <a:cubicBezTo>
                  <a:pt x="21" y="198"/>
                  <a:pt x="26" y="202"/>
                  <a:pt x="33" y="204"/>
                </a:cubicBezTo>
                <a:cubicBezTo>
                  <a:pt x="39" y="207"/>
                  <a:pt x="46" y="208"/>
                  <a:pt x="53" y="208"/>
                </a:cubicBezTo>
                <a:lnTo>
                  <a:pt x="209" y="208"/>
                </a:lnTo>
                <a:cubicBezTo>
                  <a:pt x="216" y="208"/>
                  <a:pt x="223" y="207"/>
                  <a:pt x="229" y="204"/>
                </a:cubicBezTo>
                <a:cubicBezTo>
                  <a:pt x="235" y="202"/>
                  <a:pt x="241" y="198"/>
                  <a:pt x="246" y="193"/>
                </a:cubicBezTo>
                <a:cubicBezTo>
                  <a:pt x="251" y="188"/>
                  <a:pt x="255" y="182"/>
                  <a:pt x="257" y="176"/>
                </a:cubicBezTo>
                <a:cubicBezTo>
                  <a:pt x="260" y="170"/>
                  <a:pt x="261" y="163"/>
                  <a:pt x="261" y="156"/>
                </a:cubicBezTo>
                <a:lnTo>
                  <a:pt x="261" y="130"/>
                </a:lnTo>
                <a:lnTo>
                  <a:pt x="366" y="130"/>
                </a:lnTo>
                <a:lnTo>
                  <a:pt x="366" y="652"/>
                </a:lnTo>
                <a:cubicBezTo>
                  <a:pt x="366" y="659"/>
                  <a:pt x="368" y="666"/>
                  <a:pt x="370" y="672"/>
                </a:cubicBezTo>
                <a:cubicBezTo>
                  <a:pt x="373" y="679"/>
                  <a:pt x="377" y="684"/>
                  <a:pt x="382" y="689"/>
                </a:cubicBezTo>
                <a:cubicBezTo>
                  <a:pt x="387" y="694"/>
                  <a:pt x="392" y="698"/>
                  <a:pt x="399" y="701"/>
                </a:cubicBezTo>
                <a:cubicBezTo>
                  <a:pt x="405" y="703"/>
                  <a:pt x="412" y="705"/>
                  <a:pt x="419" y="705"/>
                </a:cubicBezTo>
                <a:lnTo>
                  <a:pt x="523" y="705"/>
                </a:lnTo>
                <a:lnTo>
                  <a:pt x="523" y="731"/>
                </a:lnTo>
                <a:cubicBezTo>
                  <a:pt x="523" y="737"/>
                  <a:pt x="524" y="744"/>
                  <a:pt x="527" y="751"/>
                </a:cubicBezTo>
                <a:cubicBezTo>
                  <a:pt x="529" y="757"/>
                  <a:pt x="533" y="763"/>
                  <a:pt x="538" y="767"/>
                </a:cubicBezTo>
                <a:cubicBezTo>
                  <a:pt x="543" y="772"/>
                  <a:pt x="549" y="776"/>
                  <a:pt x="555" y="779"/>
                </a:cubicBezTo>
                <a:cubicBezTo>
                  <a:pt x="561" y="781"/>
                  <a:pt x="568" y="783"/>
                  <a:pt x="575" y="783"/>
                </a:cubicBezTo>
                <a:lnTo>
                  <a:pt x="731" y="783"/>
                </a:lnTo>
                <a:cubicBezTo>
                  <a:pt x="738" y="783"/>
                  <a:pt x="745" y="781"/>
                  <a:pt x="751" y="779"/>
                </a:cubicBezTo>
                <a:cubicBezTo>
                  <a:pt x="758" y="776"/>
                  <a:pt x="763" y="772"/>
                  <a:pt x="768" y="767"/>
                </a:cubicBezTo>
                <a:cubicBezTo>
                  <a:pt x="773" y="763"/>
                  <a:pt x="777" y="757"/>
                  <a:pt x="780" y="751"/>
                </a:cubicBezTo>
                <a:cubicBezTo>
                  <a:pt x="782" y="744"/>
                  <a:pt x="784" y="737"/>
                  <a:pt x="784" y="731"/>
                </a:cubicBezTo>
                <a:lnTo>
                  <a:pt x="784" y="626"/>
                </a:lnTo>
                <a:cubicBezTo>
                  <a:pt x="784" y="619"/>
                  <a:pt x="782" y="613"/>
                  <a:pt x="780" y="606"/>
                </a:cubicBezTo>
                <a:cubicBezTo>
                  <a:pt x="777" y="600"/>
                  <a:pt x="773" y="594"/>
                  <a:pt x="768" y="589"/>
                </a:cubicBezTo>
                <a:cubicBezTo>
                  <a:pt x="763" y="585"/>
                  <a:pt x="758" y="581"/>
                  <a:pt x="751" y="578"/>
                </a:cubicBezTo>
                <a:cubicBezTo>
                  <a:pt x="745" y="575"/>
                  <a:pt x="738" y="574"/>
                  <a:pt x="731" y="574"/>
                </a:cubicBezTo>
                <a:lnTo>
                  <a:pt x="575" y="574"/>
                </a:lnTo>
                <a:cubicBezTo>
                  <a:pt x="568" y="574"/>
                  <a:pt x="561" y="575"/>
                  <a:pt x="555" y="578"/>
                </a:cubicBezTo>
                <a:cubicBezTo>
                  <a:pt x="549" y="581"/>
                  <a:pt x="543" y="585"/>
                  <a:pt x="538" y="589"/>
                </a:cubicBezTo>
                <a:cubicBezTo>
                  <a:pt x="533" y="594"/>
                  <a:pt x="529" y="600"/>
                  <a:pt x="527" y="606"/>
                </a:cubicBezTo>
                <a:cubicBezTo>
                  <a:pt x="524" y="613"/>
                  <a:pt x="523" y="619"/>
                  <a:pt x="523" y="626"/>
                </a:cubicBezTo>
                <a:lnTo>
                  <a:pt x="523" y="652"/>
                </a:lnTo>
                <a:lnTo>
                  <a:pt x="419" y="652"/>
                </a:lnTo>
                <a:lnTo>
                  <a:pt x="419" y="418"/>
                </a:lnTo>
                <a:lnTo>
                  <a:pt x="523" y="418"/>
                </a:lnTo>
                <a:lnTo>
                  <a:pt x="523" y="444"/>
                </a:lnTo>
                <a:cubicBezTo>
                  <a:pt x="523" y="451"/>
                  <a:pt x="524" y="457"/>
                  <a:pt x="527" y="464"/>
                </a:cubicBezTo>
                <a:cubicBezTo>
                  <a:pt x="529" y="470"/>
                  <a:pt x="533" y="476"/>
                  <a:pt x="538" y="481"/>
                </a:cubicBezTo>
                <a:cubicBezTo>
                  <a:pt x="543" y="486"/>
                  <a:pt x="549" y="489"/>
                  <a:pt x="555" y="492"/>
                </a:cubicBezTo>
                <a:cubicBezTo>
                  <a:pt x="561" y="495"/>
                  <a:pt x="568" y="496"/>
                  <a:pt x="575" y="496"/>
                </a:cubicBezTo>
                <a:lnTo>
                  <a:pt x="731" y="496"/>
                </a:lnTo>
                <a:cubicBezTo>
                  <a:pt x="738" y="496"/>
                  <a:pt x="745" y="495"/>
                  <a:pt x="751" y="492"/>
                </a:cubicBezTo>
                <a:cubicBezTo>
                  <a:pt x="758" y="489"/>
                  <a:pt x="763" y="486"/>
                  <a:pt x="768" y="481"/>
                </a:cubicBezTo>
                <a:cubicBezTo>
                  <a:pt x="773" y="476"/>
                  <a:pt x="777" y="470"/>
                  <a:pt x="780" y="464"/>
                </a:cubicBezTo>
                <a:cubicBezTo>
                  <a:pt x="782" y="457"/>
                  <a:pt x="784" y="451"/>
                  <a:pt x="784" y="444"/>
                </a:cubicBezTo>
                <a:lnTo>
                  <a:pt x="784" y="340"/>
                </a:lnTo>
                <a:cubicBezTo>
                  <a:pt x="784" y="333"/>
                  <a:pt x="782" y="326"/>
                  <a:pt x="780" y="320"/>
                </a:cubicBezTo>
                <a:cubicBezTo>
                  <a:pt x="777" y="313"/>
                  <a:pt x="773" y="308"/>
                  <a:pt x="768" y="303"/>
                </a:cubicBezTo>
                <a:cubicBezTo>
                  <a:pt x="763" y="298"/>
                  <a:pt x="758" y="294"/>
                  <a:pt x="751" y="291"/>
                </a:cubicBezTo>
                <a:cubicBezTo>
                  <a:pt x="745" y="289"/>
                  <a:pt x="738" y="287"/>
                  <a:pt x="731" y="287"/>
                </a:cubicBezTo>
                <a:lnTo>
                  <a:pt x="575" y="287"/>
                </a:lnTo>
                <a:cubicBezTo>
                  <a:pt x="568" y="287"/>
                  <a:pt x="561" y="289"/>
                  <a:pt x="555" y="291"/>
                </a:cubicBezTo>
                <a:cubicBezTo>
                  <a:pt x="549" y="294"/>
                  <a:pt x="543" y="298"/>
                  <a:pt x="538" y="303"/>
                </a:cubicBezTo>
                <a:cubicBezTo>
                  <a:pt x="533" y="308"/>
                  <a:pt x="529" y="313"/>
                  <a:pt x="527" y="320"/>
                </a:cubicBezTo>
                <a:cubicBezTo>
                  <a:pt x="524" y="326"/>
                  <a:pt x="523" y="333"/>
                  <a:pt x="523" y="340"/>
                </a:cubicBezTo>
                <a:lnTo>
                  <a:pt x="523" y="366"/>
                </a:lnTo>
                <a:lnTo>
                  <a:pt x="419" y="366"/>
                </a:lnTo>
                <a:lnTo>
                  <a:pt x="419" y="130"/>
                </a:lnTo>
                <a:lnTo>
                  <a:pt x="523" y="130"/>
                </a:lnTo>
                <a:lnTo>
                  <a:pt x="523" y="156"/>
                </a:lnTo>
                <a:cubicBezTo>
                  <a:pt x="523" y="163"/>
                  <a:pt x="524" y="170"/>
                  <a:pt x="527" y="176"/>
                </a:cubicBezTo>
                <a:cubicBezTo>
                  <a:pt x="529" y="182"/>
                  <a:pt x="533" y="188"/>
                  <a:pt x="538" y="193"/>
                </a:cubicBezTo>
                <a:cubicBezTo>
                  <a:pt x="543" y="198"/>
                  <a:pt x="549" y="202"/>
                  <a:pt x="555" y="204"/>
                </a:cubicBezTo>
                <a:cubicBezTo>
                  <a:pt x="561" y="207"/>
                  <a:pt x="568" y="208"/>
                  <a:pt x="575" y="208"/>
                </a:cubicBezTo>
                <a:moveTo>
                  <a:pt x="575" y="52"/>
                </a:moveTo>
                <a:lnTo>
                  <a:pt x="731" y="52"/>
                </a:lnTo>
                <a:lnTo>
                  <a:pt x="731" y="156"/>
                </a:lnTo>
                <a:lnTo>
                  <a:pt x="575" y="156"/>
                </a:lnTo>
                <a:lnTo>
                  <a:pt x="575" y="52"/>
                </a:lnTo>
                <a:moveTo>
                  <a:pt x="209" y="156"/>
                </a:moveTo>
                <a:lnTo>
                  <a:pt x="53" y="156"/>
                </a:lnTo>
                <a:lnTo>
                  <a:pt x="53" y="52"/>
                </a:lnTo>
                <a:lnTo>
                  <a:pt x="209" y="52"/>
                </a:lnTo>
                <a:lnTo>
                  <a:pt x="209" y="156"/>
                </a:lnTo>
                <a:moveTo>
                  <a:pt x="575" y="626"/>
                </a:moveTo>
                <a:lnTo>
                  <a:pt x="731" y="626"/>
                </a:lnTo>
                <a:lnTo>
                  <a:pt x="731" y="731"/>
                </a:lnTo>
                <a:lnTo>
                  <a:pt x="575" y="731"/>
                </a:lnTo>
                <a:lnTo>
                  <a:pt x="575" y="626"/>
                </a:lnTo>
                <a:moveTo>
                  <a:pt x="575" y="340"/>
                </a:moveTo>
                <a:lnTo>
                  <a:pt x="731" y="340"/>
                </a:lnTo>
                <a:lnTo>
                  <a:pt x="731" y="444"/>
                </a:lnTo>
                <a:lnTo>
                  <a:pt x="575" y="444"/>
                </a:lnTo>
                <a:lnTo>
                  <a:pt x="575" y="34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439920" y="367560"/>
            <a:ext cx="93945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Twee uitgangspunten die verder reiken dan OKx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995400" y="1106280"/>
            <a:ext cx="34146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3d68ec"/>
                </a:solidFill>
                <a:latin typeface="Arial"/>
                <a:ea typeface="Arial"/>
              </a:rPr>
              <a:t>1. Kiezen door lerenden: tot en met het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995400" y="1334880"/>
            <a:ext cx="12045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3d68ec"/>
                </a:solidFill>
                <a:latin typeface="Arial"/>
                <a:ea typeface="Arial"/>
              </a:rPr>
              <a:t>leeronderdeel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603720" y="1611000"/>
            <a:ext cx="41810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De gelaagdheid van het OKx-informatiemodel; kiezen en uitwisselen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5" name=""/>
          <p:cNvSpPr/>
          <p:nvPr/>
        </p:nvSpPr>
        <p:spPr>
          <a:xfrm>
            <a:off x="599760" y="2000160"/>
            <a:ext cx="3829680" cy="428760"/>
          </a:xfrm>
          <a:custGeom>
            <a:avLst/>
            <a:gdLst/>
            <a:ahLst/>
            <a:rect l="0" t="0" r="r" b="b"/>
            <a:pathLst>
              <a:path w="10638" h="1191">
                <a:moveTo>
                  <a:pt x="0" y="979"/>
                </a:moveTo>
                <a:lnTo>
                  <a:pt x="0" y="211"/>
                </a:lnTo>
                <a:cubicBezTo>
                  <a:pt x="0" y="198"/>
                  <a:pt x="2" y="184"/>
                  <a:pt x="4" y="170"/>
                </a:cubicBezTo>
                <a:cubicBezTo>
                  <a:pt x="7" y="156"/>
                  <a:pt x="11" y="143"/>
                  <a:pt x="16" y="130"/>
                </a:cubicBezTo>
                <a:cubicBezTo>
                  <a:pt x="22" y="118"/>
                  <a:pt x="28" y="105"/>
                  <a:pt x="36" y="94"/>
                </a:cubicBezTo>
                <a:cubicBezTo>
                  <a:pt x="44" y="82"/>
                  <a:pt x="53" y="72"/>
                  <a:pt x="62" y="62"/>
                </a:cubicBezTo>
                <a:cubicBezTo>
                  <a:pt x="72" y="52"/>
                  <a:pt x="83" y="43"/>
                  <a:pt x="94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10426" y="0"/>
                </a:lnTo>
                <a:cubicBezTo>
                  <a:pt x="10440" y="0"/>
                  <a:pt x="10454" y="1"/>
                  <a:pt x="10467" y="4"/>
                </a:cubicBezTo>
                <a:cubicBezTo>
                  <a:pt x="10481" y="7"/>
                  <a:pt x="10494" y="11"/>
                  <a:pt x="10507" y="16"/>
                </a:cubicBezTo>
                <a:cubicBezTo>
                  <a:pt x="10520" y="21"/>
                  <a:pt x="10532" y="28"/>
                  <a:pt x="10544" y="35"/>
                </a:cubicBezTo>
                <a:cubicBezTo>
                  <a:pt x="10555" y="43"/>
                  <a:pt x="10566" y="52"/>
                  <a:pt x="10576" y="62"/>
                </a:cubicBezTo>
                <a:cubicBezTo>
                  <a:pt x="10585" y="72"/>
                  <a:pt x="10594" y="82"/>
                  <a:pt x="10602" y="94"/>
                </a:cubicBezTo>
                <a:cubicBezTo>
                  <a:pt x="10610" y="105"/>
                  <a:pt x="10616" y="118"/>
                  <a:pt x="10622" y="130"/>
                </a:cubicBezTo>
                <a:cubicBezTo>
                  <a:pt x="10627" y="143"/>
                  <a:pt x="10631" y="156"/>
                  <a:pt x="10634" y="170"/>
                </a:cubicBezTo>
                <a:cubicBezTo>
                  <a:pt x="10636" y="184"/>
                  <a:pt x="10638" y="198"/>
                  <a:pt x="10638" y="211"/>
                </a:cubicBezTo>
                <a:lnTo>
                  <a:pt x="10638" y="979"/>
                </a:lnTo>
                <a:cubicBezTo>
                  <a:pt x="10638" y="994"/>
                  <a:pt x="10636" y="1007"/>
                  <a:pt x="10634" y="1021"/>
                </a:cubicBezTo>
                <a:cubicBezTo>
                  <a:pt x="10631" y="1035"/>
                  <a:pt x="10627" y="1048"/>
                  <a:pt x="10622" y="1061"/>
                </a:cubicBezTo>
                <a:cubicBezTo>
                  <a:pt x="10616" y="1074"/>
                  <a:pt x="10610" y="1086"/>
                  <a:pt x="10602" y="1097"/>
                </a:cubicBezTo>
                <a:cubicBezTo>
                  <a:pt x="10594" y="1109"/>
                  <a:pt x="10585" y="1120"/>
                  <a:pt x="10576" y="1129"/>
                </a:cubicBezTo>
                <a:cubicBezTo>
                  <a:pt x="10566" y="1139"/>
                  <a:pt x="10555" y="1148"/>
                  <a:pt x="10544" y="1156"/>
                </a:cubicBezTo>
                <a:cubicBezTo>
                  <a:pt x="10532" y="1163"/>
                  <a:pt x="10520" y="1170"/>
                  <a:pt x="10507" y="1175"/>
                </a:cubicBezTo>
                <a:cubicBezTo>
                  <a:pt x="10494" y="1181"/>
                  <a:pt x="10481" y="1185"/>
                  <a:pt x="10467" y="1187"/>
                </a:cubicBezTo>
                <a:cubicBezTo>
                  <a:pt x="10454" y="1190"/>
                  <a:pt x="10440" y="1191"/>
                  <a:pt x="10426" y="1191"/>
                </a:cubicBezTo>
                <a:lnTo>
                  <a:pt x="212" y="1191"/>
                </a:lnTo>
                <a:cubicBezTo>
                  <a:pt x="198" y="1191"/>
                  <a:pt x="184" y="1190"/>
                  <a:pt x="171" y="1187"/>
                </a:cubicBezTo>
                <a:cubicBezTo>
                  <a:pt x="157" y="1185"/>
                  <a:pt x="144" y="1181"/>
                  <a:pt x="131" y="1175"/>
                </a:cubicBezTo>
                <a:cubicBezTo>
                  <a:pt x="118" y="1170"/>
                  <a:pt x="106" y="1163"/>
                  <a:pt x="94" y="1156"/>
                </a:cubicBezTo>
                <a:cubicBezTo>
                  <a:pt x="83" y="1148"/>
                  <a:pt x="72" y="1139"/>
                  <a:pt x="62" y="1129"/>
                </a:cubicBezTo>
                <a:cubicBezTo>
                  <a:pt x="53" y="1120"/>
                  <a:pt x="44" y="1109"/>
                  <a:pt x="36" y="1097"/>
                </a:cubicBezTo>
                <a:cubicBezTo>
                  <a:pt x="28" y="1086"/>
                  <a:pt x="22" y="1074"/>
                  <a:pt x="16" y="1061"/>
                </a:cubicBezTo>
                <a:cubicBezTo>
                  <a:pt x="11" y="1048"/>
                  <a:pt x="7" y="1035"/>
                  <a:pt x="4" y="1021"/>
                </a:cubicBezTo>
                <a:cubicBezTo>
                  <a:pt x="2" y="1007"/>
                  <a:pt x="0" y="994"/>
                  <a:pt x="0" y="979"/>
                </a:cubicBezTo>
                <a:close/>
              </a:path>
            </a:pathLst>
          </a:custGeom>
          <a:solidFill>
            <a:srgbClr val="eef2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6" name=""/>
          <p:cNvSpPr/>
          <p:nvPr/>
        </p:nvSpPr>
        <p:spPr>
          <a:xfrm>
            <a:off x="695160" y="2114280"/>
            <a:ext cx="209880" cy="200520"/>
          </a:xfrm>
          <a:custGeom>
            <a:avLst/>
            <a:gdLst/>
            <a:ahLst/>
            <a:rect l="0" t="0" r="r" b="b"/>
            <a:pathLst>
              <a:path w="583" h="557">
                <a:moveTo>
                  <a:pt x="0" y="278"/>
                </a:moveTo>
                <a:cubicBezTo>
                  <a:pt x="0" y="260"/>
                  <a:pt x="2" y="242"/>
                  <a:pt x="5" y="224"/>
                </a:cubicBezTo>
                <a:cubicBezTo>
                  <a:pt x="9" y="206"/>
                  <a:pt x="14" y="189"/>
                  <a:pt x="21" y="172"/>
                </a:cubicBezTo>
                <a:cubicBezTo>
                  <a:pt x="28" y="155"/>
                  <a:pt x="37" y="139"/>
                  <a:pt x="47" y="124"/>
                </a:cubicBezTo>
                <a:cubicBezTo>
                  <a:pt x="57" y="109"/>
                  <a:pt x="68" y="95"/>
                  <a:pt x="81" y="82"/>
                </a:cubicBezTo>
                <a:cubicBezTo>
                  <a:pt x="94" y="69"/>
                  <a:pt x="109" y="57"/>
                  <a:pt x="124" y="47"/>
                </a:cubicBezTo>
                <a:cubicBezTo>
                  <a:pt x="140" y="37"/>
                  <a:pt x="156" y="28"/>
                  <a:pt x="172" y="21"/>
                </a:cubicBezTo>
                <a:cubicBezTo>
                  <a:pt x="189" y="14"/>
                  <a:pt x="207" y="9"/>
                  <a:pt x="225" y="6"/>
                </a:cubicBezTo>
                <a:cubicBezTo>
                  <a:pt x="242" y="2"/>
                  <a:pt x="261" y="0"/>
                  <a:pt x="279" y="0"/>
                </a:cubicBezTo>
                <a:lnTo>
                  <a:pt x="305" y="0"/>
                </a:lnTo>
                <a:cubicBezTo>
                  <a:pt x="323" y="0"/>
                  <a:pt x="342" y="2"/>
                  <a:pt x="359" y="6"/>
                </a:cubicBezTo>
                <a:cubicBezTo>
                  <a:pt x="377" y="9"/>
                  <a:pt x="395" y="14"/>
                  <a:pt x="412" y="21"/>
                </a:cubicBezTo>
                <a:cubicBezTo>
                  <a:pt x="428" y="28"/>
                  <a:pt x="444" y="37"/>
                  <a:pt x="460" y="47"/>
                </a:cubicBezTo>
                <a:cubicBezTo>
                  <a:pt x="475" y="57"/>
                  <a:pt x="489" y="69"/>
                  <a:pt x="502" y="82"/>
                </a:cubicBezTo>
                <a:cubicBezTo>
                  <a:pt x="515" y="95"/>
                  <a:pt x="526" y="109"/>
                  <a:pt x="536" y="124"/>
                </a:cubicBezTo>
                <a:cubicBezTo>
                  <a:pt x="546" y="139"/>
                  <a:pt x="555" y="155"/>
                  <a:pt x="562" y="172"/>
                </a:cubicBezTo>
                <a:cubicBezTo>
                  <a:pt x="569" y="189"/>
                  <a:pt x="574" y="206"/>
                  <a:pt x="578" y="224"/>
                </a:cubicBezTo>
                <a:cubicBezTo>
                  <a:pt x="581" y="242"/>
                  <a:pt x="583" y="260"/>
                  <a:pt x="583" y="278"/>
                </a:cubicBezTo>
                <a:cubicBezTo>
                  <a:pt x="583" y="296"/>
                  <a:pt x="581" y="314"/>
                  <a:pt x="578" y="332"/>
                </a:cubicBezTo>
                <a:cubicBezTo>
                  <a:pt x="574" y="350"/>
                  <a:pt x="569" y="368"/>
                  <a:pt x="562" y="384"/>
                </a:cubicBezTo>
                <a:cubicBezTo>
                  <a:pt x="555" y="401"/>
                  <a:pt x="546" y="417"/>
                  <a:pt x="536" y="432"/>
                </a:cubicBezTo>
                <a:cubicBezTo>
                  <a:pt x="526" y="448"/>
                  <a:pt x="515" y="462"/>
                  <a:pt x="502" y="475"/>
                </a:cubicBezTo>
                <a:cubicBezTo>
                  <a:pt x="489" y="487"/>
                  <a:pt x="475" y="499"/>
                  <a:pt x="460" y="509"/>
                </a:cubicBezTo>
                <a:cubicBezTo>
                  <a:pt x="444" y="520"/>
                  <a:pt x="428" y="529"/>
                  <a:pt x="412" y="536"/>
                </a:cubicBezTo>
                <a:cubicBezTo>
                  <a:pt x="395" y="543"/>
                  <a:pt x="377" y="548"/>
                  <a:pt x="359" y="552"/>
                </a:cubicBezTo>
                <a:cubicBezTo>
                  <a:pt x="342" y="555"/>
                  <a:pt x="323" y="557"/>
                  <a:pt x="305" y="557"/>
                </a:cubicBezTo>
                <a:lnTo>
                  <a:pt x="279" y="557"/>
                </a:lnTo>
                <a:cubicBezTo>
                  <a:pt x="261" y="557"/>
                  <a:pt x="242" y="555"/>
                  <a:pt x="225" y="552"/>
                </a:cubicBezTo>
                <a:cubicBezTo>
                  <a:pt x="207" y="548"/>
                  <a:pt x="189" y="543"/>
                  <a:pt x="172" y="536"/>
                </a:cubicBezTo>
                <a:cubicBezTo>
                  <a:pt x="156" y="529"/>
                  <a:pt x="140" y="520"/>
                  <a:pt x="124" y="509"/>
                </a:cubicBezTo>
                <a:cubicBezTo>
                  <a:pt x="109" y="499"/>
                  <a:pt x="94" y="487"/>
                  <a:pt x="81" y="475"/>
                </a:cubicBezTo>
                <a:cubicBezTo>
                  <a:pt x="68" y="462"/>
                  <a:pt x="57" y="448"/>
                  <a:pt x="47" y="432"/>
                </a:cubicBezTo>
                <a:cubicBezTo>
                  <a:pt x="37" y="417"/>
                  <a:pt x="28" y="401"/>
                  <a:pt x="21" y="384"/>
                </a:cubicBezTo>
                <a:cubicBezTo>
                  <a:pt x="14" y="368"/>
                  <a:pt x="9" y="350"/>
                  <a:pt x="5" y="332"/>
                </a:cubicBezTo>
                <a:cubicBezTo>
                  <a:pt x="2" y="314"/>
                  <a:pt x="0" y="296"/>
                  <a:pt x="0" y="278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603720" y="1782360"/>
            <a:ext cx="21448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gaan tot en met het leeronderdeel.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779040" y="2148840"/>
            <a:ext cx="1062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977040" y="2049120"/>
            <a:ext cx="30092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3d68ec"/>
                </a:solidFill>
                <a:latin typeface="Arial"/>
                <a:ea typeface="Arial"/>
              </a:rPr>
              <a:t>Opleidingsspeciﬁcatie</a:t>
            </a:r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· de opleiding, met haar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0" name=""/>
          <p:cNvSpPr/>
          <p:nvPr/>
        </p:nvSpPr>
        <p:spPr>
          <a:xfrm>
            <a:off x="723600" y="2457360"/>
            <a:ext cx="3705840" cy="438480"/>
          </a:xfrm>
          <a:custGeom>
            <a:avLst/>
            <a:gdLst/>
            <a:ahLst/>
            <a:rect l="0" t="0" r="r" b="b"/>
            <a:pathLst>
              <a:path w="10294" h="1218">
                <a:moveTo>
                  <a:pt x="0" y="1005"/>
                </a:moveTo>
                <a:lnTo>
                  <a:pt x="0" y="211"/>
                </a:lnTo>
                <a:cubicBezTo>
                  <a:pt x="0" y="198"/>
                  <a:pt x="2" y="184"/>
                  <a:pt x="4" y="170"/>
                </a:cubicBezTo>
                <a:cubicBezTo>
                  <a:pt x="7" y="156"/>
                  <a:pt x="11" y="143"/>
                  <a:pt x="16" y="130"/>
                </a:cubicBezTo>
                <a:cubicBezTo>
                  <a:pt x="22" y="118"/>
                  <a:pt x="28" y="105"/>
                  <a:pt x="36" y="94"/>
                </a:cubicBezTo>
                <a:cubicBezTo>
                  <a:pt x="44" y="82"/>
                  <a:pt x="53" y="72"/>
                  <a:pt x="62" y="62"/>
                </a:cubicBezTo>
                <a:cubicBezTo>
                  <a:pt x="72" y="52"/>
                  <a:pt x="83" y="43"/>
                  <a:pt x="94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10082" y="0"/>
                </a:lnTo>
                <a:cubicBezTo>
                  <a:pt x="10096" y="0"/>
                  <a:pt x="10110" y="1"/>
                  <a:pt x="10123" y="4"/>
                </a:cubicBezTo>
                <a:cubicBezTo>
                  <a:pt x="10137" y="7"/>
                  <a:pt x="10150" y="11"/>
                  <a:pt x="10163" y="16"/>
                </a:cubicBezTo>
                <a:cubicBezTo>
                  <a:pt x="10176" y="21"/>
                  <a:pt x="10188" y="28"/>
                  <a:pt x="10200" y="35"/>
                </a:cubicBezTo>
                <a:cubicBezTo>
                  <a:pt x="10211" y="43"/>
                  <a:pt x="10222" y="52"/>
                  <a:pt x="10232" y="62"/>
                </a:cubicBezTo>
                <a:cubicBezTo>
                  <a:pt x="10241" y="72"/>
                  <a:pt x="10250" y="82"/>
                  <a:pt x="10258" y="94"/>
                </a:cubicBezTo>
                <a:cubicBezTo>
                  <a:pt x="10266" y="105"/>
                  <a:pt x="10272" y="118"/>
                  <a:pt x="10278" y="130"/>
                </a:cubicBezTo>
                <a:cubicBezTo>
                  <a:pt x="10283" y="143"/>
                  <a:pt x="10287" y="156"/>
                  <a:pt x="10290" y="170"/>
                </a:cubicBezTo>
                <a:cubicBezTo>
                  <a:pt x="10292" y="184"/>
                  <a:pt x="10294" y="198"/>
                  <a:pt x="10294" y="211"/>
                </a:cubicBezTo>
                <a:lnTo>
                  <a:pt x="10294" y="1005"/>
                </a:lnTo>
                <a:cubicBezTo>
                  <a:pt x="10294" y="1019"/>
                  <a:pt x="10292" y="1033"/>
                  <a:pt x="10290" y="1046"/>
                </a:cubicBezTo>
                <a:cubicBezTo>
                  <a:pt x="10287" y="1060"/>
                  <a:pt x="10283" y="1073"/>
                  <a:pt x="10278" y="1087"/>
                </a:cubicBezTo>
                <a:cubicBezTo>
                  <a:pt x="10272" y="1100"/>
                  <a:pt x="10266" y="1112"/>
                  <a:pt x="10258" y="1124"/>
                </a:cubicBezTo>
                <a:cubicBezTo>
                  <a:pt x="10250" y="1135"/>
                  <a:pt x="10241" y="1146"/>
                  <a:pt x="10232" y="1156"/>
                </a:cubicBezTo>
                <a:cubicBezTo>
                  <a:pt x="10222" y="1166"/>
                  <a:pt x="10211" y="1174"/>
                  <a:pt x="10200" y="1182"/>
                </a:cubicBezTo>
                <a:cubicBezTo>
                  <a:pt x="10188" y="1190"/>
                  <a:pt x="10176" y="1196"/>
                  <a:pt x="10163" y="1202"/>
                </a:cubicBezTo>
                <a:cubicBezTo>
                  <a:pt x="10150" y="1207"/>
                  <a:pt x="10137" y="1211"/>
                  <a:pt x="10123" y="1214"/>
                </a:cubicBezTo>
                <a:cubicBezTo>
                  <a:pt x="10110" y="1216"/>
                  <a:pt x="10096" y="1218"/>
                  <a:pt x="10082" y="1218"/>
                </a:cubicBezTo>
                <a:lnTo>
                  <a:pt x="212" y="1218"/>
                </a:lnTo>
                <a:cubicBezTo>
                  <a:pt x="198" y="1218"/>
                  <a:pt x="184" y="1216"/>
                  <a:pt x="171" y="1214"/>
                </a:cubicBezTo>
                <a:cubicBezTo>
                  <a:pt x="157" y="1211"/>
                  <a:pt x="144" y="1207"/>
                  <a:pt x="131" y="1202"/>
                </a:cubicBezTo>
                <a:cubicBezTo>
                  <a:pt x="118" y="1196"/>
                  <a:pt x="106" y="1190"/>
                  <a:pt x="94" y="1182"/>
                </a:cubicBezTo>
                <a:cubicBezTo>
                  <a:pt x="83" y="1174"/>
                  <a:pt x="72" y="1166"/>
                  <a:pt x="62" y="1156"/>
                </a:cubicBezTo>
                <a:cubicBezTo>
                  <a:pt x="53" y="1146"/>
                  <a:pt x="44" y="1135"/>
                  <a:pt x="36" y="1124"/>
                </a:cubicBezTo>
                <a:cubicBezTo>
                  <a:pt x="28" y="1112"/>
                  <a:pt x="22" y="1100"/>
                  <a:pt x="16" y="1087"/>
                </a:cubicBezTo>
                <a:cubicBezTo>
                  <a:pt x="11" y="1073"/>
                  <a:pt x="7" y="1060"/>
                  <a:pt x="4" y="1046"/>
                </a:cubicBezTo>
                <a:cubicBezTo>
                  <a:pt x="2" y="1033"/>
                  <a:pt x="0" y="1019"/>
                  <a:pt x="0" y="1005"/>
                </a:cubicBezTo>
                <a:close/>
              </a:path>
            </a:pathLst>
          </a:custGeom>
          <a:solidFill>
            <a:srgbClr val="eef2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1" name=""/>
          <p:cNvSpPr/>
          <p:nvPr/>
        </p:nvSpPr>
        <p:spPr>
          <a:xfrm>
            <a:off x="819000" y="2571480"/>
            <a:ext cx="200520" cy="209880"/>
          </a:xfrm>
          <a:custGeom>
            <a:avLst/>
            <a:gdLst/>
            <a:ahLst/>
            <a:rect l="0" t="0" r="r" b="b"/>
            <a:pathLst>
              <a:path w="557" h="583">
                <a:moveTo>
                  <a:pt x="0" y="306"/>
                </a:moveTo>
                <a:lnTo>
                  <a:pt x="0" y="279"/>
                </a:lnTo>
                <a:cubicBezTo>
                  <a:pt x="0" y="261"/>
                  <a:pt x="2" y="243"/>
                  <a:pt x="5" y="225"/>
                </a:cubicBezTo>
                <a:cubicBezTo>
                  <a:pt x="9" y="207"/>
                  <a:pt x="14" y="190"/>
                  <a:pt x="21" y="173"/>
                </a:cubicBezTo>
                <a:cubicBezTo>
                  <a:pt x="28" y="156"/>
                  <a:pt x="37" y="140"/>
                  <a:pt x="47" y="124"/>
                </a:cubicBezTo>
                <a:cubicBezTo>
                  <a:pt x="57" y="109"/>
                  <a:pt x="68" y="95"/>
                  <a:pt x="81" y="82"/>
                </a:cubicBezTo>
                <a:cubicBezTo>
                  <a:pt x="94" y="69"/>
                  <a:pt x="108" y="57"/>
                  <a:pt x="123" y="47"/>
                </a:cubicBezTo>
                <a:cubicBezTo>
                  <a:pt x="139" y="37"/>
                  <a:pt x="155" y="28"/>
                  <a:pt x="171" y="21"/>
                </a:cubicBezTo>
                <a:cubicBezTo>
                  <a:pt x="188" y="14"/>
                  <a:pt x="206" y="9"/>
                  <a:pt x="225" y="6"/>
                </a:cubicBezTo>
                <a:cubicBezTo>
                  <a:pt x="242" y="2"/>
                  <a:pt x="260" y="0"/>
                  <a:pt x="279" y="0"/>
                </a:cubicBezTo>
                <a:cubicBezTo>
                  <a:pt x="297" y="0"/>
                  <a:pt x="315" y="2"/>
                  <a:pt x="333" y="6"/>
                </a:cubicBezTo>
                <a:cubicBezTo>
                  <a:pt x="351" y="9"/>
                  <a:pt x="368" y="14"/>
                  <a:pt x="385" y="21"/>
                </a:cubicBezTo>
                <a:cubicBezTo>
                  <a:pt x="402" y="28"/>
                  <a:pt x="418" y="37"/>
                  <a:pt x="433" y="47"/>
                </a:cubicBezTo>
                <a:cubicBezTo>
                  <a:pt x="448" y="57"/>
                  <a:pt x="462" y="69"/>
                  <a:pt x="475" y="82"/>
                </a:cubicBezTo>
                <a:cubicBezTo>
                  <a:pt x="488" y="95"/>
                  <a:pt x="500" y="109"/>
                  <a:pt x="510" y="124"/>
                </a:cubicBezTo>
                <a:cubicBezTo>
                  <a:pt x="520" y="140"/>
                  <a:pt x="528" y="156"/>
                  <a:pt x="535" y="173"/>
                </a:cubicBezTo>
                <a:cubicBezTo>
                  <a:pt x="542" y="190"/>
                  <a:pt x="548" y="207"/>
                  <a:pt x="551" y="225"/>
                </a:cubicBezTo>
                <a:cubicBezTo>
                  <a:pt x="555" y="243"/>
                  <a:pt x="557" y="261"/>
                  <a:pt x="557" y="279"/>
                </a:cubicBezTo>
                <a:lnTo>
                  <a:pt x="557" y="306"/>
                </a:lnTo>
                <a:cubicBezTo>
                  <a:pt x="557" y="324"/>
                  <a:pt x="555" y="342"/>
                  <a:pt x="551" y="360"/>
                </a:cubicBezTo>
                <a:cubicBezTo>
                  <a:pt x="548" y="378"/>
                  <a:pt x="542" y="395"/>
                  <a:pt x="535" y="412"/>
                </a:cubicBezTo>
                <a:cubicBezTo>
                  <a:pt x="528" y="429"/>
                  <a:pt x="520" y="445"/>
                  <a:pt x="510" y="460"/>
                </a:cubicBezTo>
                <a:cubicBezTo>
                  <a:pt x="500" y="475"/>
                  <a:pt x="488" y="489"/>
                  <a:pt x="475" y="502"/>
                </a:cubicBezTo>
                <a:cubicBezTo>
                  <a:pt x="462" y="515"/>
                  <a:pt x="448" y="526"/>
                  <a:pt x="433" y="537"/>
                </a:cubicBezTo>
                <a:cubicBezTo>
                  <a:pt x="418" y="547"/>
                  <a:pt x="402" y="555"/>
                  <a:pt x="385" y="562"/>
                </a:cubicBezTo>
                <a:cubicBezTo>
                  <a:pt x="368" y="569"/>
                  <a:pt x="351" y="574"/>
                  <a:pt x="333" y="578"/>
                </a:cubicBezTo>
                <a:cubicBezTo>
                  <a:pt x="315" y="582"/>
                  <a:pt x="297" y="583"/>
                  <a:pt x="279" y="583"/>
                </a:cubicBezTo>
                <a:cubicBezTo>
                  <a:pt x="260" y="583"/>
                  <a:pt x="242" y="582"/>
                  <a:pt x="225" y="578"/>
                </a:cubicBezTo>
                <a:cubicBezTo>
                  <a:pt x="206" y="574"/>
                  <a:pt x="188" y="569"/>
                  <a:pt x="171" y="562"/>
                </a:cubicBezTo>
                <a:cubicBezTo>
                  <a:pt x="155" y="555"/>
                  <a:pt x="139" y="547"/>
                  <a:pt x="123" y="537"/>
                </a:cubicBezTo>
                <a:cubicBezTo>
                  <a:pt x="108" y="526"/>
                  <a:pt x="94" y="515"/>
                  <a:pt x="81" y="502"/>
                </a:cubicBezTo>
                <a:cubicBezTo>
                  <a:pt x="68" y="489"/>
                  <a:pt x="57" y="475"/>
                  <a:pt x="47" y="460"/>
                </a:cubicBezTo>
                <a:cubicBezTo>
                  <a:pt x="37" y="445"/>
                  <a:pt x="28" y="429"/>
                  <a:pt x="21" y="412"/>
                </a:cubicBezTo>
                <a:cubicBezTo>
                  <a:pt x="14" y="395"/>
                  <a:pt x="9" y="378"/>
                  <a:pt x="5" y="360"/>
                </a:cubicBezTo>
                <a:cubicBezTo>
                  <a:pt x="2" y="342"/>
                  <a:pt x="0" y="324"/>
                  <a:pt x="0" y="306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977040" y="2239560"/>
            <a:ext cx="8161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programma's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891360" y="2615760"/>
            <a:ext cx="1062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1099080" y="2515680"/>
            <a:ext cx="34862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3d68ec"/>
                </a:solidFill>
                <a:latin typeface="Arial"/>
                <a:ea typeface="Arial"/>
              </a:rPr>
              <a:t>Opleidingsprogrammaspeciﬁcatie</a:t>
            </a:r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· een leerweg, met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5" name=""/>
          <p:cNvSpPr/>
          <p:nvPr/>
        </p:nvSpPr>
        <p:spPr>
          <a:xfrm>
            <a:off x="847440" y="2923920"/>
            <a:ext cx="3582000" cy="429120"/>
          </a:xfrm>
          <a:custGeom>
            <a:avLst/>
            <a:gdLst/>
            <a:ahLst/>
            <a:rect l="0" t="0" r="r" b="b"/>
            <a:pathLst>
              <a:path w="9950" h="1192">
                <a:moveTo>
                  <a:pt x="0" y="980"/>
                </a:moveTo>
                <a:lnTo>
                  <a:pt x="0" y="212"/>
                </a:lnTo>
                <a:cubicBezTo>
                  <a:pt x="0" y="198"/>
                  <a:pt x="2" y="184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2" y="72"/>
                  <a:pt x="62" y="62"/>
                </a:cubicBezTo>
                <a:cubicBezTo>
                  <a:pt x="72" y="52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4" y="2"/>
                  <a:pt x="198" y="0"/>
                  <a:pt x="212" y="0"/>
                </a:cubicBezTo>
                <a:lnTo>
                  <a:pt x="9738" y="0"/>
                </a:lnTo>
                <a:cubicBezTo>
                  <a:pt x="9752" y="0"/>
                  <a:pt x="9766" y="2"/>
                  <a:pt x="9779" y="4"/>
                </a:cubicBezTo>
                <a:cubicBezTo>
                  <a:pt x="9793" y="7"/>
                  <a:pt x="9806" y="11"/>
                  <a:pt x="9819" y="16"/>
                </a:cubicBezTo>
                <a:cubicBezTo>
                  <a:pt x="9832" y="22"/>
                  <a:pt x="9844" y="28"/>
                  <a:pt x="9856" y="36"/>
                </a:cubicBezTo>
                <a:cubicBezTo>
                  <a:pt x="9867" y="44"/>
                  <a:pt x="9878" y="52"/>
                  <a:pt x="9888" y="62"/>
                </a:cubicBezTo>
                <a:cubicBezTo>
                  <a:pt x="9897" y="72"/>
                  <a:pt x="9906" y="83"/>
                  <a:pt x="9914" y="94"/>
                </a:cubicBezTo>
                <a:cubicBezTo>
                  <a:pt x="9922" y="106"/>
                  <a:pt x="9928" y="118"/>
                  <a:pt x="9934" y="131"/>
                </a:cubicBezTo>
                <a:cubicBezTo>
                  <a:pt x="9939" y="144"/>
                  <a:pt x="9943" y="157"/>
                  <a:pt x="9946" y="171"/>
                </a:cubicBezTo>
                <a:cubicBezTo>
                  <a:pt x="9948" y="184"/>
                  <a:pt x="9950" y="198"/>
                  <a:pt x="9950" y="212"/>
                </a:cubicBezTo>
                <a:lnTo>
                  <a:pt x="9950" y="980"/>
                </a:lnTo>
                <a:cubicBezTo>
                  <a:pt x="9950" y="994"/>
                  <a:pt x="9948" y="1008"/>
                  <a:pt x="9946" y="1021"/>
                </a:cubicBezTo>
                <a:cubicBezTo>
                  <a:pt x="9943" y="1035"/>
                  <a:pt x="9939" y="1048"/>
                  <a:pt x="9934" y="1061"/>
                </a:cubicBezTo>
                <a:cubicBezTo>
                  <a:pt x="9928" y="1074"/>
                  <a:pt x="9922" y="1086"/>
                  <a:pt x="9914" y="1098"/>
                </a:cubicBezTo>
                <a:cubicBezTo>
                  <a:pt x="9906" y="1109"/>
                  <a:pt x="9897" y="1120"/>
                  <a:pt x="9888" y="1130"/>
                </a:cubicBezTo>
                <a:cubicBezTo>
                  <a:pt x="9878" y="1140"/>
                  <a:pt x="9867" y="1148"/>
                  <a:pt x="9856" y="1156"/>
                </a:cubicBezTo>
                <a:cubicBezTo>
                  <a:pt x="9844" y="1164"/>
                  <a:pt x="9832" y="1170"/>
                  <a:pt x="9819" y="1176"/>
                </a:cubicBezTo>
                <a:cubicBezTo>
                  <a:pt x="9806" y="1181"/>
                  <a:pt x="9793" y="1185"/>
                  <a:pt x="9779" y="1188"/>
                </a:cubicBezTo>
                <a:cubicBezTo>
                  <a:pt x="9766" y="1190"/>
                  <a:pt x="9752" y="1192"/>
                  <a:pt x="9738" y="1192"/>
                </a:cubicBezTo>
                <a:lnTo>
                  <a:pt x="212" y="1192"/>
                </a:lnTo>
                <a:cubicBezTo>
                  <a:pt x="198" y="1192"/>
                  <a:pt x="184" y="1190"/>
                  <a:pt x="171" y="1188"/>
                </a:cubicBezTo>
                <a:cubicBezTo>
                  <a:pt x="157" y="1185"/>
                  <a:pt x="144" y="1181"/>
                  <a:pt x="131" y="1176"/>
                </a:cubicBezTo>
                <a:cubicBezTo>
                  <a:pt x="118" y="1170"/>
                  <a:pt x="106" y="1164"/>
                  <a:pt x="94" y="1156"/>
                </a:cubicBezTo>
                <a:cubicBezTo>
                  <a:pt x="83" y="1148"/>
                  <a:pt x="72" y="1140"/>
                  <a:pt x="62" y="1130"/>
                </a:cubicBezTo>
                <a:cubicBezTo>
                  <a:pt x="52" y="1120"/>
                  <a:pt x="44" y="1109"/>
                  <a:pt x="36" y="1098"/>
                </a:cubicBezTo>
                <a:cubicBezTo>
                  <a:pt x="28" y="1086"/>
                  <a:pt x="22" y="1074"/>
                  <a:pt x="16" y="1061"/>
                </a:cubicBezTo>
                <a:cubicBezTo>
                  <a:pt x="11" y="1048"/>
                  <a:pt x="7" y="1035"/>
                  <a:pt x="4" y="1021"/>
                </a:cubicBezTo>
                <a:cubicBezTo>
                  <a:pt x="2" y="1008"/>
                  <a:pt x="0" y="994"/>
                  <a:pt x="0" y="980"/>
                </a:cubicBezTo>
                <a:close/>
              </a:path>
            </a:pathLst>
          </a:custGeom>
          <a:solidFill>
            <a:srgbClr val="fff1e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6" name=""/>
          <p:cNvSpPr/>
          <p:nvPr/>
        </p:nvSpPr>
        <p:spPr>
          <a:xfrm>
            <a:off x="942840" y="3038400"/>
            <a:ext cx="200160" cy="209880"/>
          </a:xfrm>
          <a:custGeom>
            <a:avLst/>
            <a:gdLst/>
            <a:ahLst/>
            <a:rect l="0" t="0" r="r" b="b"/>
            <a:pathLst>
              <a:path w="556" h="583">
                <a:moveTo>
                  <a:pt x="0" y="304"/>
                </a:moveTo>
                <a:lnTo>
                  <a:pt x="0" y="278"/>
                </a:lnTo>
                <a:cubicBezTo>
                  <a:pt x="0" y="259"/>
                  <a:pt x="2" y="241"/>
                  <a:pt x="5" y="223"/>
                </a:cubicBezTo>
                <a:cubicBezTo>
                  <a:pt x="9" y="205"/>
                  <a:pt x="14" y="188"/>
                  <a:pt x="21" y="171"/>
                </a:cubicBezTo>
                <a:cubicBezTo>
                  <a:pt x="28" y="154"/>
                  <a:pt x="37" y="138"/>
                  <a:pt x="47" y="123"/>
                </a:cubicBezTo>
                <a:cubicBezTo>
                  <a:pt x="57" y="108"/>
                  <a:pt x="68" y="94"/>
                  <a:pt x="81" y="81"/>
                </a:cubicBezTo>
                <a:cubicBezTo>
                  <a:pt x="94" y="68"/>
                  <a:pt x="108" y="57"/>
                  <a:pt x="123" y="47"/>
                </a:cubicBezTo>
                <a:cubicBezTo>
                  <a:pt x="139" y="36"/>
                  <a:pt x="155" y="28"/>
                  <a:pt x="171" y="21"/>
                </a:cubicBezTo>
                <a:cubicBezTo>
                  <a:pt x="188" y="14"/>
                  <a:pt x="206" y="9"/>
                  <a:pt x="223" y="5"/>
                </a:cubicBezTo>
                <a:cubicBezTo>
                  <a:pt x="241" y="1"/>
                  <a:pt x="259" y="0"/>
                  <a:pt x="278" y="0"/>
                </a:cubicBezTo>
                <a:cubicBezTo>
                  <a:pt x="296" y="0"/>
                  <a:pt x="314" y="1"/>
                  <a:pt x="332" y="5"/>
                </a:cubicBezTo>
                <a:cubicBezTo>
                  <a:pt x="350" y="9"/>
                  <a:pt x="367" y="14"/>
                  <a:pt x="384" y="21"/>
                </a:cubicBezTo>
                <a:cubicBezTo>
                  <a:pt x="401" y="28"/>
                  <a:pt x="417" y="36"/>
                  <a:pt x="432" y="47"/>
                </a:cubicBezTo>
                <a:cubicBezTo>
                  <a:pt x="448" y="57"/>
                  <a:pt x="462" y="68"/>
                  <a:pt x="475" y="81"/>
                </a:cubicBezTo>
                <a:cubicBezTo>
                  <a:pt x="488" y="94"/>
                  <a:pt x="500" y="108"/>
                  <a:pt x="510" y="123"/>
                </a:cubicBezTo>
                <a:cubicBezTo>
                  <a:pt x="520" y="138"/>
                  <a:pt x="528" y="154"/>
                  <a:pt x="535" y="171"/>
                </a:cubicBezTo>
                <a:cubicBezTo>
                  <a:pt x="542" y="188"/>
                  <a:pt x="548" y="205"/>
                  <a:pt x="551" y="223"/>
                </a:cubicBezTo>
                <a:cubicBezTo>
                  <a:pt x="555" y="241"/>
                  <a:pt x="556" y="259"/>
                  <a:pt x="556" y="278"/>
                </a:cubicBezTo>
                <a:lnTo>
                  <a:pt x="556" y="304"/>
                </a:lnTo>
                <a:cubicBezTo>
                  <a:pt x="556" y="322"/>
                  <a:pt x="555" y="340"/>
                  <a:pt x="551" y="358"/>
                </a:cubicBezTo>
                <a:cubicBezTo>
                  <a:pt x="548" y="376"/>
                  <a:pt x="542" y="393"/>
                  <a:pt x="535" y="410"/>
                </a:cubicBezTo>
                <a:cubicBezTo>
                  <a:pt x="528" y="427"/>
                  <a:pt x="520" y="443"/>
                  <a:pt x="510" y="458"/>
                </a:cubicBezTo>
                <a:cubicBezTo>
                  <a:pt x="500" y="473"/>
                  <a:pt x="488" y="488"/>
                  <a:pt x="475" y="500"/>
                </a:cubicBezTo>
                <a:cubicBezTo>
                  <a:pt x="462" y="513"/>
                  <a:pt x="448" y="525"/>
                  <a:pt x="432" y="535"/>
                </a:cubicBezTo>
                <a:cubicBezTo>
                  <a:pt x="417" y="545"/>
                  <a:pt x="401" y="554"/>
                  <a:pt x="384" y="561"/>
                </a:cubicBezTo>
                <a:cubicBezTo>
                  <a:pt x="367" y="568"/>
                  <a:pt x="350" y="573"/>
                  <a:pt x="332" y="576"/>
                </a:cubicBezTo>
                <a:cubicBezTo>
                  <a:pt x="314" y="580"/>
                  <a:pt x="296" y="583"/>
                  <a:pt x="278" y="583"/>
                </a:cubicBezTo>
                <a:cubicBezTo>
                  <a:pt x="259" y="583"/>
                  <a:pt x="241" y="580"/>
                  <a:pt x="223" y="576"/>
                </a:cubicBezTo>
                <a:cubicBezTo>
                  <a:pt x="206" y="573"/>
                  <a:pt x="188" y="568"/>
                  <a:pt x="171" y="561"/>
                </a:cubicBezTo>
                <a:cubicBezTo>
                  <a:pt x="155" y="554"/>
                  <a:pt x="139" y="545"/>
                  <a:pt x="123" y="535"/>
                </a:cubicBezTo>
                <a:cubicBezTo>
                  <a:pt x="108" y="525"/>
                  <a:pt x="94" y="513"/>
                  <a:pt x="81" y="500"/>
                </a:cubicBezTo>
                <a:cubicBezTo>
                  <a:pt x="68" y="488"/>
                  <a:pt x="57" y="473"/>
                  <a:pt x="47" y="458"/>
                </a:cubicBezTo>
                <a:cubicBezTo>
                  <a:pt x="37" y="443"/>
                  <a:pt x="28" y="427"/>
                  <a:pt x="21" y="410"/>
                </a:cubicBezTo>
                <a:cubicBezTo>
                  <a:pt x="14" y="393"/>
                  <a:pt x="9" y="376"/>
                  <a:pt x="5" y="358"/>
                </a:cubicBezTo>
                <a:cubicBezTo>
                  <a:pt x="2" y="340"/>
                  <a:pt x="0" y="322"/>
                  <a:pt x="0" y="304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1099080" y="2696760"/>
            <a:ext cx="10249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keuzedeelruimte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1013400" y="3072960"/>
            <a:ext cx="1062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1220760" y="2982600"/>
            <a:ext cx="36234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3d68ec"/>
                </a:solidFill>
                <a:latin typeface="Arial"/>
                <a:ea typeface="Arial"/>
              </a:rPr>
              <a:t>Onderwijseenheidspeciﬁcatie</a:t>
            </a:r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· het blok, verbonden aan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0" name=""/>
          <p:cNvSpPr/>
          <p:nvPr/>
        </p:nvSpPr>
        <p:spPr>
          <a:xfrm>
            <a:off x="971280" y="3390840"/>
            <a:ext cx="3458160" cy="428760"/>
          </a:xfrm>
          <a:custGeom>
            <a:avLst/>
            <a:gdLst/>
            <a:ahLst/>
            <a:rect l="0" t="0" r="r" b="b"/>
            <a:pathLst>
              <a:path w="9606" h="1191">
                <a:moveTo>
                  <a:pt x="0" y="980"/>
                </a:moveTo>
                <a:lnTo>
                  <a:pt x="0" y="211"/>
                </a:lnTo>
                <a:cubicBezTo>
                  <a:pt x="0" y="197"/>
                  <a:pt x="2" y="184"/>
                  <a:pt x="4" y="170"/>
                </a:cubicBezTo>
                <a:cubicBezTo>
                  <a:pt x="7" y="156"/>
                  <a:pt x="11" y="143"/>
                  <a:pt x="16" y="130"/>
                </a:cubicBezTo>
                <a:cubicBezTo>
                  <a:pt x="22" y="117"/>
                  <a:pt x="28" y="105"/>
                  <a:pt x="36" y="94"/>
                </a:cubicBezTo>
                <a:cubicBezTo>
                  <a:pt x="44" y="82"/>
                  <a:pt x="52" y="71"/>
                  <a:pt x="62" y="62"/>
                </a:cubicBezTo>
                <a:cubicBezTo>
                  <a:pt x="72" y="52"/>
                  <a:pt x="83" y="43"/>
                  <a:pt x="94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0"/>
                  <a:pt x="157" y="6"/>
                  <a:pt x="171" y="4"/>
                </a:cubicBezTo>
                <a:cubicBezTo>
                  <a:pt x="184" y="1"/>
                  <a:pt x="198" y="0"/>
                  <a:pt x="212" y="0"/>
                </a:cubicBezTo>
                <a:lnTo>
                  <a:pt x="9394" y="0"/>
                </a:lnTo>
                <a:cubicBezTo>
                  <a:pt x="9408" y="0"/>
                  <a:pt x="9422" y="1"/>
                  <a:pt x="9435" y="4"/>
                </a:cubicBezTo>
                <a:cubicBezTo>
                  <a:pt x="9449" y="6"/>
                  <a:pt x="9462" y="10"/>
                  <a:pt x="9475" y="16"/>
                </a:cubicBezTo>
                <a:cubicBezTo>
                  <a:pt x="9488" y="21"/>
                  <a:pt x="9500" y="28"/>
                  <a:pt x="9512" y="35"/>
                </a:cubicBezTo>
                <a:cubicBezTo>
                  <a:pt x="9523" y="43"/>
                  <a:pt x="9534" y="52"/>
                  <a:pt x="9544" y="62"/>
                </a:cubicBezTo>
                <a:cubicBezTo>
                  <a:pt x="9553" y="71"/>
                  <a:pt x="9562" y="82"/>
                  <a:pt x="9570" y="94"/>
                </a:cubicBezTo>
                <a:cubicBezTo>
                  <a:pt x="9578" y="105"/>
                  <a:pt x="9584" y="117"/>
                  <a:pt x="9590" y="130"/>
                </a:cubicBezTo>
                <a:cubicBezTo>
                  <a:pt x="9595" y="143"/>
                  <a:pt x="9599" y="156"/>
                  <a:pt x="9602" y="170"/>
                </a:cubicBezTo>
                <a:cubicBezTo>
                  <a:pt x="9604" y="184"/>
                  <a:pt x="9606" y="197"/>
                  <a:pt x="9606" y="211"/>
                </a:cubicBezTo>
                <a:lnTo>
                  <a:pt x="9606" y="980"/>
                </a:lnTo>
                <a:cubicBezTo>
                  <a:pt x="9606" y="994"/>
                  <a:pt x="9604" y="1007"/>
                  <a:pt x="9602" y="1021"/>
                </a:cubicBezTo>
                <a:cubicBezTo>
                  <a:pt x="9599" y="1035"/>
                  <a:pt x="9595" y="1048"/>
                  <a:pt x="9590" y="1061"/>
                </a:cubicBezTo>
                <a:cubicBezTo>
                  <a:pt x="9584" y="1073"/>
                  <a:pt x="9578" y="1086"/>
                  <a:pt x="9570" y="1097"/>
                </a:cubicBezTo>
                <a:cubicBezTo>
                  <a:pt x="9562" y="1109"/>
                  <a:pt x="9553" y="1119"/>
                  <a:pt x="9544" y="1129"/>
                </a:cubicBezTo>
                <a:cubicBezTo>
                  <a:pt x="9534" y="1139"/>
                  <a:pt x="9523" y="1148"/>
                  <a:pt x="9512" y="1156"/>
                </a:cubicBezTo>
                <a:cubicBezTo>
                  <a:pt x="9500" y="1163"/>
                  <a:pt x="9488" y="1170"/>
                  <a:pt x="9475" y="1175"/>
                </a:cubicBezTo>
                <a:cubicBezTo>
                  <a:pt x="9462" y="1180"/>
                  <a:pt x="9449" y="1185"/>
                  <a:pt x="9435" y="1187"/>
                </a:cubicBezTo>
                <a:cubicBezTo>
                  <a:pt x="9422" y="1190"/>
                  <a:pt x="9408" y="1191"/>
                  <a:pt x="9394" y="1191"/>
                </a:cubicBezTo>
                <a:lnTo>
                  <a:pt x="212" y="1191"/>
                </a:lnTo>
                <a:cubicBezTo>
                  <a:pt x="198" y="1191"/>
                  <a:pt x="184" y="1190"/>
                  <a:pt x="171" y="1187"/>
                </a:cubicBezTo>
                <a:cubicBezTo>
                  <a:pt x="157" y="1185"/>
                  <a:pt x="144" y="1180"/>
                  <a:pt x="131" y="1175"/>
                </a:cubicBezTo>
                <a:cubicBezTo>
                  <a:pt x="118" y="1170"/>
                  <a:pt x="106" y="1163"/>
                  <a:pt x="94" y="1156"/>
                </a:cubicBezTo>
                <a:cubicBezTo>
                  <a:pt x="83" y="1148"/>
                  <a:pt x="72" y="1139"/>
                  <a:pt x="62" y="1129"/>
                </a:cubicBezTo>
                <a:cubicBezTo>
                  <a:pt x="52" y="1119"/>
                  <a:pt x="44" y="1109"/>
                  <a:pt x="36" y="1097"/>
                </a:cubicBezTo>
                <a:cubicBezTo>
                  <a:pt x="28" y="1086"/>
                  <a:pt x="22" y="1073"/>
                  <a:pt x="16" y="1061"/>
                </a:cubicBezTo>
                <a:cubicBezTo>
                  <a:pt x="11" y="1048"/>
                  <a:pt x="7" y="1035"/>
                  <a:pt x="4" y="1021"/>
                </a:cubicBezTo>
                <a:cubicBezTo>
                  <a:pt x="2" y="1007"/>
                  <a:pt x="0" y="994"/>
                  <a:pt x="0" y="980"/>
                </a:cubicBezTo>
                <a:close/>
              </a:path>
            </a:pathLst>
          </a:custGeom>
          <a:solidFill>
            <a:srgbClr val="e6f7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1" name=""/>
          <p:cNvSpPr/>
          <p:nvPr/>
        </p:nvSpPr>
        <p:spPr>
          <a:xfrm>
            <a:off x="1056960" y="3504960"/>
            <a:ext cx="209880" cy="200520"/>
          </a:xfrm>
          <a:custGeom>
            <a:avLst/>
            <a:gdLst/>
            <a:ahLst/>
            <a:rect l="0" t="0" r="r" b="b"/>
            <a:pathLst>
              <a:path w="583" h="557">
                <a:moveTo>
                  <a:pt x="0" y="278"/>
                </a:moveTo>
                <a:cubicBezTo>
                  <a:pt x="0" y="260"/>
                  <a:pt x="2" y="242"/>
                  <a:pt x="6" y="224"/>
                </a:cubicBezTo>
                <a:cubicBezTo>
                  <a:pt x="9" y="206"/>
                  <a:pt x="15" y="189"/>
                  <a:pt x="22" y="172"/>
                </a:cubicBezTo>
                <a:cubicBezTo>
                  <a:pt x="29" y="155"/>
                  <a:pt x="37" y="139"/>
                  <a:pt x="47" y="124"/>
                </a:cubicBezTo>
                <a:cubicBezTo>
                  <a:pt x="57" y="108"/>
                  <a:pt x="69" y="94"/>
                  <a:pt x="82" y="82"/>
                </a:cubicBezTo>
                <a:cubicBezTo>
                  <a:pt x="95" y="69"/>
                  <a:pt x="109" y="57"/>
                  <a:pt x="124" y="47"/>
                </a:cubicBezTo>
                <a:cubicBezTo>
                  <a:pt x="139" y="37"/>
                  <a:pt x="155" y="28"/>
                  <a:pt x="172" y="21"/>
                </a:cubicBezTo>
                <a:cubicBezTo>
                  <a:pt x="189" y="14"/>
                  <a:pt x="206" y="9"/>
                  <a:pt x="224" y="6"/>
                </a:cubicBezTo>
                <a:cubicBezTo>
                  <a:pt x="242" y="2"/>
                  <a:pt x="260" y="0"/>
                  <a:pt x="279" y="0"/>
                </a:cubicBezTo>
                <a:lnTo>
                  <a:pt x="306" y="0"/>
                </a:lnTo>
                <a:cubicBezTo>
                  <a:pt x="324" y="0"/>
                  <a:pt x="342" y="2"/>
                  <a:pt x="360" y="6"/>
                </a:cubicBezTo>
                <a:cubicBezTo>
                  <a:pt x="378" y="9"/>
                  <a:pt x="395" y="14"/>
                  <a:pt x="412" y="21"/>
                </a:cubicBezTo>
                <a:cubicBezTo>
                  <a:pt x="429" y="28"/>
                  <a:pt x="445" y="37"/>
                  <a:pt x="460" y="47"/>
                </a:cubicBezTo>
                <a:cubicBezTo>
                  <a:pt x="475" y="57"/>
                  <a:pt x="489" y="69"/>
                  <a:pt x="502" y="82"/>
                </a:cubicBezTo>
                <a:cubicBezTo>
                  <a:pt x="515" y="94"/>
                  <a:pt x="527" y="108"/>
                  <a:pt x="537" y="124"/>
                </a:cubicBezTo>
                <a:cubicBezTo>
                  <a:pt x="547" y="139"/>
                  <a:pt x="555" y="155"/>
                  <a:pt x="562" y="172"/>
                </a:cubicBezTo>
                <a:cubicBezTo>
                  <a:pt x="569" y="189"/>
                  <a:pt x="575" y="206"/>
                  <a:pt x="578" y="224"/>
                </a:cubicBezTo>
                <a:cubicBezTo>
                  <a:pt x="582" y="242"/>
                  <a:pt x="583" y="260"/>
                  <a:pt x="583" y="278"/>
                </a:cubicBezTo>
                <a:cubicBezTo>
                  <a:pt x="583" y="296"/>
                  <a:pt x="582" y="314"/>
                  <a:pt x="578" y="332"/>
                </a:cubicBezTo>
                <a:cubicBezTo>
                  <a:pt x="575" y="350"/>
                  <a:pt x="569" y="367"/>
                  <a:pt x="562" y="384"/>
                </a:cubicBezTo>
                <a:cubicBezTo>
                  <a:pt x="555" y="401"/>
                  <a:pt x="547" y="417"/>
                  <a:pt x="537" y="432"/>
                </a:cubicBezTo>
                <a:cubicBezTo>
                  <a:pt x="527" y="447"/>
                  <a:pt x="515" y="462"/>
                  <a:pt x="502" y="474"/>
                </a:cubicBezTo>
                <a:cubicBezTo>
                  <a:pt x="489" y="487"/>
                  <a:pt x="475" y="499"/>
                  <a:pt x="460" y="509"/>
                </a:cubicBezTo>
                <a:cubicBezTo>
                  <a:pt x="445" y="519"/>
                  <a:pt x="429" y="528"/>
                  <a:pt x="412" y="536"/>
                </a:cubicBezTo>
                <a:cubicBezTo>
                  <a:pt x="395" y="543"/>
                  <a:pt x="378" y="548"/>
                  <a:pt x="360" y="551"/>
                </a:cubicBezTo>
                <a:cubicBezTo>
                  <a:pt x="342" y="555"/>
                  <a:pt x="324" y="557"/>
                  <a:pt x="306" y="557"/>
                </a:cubicBezTo>
                <a:lnTo>
                  <a:pt x="279" y="557"/>
                </a:lnTo>
                <a:cubicBezTo>
                  <a:pt x="260" y="557"/>
                  <a:pt x="242" y="555"/>
                  <a:pt x="224" y="551"/>
                </a:cubicBezTo>
                <a:cubicBezTo>
                  <a:pt x="206" y="548"/>
                  <a:pt x="189" y="543"/>
                  <a:pt x="172" y="536"/>
                </a:cubicBezTo>
                <a:cubicBezTo>
                  <a:pt x="155" y="528"/>
                  <a:pt x="139" y="519"/>
                  <a:pt x="124" y="509"/>
                </a:cubicBezTo>
                <a:cubicBezTo>
                  <a:pt x="109" y="499"/>
                  <a:pt x="95" y="487"/>
                  <a:pt x="82" y="474"/>
                </a:cubicBezTo>
                <a:cubicBezTo>
                  <a:pt x="69" y="462"/>
                  <a:pt x="57" y="447"/>
                  <a:pt x="47" y="432"/>
                </a:cubicBezTo>
                <a:cubicBezTo>
                  <a:pt x="37" y="417"/>
                  <a:pt x="29" y="401"/>
                  <a:pt x="22" y="384"/>
                </a:cubicBezTo>
                <a:cubicBezTo>
                  <a:pt x="15" y="367"/>
                  <a:pt x="9" y="350"/>
                  <a:pt x="6" y="332"/>
                </a:cubicBezTo>
                <a:cubicBezTo>
                  <a:pt x="2" y="314"/>
                  <a:pt x="0" y="296"/>
                  <a:pt x="0" y="278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1220760" y="3163320"/>
            <a:ext cx="7308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de kerntaak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1130400" y="3539520"/>
            <a:ext cx="1062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1342800" y="3439800"/>
            <a:ext cx="30945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3d68ec"/>
                </a:solidFill>
                <a:latin typeface="Arial"/>
                <a:ea typeface="Arial"/>
              </a:rPr>
              <a:t>Leeronderdeelspeciﬁcatie</a:t>
            </a:r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· de leeractiviteit; als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5" name=""/>
          <p:cNvSpPr/>
          <p:nvPr/>
        </p:nvSpPr>
        <p:spPr>
          <a:xfrm>
            <a:off x="1084680" y="3837600"/>
            <a:ext cx="3355200" cy="307080"/>
          </a:xfrm>
          <a:custGeom>
            <a:avLst/>
            <a:gdLst/>
            <a:ahLst/>
            <a:rect l="0" t="0" r="r" b="b"/>
            <a:pathLst>
              <a:path w="9320" h="853">
                <a:moveTo>
                  <a:pt x="373" y="0"/>
                </a:moveTo>
                <a:lnTo>
                  <a:pt x="453" y="0"/>
                </a:lnTo>
                <a:lnTo>
                  <a:pt x="453" y="58"/>
                </a:lnTo>
                <a:lnTo>
                  <a:pt x="373" y="58"/>
                </a:lnTo>
                <a:lnTo>
                  <a:pt x="373" y="0"/>
                </a:lnTo>
                <a:moveTo>
                  <a:pt x="505" y="0"/>
                </a:moveTo>
                <a:lnTo>
                  <a:pt x="585" y="0"/>
                </a:lnTo>
                <a:lnTo>
                  <a:pt x="585" y="58"/>
                </a:lnTo>
                <a:lnTo>
                  <a:pt x="505" y="58"/>
                </a:lnTo>
                <a:lnTo>
                  <a:pt x="505" y="0"/>
                </a:lnTo>
                <a:moveTo>
                  <a:pt x="638" y="0"/>
                </a:moveTo>
                <a:lnTo>
                  <a:pt x="717" y="0"/>
                </a:lnTo>
                <a:lnTo>
                  <a:pt x="717" y="58"/>
                </a:lnTo>
                <a:lnTo>
                  <a:pt x="638" y="58"/>
                </a:lnTo>
                <a:lnTo>
                  <a:pt x="638" y="0"/>
                </a:lnTo>
                <a:moveTo>
                  <a:pt x="770" y="0"/>
                </a:moveTo>
                <a:lnTo>
                  <a:pt x="849" y="0"/>
                </a:lnTo>
                <a:lnTo>
                  <a:pt x="849" y="58"/>
                </a:lnTo>
                <a:lnTo>
                  <a:pt x="770" y="58"/>
                </a:lnTo>
                <a:lnTo>
                  <a:pt x="770" y="0"/>
                </a:lnTo>
                <a:moveTo>
                  <a:pt x="902" y="0"/>
                </a:moveTo>
                <a:lnTo>
                  <a:pt x="982" y="0"/>
                </a:lnTo>
                <a:lnTo>
                  <a:pt x="982" y="58"/>
                </a:lnTo>
                <a:lnTo>
                  <a:pt x="902" y="58"/>
                </a:lnTo>
                <a:lnTo>
                  <a:pt x="902" y="0"/>
                </a:lnTo>
                <a:moveTo>
                  <a:pt x="1035" y="0"/>
                </a:moveTo>
                <a:lnTo>
                  <a:pt x="1114" y="0"/>
                </a:lnTo>
                <a:lnTo>
                  <a:pt x="1114" y="58"/>
                </a:lnTo>
                <a:lnTo>
                  <a:pt x="1035" y="58"/>
                </a:lnTo>
                <a:lnTo>
                  <a:pt x="1035" y="0"/>
                </a:lnTo>
                <a:moveTo>
                  <a:pt x="1167" y="0"/>
                </a:moveTo>
                <a:lnTo>
                  <a:pt x="1246" y="0"/>
                </a:lnTo>
                <a:lnTo>
                  <a:pt x="1246" y="58"/>
                </a:lnTo>
                <a:lnTo>
                  <a:pt x="1167" y="58"/>
                </a:lnTo>
                <a:lnTo>
                  <a:pt x="1167" y="0"/>
                </a:lnTo>
                <a:moveTo>
                  <a:pt x="1299" y="0"/>
                </a:moveTo>
                <a:lnTo>
                  <a:pt x="1379" y="0"/>
                </a:lnTo>
                <a:lnTo>
                  <a:pt x="1379" y="58"/>
                </a:lnTo>
                <a:lnTo>
                  <a:pt x="1299" y="58"/>
                </a:lnTo>
                <a:lnTo>
                  <a:pt x="1299" y="0"/>
                </a:lnTo>
                <a:moveTo>
                  <a:pt x="1431" y="0"/>
                </a:moveTo>
                <a:lnTo>
                  <a:pt x="1511" y="0"/>
                </a:lnTo>
                <a:lnTo>
                  <a:pt x="1511" y="58"/>
                </a:lnTo>
                <a:lnTo>
                  <a:pt x="1431" y="58"/>
                </a:lnTo>
                <a:lnTo>
                  <a:pt x="1431" y="0"/>
                </a:lnTo>
                <a:moveTo>
                  <a:pt x="1564" y="0"/>
                </a:moveTo>
                <a:lnTo>
                  <a:pt x="1643" y="0"/>
                </a:lnTo>
                <a:lnTo>
                  <a:pt x="1643" y="58"/>
                </a:lnTo>
                <a:lnTo>
                  <a:pt x="1564" y="58"/>
                </a:lnTo>
                <a:lnTo>
                  <a:pt x="1564" y="0"/>
                </a:lnTo>
                <a:moveTo>
                  <a:pt x="1697" y="0"/>
                </a:moveTo>
                <a:lnTo>
                  <a:pt x="1776" y="0"/>
                </a:lnTo>
                <a:lnTo>
                  <a:pt x="1776" y="58"/>
                </a:lnTo>
                <a:lnTo>
                  <a:pt x="1697" y="58"/>
                </a:lnTo>
                <a:lnTo>
                  <a:pt x="1697" y="0"/>
                </a:lnTo>
                <a:moveTo>
                  <a:pt x="1829" y="0"/>
                </a:moveTo>
                <a:lnTo>
                  <a:pt x="1909" y="0"/>
                </a:lnTo>
                <a:lnTo>
                  <a:pt x="1909" y="58"/>
                </a:lnTo>
                <a:lnTo>
                  <a:pt x="1829" y="58"/>
                </a:lnTo>
                <a:lnTo>
                  <a:pt x="1829" y="0"/>
                </a:lnTo>
                <a:moveTo>
                  <a:pt x="1962" y="0"/>
                </a:moveTo>
                <a:lnTo>
                  <a:pt x="2041" y="0"/>
                </a:lnTo>
                <a:lnTo>
                  <a:pt x="2041" y="58"/>
                </a:lnTo>
                <a:lnTo>
                  <a:pt x="1962" y="58"/>
                </a:lnTo>
                <a:lnTo>
                  <a:pt x="1962" y="0"/>
                </a:lnTo>
                <a:moveTo>
                  <a:pt x="2094" y="0"/>
                </a:moveTo>
                <a:lnTo>
                  <a:pt x="2173" y="0"/>
                </a:lnTo>
                <a:lnTo>
                  <a:pt x="2173" y="58"/>
                </a:lnTo>
                <a:lnTo>
                  <a:pt x="2094" y="58"/>
                </a:lnTo>
                <a:lnTo>
                  <a:pt x="2094" y="0"/>
                </a:lnTo>
                <a:moveTo>
                  <a:pt x="2226" y="0"/>
                </a:moveTo>
                <a:lnTo>
                  <a:pt x="2306" y="0"/>
                </a:lnTo>
                <a:lnTo>
                  <a:pt x="2306" y="58"/>
                </a:lnTo>
                <a:lnTo>
                  <a:pt x="2226" y="58"/>
                </a:lnTo>
                <a:lnTo>
                  <a:pt x="2226" y="0"/>
                </a:lnTo>
                <a:moveTo>
                  <a:pt x="2359" y="0"/>
                </a:moveTo>
                <a:lnTo>
                  <a:pt x="2438" y="0"/>
                </a:lnTo>
                <a:lnTo>
                  <a:pt x="2438" y="58"/>
                </a:lnTo>
                <a:lnTo>
                  <a:pt x="2359" y="58"/>
                </a:lnTo>
                <a:lnTo>
                  <a:pt x="2359" y="0"/>
                </a:lnTo>
                <a:moveTo>
                  <a:pt x="2491" y="0"/>
                </a:moveTo>
                <a:lnTo>
                  <a:pt x="2570" y="0"/>
                </a:lnTo>
                <a:lnTo>
                  <a:pt x="2570" y="58"/>
                </a:lnTo>
                <a:lnTo>
                  <a:pt x="2491" y="58"/>
                </a:lnTo>
                <a:lnTo>
                  <a:pt x="2491" y="0"/>
                </a:lnTo>
                <a:moveTo>
                  <a:pt x="2623" y="0"/>
                </a:moveTo>
                <a:lnTo>
                  <a:pt x="2702" y="0"/>
                </a:lnTo>
                <a:lnTo>
                  <a:pt x="2702" y="58"/>
                </a:lnTo>
                <a:lnTo>
                  <a:pt x="2623" y="58"/>
                </a:lnTo>
                <a:lnTo>
                  <a:pt x="2623" y="0"/>
                </a:lnTo>
                <a:moveTo>
                  <a:pt x="2755" y="0"/>
                </a:moveTo>
                <a:lnTo>
                  <a:pt x="2835" y="0"/>
                </a:lnTo>
                <a:lnTo>
                  <a:pt x="2835" y="58"/>
                </a:lnTo>
                <a:lnTo>
                  <a:pt x="2755" y="58"/>
                </a:lnTo>
                <a:lnTo>
                  <a:pt x="2755" y="0"/>
                </a:lnTo>
                <a:moveTo>
                  <a:pt x="2888" y="0"/>
                </a:moveTo>
                <a:lnTo>
                  <a:pt x="2967" y="0"/>
                </a:lnTo>
                <a:lnTo>
                  <a:pt x="2967" y="58"/>
                </a:lnTo>
                <a:lnTo>
                  <a:pt x="2888" y="58"/>
                </a:lnTo>
                <a:lnTo>
                  <a:pt x="2888" y="0"/>
                </a:lnTo>
                <a:moveTo>
                  <a:pt x="3020" y="0"/>
                </a:moveTo>
                <a:lnTo>
                  <a:pt x="3099" y="0"/>
                </a:lnTo>
                <a:lnTo>
                  <a:pt x="3099" y="58"/>
                </a:lnTo>
                <a:lnTo>
                  <a:pt x="3020" y="58"/>
                </a:lnTo>
                <a:lnTo>
                  <a:pt x="3020" y="0"/>
                </a:lnTo>
                <a:moveTo>
                  <a:pt x="3152" y="0"/>
                </a:moveTo>
                <a:lnTo>
                  <a:pt x="3232" y="0"/>
                </a:lnTo>
                <a:lnTo>
                  <a:pt x="3232" y="58"/>
                </a:lnTo>
                <a:lnTo>
                  <a:pt x="3152" y="58"/>
                </a:lnTo>
                <a:lnTo>
                  <a:pt x="3152" y="0"/>
                </a:lnTo>
                <a:moveTo>
                  <a:pt x="3285" y="0"/>
                </a:moveTo>
                <a:lnTo>
                  <a:pt x="3364" y="0"/>
                </a:lnTo>
                <a:lnTo>
                  <a:pt x="3364" y="58"/>
                </a:lnTo>
                <a:lnTo>
                  <a:pt x="3285" y="58"/>
                </a:lnTo>
                <a:lnTo>
                  <a:pt x="3285" y="0"/>
                </a:lnTo>
                <a:moveTo>
                  <a:pt x="3417" y="0"/>
                </a:moveTo>
                <a:lnTo>
                  <a:pt x="3496" y="0"/>
                </a:lnTo>
                <a:lnTo>
                  <a:pt x="3496" y="58"/>
                </a:lnTo>
                <a:lnTo>
                  <a:pt x="3417" y="58"/>
                </a:lnTo>
                <a:lnTo>
                  <a:pt x="3417" y="0"/>
                </a:lnTo>
                <a:moveTo>
                  <a:pt x="3549" y="0"/>
                </a:moveTo>
                <a:lnTo>
                  <a:pt x="3629" y="0"/>
                </a:lnTo>
                <a:lnTo>
                  <a:pt x="3629" y="58"/>
                </a:lnTo>
                <a:lnTo>
                  <a:pt x="3549" y="58"/>
                </a:lnTo>
                <a:lnTo>
                  <a:pt x="3549" y="0"/>
                </a:lnTo>
                <a:moveTo>
                  <a:pt x="3681" y="0"/>
                </a:moveTo>
                <a:lnTo>
                  <a:pt x="3761" y="0"/>
                </a:lnTo>
                <a:lnTo>
                  <a:pt x="3761" y="58"/>
                </a:lnTo>
                <a:lnTo>
                  <a:pt x="3681" y="58"/>
                </a:lnTo>
                <a:lnTo>
                  <a:pt x="3681" y="0"/>
                </a:lnTo>
                <a:moveTo>
                  <a:pt x="3814" y="0"/>
                </a:moveTo>
                <a:lnTo>
                  <a:pt x="3893" y="0"/>
                </a:lnTo>
                <a:lnTo>
                  <a:pt x="3893" y="58"/>
                </a:lnTo>
                <a:lnTo>
                  <a:pt x="3814" y="58"/>
                </a:lnTo>
                <a:lnTo>
                  <a:pt x="3814" y="0"/>
                </a:lnTo>
                <a:moveTo>
                  <a:pt x="3946" y="0"/>
                </a:moveTo>
                <a:lnTo>
                  <a:pt x="4025" y="0"/>
                </a:lnTo>
                <a:lnTo>
                  <a:pt x="4025" y="58"/>
                </a:lnTo>
                <a:lnTo>
                  <a:pt x="3946" y="58"/>
                </a:lnTo>
                <a:lnTo>
                  <a:pt x="3946" y="0"/>
                </a:lnTo>
                <a:moveTo>
                  <a:pt x="4078" y="0"/>
                </a:moveTo>
                <a:lnTo>
                  <a:pt x="4158" y="0"/>
                </a:lnTo>
                <a:lnTo>
                  <a:pt x="4158" y="58"/>
                </a:lnTo>
                <a:lnTo>
                  <a:pt x="4078" y="58"/>
                </a:lnTo>
                <a:lnTo>
                  <a:pt x="4078" y="0"/>
                </a:lnTo>
                <a:moveTo>
                  <a:pt x="4211" y="0"/>
                </a:moveTo>
                <a:lnTo>
                  <a:pt x="4290" y="0"/>
                </a:lnTo>
                <a:lnTo>
                  <a:pt x="4290" y="58"/>
                </a:lnTo>
                <a:lnTo>
                  <a:pt x="4211" y="58"/>
                </a:lnTo>
                <a:lnTo>
                  <a:pt x="4211" y="0"/>
                </a:lnTo>
                <a:moveTo>
                  <a:pt x="4343" y="0"/>
                </a:moveTo>
                <a:lnTo>
                  <a:pt x="4422" y="0"/>
                </a:lnTo>
                <a:lnTo>
                  <a:pt x="4422" y="58"/>
                </a:lnTo>
                <a:lnTo>
                  <a:pt x="4343" y="58"/>
                </a:lnTo>
                <a:lnTo>
                  <a:pt x="4343" y="0"/>
                </a:lnTo>
                <a:moveTo>
                  <a:pt x="4475" y="0"/>
                </a:moveTo>
                <a:lnTo>
                  <a:pt x="4555" y="0"/>
                </a:lnTo>
                <a:lnTo>
                  <a:pt x="4555" y="58"/>
                </a:lnTo>
                <a:lnTo>
                  <a:pt x="4475" y="58"/>
                </a:lnTo>
                <a:lnTo>
                  <a:pt x="4475" y="0"/>
                </a:lnTo>
                <a:moveTo>
                  <a:pt x="4607" y="0"/>
                </a:moveTo>
                <a:lnTo>
                  <a:pt x="4687" y="0"/>
                </a:lnTo>
                <a:lnTo>
                  <a:pt x="4687" y="58"/>
                </a:lnTo>
                <a:lnTo>
                  <a:pt x="4607" y="58"/>
                </a:lnTo>
                <a:lnTo>
                  <a:pt x="4607" y="0"/>
                </a:lnTo>
                <a:moveTo>
                  <a:pt x="4740" y="0"/>
                </a:moveTo>
                <a:lnTo>
                  <a:pt x="4819" y="0"/>
                </a:lnTo>
                <a:lnTo>
                  <a:pt x="4819" y="58"/>
                </a:lnTo>
                <a:lnTo>
                  <a:pt x="4740" y="58"/>
                </a:lnTo>
                <a:lnTo>
                  <a:pt x="4740" y="0"/>
                </a:lnTo>
                <a:moveTo>
                  <a:pt x="4872" y="0"/>
                </a:moveTo>
                <a:lnTo>
                  <a:pt x="4951" y="0"/>
                </a:lnTo>
                <a:lnTo>
                  <a:pt x="4951" y="58"/>
                </a:lnTo>
                <a:lnTo>
                  <a:pt x="4872" y="58"/>
                </a:lnTo>
                <a:lnTo>
                  <a:pt x="4872" y="0"/>
                </a:lnTo>
                <a:moveTo>
                  <a:pt x="5004" y="0"/>
                </a:moveTo>
                <a:lnTo>
                  <a:pt x="5084" y="0"/>
                </a:lnTo>
                <a:lnTo>
                  <a:pt x="5084" y="58"/>
                </a:lnTo>
                <a:lnTo>
                  <a:pt x="5004" y="58"/>
                </a:lnTo>
                <a:lnTo>
                  <a:pt x="5004" y="0"/>
                </a:lnTo>
                <a:moveTo>
                  <a:pt x="5137" y="0"/>
                </a:moveTo>
                <a:lnTo>
                  <a:pt x="5216" y="0"/>
                </a:lnTo>
                <a:lnTo>
                  <a:pt x="5216" y="58"/>
                </a:lnTo>
                <a:lnTo>
                  <a:pt x="5137" y="58"/>
                </a:lnTo>
                <a:lnTo>
                  <a:pt x="5137" y="0"/>
                </a:lnTo>
                <a:moveTo>
                  <a:pt x="5269" y="0"/>
                </a:moveTo>
                <a:lnTo>
                  <a:pt x="5348" y="0"/>
                </a:lnTo>
                <a:lnTo>
                  <a:pt x="5348" y="58"/>
                </a:lnTo>
                <a:lnTo>
                  <a:pt x="5269" y="58"/>
                </a:lnTo>
                <a:lnTo>
                  <a:pt x="5269" y="0"/>
                </a:lnTo>
                <a:moveTo>
                  <a:pt x="5401" y="0"/>
                </a:moveTo>
                <a:lnTo>
                  <a:pt x="5481" y="0"/>
                </a:lnTo>
                <a:lnTo>
                  <a:pt x="5481" y="58"/>
                </a:lnTo>
                <a:lnTo>
                  <a:pt x="5401" y="58"/>
                </a:lnTo>
                <a:lnTo>
                  <a:pt x="5401" y="0"/>
                </a:lnTo>
                <a:moveTo>
                  <a:pt x="5534" y="0"/>
                </a:moveTo>
                <a:lnTo>
                  <a:pt x="5613" y="0"/>
                </a:lnTo>
                <a:lnTo>
                  <a:pt x="5613" y="58"/>
                </a:lnTo>
                <a:lnTo>
                  <a:pt x="5534" y="58"/>
                </a:lnTo>
                <a:lnTo>
                  <a:pt x="5534" y="0"/>
                </a:lnTo>
                <a:moveTo>
                  <a:pt x="5666" y="0"/>
                </a:moveTo>
                <a:lnTo>
                  <a:pt x="5745" y="0"/>
                </a:lnTo>
                <a:lnTo>
                  <a:pt x="5745" y="58"/>
                </a:lnTo>
                <a:lnTo>
                  <a:pt x="5666" y="58"/>
                </a:lnTo>
                <a:lnTo>
                  <a:pt x="5666" y="0"/>
                </a:lnTo>
                <a:moveTo>
                  <a:pt x="5798" y="0"/>
                </a:moveTo>
                <a:lnTo>
                  <a:pt x="5877" y="0"/>
                </a:lnTo>
                <a:lnTo>
                  <a:pt x="5877" y="58"/>
                </a:lnTo>
                <a:lnTo>
                  <a:pt x="5798" y="58"/>
                </a:lnTo>
                <a:lnTo>
                  <a:pt x="5798" y="0"/>
                </a:lnTo>
                <a:moveTo>
                  <a:pt x="5930" y="0"/>
                </a:moveTo>
                <a:lnTo>
                  <a:pt x="6010" y="0"/>
                </a:lnTo>
                <a:lnTo>
                  <a:pt x="6010" y="58"/>
                </a:lnTo>
                <a:lnTo>
                  <a:pt x="5930" y="58"/>
                </a:lnTo>
                <a:lnTo>
                  <a:pt x="5930" y="0"/>
                </a:lnTo>
                <a:moveTo>
                  <a:pt x="6063" y="0"/>
                </a:moveTo>
                <a:lnTo>
                  <a:pt x="6142" y="0"/>
                </a:lnTo>
                <a:lnTo>
                  <a:pt x="6142" y="58"/>
                </a:lnTo>
                <a:lnTo>
                  <a:pt x="6063" y="58"/>
                </a:lnTo>
                <a:lnTo>
                  <a:pt x="6063" y="0"/>
                </a:lnTo>
                <a:moveTo>
                  <a:pt x="6195" y="0"/>
                </a:moveTo>
                <a:lnTo>
                  <a:pt x="6274" y="0"/>
                </a:lnTo>
                <a:lnTo>
                  <a:pt x="6274" y="58"/>
                </a:lnTo>
                <a:lnTo>
                  <a:pt x="6195" y="58"/>
                </a:lnTo>
                <a:lnTo>
                  <a:pt x="6195" y="0"/>
                </a:lnTo>
                <a:moveTo>
                  <a:pt x="6327" y="0"/>
                </a:moveTo>
                <a:lnTo>
                  <a:pt x="6407" y="0"/>
                </a:lnTo>
                <a:lnTo>
                  <a:pt x="6407" y="58"/>
                </a:lnTo>
                <a:lnTo>
                  <a:pt x="6327" y="58"/>
                </a:lnTo>
                <a:lnTo>
                  <a:pt x="6327" y="0"/>
                </a:lnTo>
                <a:moveTo>
                  <a:pt x="6460" y="0"/>
                </a:moveTo>
                <a:lnTo>
                  <a:pt x="6539" y="0"/>
                </a:lnTo>
                <a:lnTo>
                  <a:pt x="6539" y="58"/>
                </a:lnTo>
                <a:lnTo>
                  <a:pt x="6460" y="58"/>
                </a:lnTo>
                <a:lnTo>
                  <a:pt x="6460" y="0"/>
                </a:lnTo>
                <a:moveTo>
                  <a:pt x="6592" y="0"/>
                </a:moveTo>
                <a:lnTo>
                  <a:pt x="6671" y="0"/>
                </a:lnTo>
                <a:lnTo>
                  <a:pt x="6671" y="58"/>
                </a:lnTo>
                <a:lnTo>
                  <a:pt x="6592" y="58"/>
                </a:lnTo>
                <a:lnTo>
                  <a:pt x="6592" y="0"/>
                </a:lnTo>
                <a:moveTo>
                  <a:pt x="6724" y="0"/>
                </a:moveTo>
                <a:lnTo>
                  <a:pt x="6804" y="0"/>
                </a:lnTo>
                <a:lnTo>
                  <a:pt x="6804" y="58"/>
                </a:lnTo>
                <a:lnTo>
                  <a:pt x="6724" y="58"/>
                </a:lnTo>
                <a:lnTo>
                  <a:pt x="6724" y="0"/>
                </a:lnTo>
                <a:moveTo>
                  <a:pt x="6856" y="0"/>
                </a:moveTo>
                <a:lnTo>
                  <a:pt x="6936" y="0"/>
                </a:lnTo>
                <a:lnTo>
                  <a:pt x="6936" y="58"/>
                </a:lnTo>
                <a:lnTo>
                  <a:pt x="6856" y="58"/>
                </a:lnTo>
                <a:lnTo>
                  <a:pt x="6856" y="0"/>
                </a:lnTo>
                <a:moveTo>
                  <a:pt x="6989" y="0"/>
                </a:moveTo>
                <a:lnTo>
                  <a:pt x="7068" y="0"/>
                </a:lnTo>
                <a:lnTo>
                  <a:pt x="7068" y="58"/>
                </a:lnTo>
                <a:lnTo>
                  <a:pt x="6989" y="58"/>
                </a:lnTo>
                <a:lnTo>
                  <a:pt x="6989" y="0"/>
                </a:lnTo>
                <a:moveTo>
                  <a:pt x="7121" y="0"/>
                </a:moveTo>
                <a:lnTo>
                  <a:pt x="7200" y="0"/>
                </a:lnTo>
                <a:lnTo>
                  <a:pt x="7200" y="58"/>
                </a:lnTo>
                <a:lnTo>
                  <a:pt x="7121" y="58"/>
                </a:lnTo>
                <a:lnTo>
                  <a:pt x="7121" y="0"/>
                </a:lnTo>
                <a:moveTo>
                  <a:pt x="7253" y="0"/>
                </a:moveTo>
                <a:lnTo>
                  <a:pt x="7333" y="0"/>
                </a:lnTo>
                <a:lnTo>
                  <a:pt x="7333" y="58"/>
                </a:lnTo>
                <a:lnTo>
                  <a:pt x="7253" y="58"/>
                </a:lnTo>
                <a:lnTo>
                  <a:pt x="7253" y="0"/>
                </a:lnTo>
                <a:moveTo>
                  <a:pt x="7386" y="0"/>
                </a:moveTo>
                <a:lnTo>
                  <a:pt x="7465" y="0"/>
                </a:lnTo>
                <a:lnTo>
                  <a:pt x="7465" y="58"/>
                </a:lnTo>
                <a:lnTo>
                  <a:pt x="7386" y="58"/>
                </a:lnTo>
                <a:lnTo>
                  <a:pt x="7386" y="0"/>
                </a:lnTo>
                <a:moveTo>
                  <a:pt x="7518" y="0"/>
                </a:moveTo>
                <a:lnTo>
                  <a:pt x="7597" y="0"/>
                </a:lnTo>
                <a:lnTo>
                  <a:pt x="7597" y="58"/>
                </a:lnTo>
                <a:lnTo>
                  <a:pt x="7518" y="58"/>
                </a:lnTo>
                <a:lnTo>
                  <a:pt x="7518" y="0"/>
                </a:lnTo>
                <a:moveTo>
                  <a:pt x="7650" y="0"/>
                </a:moveTo>
                <a:lnTo>
                  <a:pt x="7730" y="0"/>
                </a:lnTo>
                <a:lnTo>
                  <a:pt x="7730" y="58"/>
                </a:lnTo>
                <a:lnTo>
                  <a:pt x="7650" y="58"/>
                </a:lnTo>
                <a:lnTo>
                  <a:pt x="7650" y="0"/>
                </a:lnTo>
                <a:moveTo>
                  <a:pt x="7782" y="0"/>
                </a:moveTo>
                <a:lnTo>
                  <a:pt x="7862" y="0"/>
                </a:lnTo>
                <a:lnTo>
                  <a:pt x="7862" y="58"/>
                </a:lnTo>
                <a:lnTo>
                  <a:pt x="7782" y="58"/>
                </a:lnTo>
                <a:lnTo>
                  <a:pt x="7782" y="0"/>
                </a:lnTo>
                <a:moveTo>
                  <a:pt x="7915" y="0"/>
                </a:moveTo>
                <a:lnTo>
                  <a:pt x="7994" y="0"/>
                </a:lnTo>
                <a:lnTo>
                  <a:pt x="7994" y="58"/>
                </a:lnTo>
                <a:lnTo>
                  <a:pt x="7915" y="58"/>
                </a:lnTo>
                <a:lnTo>
                  <a:pt x="7915" y="0"/>
                </a:lnTo>
                <a:moveTo>
                  <a:pt x="8047" y="0"/>
                </a:moveTo>
                <a:lnTo>
                  <a:pt x="8126" y="0"/>
                </a:lnTo>
                <a:lnTo>
                  <a:pt x="8126" y="58"/>
                </a:lnTo>
                <a:lnTo>
                  <a:pt x="8047" y="58"/>
                </a:lnTo>
                <a:lnTo>
                  <a:pt x="8047" y="0"/>
                </a:lnTo>
                <a:moveTo>
                  <a:pt x="8179" y="0"/>
                </a:moveTo>
                <a:lnTo>
                  <a:pt x="8259" y="0"/>
                </a:lnTo>
                <a:lnTo>
                  <a:pt x="8259" y="58"/>
                </a:lnTo>
                <a:lnTo>
                  <a:pt x="8179" y="58"/>
                </a:lnTo>
                <a:lnTo>
                  <a:pt x="8179" y="0"/>
                </a:lnTo>
                <a:moveTo>
                  <a:pt x="8312" y="0"/>
                </a:moveTo>
                <a:lnTo>
                  <a:pt x="8391" y="0"/>
                </a:lnTo>
                <a:lnTo>
                  <a:pt x="8391" y="58"/>
                </a:lnTo>
                <a:lnTo>
                  <a:pt x="8312" y="58"/>
                </a:lnTo>
                <a:lnTo>
                  <a:pt x="8312" y="0"/>
                </a:lnTo>
                <a:moveTo>
                  <a:pt x="8444" y="0"/>
                </a:moveTo>
                <a:lnTo>
                  <a:pt x="8523" y="0"/>
                </a:lnTo>
                <a:lnTo>
                  <a:pt x="8523" y="58"/>
                </a:lnTo>
                <a:lnTo>
                  <a:pt x="8444" y="58"/>
                </a:lnTo>
                <a:lnTo>
                  <a:pt x="8444" y="0"/>
                </a:lnTo>
                <a:moveTo>
                  <a:pt x="8576" y="0"/>
                </a:moveTo>
                <a:lnTo>
                  <a:pt x="8656" y="0"/>
                </a:lnTo>
                <a:lnTo>
                  <a:pt x="8656" y="58"/>
                </a:lnTo>
                <a:lnTo>
                  <a:pt x="8576" y="58"/>
                </a:lnTo>
                <a:lnTo>
                  <a:pt x="8576" y="0"/>
                </a:lnTo>
                <a:moveTo>
                  <a:pt x="8709" y="0"/>
                </a:moveTo>
                <a:lnTo>
                  <a:pt x="8788" y="0"/>
                </a:lnTo>
                <a:lnTo>
                  <a:pt x="8788" y="58"/>
                </a:lnTo>
                <a:lnTo>
                  <a:pt x="8709" y="58"/>
                </a:lnTo>
                <a:lnTo>
                  <a:pt x="8709" y="0"/>
                </a:lnTo>
                <a:moveTo>
                  <a:pt x="8841" y="0"/>
                </a:moveTo>
                <a:lnTo>
                  <a:pt x="8920" y="0"/>
                </a:lnTo>
                <a:lnTo>
                  <a:pt x="8920" y="58"/>
                </a:lnTo>
                <a:lnTo>
                  <a:pt x="8841" y="58"/>
                </a:lnTo>
                <a:lnTo>
                  <a:pt x="8841" y="0"/>
                </a:lnTo>
                <a:moveTo>
                  <a:pt x="8973" y="0"/>
                </a:moveTo>
                <a:lnTo>
                  <a:pt x="9052" y="0"/>
                </a:lnTo>
                <a:lnTo>
                  <a:pt x="9052" y="58"/>
                </a:lnTo>
                <a:lnTo>
                  <a:pt x="8973" y="58"/>
                </a:lnTo>
                <a:lnTo>
                  <a:pt x="8973" y="0"/>
                </a:lnTo>
                <a:moveTo>
                  <a:pt x="9108" y="1"/>
                </a:moveTo>
                <a:cubicBezTo>
                  <a:pt x="9139" y="5"/>
                  <a:pt x="9168" y="14"/>
                  <a:pt x="9195" y="29"/>
                </a:cubicBezTo>
                <a:lnTo>
                  <a:pt x="9167" y="80"/>
                </a:lnTo>
                <a:cubicBezTo>
                  <a:pt x="9146" y="69"/>
                  <a:pt x="9124" y="62"/>
                  <a:pt x="9101" y="59"/>
                </a:cubicBezTo>
                <a:lnTo>
                  <a:pt x="9108" y="1"/>
                </a:lnTo>
                <a:moveTo>
                  <a:pt x="9244" y="65"/>
                </a:moveTo>
                <a:cubicBezTo>
                  <a:pt x="9266" y="86"/>
                  <a:pt x="9284" y="111"/>
                  <a:pt x="9297" y="138"/>
                </a:cubicBezTo>
                <a:lnTo>
                  <a:pt x="9244" y="163"/>
                </a:lnTo>
                <a:cubicBezTo>
                  <a:pt x="9234" y="142"/>
                  <a:pt x="9221" y="123"/>
                  <a:pt x="9204" y="107"/>
                </a:cubicBezTo>
                <a:lnTo>
                  <a:pt x="9244" y="65"/>
                </a:lnTo>
                <a:moveTo>
                  <a:pt x="9316" y="197"/>
                </a:moveTo>
                <a:cubicBezTo>
                  <a:pt x="9318" y="211"/>
                  <a:pt x="9320" y="226"/>
                  <a:pt x="9320" y="240"/>
                </a:cubicBezTo>
                <a:lnTo>
                  <a:pt x="9320" y="280"/>
                </a:lnTo>
                <a:lnTo>
                  <a:pt x="9262" y="280"/>
                </a:lnTo>
                <a:lnTo>
                  <a:pt x="9262" y="240"/>
                </a:lnTo>
                <a:cubicBezTo>
                  <a:pt x="9262" y="229"/>
                  <a:pt x="9261" y="218"/>
                  <a:pt x="9259" y="207"/>
                </a:cubicBezTo>
                <a:lnTo>
                  <a:pt x="9316" y="197"/>
                </a:lnTo>
                <a:moveTo>
                  <a:pt x="9320" y="333"/>
                </a:moveTo>
                <a:lnTo>
                  <a:pt x="9320" y="413"/>
                </a:lnTo>
                <a:lnTo>
                  <a:pt x="9262" y="413"/>
                </a:lnTo>
                <a:lnTo>
                  <a:pt x="9262" y="333"/>
                </a:lnTo>
                <a:lnTo>
                  <a:pt x="9320" y="333"/>
                </a:lnTo>
                <a:moveTo>
                  <a:pt x="9320" y="466"/>
                </a:moveTo>
                <a:lnTo>
                  <a:pt x="9320" y="545"/>
                </a:lnTo>
                <a:lnTo>
                  <a:pt x="9262" y="545"/>
                </a:lnTo>
                <a:lnTo>
                  <a:pt x="9262" y="466"/>
                </a:lnTo>
                <a:lnTo>
                  <a:pt x="9320" y="466"/>
                </a:lnTo>
                <a:moveTo>
                  <a:pt x="9320" y="598"/>
                </a:moveTo>
                <a:lnTo>
                  <a:pt x="9320" y="611"/>
                </a:lnTo>
                <a:cubicBezTo>
                  <a:pt x="9320" y="636"/>
                  <a:pt x="9316" y="661"/>
                  <a:pt x="9308" y="685"/>
                </a:cubicBezTo>
                <a:lnTo>
                  <a:pt x="9253" y="667"/>
                </a:lnTo>
                <a:cubicBezTo>
                  <a:pt x="9259" y="649"/>
                  <a:pt x="9262" y="630"/>
                  <a:pt x="9262" y="611"/>
                </a:cubicBezTo>
                <a:lnTo>
                  <a:pt x="9262" y="598"/>
                </a:lnTo>
                <a:lnTo>
                  <a:pt x="9320" y="598"/>
                </a:lnTo>
                <a:moveTo>
                  <a:pt x="9282" y="740"/>
                </a:moveTo>
                <a:cubicBezTo>
                  <a:pt x="9266" y="766"/>
                  <a:pt x="9245" y="788"/>
                  <a:pt x="9220" y="806"/>
                </a:cubicBezTo>
                <a:lnTo>
                  <a:pt x="9186" y="759"/>
                </a:lnTo>
                <a:cubicBezTo>
                  <a:pt x="9205" y="745"/>
                  <a:pt x="9220" y="728"/>
                  <a:pt x="9233" y="709"/>
                </a:cubicBezTo>
                <a:lnTo>
                  <a:pt x="9282" y="740"/>
                </a:lnTo>
                <a:moveTo>
                  <a:pt x="9167" y="836"/>
                </a:moveTo>
                <a:cubicBezTo>
                  <a:pt x="9139" y="847"/>
                  <a:pt x="9109" y="853"/>
                  <a:pt x="9079" y="853"/>
                </a:cubicBezTo>
                <a:lnTo>
                  <a:pt x="9078" y="853"/>
                </a:lnTo>
                <a:lnTo>
                  <a:pt x="9078" y="793"/>
                </a:lnTo>
                <a:lnTo>
                  <a:pt x="9079" y="793"/>
                </a:lnTo>
                <a:cubicBezTo>
                  <a:pt x="9102" y="793"/>
                  <a:pt x="9124" y="789"/>
                  <a:pt x="9146" y="781"/>
                </a:cubicBezTo>
                <a:lnTo>
                  <a:pt x="9167" y="836"/>
                </a:lnTo>
                <a:moveTo>
                  <a:pt x="9025" y="853"/>
                </a:moveTo>
                <a:lnTo>
                  <a:pt x="8946" y="853"/>
                </a:lnTo>
                <a:lnTo>
                  <a:pt x="8946" y="793"/>
                </a:lnTo>
                <a:lnTo>
                  <a:pt x="9025" y="793"/>
                </a:lnTo>
                <a:lnTo>
                  <a:pt x="9025" y="853"/>
                </a:lnTo>
                <a:moveTo>
                  <a:pt x="8893" y="853"/>
                </a:moveTo>
                <a:lnTo>
                  <a:pt x="8814" y="853"/>
                </a:lnTo>
                <a:lnTo>
                  <a:pt x="8814" y="793"/>
                </a:lnTo>
                <a:lnTo>
                  <a:pt x="8893" y="793"/>
                </a:lnTo>
                <a:lnTo>
                  <a:pt x="8893" y="853"/>
                </a:lnTo>
                <a:moveTo>
                  <a:pt x="8761" y="853"/>
                </a:moveTo>
                <a:lnTo>
                  <a:pt x="8681" y="853"/>
                </a:lnTo>
                <a:lnTo>
                  <a:pt x="8681" y="793"/>
                </a:lnTo>
                <a:lnTo>
                  <a:pt x="8761" y="793"/>
                </a:lnTo>
                <a:lnTo>
                  <a:pt x="8761" y="853"/>
                </a:lnTo>
                <a:moveTo>
                  <a:pt x="8628" y="853"/>
                </a:moveTo>
                <a:lnTo>
                  <a:pt x="8549" y="853"/>
                </a:lnTo>
                <a:lnTo>
                  <a:pt x="8549" y="793"/>
                </a:lnTo>
                <a:lnTo>
                  <a:pt x="8628" y="793"/>
                </a:lnTo>
                <a:lnTo>
                  <a:pt x="8628" y="853"/>
                </a:lnTo>
                <a:moveTo>
                  <a:pt x="8496" y="853"/>
                </a:moveTo>
                <a:lnTo>
                  <a:pt x="8417" y="853"/>
                </a:lnTo>
                <a:lnTo>
                  <a:pt x="8417" y="793"/>
                </a:lnTo>
                <a:lnTo>
                  <a:pt x="8496" y="793"/>
                </a:lnTo>
                <a:lnTo>
                  <a:pt x="8496" y="853"/>
                </a:lnTo>
                <a:moveTo>
                  <a:pt x="8364" y="853"/>
                </a:moveTo>
                <a:lnTo>
                  <a:pt x="8284" y="853"/>
                </a:lnTo>
                <a:lnTo>
                  <a:pt x="8284" y="793"/>
                </a:lnTo>
                <a:lnTo>
                  <a:pt x="8364" y="793"/>
                </a:lnTo>
                <a:lnTo>
                  <a:pt x="8364" y="853"/>
                </a:lnTo>
                <a:moveTo>
                  <a:pt x="8232" y="853"/>
                </a:moveTo>
                <a:lnTo>
                  <a:pt x="8152" y="853"/>
                </a:lnTo>
                <a:lnTo>
                  <a:pt x="8152" y="793"/>
                </a:lnTo>
                <a:lnTo>
                  <a:pt x="8232" y="793"/>
                </a:lnTo>
                <a:lnTo>
                  <a:pt x="8232" y="853"/>
                </a:lnTo>
                <a:moveTo>
                  <a:pt x="8099" y="853"/>
                </a:moveTo>
                <a:lnTo>
                  <a:pt x="8020" y="853"/>
                </a:lnTo>
                <a:lnTo>
                  <a:pt x="8020" y="793"/>
                </a:lnTo>
                <a:lnTo>
                  <a:pt x="8099" y="793"/>
                </a:lnTo>
                <a:lnTo>
                  <a:pt x="8099" y="853"/>
                </a:lnTo>
                <a:moveTo>
                  <a:pt x="7967" y="853"/>
                </a:moveTo>
                <a:lnTo>
                  <a:pt x="7888" y="853"/>
                </a:lnTo>
                <a:lnTo>
                  <a:pt x="7888" y="793"/>
                </a:lnTo>
                <a:lnTo>
                  <a:pt x="7967" y="793"/>
                </a:lnTo>
                <a:lnTo>
                  <a:pt x="7967" y="853"/>
                </a:lnTo>
                <a:moveTo>
                  <a:pt x="7835" y="853"/>
                </a:moveTo>
                <a:lnTo>
                  <a:pt x="7755" y="853"/>
                </a:lnTo>
                <a:lnTo>
                  <a:pt x="7755" y="793"/>
                </a:lnTo>
                <a:lnTo>
                  <a:pt x="7835" y="793"/>
                </a:lnTo>
                <a:lnTo>
                  <a:pt x="7835" y="853"/>
                </a:lnTo>
                <a:moveTo>
                  <a:pt x="7702" y="853"/>
                </a:moveTo>
                <a:lnTo>
                  <a:pt x="7623" y="853"/>
                </a:lnTo>
                <a:lnTo>
                  <a:pt x="7623" y="793"/>
                </a:lnTo>
                <a:lnTo>
                  <a:pt x="7702" y="793"/>
                </a:lnTo>
                <a:lnTo>
                  <a:pt x="7702" y="853"/>
                </a:lnTo>
                <a:moveTo>
                  <a:pt x="7570" y="853"/>
                </a:moveTo>
                <a:lnTo>
                  <a:pt x="7491" y="853"/>
                </a:lnTo>
                <a:lnTo>
                  <a:pt x="7491" y="793"/>
                </a:lnTo>
                <a:lnTo>
                  <a:pt x="7570" y="793"/>
                </a:lnTo>
                <a:lnTo>
                  <a:pt x="7570" y="853"/>
                </a:lnTo>
                <a:moveTo>
                  <a:pt x="7438" y="853"/>
                </a:moveTo>
                <a:lnTo>
                  <a:pt x="7358" y="853"/>
                </a:lnTo>
                <a:lnTo>
                  <a:pt x="7358" y="793"/>
                </a:lnTo>
                <a:lnTo>
                  <a:pt x="7438" y="793"/>
                </a:lnTo>
                <a:lnTo>
                  <a:pt x="7438" y="853"/>
                </a:lnTo>
                <a:moveTo>
                  <a:pt x="7305" y="853"/>
                </a:moveTo>
                <a:lnTo>
                  <a:pt x="7226" y="853"/>
                </a:lnTo>
                <a:lnTo>
                  <a:pt x="7226" y="793"/>
                </a:lnTo>
                <a:lnTo>
                  <a:pt x="7305" y="793"/>
                </a:lnTo>
                <a:lnTo>
                  <a:pt x="7305" y="853"/>
                </a:lnTo>
                <a:moveTo>
                  <a:pt x="7173" y="853"/>
                </a:moveTo>
                <a:lnTo>
                  <a:pt x="7094" y="853"/>
                </a:lnTo>
                <a:lnTo>
                  <a:pt x="7094" y="793"/>
                </a:lnTo>
                <a:lnTo>
                  <a:pt x="7173" y="793"/>
                </a:lnTo>
                <a:lnTo>
                  <a:pt x="7173" y="853"/>
                </a:lnTo>
                <a:moveTo>
                  <a:pt x="7041" y="853"/>
                </a:moveTo>
                <a:lnTo>
                  <a:pt x="6962" y="853"/>
                </a:lnTo>
                <a:lnTo>
                  <a:pt x="6962" y="793"/>
                </a:lnTo>
                <a:lnTo>
                  <a:pt x="7041" y="793"/>
                </a:lnTo>
                <a:lnTo>
                  <a:pt x="7041" y="853"/>
                </a:lnTo>
                <a:moveTo>
                  <a:pt x="6909" y="853"/>
                </a:moveTo>
                <a:lnTo>
                  <a:pt x="6829" y="853"/>
                </a:lnTo>
                <a:lnTo>
                  <a:pt x="6829" y="793"/>
                </a:lnTo>
                <a:lnTo>
                  <a:pt x="6909" y="793"/>
                </a:lnTo>
                <a:lnTo>
                  <a:pt x="6909" y="853"/>
                </a:lnTo>
                <a:moveTo>
                  <a:pt x="6776" y="853"/>
                </a:moveTo>
                <a:lnTo>
                  <a:pt x="6697" y="853"/>
                </a:lnTo>
                <a:lnTo>
                  <a:pt x="6697" y="793"/>
                </a:lnTo>
                <a:lnTo>
                  <a:pt x="6776" y="793"/>
                </a:lnTo>
                <a:lnTo>
                  <a:pt x="6776" y="853"/>
                </a:lnTo>
                <a:moveTo>
                  <a:pt x="6644" y="853"/>
                </a:moveTo>
                <a:lnTo>
                  <a:pt x="6565" y="853"/>
                </a:lnTo>
                <a:lnTo>
                  <a:pt x="6565" y="793"/>
                </a:lnTo>
                <a:lnTo>
                  <a:pt x="6644" y="793"/>
                </a:lnTo>
                <a:lnTo>
                  <a:pt x="6644" y="853"/>
                </a:lnTo>
                <a:moveTo>
                  <a:pt x="6512" y="853"/>
                </a:moveTo>
                <a:lnTo>
                  <a:pt x="6432" y="853"/>
                </a:lnTo>
                <a:lnTo>
                  <a:pt x="6432" y="793"/>
                </a:lnTo>
                <a:lnTo>
                  <a:pt x="6512" y="793"/>
                </a:lnTo>
                <a:lnTo>
                  <a:pt x="6512" y="853"/>
                </a:lnTo>
                <a:moveTo>
                  <a:pt x="6379" y="853"/>
                </a:moveTo>
                <a:lnTo>
                  <a:pt x="6300" y="853"/>
                </a:lnTo>
                <a:lnTo>
                  <a:pt x="6300" y="793"/>
                </a:lnTo>
                <a:lnTo>
                  <a:pt x="6379" y="793"/>
                </a:lnTo>
                <a:lnTo>
                  <a:pt x="6379" y="853"/>
                </a:lnTo>
                <a:moveTo>
                  <a:pt x="6247" y="853"/>
                </a:moveTo>
                <a:lnTo>
                  <a:pt x="6168" y="853"/>
                </a:lnTo>
                <a:lnTo>
                  <a:pt x="6168" y="793"/>
                </a:lnTo>
                <a:lnTo>
                  <a:pt x="6247" y="793"/>
                </a:lnTo>
                <a:lnTo>
                  <a:pt x="6247" y="853"/>
                </a:lnTo>
                <a:moveTo>
                  <a:pt x="6115" y="853"/>
                </a:moveTo>
                <a:lnTo>
                  <a:pt x="6035" y="853"/>
                </a:lnTo>
                <a:lnTo>
                  <a:pt x="6035" y="793"/>
                </a:lnTo>
                <a:lnTo>
                  <a:pt x="6115" y="793"/>
                </a:lnTo>
                <a:lnTo>
                  <a:pt x="6115" y="853"/>
                </a:lnTo>
                <a:moveTo>
                  <a:pt x="5983" y="853"/>
                </a:moveTo>
                <a:lnTo>
                  <a:pt x="5903" y="853"/>
                </a:lnTo>
                <a:lnTo>
                  <a:pt x="5903" y="793"/>
                </a:lnTo>
                <a:lnTo>
                  <a:pt x="5983" y="793"/>
                </a:lnTo>
                <a:lnTo>
                  <a:pt x="5983" y="853"/>
                </a:lnTo>
                <a:moveTo>
                  <a:pt x="5850" y="853"/>
                </a:moveTo>
                <a:lnTo>
                  <a:pt x="5771" y="853"/>
                </a:lnTo>
                <a:lnTo>
                  <a:pt x="5771" y="793"/>
                </a:lnTo>
                <a:lnTo>
                  <a:pt x="5850" y="793"/>
                </a:lnTo>
                <a:lnTo>
                  <a:pt x="5850" y="853"/>
                </a:lnTo>
                <a:moveTo>
                  <a:pt x="5718" y="853"/>
                </a:moveTo>
                <a:lnTo>
                  <a:pt x="5639" y="853"/>
                </a:lnTo>
                <a:lnTo>
                  <a:pt x="5639" y="793"/>
                </a:lnTo>
                <a:lnTo>
                  <a:pt x="5718" y="793"/>
                </a:lnTo>
                <a:lnTo>
                  <a:pt x="5718" y="853"/>
                </a:lnTo>
                <a:moveTo>
                  <a:pt x="5586" y="853"/>
                </a:moveTo>
                <a:lnTo>
                  <a:pt x="5506" y="853"/>
                </a:lnTo>
                <a:lnTo>
                  <a:pt x="5506" y="793"/>
                </a:lnTo>
                <a:lnTo>
                  <a:pt x="5586" y="793"/>
                </a:lnTo>
                <a:lnTo>
                  <a:pt x="5586" y="853"/>
                </a:lnTo>
                <a:moveTo>
                  <a:pt x="5453" y="853"/>
                </a:moveTo>
                <a:lnTo>
                  <a:pt x="5374" y="853"/>
                </a:lnTo>
                <a:lnTo>
                  <a:pt x="5374" y="793"/>
                </a:lnTo>
                <a:lnTo>
                  <a:pt x="5453" y="793"/>
                </a:lnTo>
                <a:lnTo>
                  <a:pt x="5453" y="853"/>
                </a:lnTo>
                <a:moveTo>
                  <a:pt x="5321" y="853"/>
                </a:moveTo>
                <a:lnTo>
                  <a:pt x="5242" y="853"/>
                </a:lnTo>
                <a:lnTo>
                  <a:pt x="5242" y="793"/>
                </a:lnTo>
                <a:lnTo>
                  <a:pt x="5321" y="793"/>
                </a:lnTo>
                <a:lnTo>
                  <a:pt x="5321" y="853"/>
                </a:lnTo>
                <a:moveTo>
                  <a:pt x="5189" y="853"/>
                </a:moveTo>
                <a:lnTo>
                  <a:pt x="5109" y="853"/>
                </a:lnTo>
                <a:lnTo>
                  <a:pt x="5109" y="793"/>
                </a:lnTo>
                <a:lnTo>
                  <a:pt x="5189" y="793"/>
                </a:lnTo>
                <a:lnTo>
                  <a:pt x="5189" y="853"/>
                </a:lnTo>
                <a:moveTo>
                  <a:pt x="5057" y="853"/>
                </a:moveTo>
                <a:lnTo>
                  <a:pt x="4977" y="853"/>
                </a:lnTo>
                <a:lnTo>
                  <a:pt x="4977" y="793"/>
                </a:lnTo>
                <a:lnTo>
                  <a:pt x="5057" y="793"/>
                </a:lnTo>
                <a:lnTo>
                  <a:pt x="5057" y="853"/>
                </a:lnTo>
                <a:moveTo>
                  <a:pt x="4924" y="853"/>
                </a:moveTo>
                <a:lnTo>
                  <a:pt x="4845" y="853"/>
                </a:lnTo>
                <a:lnTo>
                  <a:pt x="4845" y="793"/>
                </a:lnTo>
                <a:lnTo>
                  <a:pt x="4924" y="793"/>
                </a:lnTo>
                <a:lnTo>
                  <a:pt x="4924" y="853"/>
                </a:lnTo>
                <a:moveTo>
                  <a:pt x="4792" y="853"/>
                </a:moveTo>
                <a:lnTo>
                  <a:pt x="4713" y="853"/>
                </a:lnTo>
                <a:lnTo>
                  <a:pt x="4713" y="793"/>
                </a:lnTo>
                <a:lnTo>
                  <a:pt x="4792" y="793"/>
                </a:lnTo>
                <a:lnTo>
                  <a:pt x="4792" y="853"/>
                </a:lnTo>
                <a:moveTo>
                  <a:pt x="4660" y="853"/>
                </a:moveTo>
                <a:lnTo>
                  <a:pt x="4580" y="853"/>
                </a:lnTo>
                <a:lnTo>
                  <a:pt x="4580" y="793"/>
                </a:lnTo>
                <a:lnTo>
                  <a:pt x="4660" y="793"/>
                </a:lnTo>
                <a:lnTo>
                  <a:pt x="4660" y="853"/>
                </a:lnTo>
                <a:moveTo>
                  <a:pt x="4527" y="853"/>
                </a:moveTo>
                <a:lnTo>
                  <a:pt x="4448" y="853"/>
                </a:lnTo>
                <a:lnTo>
                  <a:pt x="4448" y="793"/>
                </a:lnTo>
                <a:lnTo>
                  <a:pt x="4527" y="793"/>
                </a:lnTo>
                <a:lnTo>
                  <a:pt x="4527" y="853"/>
                </a:lnTo>
                <a:moveTo>
                  <a:pt x="4395" y="853"/>
                </a:moveTo>
                <a:lnTo>
                  <a:pt x="4316" y="853"/>
                </a:lnTo>
                <a:lnTo>
                  <a:pt x="4316" y="793"/>
                </a:lnTo>
                <a:lnTo>
                  <a:pt x="4395" y="793"/>
                </a:lnTo>
                <a:lnTo>
                  <a:pt x="4395" y="853"/>
                </a:lnTo>
                <a:moveTo>
                  <a:pt x="4263" y="853"/>
                </a:moveTo>
                <a:lnTo>
                  <a:pt x="4183" y="853"/>
                </a:lnTo>
                <a:lnTo>
                  <a:pt x="4183" y="793"/>
                </a:lnTo>
                <a:lnTo>
                  <a:pt x="4263" y="793"/>
                </a:lnTo>
                <a:lnTo>
                  <a:pt x="4263" y="853"/>
                </a:lnTo>
                <a:moveTo>
                  <a:pt x="4130" y="853"/>
                </a:moveTo>
                <a:lnTo>
                  <a:pt x="4051" y="853"/>
                </a:lnTo>
                <a:lnTo>
                  <a:pt x="4051" y="793"/>
                </a:lnTo>
                <a:lnTo>
                  <a:pt x="4130" y="793"/>
                </a:lnTo>
                <a:lnTo>
                  <a:pt x="4130" y="853"/>
                </a:lnTo>
                <a:moveTo>
                  <a:pt x="3998" y="853"/>
                </a:moveTo>
                <a:lnTo>
                  <a:pt x="3919" y="853"/>
                </a:lnTo>
                <a:lnTo>
                  <a:pt x="3919" y="793"/>
                </a:lnTo>
                <a:lnTo>
                  <a:pt x="3998" y="793"/>
                </a:lnTo>
                <a:lnTo>
                  <a:pt x="3998" y="853"/>
                </a:lnTo>
                <a:moveTo>
                  <a:pt x="3866" y="853"/>
                </a:moveTo>
                <a:lnTo>
                  <a:pt x="3787" y="853"/>
                </a:lnTo>
                <a:lnTo>
                  <a:pt x="3787" y="793"/>
                </a:lnTo>
                <a:lnTo>
                  <a:pt x="3866" y="793"/>
                </a:lnTo>
                <a:lnTo>
                  <a:pt x="3866" y="853"/>
                </a:lnTo>
                <a:moveTo>
                  <a:pt x="3734" y="853"/>
                </a:moveTo>
                <a:lnTo>
                  <a:pt x="3654" y="853"/>
                </a:lnTo>
                <a:lnTo>
                  <a:pt x="3654" y="793"/>
                </a:lnTo>
                <a:lnTo>
                  <a:pt x="3734" y="793"/>
                </a:lnTo>
                <a:lnTo>
                  <a:pt x="3734" y="853"/>
                </a:lnTo>
                <a:moveTo>
                  <a:pt x="3601" y="853"/>
                </a:moveTo>
                <a:lnTo>
                  <a:pt x="3522" y="853"/>
                </a:lnTo>
                <a:lnTo>
                  <a:pt x="3522" y="793"/>
                </a:lnTo>
                <a:lnTo>
                  <a:pt x="3601" y="793"/>
                </a:lnTo>
                <a:lnTo>
                  <a:pt x="3601" y="853"/>
                </a:lnTo>
                <a:moveTo>
                  <a:pt x="3469" y="853"/>
                </a:moveTo>
                <a:lnTo>
                  <a:pt x="3390" y="853"/>
                </a:lnTo>
                <a:lnTo>
                  <a:pt x="3390" y="793"/>
                </a:lnTo>
                <a:lnTo>
                  <a:pt x="3469" y="793"/>
                </a:lnTo>
                <a:lnTo>
                  <a:pt x="3469" y="853"/>
                </a:lnTo>
                <a:moveTo>
                  <a:pt x="3337" y="853"/>
                </a:moveTo>
                <a:lnTo>
                  <a:pt x="3257" y="853"/>
                </a:lnTo>
                <a:lnTo>
                  <a:pt x="3257" y="793"/>
                </a:lnTo>
                <a:lnTo>
                  <a:pt x="3337" y="793"/>
                </a:lnTo>
                <a:lnTo>
                  <a:pt x="3337" y="853"/>
                </a:lnTo>
                <a:moveTo>
                  <a:pt x="3204" y="853"/>
                </a:moveTo>
                <a:lnTo>
                  <a:pt x="3125" y="853"/>
                </a:lnTo>
                <a:lnTo>
                  <a:pt x="3125" y="793"/>
                </a:lnTo>
                <a:lnTo>
                  <a:pt x="3204" y="793"/>
                </a:lnTo>
                <a:lnTo>
                  <a:pt x="3204" y="853"/>
                </a:lnTo>
                <a:moveTo>
                  <a:pt x="3072" y="853"/>
                </a:moveTo>
                <a:lnTo>
                  <a:pt x="2993" y="853"/>
                </a:lnTo>
                <a:lnTo>
                  <a:pt x="2993" y="793"/>
                </a:lnTo>
                <a:lnTo>
                  <a:pt x="3072" y="793"/>
                </a:lnTo>
                <a:lnTo>
                  <a:pt x="3072" y="853"/>
                </a:lnTo>
                <a:moveTo>
                  <a:pt x="2940" y="853"/>
                </a:moveTo>
                <a:lnTo>
                  <a:pt x="2860" y="853"/>
                </a:lnTo>
                <a:lnTo>
                  <a:pt x="2860" y="793"/>
                </a:lnTo>
                <a:lnTo>
                  <a:pt x="2940" y="793"/>
                </a:lnTo>
                <a:lnTo>
                  <a:pt x="2940" y="853"/>
                </a:lnTo>
                <a:moveTo>
                  <a:pt x="2808" y="853"/>
                </a:moveTo>
                <a:lnTo>
                  <a:pt x="2728" y="853"/>
                </a:lnTo>
                <a:lnTo>
                  <a:pt x="2728" y="793"/>
                </a:lnTo>
                <a:lnTo>
                  <a:pt x="2808" y="793"/>
                </a:lnTo>
                <a:lnTo>
                  <a:pt x="2808" y="853"/>
                </a:lnTo>
                <a:moveTo>
                  <a:pt x="2675" y="853"/>
                </a:moveTo>
                <a:lnTo>
                  <a:pt x="2596" y="853"/>
                </a:lnTo>
                <a:lnTo>
                  <a:pt x="2596" y="793"/>
                </a:lnTo>
                <a:lnTo>
                  <a:pt x="2675" y="793"/>
                </a:lnTo>
                <a:lnTo>
                  <a:pt x="2675" y="853"/>
                </a:lnTo>
                <a:moveTo>
                  <a:pt x="2543" y="853"/>
                </a:moveTo>
                <a:lnTo>
                  <a:pt x="2464" y="853"/>
                </a:lnTo>
                <a:lnTo>
                  <a:pt x="2464" y="793"/>
                </a:lnTo>
                <a:lnTo>
                  <a:pt x="2543" y="793"/>
                </a:lnTo>
                <a:lnTo>
                  <a:pt x="2543" y="853"/>
                </a:lnTo>
                <a:moveTo>
                  <a:pt x="2411" y="853"/>
                </a:moveTo>
                <a:lnTo>
                  <a:pt x="2331" y="853"/>
                </a:lnTo>
                <a:lnTo>
                  <a:pt x="2331" y="793"/>
                </a:lnTo>
                <a:lnTo>
                  <a:pt x="2411" y="793"/>
                </a:lnTo>
                <a:lnTo>
                  <a:pt x="2411" y="853"/>
                </a:lnTo>
                <a:moveTo>
                  <a:pt x="2278" y="853"/>
                </a:moveTo>
                <a:lnTo>
                  <a:pt x="2199" y="853"/>
                </a:lnTo>
                <a:lnTo>
                  <a:pt x="2199" y="793"/>
                </a:lnTo>
                <a:lnTo>
                  <a:pt x="2278" y="793"/>
                </a:lnTo>
                <a:lnTo>
                  <a:pt x="2278" y="853"/>
                </a:lnTo>
                <a:moveTo>
                  <a:pt x="2146" y="853"/>
                </a:moveTo>
                <a:lnTo>
                  <a:pt x="2067" y="853"/>
                </a:lnTo>
                <a:lnTo>
                  <a:pt x="2067" y="793"/>
                </a:lnTo>
                <a:lnTo>
                  <a:pt x="2146" y="793"/>
                </a:lnTo>
                <a:lnTo>
                  <a:pt x="2146" y="853"/>
                </a:lnTo>
                <a:moveTo>
                  <a:pt x="2014" y="853"/>
                </a:moveTo>
                <a:lnTo>
                  <a:pt x="1934" y="853"/>
                </a:lnTo>
                <a:lnTo>
                  <a:pt x="1934" y="793"/>
                </a:lnTo>
                <a:lnTo>
                  <a:pt x="2014" y="793"/>
                </a:lnTo>
                <a:lnTo>
                  <a:pt x="2014" y="853"/>
                </a:lnTo>
                <a:moveTo>
                  <a:pt x="1882" y="853"/>
                </a:moveTo>
                <a:lnTo>
                  <a:pt x="1802" y="853"/>
                </a:lnTo>
                <a:lnTo>
                  <a:pt x="1802" y="793"/>
                </a:lnTo>
                <a:lnTo>
                  <a:pt x="1882" y="793"/>
                </a:lnTo>
                <a:lnTo>
                  <a:pt x="1882" y="853"/>
                </a:lnTo>
                <a:moveTo>
                  <a:pt x="1749" y="853"/>
                </a:moveTo>
                <a:lnTo>
                  <a:pt x="1670" y="853"/>
                </a:lnTo>
                <a:lnTo>
                  <a:pt x="1670" y="793"/>
                </a:lnTo>
                <a:lnTo>
                  <a:pt x="1749" y="793"/>
                </a:lnTo>
                <a:lnTo>
                  <a:pt x="1749" y="853"/>
                </a:lnTo>
                <a:moveTo>
                  <a:pt x="1616" y="853"/>
                </a:moveTo>
                <a:lnTo>
                  <a:pt x="1537" y="853"/>
                </a:lnTo>
                <a:lnTo>
                  <a:pt x="1537" y="793"/>
                </a:lnTo>
                <a:lnTo>
                  <a:pt x="1616" y="793"/>
                </a:lnTo>
                <a:lnTo>
                  <a:pt x="1616" y="853"/>
                </a:lnTo>
                <a:moveTo>
                  <a:pt x="1484" y="853"/>
                </a:moveTo>
                <a:lnTo>
                  <a:pt x="1404" y="853"/>
                </a:lnTo>
                <a:lnTo>
                  <a:pt x="1404" y="793"/>
                </a:lnTo>
                <a:lnTo>
                  <a:pt x="1484" y="793"/>
                </a:lnTo>
                <a:lnTo>
                  <a:pt x="1484" y="853"/>
                </a:lnTo>
                <a:moveTo>
                  <a:pt x="1351" y="853"/>
                </a:moveTo>
                <a:lnTo>
                  <a:pt x="1272" y="853"/>
                </a:lnTo>
                <a:lnTo>
                  <a:pt x="1272" y="793"/>
                </a:lnTo>
                <a:lnTo>
                  <a:pt x="1351" y="793"/>
                </a:lnTo>
                <a:lnTo>
                  <a:pt x="1351" y="853"/>
                </a:lnTo>
                <a:moveTo>
                  <a:pt x="1219" y="853"/>
                </a:moveTo>
                <a:lnTo>
                  <a:pt x="1140" y="853"/>
                </a:lnTo>
                <a:lnTo>
                  <a:pt x="1140" y="793"/>
                </a:lnTo>
                <a:lnTo>
                  <a:pt x="1219" y="793"/>
                </a:lnTo>
                <a:lnTo>
                  <a:pt x="1219" y="853"/>
                </a:lnTo>
                <a:moveTo>
                  <a:pt x="1087" y="853"/>
                </a:moveTo>
                <a:lnTo>
                  <a:pt x="1007" y="853"/>
                </a:lnTo>
                <a:lnTo>
                  <a:pt x="1007" y="793"/>
                </a:lnTo>
                <a:lnTo>
                  <a:pt x="1087" y="793"/>
                </a:lnTo>
                <a:lnTo>
                  <a:pt x="1087" y="853"/>
                </a:lnTo>
                <a:moveTo>
                  <a:pt x="954" y="853"/>
                </a:moveTo>
                <a:lnTo>
                  <a:pt x="875" y="853"/>
                </a:lnTo>
                <a:lnTo>
                  <a:pt x="875" y="793"/>
                </a:lnTo>
                <a:lnTo>
                  <a:pt x="954" y="793"/>
                </a:lnTo>
                <a:lnTo>
                  <a:pt x="954" y="853"/>
                </a:lnTo>
                <a:moveTo>
                  <a:pt x="822" y="853"/>
                </a:moveTo>
                <a:lnTo>
                  <a:pt x="743" y="853"/>
                </a:lnTo>
                <a:lnTo>
                  <a:pt x="743" y="793"/>
                </a:lnTo>
                <a:lnTo>
                  <a:pt x="822" y="793"/>
                </a:lnTo>
                <a:lnTo>
                  <a:pt x="822" y="853"/>
                </a:lnTo>
                <a:moveTo>
                  <a:pt x="690" y="853"/>
                </a:moveTo>
                <a:lnTo>
                  <a:pt x="611" y="853"/>
                </a:lnTo>
                <a:lnTo>
                  <a:pt x="611" y="793"/>
                </a:lnTo>
                <a:lnTo>
                  <a:pt x="690" y="793"/>
                </a:lnTo>
                <a:lnTo>
                  <a:pt x="690" y="853"/>
                </a:lnTo>
                <a:moveTo>
                  <a:pt x="558" y="853"/>
                </a:moveTo>
                <a:lnTo>
                  <a:pt x="478" y="853"/>
                </a:lnTo>
                <a:lnTo>
                  <a:pt x="478" y="793"/>
                </a:lnTo>
                <a:lnTo>
                  <a:pt x="558" y="793"/>
                </a:lnTo>
                <a:lnTo>
                  <a:pt x="558" y="853"/>
                </a:lnTo>
                <a:moveTo>
                  <a:pt x="425" y="853"/>
                </a:moveTo>
                <a:lnTo>
                  <a:pt x="346" y="853"/>
                </a:lnTo>
                <a:lnTo>
                  <a:pt x="346" y="793"/>
                </a:lnTo>
                <a:lnTo>
                  <a:pt x="425" y="793"/>
                </a:lnTo>
                <a:lnTo>
                  <a:pt x="425" y="853"/>
                </a:lnTo>
                <a:moveTo>
                  <a:pt x="293" y="853"/>
                </a:moveTo>
                <a:lnTo>
                  <a:pt x="241" y="853"/>
                </a:lnTo>
                <a:cubicBezTo>
                  <a:pt x="231" y="853"/>
                  <a:pt x="221" y="852"/>
                  <a:pt x="211" y="851"/>
                </a:cubicBezTo>
                <a:lnTo>
                  <a:pt x="218" y="792"/>
                </a:lnTo>
                <a:cubicBezTo>
                  <a:pt x="226" y="793"/>
                  <a:pt x="233" y="793"/>
                  <a:pt x="241" y="793"/>
                </a:cubicBezTo>
                <a:lnTo>
                  <a:pt x="293" y="793"/>
                </a:lnTo>
                <a:lnTo>
                  <a:pt x="293" y="853"/>
                </a:lnTo>
                <a:moveTo>
                  <a:pt x="151" y="835"/>
                </a:moveTo>
                <a:cubicBezTo>
                  <a:pt x="123" y="823"/>
                  <a:pt x="98" y="807"/>
                  <a:pt x="75" y="786"/>
                </a:cubicBezTo>
                <a:lnTo>
                  <a:pt x="115" y="743"/>
                </a:lnTo>
                <a:cubicBezTo>
                  <a:pt x="132" y="759"/>
                  <a:pt x="151" y="772"/>
                  <a:pt x="173" y="780"/>
                </a:cubicBezTo>
                <a:lnTo>
                  <a:pt x="151" y="835"/>
                </a:lnTo>
                <a:moveTo>
                  <a:pt x="37" y="738"/>
                </a:moveTo>
                <a:cubicBezTo>
                  <a:pt x="20" y="712"/>
                  <a:pt x="9" y="684"/>
                  <a:pt x="4" y="653"/>
                </a:cubicBezTo>
                <a:lnTo>
                  <a:pt x="61" y="643"/>
                </a:lnTo>
                <a:cubicBezTo>
                  <a:pt x="65" y="666"/>
                  <a:pt x="74" y="688"/>
                  <a:pt x="86" y="707"/>
                </a:cubicBezTo>
                <a:lnTo>
                  <a:pt x="37" y="738"/>
                </a:lnTo>
                <a:moveTo>
                  <a:pt x="0" y="596"/>
                </a:moveTo>
                <a:lnTo>
                  <a:pt x="0" y="517"/>
                </a:lnTo>
                <a:lnTo>
                  <a:pt x="58" y="517"/>
                </a:lnTo>
                <a:lnTo>
                  <a:pt x="58" y="596"/>
                </a:lnTo>
                <a:lnTo>
                  <a:pt x="0" y="596"/>
                </a:lnTo>
                <a:moveTo>
                  <a:pt x="0" y="464"/>
                </a:moveTo>
                <a:lnTo>
                  <a:pt x="0" y="385"/>
                </a:lnTo>
                <a:lnTo>
                  <a:pt x="58" y="385"/>
                </a:lnTo>
                <a:lnTo>
                  <a:pt x="58" y="464"/>
                </a:lnTo>
                <a:lnTo>
                  <a:pt x="0" y="464"/>
                </a:lnTo>
                <a:moveTo>
                  <a:pt x="0" y="332"/>
                </a:moveTo>
                <a:lnTo>
                  <a:pt x="0" y="252"/>
                </a:lnTo>
                <a:lnTo>
                  <a:pt x="58" y="252"/>
                </a:lnTo>
                <a:lnTo>
                  <a:pt x="58" y="332"/>
                </a:lnTo>
                <a:lnTo>
                  <a:pt x="0" y="332"/>
                </a:lnTo>
                <a:moveTo>
                  <a:pt x="4" y="195"/>
                </a:moveTo>
                <a:cubicBezTo>
                  <a:pt x="10" y="165"/>
                  <a:pt x="21" y="137"/>
                  <a:pt x="38" y="111"/>
                </a:cubicBezTo>
                <a:lnTo>
                  <a:pt x="87" y="142"/>
                </a:lnTo>
                <a:cubicBezTo>
                  <a:pt x="74" y="162"/>
                  <a:pt x="66" y="183"/>
                  <a:pt x="62" y="206"/>
                </a:cubicBezTo>
                <a:lnTo>
                  <a:pt x="4" y="195"/>
                </a:lnTo>
                <a:moveTo>
                  <a:pt x="77" y="64"/>
                </a:moveTo>
                <a:cubicBezTo>
                  <a:pt x="100" y="43"/>
                  <a:pt x="125" y="27"/>
                  <a:pt x="154" y="16"/>
                </a:cubicBezTo>
                <a:lnTo>
                  <a:pt x="175" y="70"/>
                </a:lnTo>
                <a:cubicBezTo>
                  <a:pt x="153" y="78"/>
                  <a:pt x="134" y="91"/>
                  <a:pt x="117" y="106"/>
                </a:cubicBezTo>
                <a:lnTo>
                  <a:pt x="77" y="64"/>
                </a:lnTo>
                <a:moveTo>
                  <a:pt x="214" y="1"/>
                </a:moveTo>
                <a:cubicBezTo>
                  <a:pt x="223" y="0"/>
                  <a:pt x="232" y="0"/>
                  <a:pt x="241" y="0"/>
                </a:cubicBezTo>
                <a:lnTo>
                  <a:pt x="320" y="0"/>
                </a:lnTo>
                <a:lnTo>
                  <a:pt x="320" y="58"/>
                </a:lnTo>
                <a:lnTo>
                  <a:pt x="241" y="58"/>
                </a:lnTo>
                <a:cubicBezTo>
                  <a:pt x="234" y="58"/>
                  <a:pt x="227" y="58"/>
                  <a:pt x="220" y="59"/>
                </a:cubicBezTo>
                <a:lnTo>
                  <a:pt x="214" y="1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6" name=""/>
          <p:cNvSpPr/>
          <p:nvPr/>
        </p:nvSpPr>
        <p:spPr>
          <a:xfrm>
            <a:off x="1084680" y="3837600"/>
            <a:ext cx="3355200" cy="307080"/>
          </a:xfrm>
          <a:custGeom>
            <a:avLst/>
            <a:gdLst/>
            <a:ahLst/>
            <a:rect l="0" t="0" r="r" b="b"/>
            <a:pathLst>
              <a:path w="9320" h="853">
                <a:moveTo>
                  <a:pt x="373" y="0"/>
                </a:moveTo>
                <a:lnTo>
                  <a:pt x="453" y="0"/>
                </a:lnTo>
                <a:lnTo>
                  <a:pt x="453" y="58"/>
                </a:lnTo>
                <a:lnTo>
                  <a:pt x="373" y="58"/>
                </a:lnTo>
                <a:lnTo>
                  <a:pt x="373" y="0"/>
                </a:lnTo>
                <a:moveTo>
                  <a:pt x="505" y="0"/>
                </a:moveTo>
                <a:lnTo>
                  <a:pt x="585" y="0"/>
                </a:lnTo>
                <a:lnTo>
                  <a:pt x="585" y="58"/>
                </a:lnTo>
                <a:lnTo>
                  <a:pt x="505" y="58"/>
                </a:lnTo>
                <a:lnTo>
                  <a:pt x="505" y="0"/>
                </a:lnTo>
                <a:moveTo>
                  <a:pt x="638" y="0"/>
                </a:moveTo>
                <a:lnTo>
                  <a:pt x="717" y="0"/>
                </a:lnTo>
                <a:lnTo>
                  <a:pt x="717" y="58"/>
                </a:lnTo>
                <a:lnTo>
                  <a:pt x="638" y="58"/>
                </a:lnTo>
                <a:lnTo>
                  <a:pt x="638" y="0"/>
                </a:lnTo>
                <a:moveTo>
                  <a:pt x="770" y="0"/>
                </a:moveTo>
                <a:lnTo>
                  <a:pt x="849" y="0"/>
                </a:lnTo>
                <a:lnTo>
                  <a:pt x="849" y="58"/>
                </a:lnTo>
                <a:lnTo>
                  <a:pt x="770" y="58"/>
                </a:lnTo>
                <a:lnTo>
                  <a:pt x="770" y="0"/>
                </a:lnTo>
                <a:moveTo>
                  <a:pt x="902" y="0"/>
                </a:moveTo>
                <a:lnTo>
                  <a:pt x="982" y="0"/>
                </a:lnTo>
                <a:lnTo>
                  <a:pt x="982" y="58"/>
                </a:lnTo>
                <a:lnTo>
                  <a:pt x="902" y="58"/>
                </a:lnTo>
                <a:lnTo>
                  <a:pt x="902" y="0"/>
                </a:lnTo>
                <a:moveTo>
                  <a:pt x="1035" y="0"/>
                </a:moveTo>
                <a:lnTo>
                  <a:pt x="1114" y="0"/>
                </a:lnTo>
                <a:lnTo>
                  <a:pt x="1114" y="58"/>
                </a:lnTo>
                <a:lnTo>
                  <a:pt x="1035" y="58"/>
                </a:lnTo>
                <a:lnTo>
                  <a:pt x="1035" y="0"/>
                </a:lnTo>
                <a:moveTo>
                  <a:pt x="1167" y="0"/>
                </a:moveTo>
                <a:lnTo>
                  <a:pt x="1246" y="0"/>
                </a:lnTo>
                <a:lnTo>
                  <a:pt x="1246" y="58"/>
                </a:lnTo>
                <a:lnTo>
                  <a:pt x="1167" y="58"/>
                </a:lnTo>
                <a:lnTo>
                  <a:pt x="1167" y="0"/>
                </a:lnTo>
                <a:moveTo>
                  <a:pt x="1299" y="0"/>
                </a:moveTo>
                <a:lnTo>
                  <a:pt x="1379" y="0"/>
                </a:lnTo>
                <a:lnTo>
                  <a:pt x="1379" y="58"/>
                </a:lnTo>
                <a:lnTo>
                  <a:pt x="1299" y="58"/>
                </a:lnTo>
                <a:lnTo>
                  <a:pt x="1299" y="0"/>
                </a:lnTo>
                <a:moveTo>
                  <a:pt x="1431" y="0"/>
                </a:moveTo>
                <a:lnTo>
                  <a:pt x="1511" y="0"/>
                </a:lnTo>
                <a:lnTo>
                  <a:pt x="1511" y="58"/>
                </a:lnTo>
                <a:lnTo>
                  <a:pt x="1431" y="58"/>
                </a:lnTo>
                <a:lnTo>
                  <a:pt x="1431" y="0"/>
                </a:lnTo>
                <a:moveTo>
                  <a:pt x="1564" y="0"/>
                </a:moveTo>
                <a:lnTo>
                  <a:pt x="1643" y="0"/>
                </a:lnTo>
                <a:lnTo>
                  <a:pt x="1643" y="58"/>
                </a:lnTo>
                <a:lnTo>
                  <a:pt x="1564" y="58"/>
                </a:lnTo>
                <a:lnTo>
                  <a:pt x="1564" y="0"/>
                </a:lnTo>
                <a:moveTo>
                  <a:pt x="1697" y="0"/>
                </a:moveTo>
                <a:lnTo>
                  <a:pt x="1776" y="0"/>
                </a:lnTo>
                <a:lnTo>
                  <a:pt x="1776" y="58"/>
                </a:lnTo>
                <a:lnTo>
                  <a:pt x="1697" y="58"/>
                </a:lnTo>
                <a:lnTo>
                  <a:pt x="1697" y="0"/>
                </a:lnTo>
                <a:moveTo>
                  <a:pt x="1829" y="0"/>
                </a:moveTo>
                <a:lnTo>
                  <a:pt x="1909" y="0"/>
                </a:lnTo>
                <a:lnTo>
                  <a:pt x="1909" y="58"/>
                </a:lnTo>
                <a:lnTo>
                  <a:pt x="1829" y="58"/>
                </a:lnTo>
                <a:lnTo>
                  <a:pt x="1829" y="0"/>
                </a:lnTo>
                <a:moveTo>
                  <a:pt x="1962" y="0"/>
                </a:moveTo>
                <a:lnTo>
                  <a:pt x="2041" y="0"/>
                </a:lnTo>
                <a:lnTo>
                  <a:pt x="2041" y="58"/>
                </a:lnTo>
                <a:lnTo>
                  <a:pt x="1962" y="58"/>
                </a:lnTo>
                <a:lnTo>
                  <a:pt x="1962" y="0"/>
                </a:lnTo>
                <a:moveTo>
                  <a:pt x="2094" y="0"/>
                </a:moveTo>
                <a:lnTo>
                  <a:pt x="2173" y="0"/>
                </a:lnTo>
                <a:lnTo>
                  <a:pt x="2173" y="58"/>
                </a:lnTo>
                <a:lnTo>
                  <a:pt x="2094" y="58"/>
                </a:lnTo>
                <a:lnTo>
                  <a:pt x="2094" y="0"/>
                </a:lnTo>
                <a:moveTo>
                  <a:pt x="2226" y="0"/>
                </a:moveTo>
                <a:lnTo>
                  <a:pt x="2306" y="0"/>
                </a:lnTo>
                <a:lnTo>
                  <a:pt x="2306" y="58"/>
                </a:lnTo>
                <a:lnTo>
                  <a:pt x="2226" y="58"/>
                </a:lnTo>
                <a:lnTo>
                  <a:pt x="2226" y="0"/>
                </a:lnTo>
                <a:moveTo>
                  <a:pt x="2359" y="0"/>
                </a:moveTo>
                <a:lnTo>
                  <a:pt x="2438" y="0"/>
                </a:lnTo>
                <a:lnTo>
                  <a:pt x="2438" y="58"/>
                </a:lnTo>
                <a:lnTo>
                  <a:pt x="2359" y="58"/>
                </a:lnTo>
                <a:lnTo>
                  <a:pt x="2359" y="0"/>
                </a:lnTo>
                <a:moveTo>
                  <a:pt x="2491" y="0"/>
                </a:moveTo>
                <a:lnTo>
                  <a:pt x="2570" y="0"/>
                </a:lnTo>
                <a:lnTo>
                  <a:pt x="2570" y="58"/>
                </a:lnTo>
                <a:lnTo>
                  <a:pt x="2491" y="58"/>
                </a:lnTo>
                <a:lnTo>
                  <a:pt x="2491" y="0"/>
                </a:lnTo>
                <a:moveTo>
                  <a:pt x="2623" y="0"/>
                </a:moveTo>
                <a:lnTo>
                  <a:pt x="2702" y="0"/>
                </a:lnTo>
                <a:lnTo>
                  <a:pt x="2702" y="58"/>
                </a:lnTo>
                <a:lnTo>
                  <a:pt x="2623" y="58"/>
                </a:lnTo>
                <a:lnTo>
                  <a:pt x="2623" y="0"/>
                </a:lnTo>
                <a:moveTo>
                  <a:pt x="2755" y="0"/>
                </a:moveTo>
                <a:lnTo>
                  <a:pt x="2835" y="0"/>
                </a:lnTo>
                <a:lnTo>
                  <a:pt x="2835" y="58"/>
                </a:lnTo>
                <a:lnTo>
                  <a:pt x="2755" y="58"/>
                </a:lnTo>
                <a:lnTo>
                  <a:pt x="2755" y="0"/>
                </a:lnTo>
                <a:moveTo>
                  <a:pt x="2888" y="0"/>
                </a:moveTo>
                <a:lnTo>
                  <a:pt x="2967" y="0"/>
                </a:lnTo>
                <a:lnTo>
                  <a:pt x="2967" y="58"/>
                </a:lnTo>
                <a:lnTo>
                  <a:pt x="2888" y="58"/>
                </a:lnTo>
                <a:lnTo>
                  <a:pt x="2888" y="0"/>
                </a:lnTo>
                <a:moveTo>
                  <a:pt x="3020" y="0"/>
                </a:moveTo>
                <a:lnTo>
                  <a:pt x="3099" y="0"/>
                </a:lnTo>
                <a:lnTo>
                  <a:pt x="3099" y="58"/>
                </a:lnTo>
                <a:lnTo>
                  <a:pt x="3020" y="58"/>
                </a:lnTo>
                <a:lnTo>
                  <a:pt x="3020" y="0"/>
                </a:lnTo>
                <a:moveTo>
                  <a:pt x="3152" y="0"/>
                </a:moveTo>
                <a:lnTo>
                  <a:pt x="3232" y="0"/>
                </a:lnTo>
                <a:lnTo>
                  <a:pt x="3232" y="58"/>
                </a:lnTo>
                <a:lnTo>
                  <a:pt x="3152" y="58"/>
                </a:lnTo>
                <a:lnTo>
                  <a:pt x="3152" y="0"/>
                </a:lnTo>
                <a:moveTo>
                  <a:pt x="3285" y="0"/>
                </a:moveTo>
                <a:lnTo>
                  <a:pt x="3364" y="0"/>
                </a:lnTo>
                <a:lnTo>
                  <a:pt x="3364" y="58"/>
                </a:lnTo>
                <a:lnTo>
                  <a:pt x="3285" y="58"/>
                </a:lnTo>
                <a:lnTo>
                  <a:pt x="3285" y="0"/>
                </a:lnTo>
                <a:moveTo>
                  <a:pt x="3417" y="0"/>
                </a:moveTo>
                <a:lnTo>
                  <a:pt x="3496" y="0"/>
                </a:lnTo>
                <a:lnTo>
                  <a:pt x="3496" y="58"/>
                </a:lnTo>
                <a:lnTo>
                  <a:pt x="3417" y="58"/>
                </a:lnTo>
                <a:lnTo>
                  <a:pt x="3417" y="0"/>
                </a:lnTo>
                <a:moveTo>
                  <a:pt x="3549" y="0"/>
                </a:moveTo>
                <a:lnTo>
                  <a:pt x="3629" y="0"/>
                </a:lnTo>
                <a:lnTo>
                  <a:pt x="3629" y="58"/>
                </a:lnTo>
                <a:lnTo>
                  <a:pt x="3549" y="58"/>
                </a:lnTo>
                <a:lnTo>
                  <a:pt x="3549" y="0"/>
                </a:lnTo>
                <a:moveTo>
                  <a:pt x="3681" y="0"/>
                </a:moveTo>
                <a:lnTo>
                  <a:pt x="3761" y="0"/>
                </a:lnTo>
                <a:lnTo>
                  <a:pt x="3761" y="58"/>
                </a:lnTo>
                <a:lnTo>
                  <a:pt x="3681" y="58"/>
                </a:lnTo>
                <a:lnTo>
                  <a:pt x="3681" y="0"/>
                </a:lnTo>
                <a:moveTo>
                  <a:pt x="3814" y="0"/>
                </a:moveTo>
                <a:lnTo>
                  <a:pt x="3893" y="0"/>
                </a:lnTo>
                <a:lnTo>
                  <a:pt x="3893" y="58"/>
                </a:lnTo>
                <a:lnTo>
                  <a:pt x="3814" y="58"/>
                </a:lnTo>
                <a:lnTo>
                  <a:pt x="3814" y="0"/>
                </a:lnTo>
                <a:moveTo>
                  <a:pt x="3946" y="0"/>
                </a:moveTo>
                <a:lnTo>
                  <a:pt x="4025" y="0"/>
                </a:lnTo>
                <a:lnTo>
                  <a:pt x="4025" y="58"/>
                </a:lnTo>
                <a:lnTo>
                  <a:pt x="3946" y="58"/>
                </a:lnTo>
                <a:lnTo>
                  <a:pt x="3946" y="0"/>
                </a:lnTo>
                <a:moveTo>
                  <a:pt x="4078" y="0"/>
                </a:moveTo>
                <a:lnTo>
                  <a:pt x="4158" y="0"/>
                </a:lnTo>
                <a:lnTo>
                  <a:pt x="4158" y="58"/>
                </a:lnTo>
                <a:lnTo>
                  <a:pt x="4078" y="58"/>
                </a:lnTo>
                <a:lnTo>
                  <a:pt x="4078" y="0"/>
                </a:lnTo>
                <a:moveTo>
                  <a:pt x="4211" y="0"/>
                </a:moveTo>
                <a:lnTo>
                  <a:pt x="4290" y="0"/>
                </a:lnTo>
                <a:lnTo>
                  <a:pt x="4290" y="58"/>
                </a:lnTo>
                <a:lnTo>
                  <a:pt x="4211" y="58"/>
                </a:lnTo>
                <a:lnTo>
                  <a:pt x="4211" y="0"/>
                </a:lnTo>
                <a:moveTo>
                  <a:pt x="4343" y="0"/>
                </a:moveTo>
                <a:lnTo>
                  <a:pt x="4422" y="0"/>
                </a:lnTo>
                <a:lnTo>
                  <a:pt x="4422" y="58"/>
                </a:lnTo>
                <a:lnTo>
                  <a:pt x="4343" y="58"/>
                </a:lnTo>
                <a:lnTo>
                  <a:pt x="4343" y="0"/>
                </a:lnTo>
                <a:moveTo>
                  <a:pt x="4475" y="0"/>
                </a:moveTo>
                <a:lnTo>
                  <a:pt x="4555" y="0"/>
                </a:lnTo>
                <a:lnTo>
                  <a:pt x="4555" y="58"/>
                </a:lnTo>
                <a:lnTo>
                  <a:pt x="4475" y="58"/>
                </a:lnTo>
                <a:lnTo>
                  <a:pt x="4475" y="0"/>
                </a:lnTo>
                <a:moveTo>
                  <a:pt x="4607" y="0"/>
                </a:moveTo>
                <a:lnTo>
                  <a:pt x="4687" y="0"/>
                </a:lnTo>
                <a:lnTo>
                  <a:pt x="4687" y="58"/>
                </a:lnTo>
                <a:lnTo>
                  <a:pt x="4607" y="58"/>
                </a:lnTo>
                <a:lnTo>
                  <a:pt x="4607" y="0"/>
                </a:lnTo>
                <a:moveTo>
                  <a:pt x="4740" y="0"/>
                </a:moveTo>
                <a:lnTo>
                  <a:pt x="4819" y="0"/>
                </a:lnTo>
                <a:lnTo>
                  <a:pt x="4819" y="58"/>
                </a:lnTo>
                <a:lnTo>
                  <a:pt x="4740" y="58"/>
                </a:lnTo>
                <a:lnTo>
                  <a:pt x="4740" y="0"/>
                </a:lnTo>
                <a:moveTo>
                  <a:pt x="4872" y="0"/>
                </a:moveTo>
                <a:lnTo>
                  <a:pt x="4951" y="0"/>
                </a:lnTo>
                <a:lnTo>
                  <a:pt x="4951" y="58"/>
                </a:lnTo>
                <a:lnTo>
                  <a:pt x="4872" y="58"/>
                </a:lnTo>
                <a:lnTo>
                  <a:pt x="4872" y="0"/>
                </a:lnTo>
                <a:moveTo>
                  <a:pt x="5004" y="0"/>
                </a:moveTo>
                <a:lnTo>
                  <a:pt x="5084" y="0"/>
                </a:lnTo>
                <a:lnTo>
                  <a:pt x="5084" y="58"/>
                </a:lnTo>
                <a:lnTo>
                  <a:pt x="5004" y="58"/>
                </a:lnTo>
                <a:lnTo>
                  <a:pt x="5004" y="0"/>
                </a:lnTo>
                <a:moveTo>
                  <a:pt x="5137" y="0"/>
                </a:moveTo>
                <a:lnTo>
                  <a:pt x="5216" y="0"/>
                </a:lnTo>
                <a:lnTo>
                  <a:pt x="5216" y="58"/>
                </a:lnTo>
                <a:lnTo>
                  <a:pt x="5137" y="58"/>
                </a:lnTo>
                <a:lnTo>
                  <a:pt x="5137" y="0"/>
                </a:lnTo>
                <a:moveTo>
                  <a:pt x="5269" y="0"/>
                </a:moveTo>
                <a:lnTo>
                  <a:pt x="5348" y="0"/>
                </a:lnTo>
                <a:lnTo>
                  <a:pt x="5348" y="58"/>
                </a:lnTo>
                <a:lnTo>
                  <a:pt x="5269" y="58"/>
                </a:lnTo>
                <a:lnTo>
                  <a:pt x="5269" y="0"/>
                </a:lnTo>
                <a:moveTo>
                  <a:pt x="5401" y="0"/>
                </a:moveTo>
                <a:lnTo>
                  <a:pt x="5481" y="0"/>
                </a:lnTo>
                <a:lnTo>
                  <a:pt x="5481" y="58"/>
                </a:lnTo>
                <a:lnTo>
                  <a:pt x="5401" y="58"/>
                </a:lnTo>
                <a:lnTo>
                  <a:pt x="5401" y="0"/>
                </a:lnTo>
                <a:moveTo>
                  <a:pt x="5534" y="0"/>
                </a:moveTo>
                <a:lnTo>
                  <a:pt x="5613" y="0"/>
                </a:lnTo>
                <a:lnTo>
                  <a:pt x="5613" y="58"/>
                </a:lnTo>
                <a:lnTo>
                  <a:pt x="5534" y="58"/>
                </a:lnTo>
                <a:lnTo>
                  <a:pt x="5534" y="0"/>
                </a:lnTo>
                <a:moveTo>
                  <a:pt x="5666" y="0"/>
                </a:moveTo>
                <a:lnTo>
                  <a:pt x="5745" y="0"/>
                </a:lnTo>
                <a:lnTo>
                  <a:pt x="5745" y="58"/>
                </a:lnTo>
                <a:lnTo>
                  <a:pt x="5666" y="58"/>
                </a:lnTo>
                <a:lnTo>
                  <a:pt x="5666" y="0"/>
                </a:lnTo>
                <a:moveTo>
                  <a:pt x="5798" y="0"/>
                </a:moveTo>
                <a:lnTo>
                  <a:pt x="5877" y="0"/>
                </a:lnTo>
                <a:lnTo>
                  <a:pt x="5877" y="58"/>
                </a:lnTo>
                <a:lnTo>
                  <a:pt x="5798" y="58"/>
                </a:lnTo>
                <a:lnTo>
                  <a:pt x="5798" y="0"/>
                </a:lnTo>
                <a:moveTo>
                  <a:pt x="5930" y="0"/>
                </a:moveTo>
                <a:lnTo>
                  <a:pt x="6010" y="0"/>
                </a:lnTo>
                <a:lnTo>
                  <a:pt x="6010" y="58"/>
                </a:lnTo>
                <a:lnTo>
                  <a:pt x="5930" y="58"/>
                </a:lnTo>
                <a:lnTo>
                  <a:pt x="5930" y="0"/>
                </a:lnTo>
                <a:moveTo>
                  <a:pt x="6063" y="0"/>
                </a:moveTo>
                <a:lnTo>
                  <a:pt x="6142" y="0"/>
                </a:lnTo>
                <a:lnTo>
                  <a:pt x="6142" y="58"/>
                </a:lnTo>
                <a:lnTo>
                  <a:pt x="6063" y="58"/>
                </a:lnTo>
                <a:lnTo>
                  <a:pt x="6063" y="0"/>
                </a:lnTo>
                <a:moveTo>
                  <a:pt x="6195" y="0"/>
                </a:moveTo>
                <a:lnTo>
                  <a:pt x="6274" y="0"/>
                </a:lnTo>
                <a:lnTo>
                  <a:pt x="6274" y="58"/>
                </a:lnTo>
                <a:lnTo>
                  <a:pt x="6195" y="58"/>
                </a:lnTo>
                <a:lnTo>
                  <a:pt x="6195" y="0"/>
                </a:lnTo>
                <a:moveTo>
                  <a:pt x="6327" y="0"/>
                </a:moveTo>
                <a:lnTo>
                  <a:pt x="6407" y="0"/>
                </a:lnTo>
                <a:lnTo>
                  <a:pt x="6407" y="58"/>
                </a:lnTo>
                <a:lnTo>
                  <a:pt x="6327" y="58"/>
                </a:lnTo>
                <a:lnTo>
                  <a:pt x="6327" y="0"/>
                </a:lnTo>
                <a:moveTo>
                  <a:pt x="6460" y="0"/>
                </a:moveTo>
                <a:lnTo>
                  <a:pt x="6539" y="0"/>
                </a:lnTo>
                <a:lnTo>
                  <a:pt x="6539" y="58"/>
                </a:lnTo>
                <a:lnTo>
                  <a:pt x="6460" y="58"/>
                </a:lnTo>
                <a:lnTo>
                  <a:pt x="6460" y="0"/>
                </a:lnTo>
                <a:moveTo>
                  <a:pt x="6592" y="0"/>
                </a:moveTo>
                <a:lnTo>
                  <a:pt x="6671" y="0"/>
                </a:lnTo>
                <a:lnTo>
                  <a:pt x="6671" y="58"/>
                </a:lnTo>
                <a:lnTo>
                  <a:pt x="6592" y="58"/>
                </a:lnTo>
                <a:lnTo>
                  <a:pt x="6592" y="0"/>
                </a:lnTo>
                <a:moveTo>
                  <a:pt x="6724" y="0"/>
                </a:moveTo>
                <a:lnTo>
                  <a:pt x="6804" y="0"/>
                </a:lnTo>
                <a:lnTo>
                  <a:pt x="6804" y="58"/>
                </a:lnTo>
                <a:lnTo>
                  <a:pt x="6724" y="58"/>
                </a:lnTo>
                <a:lnTo>
                  <a:pt x="6724" y="0"/>
                </a:lnTo>
                <a:moveTo>
                  <a:pt x="6856" y="0"/>
                </a:moveTo>
                <a:lnTo>
                  <a:pt x="6936" y="0"/>
                </a:lnTo>
                <a:lnTo>
                  <a:pt x="6936" y="58"/>
                </a:lnTo>
                <a:lnTo>
                  <a:pt x="6856" y="58"/>
                </a:lnTo>
                <a:lnTo>
                  <a:pt x="6856" y="0"/>
                </a:lnTo>
                <a:moveTo>
                  <a:pt x="6989" y="0"/>
                </a:moveTo>
                <a:lnTo>
                  <a:pt x="7068" y="0"/>
                </a:lnTo>
                <a:lnTo>
                  <a:pt x="7068" y="58"/>
                </a:lnTo>
                <a:lnTo>
                  <a:pt x="6989" y="58"/>
                </a:lnTo>
                <a:lnTo>
                  <a:pt x="6989" y="0"/>
                </a:lnTo>
                <a:moveTo>
                  <a:pt x="7121" y="0"/>
                </a:moveTo>
                <a:lnTo>
                  <a:pt x="7200" y="0"/>
                </a:lnTo>
                <a:lnTo>
                  <a:pt x="7200" y="58"/>
                </a:lnTo>
                <a:lnTo>
                  <a:pt x="7121" y="58"/>
                </a:lnTo>
                <a:lnTo>
                  <a:pt x="7121" y="0"/>
                </a:lnTo>
                <a:moveTo>
                  <a:pt x="7253" y="0"/>
                </a:moveTo>
                <a:lnTo>
                  <a:pt x="7333" y="0"/>
                </a:lnTo>
                <a:lnTo>
                  <a:pt x="7333" y="58"/>
                </a:lnTo>
                <a:lnTo>
                  <a:pt x="7253" y="58"/>
                </a:lnTo>
                <a:lnTo>
                  <a:pt x="7253" y="0"/>
                </a:lnTo>
                <a:moveTo>
                  <a:pt x="7386" y="0"/>
                </a:moveTo>
                <a:lnTo>
                  <a:pt x="7465" y="0"/>
                </a:lnTo>
                <a:lnTo>
                  <a:pt x="7465" y="58"/>
                </a:lnTo>
                <a:lnTo>
                  <a:pt x="7386" y="58"/>
                </a:lnTo>
                <a:lnTo>
                  <a:pt x="7386" y="0"/>
                </a:lnTo>
                <a:moveTo>
                  <a:pt x="7518" y="0"/>
                </a:moveTo>
                <a:lnTo>
                  <a:pt x="7597" y="0"/>
                </a:lnTo>
                <a:lnTo>
                  <a:pt x="7597" y="58"/>
                </a:lnTo>
                <a:lnTo>
                  <a:pt x="7518" y="58"/>
                </a:lnTo>
                <a:lnTo>
                  <a:pt x="7518" y="0"/>
                </a:lnTo>
                <a:moveTo>
                  <a:pt x="7650" y="0"/>
                </a:moveTo>
                <a:lnTo>
                  <a:pt x="7730" y="0"/>
                </a:lnTo>
                <a:lnTo>
                  <a:pt x="7730" y="58"/>
                </a:lnTo>
                <a:lnTo>
                  <a:pt x="7650" y="58"/>
                </a:lnTo>
                <a:lnTo>
                  <a:pt x="7650" y="0"/>
                </a:lnTo>
                <a:moveTo>
                  <a:pt x="7782" y="0"/>
                </a:moveTo>
                <a:lnTo>
                  <a:pt x="7862" y="0"/>
                </a:lnTo>
                <a:lnTo>
                  <a:pt x="7862" y="58"/>
                </a:lnTo>
                <a:lnTo>
                  <a:pt x="7782" y="58"/>
                </a:lnTo>
                <a:lnTo>
                  <a:pt x="7782" y="0"/>
                </a:lnTo>
                <a:moveTo>
                  <a:pt x="7915" y="0"/>
                </a:moveTo>
                <a:lnTo>
                  <a:pt x="7994" y="0"/>
                </a:lnTo>
                <a:lnTo>
                  <a:pt x="7994" y="58"/>
                </a:lnTo>
                <a:lnTo>
                  <a:pt x="7915" y="58"/>
                </a:lnTo>
                <a:lnTo>
                  <a:pt x="7915" y="0"/>
                </a:lnTo>
                <a:moveTo>
                  <a:pt x="8047" y="0"/>
                </a:moveTo>
                <a:lnTo>
                  <a:pt x="8126" y="0"/>
                </a:lnTo>
                <a:lnTo>
                  <a:pt x="8126" y="58"/>
                </a:lnTo>
                <a:lnTo>
                  <a:pt x="8047" y="58"/>
                </a:lnTo>
                <a:lnTo>
                  <a:pt x="8047" y="0"/>
                </a:lnTo>
                <a:moveTo>
                  <a:pt x="8179" y="0"/>
                </a:moveTo>
                <a:lnTo>
                  <a:pt x="8259" y="0"/>
                </a:lnTo>
                <a:lnTo>
                  <a:pt x="8259" y="58"/>
                </a:lnTo>
                <a:lnTo>
                  <a:pt x="8179" y="58"/>
                </a:lnTo>
                <a:lnTo>
                  <a:pt x="8179" y="0"/>
                </a:lnTo>
                <a:moveTo>
                  <a:pt x="8312" y="0"/>
                </a:moveTo>
                <a:lnTo>
                  <a:pt x="8391" y="0"/>
                </a:lnTo>
                <a:lnTo>
                  <a:pt x="8391" y="58"/>
                </a:lnTo>
                <a:lnTo>
                  <a:pt x="8312" y="58"/>
                </a:lnTo>
                <a:lnTo>
                  <a:pt x="8312" y="0"/>
                </a:lnTo>
                <a:moveTo>
                  <a:pt x="8444" y="0"/>
                </a:moveTo>
                <a:lnTo>
                  <a:pt x="8523" y="0"/>
                </a:lnTo>
                <a:lnTo>
                  <a:pt x="8523" y="58"/>
                </a:lnTo>
                <a:lnTo>
                  <a:pt x="8444" y="58"/>
                </a:lnTo>
                <a:lnTo>
                  <a:pt x="8444" y="0"/>
                </a:lnTo>
                <a:moveTo>
                  <a:pt x="8576" y="0"/>
                </a:moveTo>
                <a:lnTo>
                  <a:pt x="8656" y="0"/>
                </a:lnTo>
                <a:lnTo>
                  <a:pt x="8656" y="58"/>
                </a:lnTo>
                <a:lnTo>
                  <a:pt x="8576" y="58"/>
                </a:lnTo>
                <a:lnTo>
                  <a:pt x="8576" y="0"/>
                </a:lnTo>
                <a:moveTo>
                  <a:pt x="8709" y="0"/>
                </a:moveTo>
                <a:lnTo>
                  <a:pt x="8788" y="0"/>
                </a:lnTo>
                <a:lnTo>
                  <a:pt x="8788" y="58"/>
                </a:lnTo>
                <a:lnTo>
                  <a:pt x="8709" y="58"/>
                </a:lnTo>
                <a:lnTo>
                  <a:pt x="8709" y="0"/>
                </a:lnTo>
                <a:moveTo>
                  <a:pt x="8841" y="0"/>
                </a:moveTo>
                <a:lnTo>
                  <a:pt x="8920" y="0"/>
                </a:lnTo>
                <a:lnTo>
                  <a:pt x="8920" y="58"/>
                </a:lnTo>
                <a:lnTo>
                  <a:pt x="8841" y="58"/>
                </a:lnTo>
                <a:lnTo>
                  <a:pt x="8841" y="0"/>
                </a:lnTo>
                <a:moveTo>
                  <a:pt x="8973" y="0"/>
                </a:moveTo>
                <a:lnTo>
                  <a:pt x="9052" y="0"/>
                </a:lnTo>
                <a:lnTo>
                  <a:pt x="9052" y="58"/>
                </a:lnTo>
                <a:lnTo>
                  <a:pt x="8973" y="58"/>
                </a:lnTo>
                <a:lnTo>
                  <a:pt x="8973" y="0"/>
                </a:lnTo>
                <a:moveTo>
                  <a:pt x="9108" y="1"/>
                </a:moveTo>
                <a:cubicBezTo>
                  <a:pt x="9139" y="5"/>
                  <a:pt x="9168" y="14"/>
                  <a:pt x="9195" y="29"/>
                </a:cubicBezTo>
                <a:lnTo>
                  <a:pt x="9167" y="80"/>
                </a:lnTo>
                <a:cubicBezTo>
                  <a:pt x="9146" y="69"/>
                  <a:pt x="9124" y="62"/>
                  <a:pt x="9101" y="59"/>
                </a:cubicBezTo>
                <a:lnTo>
                  <a:pt x="9108" y="1"/>
                </a:lnTo>
                <a:moveTo>
                  <a:pt x="9244" y="65"/>
                </a:moveTo>
                <a:cubicBezTo>
                  <a:pt x="9266" y="86"/>
                  <a:pt x="9284" y="111"/>
                  <a:pt x="9297" y="138"/>
                </a:cubicBezTo>
                <a:lnTo>
                  <a:pt x="9244" y="163"/>
                </a:lnTo>
                <a:cubicBezTo>
                  <a:pt x="9234" y="142"/>
                  <a:pt x="9221" y="123"/>
                  <a:pt x="9204" y="107"/>
                </a:cubicBezTo>
                <a:lnTo>
                  <a:pt x="9244" y="65"/>
                </a:lnTo>
                <a:moveTo>
                  <a:pt x="9316" y="197"/>
                </a:moveTo>
                <a:cubicBezTo>
                  <a:pt x="9318" y="211"/>
                  <a:pt x="9320" y="226"/>
                  <a:pt x="9320" y="240"/>
                </a:cubicBezTo>
                <a:lnTo>
                  <a:pt x="9320" y="280"/>
                </a:lnTo>
                <a:lnTo>
                  <a:pt x="9262" y="280"/>
                </a:lnTo>
                <a:lnTo>
                  <a:pt x="9262" y="240"/>
                </a:lnTo>
                <a:cubicBezTo>
                  <a:pt x="9262" y="229"/>
                  <a:pt x="9261" y="218"/>
                  <a:pt x="9259" y="207"/>
                </a:cubicBezTo>
                <a:lnTo>
                  <a:pt x="9316" y="197"/>
                </a:lnTo>
                <a:moveTo>
                  <a:pt x="9320" y="333"/>
                </a:moveTo>
                <a:lnTo>
                  <a:pt x="9320" y="413"/>
                </a:lnTo>
                <a:lnTo>
                  <a:pt x="9262" y="413"/>
                </a:lnTo>
                <a:lnTo>
                  <a:pt x="9262" y="333"/>
                </a:lnTo>
                <a:lnTo>
                  <a:pt x="9320" y="333"/>
                </a:lnTo>
                <a:moveTo>
                  <a:pt x="9320" y="466"/>
                </a:moveTo>
                <a:lnTo>
                  <a:pt x="9320" y="545"/>
                </a:lnTo>
                <a:lnTo>
                  <a:pt x="9262" y="545"/>
                </a:lnTo>
                <a:lnTo>
                  <a:pt x="9262" y="466"/>
                </a:lnTo>
                <a:lnTo>
                  <a:pt x="9320" y="466"/>
                </a:lnTo>
                <a:moveTo>
                  <a:pt x="9320" y="598"/>
                </a:moveTo>
                <a:lnTo>
                  <a:pt x="9320" y="611"/>
                </a:lnTo>
                <a:cubicBezTo>
                  <a:pt x="9320" y="636"/>
                  <a:pt x="9316" y="661"/>
                  <a:pt x="9308" y="685"/>
                </a:cubicBezTo>
                <a:lnTo>
                  <a:pt x="9253" y="667"/>
                </a:lnTo>
                <a:cubicBezTo>
                  <a:pt x="9259" y="649"/>
                  <a:pt x="9262" y="630"/>
                  <a:pt x="9262" y="611"/>
                </a:cubicBezTo>
                <a:lnTo>
                  <a:pt x="9262" y="598"/>
                </a:lnTo>
                <a:lnTo>
                  <a:pt x="9320" y="598"/>
                </a:lnTo>
                <a:moveTo>
                  <a:pt x="9282" y="740"/>
                </a:moveTo>
                <a:cubicBezTo>
                  <a:pt x="9266" y="766"/>
                  <a:pt x="9245" y="788"/>
                  <a:pt x="9220" y="806"/>
                </a:cubicBezTo>
                <a:lnTo>
                  <a:pt x="9186" y="759"/>
                </a:lnTo>
                <a:cubicBezTo>
                  <a:pt x="9205" y="745"/>
                  <a:pt x="9220" y="728"/>
                  <a:pt x="9233" y="709"/>
                </a:cubicBezTo>
                <a:lnTo>
                  <a:pt x="9282" y="740"/>
                </a:lnTo>
                <a:moveTo>
                  <a:pt x="9167" y="836"/>
                </a:moveTo>
                <a:cubicBezTo>
                  <a:pt x="9139" y="847"/>
                  <a:pt x="9109" y="853"/>
                  <a:pt x="9079" y="853"/>
                </a:cubicBezTo>
                <a:lnTo>
                  <a:pt x="9078" y="853"/>
                </a:lnTo>
                <a:lnTo>
                  <a:pt x="9078" y="793"/>
                </a:lnTo>
                <a:lnTo>
                  <a:pt x="9079" y="793"/>
                </a:lnTo>
                <a:cubicBezTo>
                  <a:pt x="9102" y="793"/>
                  <a:pt x="9124" y="789"/>
                  <a:pt x="9146" y="781"/>
                </a:cubicBezTo>
                <a:lnTo>
                  <a:pt x="9167" y="836"/>
                </a:lnTo>
                <a:moveTo>
                  <a:pt x="9025" y="853"/>
                </a:moveTo>
                <a:lnTo>
                  <a:pt x="8946" y="853"/>
                </a:lnTo>
                <a:lnTo>
                  <a:pt x="8946" y="793"/>
                </a:lnTo>
                <a:lnTo>
                  <a:pt x="9025" y="793"/>
                </a:lnTo>
                <a:lnTo>
                  <a:pt x="9025" y="853"/>
                </a:lnTo>
                <a:moveTo>
                  <a:pt x="8893" y="853"/>
                </a:moveTo>
                <a:lnTo>
                  <a:pt x="8814" y="853"/>
                </a:lnTo>
                <a:lnTo>
                  <a:pt x="8814" y="793"/>
                </a:lnTo>
                <a:lnTo>
                  <a:pt x="8893" y="793"/>
                </a:lnTo>
                <a:lnTo>
                  <a:pt x="8893" y="853"/>
                </a:lnTo>
                <a:moveTo>
                  <a:pt x="8761" y="853"/>
                </a:moveTo>
                <a:lnTo>
                  <a:pt x="8681" y="853"/>
                </a:lnTo>
                <a:lnTo>
                  <a:pt x="8681" y="793"/>
                </a:lnTo>
                <a:lnTo>
                  <a:pt x="8761" y="793"/>
                </a:lnTo>
                <a:lnTo>
                  <a:pt x="8761" y="853"/>
                </a:lnTo>
                <a:moveTo>
                  <a:pt x="8628" y="853"/>
                </a:moveTo>
                <a:lnTo>
                  <a:pt x="8549" y="853"/>
                </a:lnTo>
                <a:lnTo>
                  <a:pt x="8549" y="793"/>
                </a:lnTo>
                <a:lnTo>
                  <a:pt x="8628" y="793"/>
                </a:lnTo>
                <a:lnTo>
                  <a:pt x="8628" y="853"/>
                </a:lnTo>
                <a:moveTo>
                  <a:pt x="8496" y="853"/>
                </a:moveTo>
                <a:lnTo>
                  <a:pt x="8417" y="853"/>
                </a:lnTo>
                <a:lnTo>
                  <a:pt x="8417" y="793"/>
                </a:lnTo>
                <a:lnTo>
                  <a:pt x="8496" y="793"/>
                </a:lnTo>
                <a:lnTo>
                  <a:pt x="8496" y="853"/>
                </a:lnTo>
                <a:moveTo>
                  <a:pt x="8364" y="853"/>
                </a:moveTo>
                <a:lnTo>
                  <a:pt x="8284" y="853"/>
                </a:lnTo>
                <a:lnTo>
                  <a:pt x="8284" y="793"/>
                </a:lnTo>
                <a:lnTo>
                  <a:pt x="8364" y="793"/>
                </a:lnTo>
                <a:lnTo>
                  <a:pt x="8364" y="853"/>
                </a:lnTo>
                <a:moveTo>
                  <a:pt x="8232" y="853"/>
                </a:moveTo>
                <a:lnTo>
                  <a:pt x="8152" y="853"/>
                </a:lnTo>
                <a:lnTo>
                  <a:pt x="8152" y="793"/>
                </a:lnTo>
                <a:lnTo>
                  <a:pt x="8232" y="793"/>
                </a:lnTo>
                <a:lnTo>
                  <a:pt x="8232" y="853"/>
                </a:lnTo>
                <a:moveTo>
                  <a:pt x="8099" y="853"/>
                </a:moveTo>
                <a:lnTo>
                  <a:pt x="8020" y="853"/>
                </a:lnTo>
                <a:lnTo>
                  <a:pt x="8020" y="793"/>
                </a:lnTo>
                <a:lnTo>
                  <a:pt x="8099" y="793"/>
                </a:lnTo>
                <a:lnTo>
                  <a:pt x="8099" y="853"/>
                </a:lnTo>
                <a:moveTo>
                  <a:pt x="7967" y="853"/>
                </a:moveTo>
                <a:lnTo>
                  <a:pt x="7888" y="853"/>
                </a:lnTo>
                <a:lnTo>
                  <a:pt x="7888" y="793"/>
                </a:lnTo>
                <a:lnTo>
                  <a:pt x="7967" y="793"/>
                </a:lnTo>
                <a:lnTo>
                  <a:pt x="7967" y="853"/>
                </a:lnTo>
                <a:moveTo>
                  <a:pt x="7835" y="853"/>
                </a:moveTo>
                <a:lnTo>
                  <a:pt x="7755" y="853"/>
                </a:lnTo>
                <a:lnTo>
                  <a:pt x="7755" y="793"/>
                </a:lnTo>
                <a:lnTo>
                  <a:pt x="7835" y="793"/>
                </a:lnTo>
                <a:lnTo>
                  <a:pt x="7835" y="853"/>
                </a:lnTo>
                <a:moveTo>
                  <a:pt x="7702" y="853"/>
                </a:moveTo>
                <a:lnTo>
                  <a:pt x="7623" y="853"/>
                </a:lnTo>
                <a:lnTo>
                  <a:pt x="7623" y="793"/>
                </a:lnTo>
                <a:lnTo>
                  <a:pt x="7702" y="793"/>
                </a:lnTo>
                <a:lnTo>
                  <a:pt x="7702" y="853"/>
                </a:lnTo>
                <a:moveTo>
                  <a:pt x="7570" y="853"/>
                </a:moveTo>
                <a:lnTo>
                  <a:pt x="7491" y="853"/>
                </a:lnTo>
                <a:lnTo>
                  <a:pt x="7491" y="793"/>
                </a:lnTo>
                <a:lnTo>
                  <a:pt x="7570" y="793"/>
                </a:lnTo>
                <a:lnTo>
                  <a:pt x="7570" y="853"/>
                </a:lnTo>
                <a:moveTo>
                  <a:pt x="7438" y="853"/>
                </a:moveTo>
                <a:lnTo>
                  <a:pt x="7358" y="853"/>
                </a:lnTo>
                <a:lnTo>
                  <a:pt x="7358" y="793"/>
                </a:lnTo>
                <a:lnTo>
                  <a:pt x="7438" y="793"/>
                </a:lnTo>
                <a:lnTo>
                  <a:pt x="7438" y="853"/>
                </a:lnTo>
                <a:moveTo>
                  <a:pt x="7305" y="853"/>
                </a:moveTo>
                <a:lnTo>
                  <a:pt x="7226" y="853"/>
                </a:lnTo>
                <a:lnTo>
                  <a:pt x="7226" y="793"/>
                </a:lnTo>
                <a:lnTo>
                  <a:pt x="7305" y="793"/>
                </a:lnTo>
                <a:lnTo>
                  <a:pt x="7305" y="853"/>
                </a:lnTo>
                <a:moveTo>
                  <a:pt x="7173" y="853"/>
                </a:moveTo>
                <a:lnTo>
                  <a:pt x="7094" y="853"/>
                </a:lnTo>
                <a:lnTo>
                  <a:pt x="7094" y="793"/>
                </a:lnTo>
                <a:lnTo>
                  <a:pt x="7173" y="793"/>
                </a:lnTo>
                <a:lnTo>
                  <a:pt x="7173" y="853"/>
                </a:lnTo>
                <a:moveTo>
                  <a:pt x="7041" y="853"/>
                </a:moveTo>
                <a:lnTo>
                  <a:pt x="6962" y="853"/>
                </a:lnTo>
                <a:lnTo>
                  <a:pt x="6962" y="793"/>
                </a:lnTo>
                <a:lnTo>
                  <a:pt x="7041" y="793"/>
                </a:lnTo>
                <a:lnTo>
                  <a:pt x="7041" y="853"/>
                </a:lnTo>
                <a:moveTo>
                  <a:pt x="6909" y="853"/>
                </a:moveTo>
                <a:lnTo>
                  <a:pt x="6829" y="853"/>
                </a:lnTo>
                <a:lnTo>
                  <a:pt x="6829" y="793"/>
                </a:lnTo>
                <a:lnTo>
                  <a:pt x="6909" y="793"/>
                </a:lnTo>
                <a:lnTo>
                  <a:pt x="6909" y="853"/>
                </a:lnTo>
                <a:moveTo>
                  <a:pt x="6776" y="853"/>
                </a:moveTo>
                <a:lnTo>
                  <a:pt x="6697" y="853"/>
                </a:lnTo>
                <a:lnTo>
                  <a:pt x="6697" y="793"/>
                </a:lnTo>
                <a:lnTo>
                  <a:pt x="6776" y="793"/>
                </a:lnTo>
                <a:lnTo>
                  <a:pt x="6776" y="853"/>
                </a:lnTo>
                <a:moveTo>
                  <a:pt x="6644" y="853"/>
                </a:moveTo>
                <a:lnTo>
                  <a:pt x="6565" y="853"/>
                </a:lnTo>
                <a:lnTo>
                  <a:pt x="6565" y="793"/>
                </a:lnTo>
                <a:lnTo>
                  <a:pt x="6644" y="793"/>
                </a:lnTo>
                <a:lnTo>
                  <a:pt x="6644" y="853"/>
                </a:lnTo>
                <a:moveTo>
                  <a:pt x="6512" y="853"/>
                </a:moveTo>
                <a:lnTo>
                  <a:pt x="6432" y="853"/>
                </a:lnTo>
                <a:lnTo>
                  <a:pt x="6432" y="793"/>
                </a:lnTo>
                <a:lnTo>
                  <a:pt x="6512" y="793"/>
                </a:lnTo>
                <a:lnTo>
                  <a:pt x="6512" y="853"/>
                </a:lnTo>
                <a:moveTo>
                  <a:pt x="6379" y="853"/>
                </a:moveTo>
                <a:lnTo>
                  <a:pt x="6300" y="853"/>
                </a:lnTo>
                <a:lnTo>
                  <a:pt x="6300" y="793"/>
                </a:lnTo>
                <a:lnTo>
                  <a:pt x="6379" y="793"/>
                </a:lnTo>
                <a:lnTo>
                  <a:pt x="6379" y="853"/>
                </a:lnTo>
                <a:moveTo>
                  <a:pt x="6247" y="853"/>
                </a:moveTo>
                <a:lnTo>
                  <a:pt x="6168" y="853"/>
                </a:lnTo>
                <a:lnTo>
                  <a:pt x="6168" y="793"/>
                </a:lnTo>
                <a:lnTo>
                  <a:pt x="6247" y="793"/>
                </a:lnTo>
                <a:lnTo>
                  <a:pt x="6247" y="853"/>
                </a:lnTo>
                <a:moveTo>
                  <a:pt x="6115" y="853"/>
                </a:moveTo>
                <a:lnTo>
                  <a:pt x="6035" y="853"/>
                </a:lnTo>
                <a:lnTo>
                  <a:pt x="6035" y="793"/>
                </a:lnTo>
                <a:lnTo>
                  <a:pt x="6115" y="793"/>
                </a:lnTo>
                <a:lnTo>
                  <a:pt x="6115" y="853"/>
                </a:lnTo>
                <a:moveTo>
                  <a:pt x="5983" y="853"/>
                </a:moveTo>
                <a:lnTo>
                  <a:pt x="5903" y="853"/>
                </a:lnTo>
                <a:lnTo>
                  <a:pt x="5903" y="793"/>
                </a:lnTo>
                <a:lnTo>
                  <a:pt x="5983" y="793"/>
                </a:lnTo>
                <a:lnTo>
                  <a:pt x="5983" y="853"/>
                </a:lnTo>
                <a:moveTo>
                  <a:pt x="5850" y="853"/>
                </a:moveTo>
                <a:lnTo>
                  <a:pt x="5771" y="853"/>
                </a:lnTo>
                <a:lnTo>
                  <a:pt x="5771" y="793"/>
                </a:lnTo>
                <a:lnTo>
                  <a:pt x="5850" y="793"/>
                </a:lnTo>
                <a:lnTo>
                  <a:pt x="5850" y="853"/>
                </a:lnTo>
                <a:moveTo>
                  <a:pt x="5718" y="853"/>
                </a:moveTo>
                <a:lnTo>
                  <a:pt x="5639" y="853"/>
                </a:lnTo>
                <a:lnTo>
                  <a:pt x="5639" y="793"/>
                </a:lnTo>
                <a:lnTo>
                  <a:pt x="5718" y="793"/>
                </a:lnTo>
                <a:lnTo>
                  <a:pt x="5718" y="853"/>
                </a:lnTo>
                <a:moveTo>
                  <a:pt x="5586" y="853"/>
                </a:moveTo>
                <a:lnTo>
                  <a:pt x="5506" y="853"/>
                </a:lnTo>
                <a:lnTo>
                  <a:pt x="5506" y="793"/>
                </a:lnTo>
                <a:lnTo>
                  <a:pt x="5586" y="793"/>
                </a:lnTo>
                <a:lnTo>
                  <a:pt x="5586" y="853"/>
                </a:lnTo>
                <a:moveTo>
                  <a:pt x="5453" y="853"/>
                </a:moveTo>
                <a:lnTo>
                  <a:pt x="5374" y="853"/>
                </a:lnTo>
                <a:lnTo>
                  <a:pt x="5374" y="793"/>
                </a:lnTo>
                <a:lnTo>
                  <a:pt x="5453" y="793"/>
                </a:lnTo>
                <a:lnTo>
                  <a:pt x="5453" y="853"/>
                </a:lnTo>
                <a:moveTo>
                  <a:pt x="5321" y="853"/>
                </a:moveTo>
                <a:lnTo>
                  <a:pt x="5242" y="853"/>
                </a:lnTo>
                <a:lnTo>
                  <a:pt x="5242" y="793"/>
                </a:lnTo>
                <a:lnTo>
                  <a:pt x="5321" y="793"/>
                </a:lnTo>
                <a:lnTo>
                  <a:pt x="5321" y="853"/>
                </a:lnTo>
                <a:moveTo>
                  <a:pt x="5189" y="853"/>
                </a:moveTo>
                <a:lnTo>
                  <a:pt x="5109" y="853"/>
                </a:lnTo>
                <a:lnTo>
                  <a:pt x="5109" y="793"/>
                </a:lnTo>
                <a:lnTo>
                  <a:pt x="5189" y="793"/>
                </a:lnTo>
                <a:lnTo>
                  <a:pt x="5189" y="853"/>
                </a:lnTo>
                <a:moveTo>
                  <a:pt x="5057" y="853"/>
                </a:moveTo>
                <a:lnTo>
                  <a:pt x="4977" y="853"/>
                </a:lnTo>
                <a:lnTo>
                  <a:pt x="4977" y="793"/>
                </a:lnTo>
                <a:lnTo>
                  <a:pt x="5057" y="793"/>
                </a:lnTo>
                <a:lnTo>
                  <a:pt x="5057" y="853"/>
                </a:lnTo>
                <a:moveTo>
                  <a:pt x="4924" y="853"/>
                </a:moveTo>
                <a:lnTo>
                  <a:pt x="4845" y="853"/>
                </a:lnTo>
                <a:lnTo>
                  <a:pt x="4845" y="793"/>
                </a:lnTo>
                <a:lnTo>
                  <a:pt x="4924" y="793"/>
                </a:lnTo>
                <a:lnTo>
                  <a:pt x="4924" y="853"/>
                </a:lnTo>
                <a:moveTo>
                  <a:pt x="4792" y="853"/>
                </a:moveTo>
                <a:lnTo>
                  <a:pt x="4713" y="853"/>
                </a:lnTo>
                <a:lnTo>
                  <a:pt x="4713" y="793"/>
                </a:lnTo>
                <a:lnTo>
                  <a:pt x="4792" y="793"/>
                </a:lnTo>
                <a:lnTo>
                  <a:pt x="4792" y="853"/>
                </a:lnTo>
                <a:moveTo>
                  <a:pt x="4660" y="853"/>
                </a:moveTo>
                <a:lnTo>
                  <a:pt x="4580" y="853"/>
                </a:lnTo>
                <a:lnTo>
                  <a:pt x="4580" y="793"/>
                </a:lnTo>
                <a:lnTo>
                  <a:pt x="4660" y="793"/>
                </a:lnTo>
                <a:lnTo>
                  <a:pt x="4660" y="853"/>
                </a:lnTo>
                <a:moveTo>
                  <a:pt x="4527" y="853"/>
                </a:moveTo>
                <a:lnTo>
                  <a:pt x="4448" y="853"/>
                </a:lnTo>
                <a:lnTo>
                  <a:pt x="4448" y="793"/>
                </a:lnTo>
                <a:lnTo>
                  <a:pt x="4527" y="793"/>
                </a:lnTo>
                <a:lnTo>
                  <a:pt x="4527" y="853"/>
                </a:lnTo>
                <a:moveTo>
                  <a:pt x="4395" y="853"/>
                </a:moveTo>
                <a:lnTo>
                  <a:pt x="4316" y="853"/>
                </a:lnTo>
                <a:lnTo>
                  <a:pt x="4316" y="793"/>
                </a:lnTo>
                <a:lnTo>
                  <a:pt x="4395" y="793"/>
                </a:lnTo>
                <a:lnTo>
                  <a:pt x="4395" y="853"/>
                </a:lnTo>
                <a:moveTo>
                  <a:pt x="4263" y="853"/>
                </a:moveTo>
                <a:lnTo>
                  <a:pt x="4183" y="853"/>
                </a:lnTo>
                <a:lnTo>
                  <a:pt x="4183" y="793"/>
                </a:lnTo>
                <a:lnTo>
                  <a:pt x="4263" y="793"/>
                </a:lnTo>
                <a:lnTo>
                  <a:pt x="4263" y="853"/>
                </a:lnTo>
                <a:moveTo>
                  <a:pt x="4130" y="853"/>
                </a:moveTo>
                <a:lnTo>
                  <a:pt x="4051" y="853"/>
                </a:lnTo>
                <a:lnTo>
                  <a:pt x="4051" y="793"/>
                </a:lnTo>
                <a:lnTo>
                  <a:pt x="4130" y="793"/>
                </a:lnTo>
                <a:lnTo>
                  <a:pt x="4130" y="853"/>
                </a:lnTo>
                <a:moveTo>
                  <a:pt x="3998" y="853"/>
                </a:moveTo>
                <a:lnTo>
                  <a:pt x="3919" y="853"/>
                </a:lnTo>
                <a:lnTo>
                  <a:pt x="3919" y="793"/>
                </a:lnTo>
                <a:lnTo>
                  <a:pt x="3998" y="793"/>
                </a:lnTo>
                <a:lnTo>
                  <a:pt x="3998" y="853"/>
                </a:lnTo>
                <a:moveTo>
                  <a:pt x="3866" y="853"/>
                </a:moveTo>
                <a:lnTo>
                  <a:pt x="3787" y="853"/>
                </a:lnTo>
                <a:lnTo>
                  <a:pt x="3787" y="793"/>
                </a:lnTo>
                <a:lnTo>
                  <a:pt x="3866" y="793"/>
                </a:lnTo>
                <a:lnTo>
                  <a:pt x="3866" y="853"/>
                </a:lnTo>
                <a:moveTo>
                  <a:pt x="3734" y="853"/>
                </a:moveTo>
                <a:lnTo>
                  <a:pt x="3654" y="853"/>
                </a:lnTo>
                <a:lnTo>
                  <a:pt x="3654" y="793"/>
                </a:lnTo>
                <a:lnTo>
                  <a:pt x="3734" y="793"/>
                </a:lnTo>
                <a:lnTo>
                  <a:pt x="3734" y="853"/>
                </a:lnTo>
                <a:moveTo>
                  <a:pt x="3601" y="853"/>
                </a:moveTo>
                <a:lnTo>
                  <a:pt x="3522" y="853"/>
                </a:lnTo>
                <a:lnTo>
                  <a:pt x="3522" y="793"/>
                </a:lnTo>
                <a:lnTo>
                  <a:pt x="3601" y="793"/>
                </a:lnTo>
                <a:lnTo>
                  <a:pt x="3601" y="853"/>
                </a:lnTo>
                <a:moveTo>
                  <a:pt x="3469" y="853"/>
                </a:moveTo>
                <a:lnTo>
                  <a:pt x="3390" y="853"/>
                </a:lnTo>
                <a:lnTo>
                  <a:pt x="3390" y="793"/>
                </a:lnTo>
                <a:lnTo>
                  <a:pt x="3469" y="793"/>
                </a:lnTo>
                <a:lnTo>
                  <a:pt x="3469" y="853"/>
                </a:lnTo>
                <a:moveTo>
                  <a:pt x="3337" y="853"/>
                </a:moveTo>
                <a:lnTo>
                  <a:pt x="3257" y="853"/>
                </a:lnTo>
                <a:lnTo>
                  <a:pt x="3257" y="793"/>
                </a:lnTo>
                <a:lnTo>
                  <a:pt x="3337" y="793"/>
                </a:lnTo>
                <a:lnTo>
                  <a:pt x="3337" y="853"/>
                </a:lnTo>
                <a:moveTo>
                  <a:pt x="3204" y="853"/>
                </a:moveTo>
                <a:lnTo>
                  <a:pt x="3125" y="853"/>
                </a:lnTo>
                <a:lnTo>
                  <a:pt x="3125" y="793"/>
                </a:lnTo>
                <a:lnTo>
                  <a:pt x="3204" y="793"/>
                </a:lnTo>
                <a:lnTo>
                  <a:pt x="3204" y="853"/>
                </a:lnTo>
                <a:moveTo>
                  <a:pt x="3072" y="853"/>
                </a:moveTo>
                <a:lnTo>
                  <a:pt x="2993" y="853"/>
                </a:lnTo>
                <a:lnTo>
                  <a:pt x="2993" y="793"/>
                </a:lnTo>
                <a:lnTo>
                  <a:pt x="3072" y="793"/>
                </a:lnTo>
                <a:lnTo>
                  <a:pt x="3072" y="853"/>
                </a:lnTo>
                <a:moveTo>
                  <a:pt x="2940" y="853"/>
                </a:moveTo>
                <a:lnTo>
                  <a:pt x="2860" y="853"/>
                </a:lnTo>
                <a:lnTo>
                  <a:pt x="2860" y="793"/>
                </a:lnTo>
                <a:lnTo>
                  <a:pt x="2940" y="793"/>
                </a:lnTo>
                <a:lnTo>
                  <a:pt x="2940" y="853"/>
                </a:lnTo>
                <a:moveTo>
                  <a:pt x="2808" y="853"/>
                </a:moveTo>
                <a:lnTo>
                  <a:pt x="2728" y="853"/>
                </a:lnTo>
                <a:lnTo>
                  <a:pt x="2728" y="793"/>
                </a:lnTo>
                <a:lnTo>
                  <a:pt x="2808" y="793"/>
                </a:lnTo>
                <a:lnTo>
                  <a:pt x="2808" y="853"/>
                </a:lnTo>
                <a:moveTo>
                  <a:pt x="2675" y="853"/>
                </a:moveTo>
                <a:lnTo>
                  <a:pt x="2596" y="853"/>
                </a:lnTo>
                <a:lnTo>
                  <a:pt x="2596" y="793"/>
                </a:lnTo>
                <a:lnTo>
                  <a:pt x="2675" y="793"/>
                </a:lnTo>
                <a:lnTo>
                  <a:pt x="2675" y="853"/>
                </a:lnTo>
                <a:moveTo>
                  <a:pt x="2543" y="853"/>
                </a:moveTo>
                <a:lnTo>
                  <a:pt x="2464" y="853"/>
                </a:lnTo>
                <a:lnTo>
                  <a:pt x="2464" y="793"/>
                </a:lnTo>
                <a:lnTo>
                  <a:pt x="2543" y="793"/>
                </a:lnTo>
                <a:lnTo>
                  <a:pt x="2543" y="853"/>
                </a:lnTo>
                <a:moveTo>
                  <a:pt x="2411" y="853"/>
                </a:moveTo>
                <a:lnTo>
                  <a:pt x="2331" y="853"/>
                </a:lnTo>
                <a:lnTo>
                  <a:pt x="2331" y="793"/>
                </a:lnTo>
                <a:lnTo>
                  <a:pt x="2411" y="793"/>
                </a:lnTo>
                <a:lnTo>
                  <a:pt x="2411" y="853"/>
                </a:lnTo>
                <a:moveTo>
                  <a:pt x="2278" y="853"/>
                </a:moveTo>
                <a:lnTo>
                  <a:pt x="2199" y="853"/>
                </a:lnTo>
                <a:lnTo>
                  <a:pt x="2199" y="793"/>
                </a:lnTo>
                <a:lnTo>
                  <a:pt x="2278" y="793"/>
                </a:lnTo>
                <a:lnTo>
                  <a:pt x="2278" y="853"/>
                </a:lnTo>
                <a:moveTo>
                  <a:pt x="2146" y="853"/>
                </a:moveTo>
                <a:lnTo>
                  <a:pt x="2067" y="853"/>
                </a:lnTo>
                <a:lnTo>
                  <a:pt x="2067" y="793"/>
                </a:lnTo>
                <a:lnTo>
                  <a:pt x="2146" y="793"/>
                </a:lnTo>
                <a:lnTo>
                  <a:pt x="2146" y="853"/>
                </a:lnTo>
                <a:moveTo>
                  <a:pt x="2014" y="853"/>
                </a:moveTo>
                <a:lnTo>
                  <a:pt x="1934" y="853"/>
                </a:lnTo>
                <a:lnTo>
                  <a:pt x="1934" y="793"/>
                </a:lnTo>
                <a:lnTo>
                  <a:pt x="2014" y="793"/>
                </a:lnTo>
                <a:lnTo>
                  <a:pt x="2014" y="853"/>
                </a:lnTo>
                <a:moveTo>
                  <a:pt x="1882" y="853"/>
                </a:moveTo>
                <a:lnTo>
                  <a:pt x="1802" y="853"/>
                </a:lnTo>
                <a:lnTo>
                  <a:pt x="1802" y="793"/>
                </a:lnTo>
                <a:lnTo>
                  <a:pt x="1882" y="793"/>
                </a:lnTo>
                <a:lnTo>
                  <a:pt x="1882" y="853"/>
                </a:lnTo>
                <a:moveTo>
                  <a:pt x="1749" y="853"/>
                </a:moveTo>
                <a:lnTo>
                  <a:pt x="1670" y="853"/>
                </a:lnTo>
                <a:lnTo>
                  <a:pt x="1670" y="793"/>
                </a:lnTo>
                <a:lnTo>
                  <a:pt x="1749" y="793"/>
                </a:lnTo>
                <a:lnTo>
                  <a:pt x="1749" y="853"/>
                </a:lnTo>
                <a:moveTo>
                  <a:pt x="1616" y="853"/>
                </a:moveTo>
                <a:lnTo>
                  <a:pt x="1537" y="853"/>
                </a:lnTo>
                <a:lnTo>
                  <a:pt x="1537" y="793"/>
                </a:lnTo>
                <a:lnTo>
                  <a:pt x="1616" y="793"/>
                </a:lnTo>
                <a:lnTo>
                  <a:pt x="1616" y="853"/>
                </a:lnTo>
                <a:moveTo>
                  <a:pt x="1484" y="853"/>
                </a:moveTo>
                <a:lnTo>
                  <a:pt x="1404" y="853"/>
                </a:lnTo>
                <a:lnTo>
                  <a:pt x="1404" y="793"/>
                </a:lnTo>
                <a:lnTo>
                  <a:pt x="1484" y="793"/>
                </a:lnTo>
                <a:lnTo>
                  <a:pt x="1484" y="853"/>
                </a:lnTo>
                <a:moveTo>
                  <a:pt x="1351" y="853"/>
                </a:moveTo>
                <a:lnTo>
                  <a:pt x="1272" y="853"/>
                </a:lnTo>
                <a:lnTo>
                  <a:pt x="1272" y="793"/>
                </a:lnTo>
                <a:lnTo>
                  <a:pt x="1351" y="793"/>
                </a:lnTo>
                <a:lnTo>
                  <a:pt x="1351" y="853"/>
                </a:lnTo>
                <a:moveTo>
                  <a:pt x="1219" y="853"/>
                </a:moveTo>
                <a:lnTo>
                  <a:pt x="1140" y="853"/>
                </a:lnTo>
                <a:lnTo>
                  <a:pt x="1140" y="793"/>
                </a:lnTo>
                <a:lnTo>
                  <a:pt x="1219" y="793"/>
                </a:lnTo>
                <a:lnTo>
                  <a:pt x="1219" y="853"/>
                </a:lnTo>
                <a:moveTo>
                  <a:pt x="1087" y="853"/>
                </a:moveTo>
                <a:lnTo>
                  <a:pt x="1007" y="853"/>
                </a:lnTo>
                <a:lnTo>
                  <a:pt x="1007" y="793"/>
                </a:lnTo>
                <a:lnTo>
                  <a:pt x="1087" y="793"/>
                </a:lnTo>
                <a:lnTo>
                  <a:pt x="1087" y="853"/>
                </a:lnTo>
                <a:moveTo>
                  <a:pt x="954" y="853"/>
                </a:moveTo>
                <a:lnTo>
                  <a:pt x="875" y="853"/>
                </a:lnTo>
                <a:lnTo>
                  <a:pt x="875" y="793"/>
                </a:lnTo>
                <a:lnTo>
                  <a:pt x="954" y="793"/>
                </a:lnTo>
                <a:lnTo>
                  <a:pt x="954" y="853"/>
                </a:lnTo>
                <a:moveTo>
                  <a:pt x="822" y="853"/>
                </a:moveTo>
                <a:lnTo>
                  <a:pt x="743" y="853"/>
                </a:lnTo>
                <a:lnTo>
                  <a:pt x="743" y="793"/>
                </a:lnTo>
                <a:lnTo>
                  <a:pt x="822" y="793"/>
                </a:lnTo>
                <a:lnTo>
                  <a:pt x="822" y="853"/>
                </a:lnTo>
                <a:moveTo>
                  <a:pt x="690" y="853"/>
                </a:moveTo>
                <a:lnTo>
                  <a:pt x="611" y="853"/>
                </a:lnTo>
                <a:lnTo>
                  <a:pt x="611" y="793"/>
                </a:lnTo>
                <a:lnTo>
                  <a:pt x="690" y="793"/>
                </a:lnTo>
                <a:lnTo>
                  <a:pt x="690" y="853"/>
                </a:lnTo>
                <a:moveTo>
                  <a:pt x="558" y="853"/>
                </a:moveTo>
                <a:lnTo>
                  <a:pt x="478" y="853"/>
                </a:lnTo>
                <a:lnTo>
                  <a:pt x="478" y="793"/>
                </a:lnTo>
                <a:lnTo>
                  <a:pt x="558" y="793"/>
                </a:lnTo>
                <a:lnTo>
                  <a:pt x="558" y="853"/>
                </a:lnTo>
                <a:moveTo>
                  <a:pt x="425" y="853"/>
                </a:moveTo>
                <a:lnTo>
                  <a:pt x="346" y="853"/>
                </a:lnTo>
                <a:lnTo>
                  <a:pt x="346" y="793"/>
                </a:lnTo>
                <a:lnTo>
                  <a:pt x="425" y="793"/>
                </a:lnTo>
                <a:lnTo>
                  <a:pt x="425" y="853"/>
                </a:lnTo>
                <a:moveTo>
                  <a:pt x="293" y="853"/>
                </a:moveTo>
                <a:lnTo>
                  <a:pt x="241" y="853"/>
                </a:lnTo>
                <a:cubicBezTo>
                  <a:pt x="231" y="853"/>
                  <a:pt x="221" y="852"/>
                  <a:pt x="211" y="851"/>
                </a:cubicBezTo>
                <a:lnTo>
                  <a:pt x="218" y="792"/>
                </a:lnTo>
                <a:cubicBezTo>
                  <a:pt x="226" y="793"/>
                  <a:pt x="233" y="793"/>
                  <a:pt x="241" y="793"/>
                </a:cubicBezTo>
                <a:lnTo>
                  <a:pt x="293" y="793"/>
                </a:lnTo>
                <a:lnTo>
                  <a:pt x="293" y="853"/>
                </a:lnTo>
                <a:moveTo>
                  <a:pt x="151" y="835"/>
                </a:moveTo>
                <a:cubicBezTo>
                  <a:pt x="123" y="823"/>
                  <a:pt x="98" y="807"/>
                  <a:pt x="75" y="786"/>
                </a:cubicBezTo>
                <a:lnTo>
                  <a:pt x="115" y="743"/>
                </a:lnTo>
                <a:cubicBezTo>
                  <a:pt x="132" y="759"/>
                  <a:pt x="151" y="772"/>
                  <a:pt x="173" y="780"/>
                </a:cubicBezTo>
                <a:lnTo>
                  <a:pt x="151" y="835"/>
                </a:lnTo>
                <a:moveTo>
                  <a:pt x="37" y="738"/>
                </a:moveTo>
                <a:cubicBezTo>
                  <a:pt x="20" y="712"/>
                  <a:pt x="9" y="684"/>
                  <a:pt x="4" y="653"/>
                </a:cubicBezTo>
                <a:lnTo>
                  <a:pt x="61" y="643"/>
                </a:lnTo>
                <a:cubicBezTo>
                  <a:pt x="65" y="666"/>
                  <a:pt x="74" y="688"/>
                  <a:pt x="86" y="707"/>
                </a:cubicBezTo>
                <a:lnTo>
                  <a:pt x="37" y="738"/>
                </a:lnTo>
                <a:moveTo>
                  <a:pt x="0" y="596"/>
                </a:moveTo>
                <a:lnTo>
                  <a:pt x="0" y="517"/>
                </a:lnTo>
                <a:lnTo>
                  <a:pt x="58" y="517"/>
                </a:lnTo>
                <a:lnTo>
                  <a:pt x="58" y="596"/>
                </a:lnTo>
                <a:lnTo>
                  <a:pt x="0" y="596"/>
                </a:lnTo>
                <a:moveTo>
                  <a:pt x="0" y="464"/>
                </a:moveTo>
                <a:lnTo>
                  <a:pt x="0" y="385"/>
                </a:lnTo>
                <a:lnTo>
                  <a:pt x="58" y="385"/>
                </a:lnTo>
                <a:lnTo>
                  <a:pt x="58" y="464"/>
                </a:lnTo>
                <a:lnTo>
                  <a:pt x="0" y="464"/>
                </a:lnTo>
                <a:moveTo>
                  <a:pt x="0" y="332"/>
                </a:moveTo>
                <a:lnTo>
                  <a:pt x="0" y="252"/>
                </a:lnTo>
                <a:lnTo>
                  <a:pt x="58" y="252"/>
                </a:lnTo>
                <a:lnTo>
                  <a:pt x="58" y="332"/>
                </a:lnTo>
                <a:lnTo>
                  <a:pt x="0" y="332"/>
                </a:lnTo>
                <a:moveTo>
                  <a:pt x="4" y="195"/>
                </a:moveTo>
                <a:cubicBezTo>
                  <a:pt x="10" y="165"/>
                  <a:pt x="21" y="137"/>
                  <a:pt x="38" y="111"/>
                </a:cubicBezTo>
                <a:lnTo>
                  <a:pt x="87" y="142"/>
                </a:lnTo>
                <a:cubicBezTo>
                  <a:pt x="74" y="162"/>
                  <a:pt x="66" y="183"/>
                  <a:pt x="62" y="206"/>
                </a:cubicBezTo>
                <a:lnTo>
                  <a:pt x="4" y="195"/>
                </a:lnTo>
                <a:moveTo>
                  <a:pt x="77" y="64"/>
                </a:moveTo>
                <a:cubicBezTo>
                  <a:pt x="100" y="43"/>
                  <a:pt x="125" y="27"/>
                  <a:pt x="154" y="16"/>
                </a:cubicBezTo>
                <a:lnTo>
                  <a:pt x="175" y="70"/>
                </a:lnTo>
                <a:cubicBezTo>
                  <a:pt x="153" y="78"/>
                  <a:pt x="134" y="91"/>
                  <a:pt x="117" y="106"/>
                </a:cubicBezTo>
                <a:lnTo>
                  <a:pt x="77" y="64"/>
                </a:lnTo>
                <a:moveTo>
                  <a:pt x="214" y="1"/>
                </a:moveTo>
                <a:cubicBezTo>
                  <a:pt x="223" y="0"/>
                  <a:pt x="232" y="0"/>
                  <a:pt x="241" y="0"/>
                </a:cubicBezTo>
                <a:lnTo>
                  <a:pt x="320" y="0"/>
                </a:lnTo>
                <a:lnTo>
                  <a:pt x="320" y="58"/>
                </a:lnTo>
                <a:lnTo>
                  <a:pt x="241" y="58"/>
                </a:lnTo>
                <a:cubicBezTo>
                  <a:pt x="234" y="58"/>
                  <a:pt x="227" y="58"/>
                  <a:pt x="220" y="59"/>
                </a:cubicBezTo>
                <a:lnTo>
                  <a:pt x="214" y="1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7" name=""/>
          <p:cNvSpPr/>
          <p:nvPr/>
        </p:nvSpPr>
        <p:spPr>
          <a:xfrm>
            <a:off x="1084680" y="3837600"/>
            <a:ext cx="3355200" cy="307080"/>
          </a:xfrm>
          <a:custGeom>
            <a:avLst/>
            <a:gdLst/>
            <a:ahLst/>
            <a:rect l="0" t="0" r="r" b="b"/>
            <a:pathLst>
              <a:path w="9320" h="853">
                <a:moveTo>
                  <a:pt x="373" y="0"/>
                </a:moveTo>
                <a:lnTo>
                  <a:pt x="453" y="0"/>
                </a:lnTo>
                <a:lnTo>
                  <a:pt x="453" y="58"/>
                </a:lnTo>
                <a:lnTo>
                  <a:pt x="373" y="58"/>
                </a:lnTo>
                <a:lnTo>
                  <a:pt x="373" y="0"/>
                </a:lnTo>
                <a:moveTo>
                  <a:pt x="505" y="0"/>
                </a:moveTo>
                <a:lnTo>
                  <a:pt x="585" y="0"/>
                </a:lnTo>
                <a:lnTo>
                  <a:pt x="585" y="58"/>
                </a:lnTo>
                <a:lnTo>
                  <a:pt x="505" y="58"/>
                </a:lnTo>
                <a:lnTo>
                  <a:pt x="505" y="0"/>
                </a:lnTo>
                <a:moveTo>
                  <a:pt x="638" y="0"/>
                </a:moveTo>
                <a:lnTo>
                  <a:pt x="717" y="0"/>
                </a:lnTo>
                <a:lnTo>
                  <a:pt x="717" y="58"/>
                </a:lnTo>
                <a:lnTo>
                  <a:pt x="638" y="58"/>
                </a:lnTo>
                <a:lnTo>
                  <a:pt x="638" y="0"/>
                </a:lnTo>
                <a:moveTo>
                  <a:pt x="770" y="0"/>
                </a:moveTo>
                <a:lnTo>
                  <a:pt x="849" y="0"/>
                </a:lnTo>
                <a:lnTo>
                  <a:pt x="849" y="58"/>
                </a:lnTo>
                <a:lnTo>
                  <a:pt x="770" y="58"/>
                </a:lnTo>
                <a:lnTo>
                  <a:pt x="770" y="0"/>
                </a:lnTo>
                <a:moveTo>
                  <a:pt x="902" y="0"/>
                </a:moveTo>
                <a:lnTo>
                  <a:pt x="982" y="0"/>
                </a:lnTo>
                <a:lnTo>
                  <a:pt x="982" y="58"/>
                </a:lnTo>
                <a:lnTo>
                  <a:pt x="902" y="58"/>
                </a:lnTo>
                <a:lnTo>
                  <a:pt x="902" y="0"/>
                </a:lnTo>
                <a:moveTo>
                  <a:pt x="1035" y="0"/>
                </a:moveTo>
                <a:lnTo>
                  <a:pt x="1114" y="0"/>
                </a:lnTo>
                <a:lnTo>
                  <a:pt x="1114" y="58"/>
                </a:lnTo>
                <a:lnTo>
                  <a:pt x="1035" y="58"/>
                </a:lnTo>
                <a:lnTo>
                  <a:pt x="1035" y="0"/>
                </a:lnTo>
                <a:moveTo>
                  <a:pt x="1167" y="0"/>
                </a:moveTo>
                <a:lnTo>
                  <a:pt x="1246" y="0"/>
                </a:lnTo>
                <a:lnTo>
                  <a:pt x="1246" y="58"/>
                </a:lnTo>
                <a:lnTo>
                  <a:pt x="1167" y="58"/>
                </a:lnTo>
                <a:lnTo>
                  <a:pt x="1167" y="0"/>
                </a:lnTo>
                <a:moveTo>
                  <a:pt x="1299" y="0"/>
                </a:moveTo>
                <a:lnTo>
                  <a:pt x="1379" y="0"/>
                </a:lnTo>
                <a:lnTo>
                  <a:pt x="1379" y="58"/>
                </a:lnTo>
                <a:lnTo>
                  <a:pt x="1299" y="58"/>
                </a:lnTo>
                <a:lnTo>
                  <a:pt x="1299" y="0"/>
                </a:lnTo>
                <a:moveTo>
                  <a:pt x="1431" y="0"/>
                </a:moveTo>
                <a:lnTo>
                  <a:pt x="1511" y="0"/>
                </a:lnTo>
                <a:lnTo>
                  <a:pt x="1511" y="58"/>
                </a:lnTo>
                <a:lnTo>
                  <a:pt x="1431" y="58"/>
                </a:lnTo>
                <a:lnTo>
                  <a:pt x="1431" y="0"/>
                </a:lnTo>
                <a:moveTo>
                  <a:pt x="1564" y="0"/>
                </a:moveTo>
                <a:lnTo>
                  <a:pt x="1643" y="0"/>
                </a:lnTo>
                <a:lnTo>
                  <a:pt x="1643" y="58"/>
                </a:lnTo>
                <a:lnTo>
                  <a:pt x="1564" y="58"/>
                </a:lnTo>
                <a:lnTo>
                  <a:pt x="1564" y="0"/>
                </a:lnTo>
                <a:moveTo>
                  <a:pt x="1697" y="0"/>
                </a:moveTo>
                <a:lnTo>
                  <a:pt x="1776" y="0"/>
                </a:lnTo>
                <a:lnTo>
                  <a:pt x="1776" y="58"/>
                </a:lnTo>
                <a:lnTo>
                  <a:pt x="1697" y="58"/>
                </a:lnTo>
                <a:lnTo>
                  <a:pt x="1697" y="0"/>
                </a:lnTo>
                <a:moveTo>
                  <a:pt x="1829" y="0"/>
                </a:moveTo>
                <a:lnTo>
                  <a:pt x="1909" y="0"/>
                </a:lnTo>
                <a:lnTo>
                  <a:pt x="1909" y="58"/>
                </a:lnTo>
                <a:lnTo>
                  <a:pt x="1829" y="58"/>
                </a:lnTo>
                <a:lnTo>
                  <a:pt x="1829" y="0"/>
                </a:lnTo>
                <a:moveTo>
                  <a:pt x="1962" y="0"/>
                </a:moveTo>
                <a:lnTo>
                  <a:pt x="2041" y="0"/>
                </a:lnTo>
                <a:lnTo>
                  <a:pt x="2041" y="58"/>
                </a:lnTo>
                <a:lnTo>
                  <a:pt x="1962" y="58"/>
                </a:lnTo>
                <a:lnTo>
                  <a:pt x="1962" y="0"/>
                </a:lnTo>
                <a:moveTo>
                  <a:pt x="2094" y="0"/>
                </a:moveTo>
                <a:lnTo>
                  <a:pt x="2173" y="0"/>
                </a:lnTo>
                <a:lnTo>
                  <a:pt x="2173" y="58"/>
                </a:lnTo>
                <a:lnTo>
                  <a:pt x="2094" y="58"/>
                </a:lnTo>
                <a:lnTo>
                  <a:pt x="2094" y="0"/>
                </a:lnTo>
                <a:moveTo>
                  <a:pt x="2226" y="0"/>
                </a:moveTo>
                <a:lnTo>
                  <a:pt x="2306" y="0"/>
                </a:lnTo>
                <a:lnTo>
                  <a:pt x="2306" y="58"/>
                </a:lnTo>
                <a:lnTo>
                  <a:pt x="2226" y="58"/>
                </a:lnTo>
                <a:lnTo>
                  <a:pt x="2226" y="0"/>
                </a:lnTo>
                <a:moveTo>
                  <a:pt x="2359" y="0"/>
                </a:moveTo>
                <a:lnTo>
                  <a:pt x="2438" y="0"/>
                </a:lnTo>
                <a:lnTo>
                  <a:pt x="2438" y="58"/>
                </a:lnTo>
                <a:lnTo>
                  <a:pt x="2359" y="58"/>
                </a:lnTo>
                <a:lnTo>
                  <a:pt x="2359" y="0"/>
                </a:lnTo>
                <a:moveTo>
                  <a:pt x="2491" y="0"/>
                </a:moveTo>
                <a:lnTo>
                  <a:pt x="2570" y="0"/>
                </a:lnTo>
                <a:lnTo>
                  <a:pt x="2570" y="58"/>
                </a:lnTo>
                <a:lnTo>
                  <a:pt x="2491" y="58"/>
                </a:lnTo>
                <a:lnTo>
                  <a:pt x="2491" y="0"/>
                </a:lnTo>
                <a:moveTo>
                  <a:pt x="2623" y="0"/>
                </a:moveTo>
                <a:lnTo>
                  <a:pt x="2702" y="0"/>
                </a:lnTo>
                <a:lnTo>
                  <a:pt x="2702" y="58"/>
                </a:lnTo>
                <a:lnTo>
                  <a:pt x="2623" y="58"/>
                </a:lnTo>
                <a:lnTo>
                  <a:pt x="2623" y="0"/>
                </a:lnTo>
                <a:moveTo>
                  <a:pt x="2755" y="0"/>
                </a:moveTo>
                <a:lnTo>
                  <a:pt x="2835" y="0"/>
                </a:lnTo>
                <a:lnTo>
                  <a:pt x="2835" y="58"/>
                </a:lnTo>
                <a:lnTo>
                  <a:pt x="2755" y="58"/>
                </a:lnTo>
                <a:lnTo>
                  <a:pt x="2755" y="0"/>
                </a:lnTo>
                <a:moveTo>
                  <a:pt x="2888" y="0"/>
                </a:moveTo>
                <a:lnTo>
                  <a:pt x="2967" y="0"/>
                </a:lnTo>
                <a:lnTo>
                  <a:pt x="2967" y="58"/>
                </a:lnTo>
                <a:lnTo>
                  <a:pt x="2888" y="58"/>
                </a:lnTo>
                <a:lnTo>
                  <a:pt x="2888" y="0"/>
                </a:lnTo>
                <a:moveTo>
                  <a:pt x="3020" y="0"/>
                </a:moveTo>
                <a:lnTo>
                  <a:pt x="3099" y="0"/>
                </a:lnTo>
                <a:lnTo>
                  <a:pt x="3099" y="58"/>
                </a:lnTo>
                <a:lnTo>
                  <a:pt x="3020" y="58"/>
                </a:lnTo>
                <a:lnTo>
                  <a:pt x="3020" y="0"/>
                </a:lnTo>
                <a:moveTo>
                  <a:pt x="3152" y="0"/>
                </a:moveTo>
                <a:lnTo>
                  <a:pt x="3232" y="0"/>
                </a:lnTo>
                <a:lnTo>
                  <a:pt x="3232" y="58"/>
                </a:lnTo>
                <a:lnTo>
                  <a:pt x="3152" y="58"/>
                </a:lnTo>
                <a:lnTo>
                  <a:pt x="3152" y="0"/>
                </a:lnTo>
                <a:moveTo>
                  <a:pt x="3285" y="0"/>
                </a:moveTo>
                <a:lnTo>
                  <a:pt x="3364" y="0"/>
                </a:lnTo>
                <a:lnTo>
                  <a:pt x="3364" y="58"/>
                </a:lnTo>
                <a:lnTo>
                  <a:pt x="3285" y="58"/>
                </a:lnTo>
                <a:lnTo>
                  <a:pt x="3285" y="0"/>
                </a:lnTo>
                <a:moveTo>
                  <a:pt x="3417" y="0"/>
                </a:moveTo>
                <a:lnTo>
                  <a:pt x="3496" y="0"/>
                </a:lnTo>
                <a:lnTo>
                  <a:pt x="3496" y="58"/>
                </a:lnTo>
                <a:lnTo>
                  <a:pt x="3417" y="58"/>
                </a:lnTo>
                <a:lnTo>
                  <a:pt x="3417" y="0"/>
                </a:lnTo>
                <a:moveTo>
                  <a:pt x="3549" y="0"/>
                </a:moveTo>
                <a:lnTo>
                  <a:pt x="3629" y="0"/>
                </a:lnTo>
                <a:lnTo>
                  <a:pt x="3629" y="58"/>
                </a:lnTo>
                <a:lnTo>
                  <a:pt x="3549" y="58"/>
                </a:lnTo>
                <a:lnTo>
                  <a:pt x="3549" y="0"/>
                </a:lnTo>
                <a:moveTo>
                  <a:pt x="3681" y="0"/>
                </a:moveTo>
                <a:lnTo>
                  <a:pt x="3761" y="0"/>
                </a:lnTo>
                <a:lnTo>
                  <a:pt x="3761" y="58"/>
                </a:lnTo>
                <a:lnTo>
                  <a:pt x="3681" y="58"/>
                </a:lnTo>
                <a:lnTo>
                  <a:pt x="3681" y="0"/>
                </a:lnTo>
                <a:moveTo>
                  <a:pt x="3814" y="0"/>
                </a:moveTo>
                <a:lnTo>
                  <a:pt x="3893" y="0"/>
                </a:lnTo>
                <a:lnTo>
                  <a:pt x="3893" y="58"/>
                </a:lnTo>
                <a:lnTo>
                  <a:pt x="3814" y="58"/>
                </a:lnTo>
                <a:lnTo>
                  <a:pt x="3814" y="0"/>
                </a:lnTo>
                <a:moveTo>
                  <a:pt x="3946" y="0"/>
                </a:moveTo>
                <a:lnTo>
                  <a:pt x="4025" y="0"/>
                </a:lnTo>
                <a:lnTo>
                  <a:pt x="4025" y="58"/>
                </a:lnTo>
                <a:lnTo>
                  <a:pt x="3946" y="58"/>
                </a:lnTo>
                <a:lnTo>
                  <a:pt x="3946" y="0"/>
                </a:lnTo>
                <a:moveTo>
                  <a:pt x="4078" y="0"/>
                </a:moveTo>
                <a:lnTo>
                  <a:pt x="4158" y="0"/>
                </a:lnTo>
                <a:lnTo>
                  <a:pt x="4158" y="58"/>
                </a:lnTo>
                <a:lnTo>
                  <a:pt x="4078" y="58"/>
                </a:lnTo>
                <a:lnTo>
                  <a:pt x="4078" y="0"/>
                </a:lnTo>
                <a:moveTo>
                  <a:pt x="4211" y="0"/>
                </a:moveTo>
                <a:lnTo>
                  <a:pt x="4290" y="0"/>
                </a:lnTo>
                <a:lnTo>
                  <a:pt x="4290" y="58"/>
                </a:lnTo>
                <a:lnTo>
                  <a:pt x="4211" y="58"/>
                </a:lnTo>
                <a:lnTo>
                  <a:pt x="4211" y="0"/>
                </a:lnTo>
                <a:moveTo>
                  <a:pt x="4343" y="0"/>
                </a:moveTo>
                <a:lnTo>
                  <a:pt x="4422" y="0"/>
                </a:lnTo>
                <a:lnTo>
                  <a:pt x="4422" y="58"/>
                </a:lnTo>
                <a:lnTo>
                  <a:pt x="4343" y="58"/>
                </a:lnTo>
                <a:lnTo>
                  <a:pt x="4343" y="0"/>
                </a:lnTo>
                <a:moveTo>
                  <a:pt x="4475" y="0"/>
                </a:moveTo>
                <a:lnTo>
                  <a:pt x="4555" y="0"/>
                </a:lnTo>
                <a:lnTo>
                  <a:pt x="4555" y="58"/>
                </a:lnTo>
                <a:lnTo>
                  <a:pt x="4475" y="58"/>
                </a:lnTo>
                <a:lnTo>
                  <a:pt x="4475" y="0"/>
                </a:lnTo>
                <a:moveTo>
                  <a:pt x="4607" y="0"/>
                </a:moveTo>
                <a:lnTo>
                  <a:pt x="4687" y="0"/>
                </a:lnTo>
                <a:lnTo>
                  <a:pt x="4687" y="58"/>
                </a:lnTo>
                <a:lnTo>
                  <a:pt x="4607" y="58"/>
                </a:lnTo>
                <a:lnTo>
                  <a:pt x="4607" y="0"/>
                </a:lnTo>
                <a:moveTo>
                  <a:pt x="4740" y="0"/>
                </a:moveTo>
                <a:lnTo>
                  <a:pt x="4819" y="0"/>
                </a:lnTo>
                <a:lnTo>
                  <a:pt x="4819" y="58"/>
                </a:lnTo>
                <a:lnTo>
                  <a:pt x="4740" y="58"/>
                </a:lnTo>
                <a:lnTo>
                  <a:pt x="4740" y="0"/>
                </a:lnTo>
                <a:moveTo>
                  <a:pt x="4872" y="0"/>
                </a:moveTo>
                <a:lnTo>
                  <a:pt x="4951" y="0"/>
                </a:lnTo>
                <a:lnTo>
                  <a:pt x="4951" y="58"/>
                </a:lnTo>
                <a:lnTo>
                  <a:pt x="4872" y="58"/>
                </a:lnTo>
                <a:lnTo>
                  <a:pt x="4872" y="0"/>
                </a:lnTo>
                <a:moveTo>
                  <a:pt x="5004" y="0"/>
                </a:moveTo>
                <a:lnTo>
                  <a:pt x="5084" y="0"/>
                </a:lnTo>
                <a:lnTo>
                  <a:pt x="5084" y="58"/>
                </a:lnTo>
                <a:lnTo>
                  <a:pt x="5004" y="58"/>
                </a:lnTo>
                <a:lnTo>
                  <a:pt x="5004" y="0"/>
                </a:lnTo>
                <a:moveTo>
                  <a:pt x="5137" y="0"/>
                </a:moveTo>
                <a:lnTo>
                  <a:pt x="5216" y="0"/>
                </a:lnTo>
                <a:lnTo>
                  <a:pt x="5216" y="58"/>
                </a:lnTo>
                <a:lnTo>
                  <a:pt x="5137" y="58"/>
                </a:lnTo>
                <a:lnTo>
                  <a:pt x="5137" y="0"/>
                </a:lnTo>
                <a:moveTo>
                  <a:pt x="5269" y="0"/>
                </a:moveTo>
                <a:lnTo>
                  <a:pt x="5348" y="0"/>
                </a:lnTo>
                <a:lnTo>
                  <a:pt x="5348" y="58"/>
                </a:lnTo>
                <a:lnTo>
                  <a:pt x="5269" y="58"/>
                </a:lnTo>
                <a:lnTo>
                  <a:pt x="5269" y="0"/>
                </a:lnTo>
                <a:moveTo>
                  <a:pt x="5401" y="0"/>
                </a:moveTo>
                <a:lnTo>
                  <a:pt x="5481" y="0"/>
                </a:lnTo>
                <a:lnTo>
                  <a:pt x="5481" y="58"/>
                </a:lnTo>
                <a:lnTo>
                  <a:pt x="5401" y="58"/>
                </a:lnTo>
                <a:lnTo>
                  <a:pt x="5401" y="0"/>
                </a:lnTo>
                <a:moveTo>
                  <a:pt x="5534" y="0"/>
                </a:moveTo>
                <a:lnTo>
                  <a:pt x="5613" y="0"/>
                </a:lnTo>
                <a:lnTo>
                  <a:pt x="5613" y="58"/>
                </a:lnTo>
                <a:lnTo>
                  <a:pt x="5534" y="58"/>
                </a:lnTo>
                <a:lnTo>
                  <a:pt x="5534" y="0"/>
                </a:lnTo>
                <a:moveTo>
                  <a:pt x="5666" y="0"/>
                </a:moveTo>
                <a:lnTo>
                  <a:pt x="5745" y="0"/>
                </a:lnTo>
                <a:lnTo>
                  <a:pt x="5745" y="58"/>
                </a:lnTo>
                <a:lnTo>
                  <a:pt x="5666" y="58"/>
                </a:lnTo>
                <a:lnTo>
                  <a:pt x="5666" y="0"/>
                </a:lnTo>
                <a:moveTo>
                  <a:pt x="5798" y="0"/>
                </a:moveTo>
                <a:lnTo>
                  <a:pt x="5877" y="0"/>
                </a:lnTo>
                <a:lnTo>
                  <a:pt x="5877" y="58"/>
                </a:lnTo>
                <a:lnTo>
                  <a:pt x="5798" y="58"/>
                </a:lnTo>
                <a:lnTo>
                  <a:pt x="5798" y="0"/>
                </a:lnTo>
                <a:moveTo>
                  <a:pt x="5930" y="0"/>
                </a:moveTo>
                <a:lnTo>
                  <a:pt x="6010" y="0"/>
                </a:lnTo>
                <a:lnTo>
                  <a:pt x="6010" y="58"/>
                </a:lnTo>
                <a:lnTo>
                  <a:pt x="5930" y="58"/>
                </a:lnTo>
                <a:lnTo>
                  <a:pt x="5930" y="0"/>
                </a:lnTo>
                <a:moveTo>
                  <a:pt x="6063" y="0"/>
                </a:moveTo>
                <a:lnTo>
                  <a:pt x="6142" y="0"/>
                </a:lnTo>
                <a:lnTo>
                  <a:pt x="6142" y="58"/>
                </a:lnTo>
                <a:lnTo>
                  <a:pt x="6063" y="58"/>
                </a:lnTo>
                <a:lnTo>
                  <a:pt x="6063" y="0"/>
                </a:lnTo>
                <a:moveTo>
                  <a:pt x="6195" y="0"/>
                </a:moveTo>
                <a:lnTo>
                  <a:pt x="6274" y="0"/>
                </a:lnTo>
                <a:lnTo>
                  <a:pt x="6274" y="58"/>
                </a:lnTo>
                <a:lnTo>
                  <a:pt x="6195" y="58"/>
                </a:lnTo>
                <a:lnTo>
                  <a:pt x="6195" y="0"/>
                </a:lnTo>
                <a:moveTo>
                  <a:pt x="6327" y="0"/>
                </a:moveTo>
                <a:lnTo>
                  <a:pt x="6407" y="0"/>
                </a:lnTo>
                <a:lnTo>
                  <a:pt x="6407" y="58"/>
                </a:lnTo>
                <a:lnTo>
                  <a:pt x="6327" y="58"/>
                </a:lnTo>
                <a:lnTo>
                  <a:pt x="6327" y="0"/>
                </a:lnTo>
                <a:moveTo>
                  <a:pt x="6460" y="0"/>
                </a:moveTo>
                <a:lnTo>
                  <a:pt x="6539" y="0"/>
                </a:lnTo>
                <a:lnTo>
                  <a:pt x="6539" y="58"/>
                </a:lnTo>
                <a:lnTo>
                  <a:pt x="6460" y="58"/>
                </a:lnTo>
                <a:lnTo>
                  <a:pt x="6460" y="0"/>
                </a:lnTo>
                <a:moveTo>
                  <a:pt x="6592" y="0"/>
                </a:moveTo>
                <a:lnTo>
                  <a:pt x="6671" y="0"/>
                </a:lnTo>
                <a:lnTo>
                  <a:pt x="6671" y="58"/>
                </a:lnTo>
                <a:lnTo>
                  <a:pt x="6592" y="58"/>
                </a:lnTo>
                <a:lnTo>
                  <a:pt x="6592" y="0"/>
                </a:lnTo>
                <a:moveTo>
                  <a:pt x="6724" y="0"/>
                </a:moveTo>
                <a:lnTo>
                  <a:pt x="6804" y="0"/>
                </a:lnTo>
                <a:lnTo>
                  <a:pt x="6804" y="58"/>
                </a:lnTo>
                <a:lnTo>
                  <a:pt x="6724" y="58"/>
                </a:lnTo>
                <a:lnTo>
                  <a:pt x="6724" y="0"/>
                </a:lnTo>
                <a:moveTo>
                  <a:pt x="6856" y="0"/>
                </a:moveTo>
                <a:lnTo>
                  <a:pt x="6936" y="0"/>
                </a:lnTo>
                <a:lnTo>
                  <a:pt x="6936" y="58"/>
                </a:lnTo>
                <a:lnTo>
                  <a:pt x="6856" y="58"/>
                </a:lnTo>
                <a:lnTo>
                  <a:pt x="6856" y="0"/>
                </a:lnTo>
                <a:moveTo>
                  <a:pt x="6989" y="0"/>
                </a:moveTo>
                <a:lnTo>
                  <a:pt x="7068" y="0"/>
                </a:lnTo>
                <a:lnTo>
                  <a:pt x="7068" y="58"/>
                </a:lnTo>
                <a:lnTo>
                  <a:pt x="6989" y="58"/>
                </a:lnTo>
                <a:lnTo>
                  <a:pt x="6989" y="0"/>
                </a:lnTo>
                <a:moveTo>
                  <a:pt x="7121" y="0"/>
                </a:moveTo>
                <a:lnTo>
                  <a:pt x="7200" y="0"/>
                </a:lnTo>
                <a:lnTo>
                  <a:pt x="7200" y="58"/>
                </a:lnTo>
                <a:lnTo>
                  <a:pt x="7121" y="58"/>
                </a:lnTo>
                <a:lnTo>
                  <a:pt x="7121" y="0"/>
                </a:lnTo>
                <a:moveTo>
                  <a:pt x="7253" y="0"/>
                </a:moveTo>
                <a:lnTo>
                  <a:pt x="7333" y="0"/>
                </a:lnTo>
                <a:lnTo>
                  <a:pt x="7333" y="58"/>
                </a:lnTo>
                <a:lnTo>
                  <a:pt x="7253" y="58"/>
                </a:lnTo>
                <a:lnTo>
                  <a:pt x="7253" y="0"/>
                </a:lnTo>
                <a:moveTo>
                  <a:pt x="7386" y="0"/>
                </a:moveTo>
                <a:lnTo>
                  <a:pt x="7465" y="0"/>
                </a:lnTo>
                <a:lnTo>
                  <a:pt x="7465" y="58"/>
                </a:lnTo>
                <a:lnTo>
                  <a:pt x="7386" y="58"/>
                </a:lnTo>
                <a:lnTo>
                  <a:pt x="7386" y="0"/>
                </a:lnTo>
                <a:moveTo>
                  <a:pt x="7518" y="0"/>
                </a:moveTo>
                <a:lnTo>
                  <a:pt x="7597" y="0"/>
                </a:lnTo>
                <a:lnTo>
                  <a:pt x="7597" y="58"/>
                </a:lnTo>
                <a:lnTo>
                  <a:pt x="7518" y="58"/>
                </a:lnTo>
                <a:lnTo>
                  <a:pt x="7518" y="0"/>
                </a:lnTo>
                <a:moveTo>
                  <a:pt x="7650" y="0"/>
                </a:moveTo>
                <a:lnTo>
                  <a:pt x="7730" y="0"/>
                </a:lnTo>
                <a:lnTo>
                  <a:pt x="7730" y="58"/>
                </a:lnTo>
                <a:lnTo>
                  <a:pt x="7650" y="58"/>
                </a:lnTo>
                <a:lnTo>
                  <a:pt x="7650" y="0"/>
                </a:lnTo>
                <a:moveTo>
                  <a:pt x="7782" y="0"/>
                </a:moveTo>
                <a:lnTo>
                  <a:pt x="7862" y="0"/>
                </a:lnTo>
                <a:lnTo>
                  <a:pt x="7862" y="58"/>
                </a:lnTo>
                <a:lnTo>
                  <a:pt x="7782" y="58"/>
                </a:lnTo>
                <a:lnTo>
                  <a:pt x="7782" y="0"/>
                </a:lnTo>
                <a:moveTo>
                  <a:pt x="7915" y="0"/>
                </a:moveTo>
                <a:lnTo>
                  <a:pt x="7994" y="0"/>
                </a:lnTo>
                <a:lnTo>
                  <a:pt x="7994" y="58"/>
                </a:lnTo>
                <a:lnTo>
                  <a:pt x="7915" y="58"/>
                </a:lnTo>
                <a:lnTo>
                  <a:pt x="7915" y="0"/>
                </a:lnTo>
                <a:moveTo>
                  <a:pt x="8047" y="0"/>
                </a:moveTo>
                <a:lnTo>
                  <a:pt x="8126" y="0"/>
                </a:lnTo>
                <a:lnTo>
                  <a:pt x="8126" y="58"/>
                </a:lnTo>
                <a:lnTo>
                  <a:pt x="8047" y="58"/>
                </a:lnTo>
                <a:lnTo>
                  <a:pt x="8047" y="0"/>
                </a:lnTo>
                <a:moveTo>
                  <a:pt x="8179" y="0"/>
                </a:moveTo>
                <a:lnTo>
                  <a:pt x="8259" y="0"/>
                </a:lnTo>
                <a:lnTo>
                  <a:pt x="8259" y="58"/>
                </a:lnTo>
                <a:lnTo>
                  <a:pt x="8179" y="58"/>
                </a:lnTo>
                <a:lnTo>
                  <a:pt x="8179" y="0"/>
                </a:lnTo>
                <a:moveTo>
                  <a:pt x="8312" y="0"/>
                </a:moveTo>
                <a:lnTo>
                  <a:pt x="8391" y="0"/>
                </a:lnTo>
                <a:lnTo>
                  <a:pt x="8391" y="58"/>
                </a:lnTo>
                <a:lnTo>
                  <a:pt x="8312" y="58"/>
                </a:lnTo>
                <a:lnTo>
                  <a:pt x="8312" y="0"/>
                </a:lnTo>
                <a:moveTo>
                  <a:pt x="8444" y="0"/>
                </a:moveTo>
                <a:lnTo>
                  <a:pt x="8523" y="0"/>
                </a:lnTo>
                <a:lnTo>
                  <a:pt x="8523" y="58"/>
                </a:lnTo>
                <a:lnTo>
                  <a:pt x="8444" y="58"/>
                </a:lnTo>
                <a:lnTo>
                  <a:pt x="8444" y="0"/>
                </a:lnTo>
                <a:moveTo>
                  <a:pt x="8576" y="0"/>
                </a:moveTo>
                <a:lnTo>
                  <a:pt x="8656" y="0"/>
                </a:lnTo>
                <a:lnTo>
                  <a:pt x="8656" y="58"/>
                </a:lnTo>
                <a:lnTo>
                  <a:pt x="8576" y="58"/>
                </a:lnTo>
                <a:lnTo>
                  <a:pt x="8576" y="0"/>
                </a:lnTo>
                <a:moveTo>
                  <a:pt x="8709" y="0"/>
                </a:moveTo>
                <a:lnTo>
                  <a:pt x="8788" y="0"/>
                </a:lnTo>
                <a:lnTo>
                  <a:pt x="8788" y="58"/>
                </a:lnTo>
                <a:lnTo>
                  <a:pt x="8709" y="58"/>
                </a:lnTo>
                <a:lnTo>
                  <a:pt x="8709" y="0"/>
                </a:lnTo>
                <a:moveTo>
                  <a:pt x="8841" y="0"/>
                </a:moveTo>
                <a:lnTo>
                  <a:pt x="8920" y="0"/>
                </a:lnTo>
                <a:lnTo>
                  <a:pt x="8920" y="58"/>
                </a:lnTo>
                <a:lnTo>
                  <a:pt x="8841" y="58"/>
                </a:lnTo>
                <a:lnTo>
                  <a:pt x="8841" y="0"/>
                </a:lnTo>
                <a:moveTo>
                  <a:pt x="8973" y="0"/>
                </a:moveTo>
                <a:lnTo>
                  <a:pt x="9052" y="0"/>
                </a:lnTo>
                <a:lnTo>
                  <a:pt x="9052" y="58"/>
                </a:lnTo>
                <a:lnTo>
                  <a:pt x="8973" y="58"/>
                </a:lnTo>
                <a:lnTo>
                  <a:pt x="8973" y="0"/>
                </a:lnTo>
                <a:moveTo>
                  <a:pt x="9108" y="1"/>
                </a:moveTo>
                <a:cubicBezTo>
                  <a:pt x="9139" y="5"/>
                  <a:pt x="9168" y="14"/>
                  <a:pt x="9195" y="29"/>
                </a:cubicBezTo>
                <a:lnTo>
                  <a:pt x="9167" y="80"/>
                </a:lnTo>
                <a:cubicBezTo>
                  <a:pt x="9146" y="69"/>
                  <a:pt x="9124" y="62"/>
                  <a:pt x="9101" y="59"/>
                </a:cubicBezTo>
                <a:lnTo>
                  <a:pt x="9108" y="1"/>
                </a:lnTo>
                <a:moveTo>
                  <a:pt x="9244" y="65"/>
                </a:moveTo>
                <a:cubicBezTo>
                  <a:pt x="9266" y="86"/>
                  <a:pt x="9284" y="111"/>
                  <a:pt x="9297" y="138"/>
                </a:cubicBezTo>
                <a:lnTo>
                  <a:pt x="9244" y="163"/>
                </a:lnTo>
                <a:cubicBezTo>
                  <a:pt x="9234" y="142"/>
                  <a:pt x="9221" y="123"/>
                  <a:pt x="9204" y="107"/>
                </a:cubicBezTo>
                <a:lnTo>
                  <a:pt x="9244" y="65"/>
                </a:lnTo>
                <a:moveTo>
                  <a:pt x="9316" y="197"/>
                </a:moveTo>
                <a:cubicBezTo>
                  <a:pt x="9318" y="211"/>
                  <a:pt x="9320" y="226"/>
                  <a:pt x="9320" y="240"/>
                </a:cubicBezTo>
                <a:lnTo>
                  <a:pt x="9320" y="280"/>
                </a:lnTo>
                <a:lnTo>
                  <a:pt x="9262" y="280"/>
                </a:lnTo>
                <a:lnTo>
                  <a:pt x="9262" y="240"/>
                </a:lnTo>
                <a:cubicBezTo>
                  <a:pt x="9262" y="229"/>
                  <a:pt x="9261" y="218"/>
                  <a:pt x="9259" y="207"/>
                </a:cubicBezTo>
                <a:lnTo>
                  <a:pt x="9316" y="197"/>
                </a:lnTo>
                <a:moveTo>
                  <a:pt x="9320" y="333"/>
                </a:moveTo>
                <a:lnTo>
                  <a:pt x="9320" y="413"/>
                </a:lnTo>
                <a:lnTo>
                  <a:pt x="9262" y="413"/>
                </a:lnTo>
                <a:lnTo>
                  <a:pt x="9262" y="333"/>
                </a:lnTo>
                <a:lnTo>
                  <a:pt x="9320" y="333"/>
                </a:lnTo>
                <a:moveTo>
                  <a:pt x="9320" y="466"/>
                </a:moveTo>
                <a:lnTo>
                  <a:pt x="9320" y="545"/>
                </a:lnTo>
                <a:lnTo>
                  <a:pt x="9262" y="545"/>
                </a:lnTo>
                <a:lnTo>
                  <a:pt x="9262" y="466"/>
                </a:lnTo>
                <a:lnTo>
                  <a:pt x="9320" y="466"/>
                </a:lnTo>
                <a:moveTo>
                  <a:pt x="9320" y="598"/>
                </a:moveTo>
                <a:lnTo>
                  <a:pt x="9320" y="611"/>
                </a:lnTo>
                <a:cubicBezTo>
                  <a:pt x="9320" y="636"/>
                  <a:pt x="9316" y="661"/>
                  <a:pt x="9308" y="685"/>
                </a:cubicBezTo>
                <a:lnTo>
                  <a:pt x="9253" y="667"/>
                </a:lnTo>
                <a:cubicBezTo>
                  <a:pt x="9259" y="649"/>
                  <a:pt x="9262" y="630"/>
                  <a:pt x="9262" y="611"/>
                </a:cubicBezTo>
                <a:lnTo>
                  <a:pt x="9262" y="598"/>
                </a:lnTo>
                <a:lnTo>
                  <a:pt x="9320" y="598"/>
                </a:lnTo>
                <a:moveTo>
                  <a:pt x="9282" y="740"/>
                </a:moveTo>
                <a:cubicBezTo>
                  <a:pt x="9266" y="766"/>
                  <a:pt x="9245" y="788"/>
                  <a:pt x="9220" y="806"/>
                </a:cubicBezTo>
                <a:lnTo>
                  <a:pt x="9186" y="759"/>
                </a:lnTo>
                <a:cubicBezTo>
                  <a:pt x="9205" y="745"/>
                  <a:pt x="9220" y="728"/>
                  <a:pt x="9233" y="709"/>
                </a:cubicBezTo>
                <a:lnTo>
                  <a:pt x="9282" y="740"/>
                </a:lnTo>
                <a:moveTo>
                  <a:pt x="9167" y="836"/>
                </a:moveTo>
                <a:cubicBezTo>
                  <a:pt x="9139" y="847"/>
                  <a:pt x="9109" y="853"/>
                  <a:pt x="9079" y="853"/>
                </a:cubicBezTo>
                <a:lnTo>
                  <a:pt x="9078" y="853"/>
                </a:lnTo>
                <a:lnTo>
                  <a:pt x="9078" y="793"/>
                </a:lnTo>
                <a:lnTo>
                  <a:pt x="9079" y="793"/>
                </a:lnTo>
                <a:cubicBezTo>
                  <a:pt x="9102" y="793"/>
                  <a:pt x="9124" y="789"/>
                  <a:pt x="9146" y="781"/>
                </a:cubicBezTo>
                <a:lnTo>
                  <a:pt x="9167" y="836"/>
                </a:lnTo>
                <a:moveTo>
                  <a:pt x="9025" y="853"/>
                </a:moveTo>
                <a:lnTo>
                  <a:pt x="8946" y="853"/>
                </a:lnTo>
                <a:lnTo>
                  <a:pt x="8946" y="793"/>
                </a:lnTo>
                <a:lnTo>
                  <a:pt x="9025" y="793"/>
                </a:lnTo>
                <a:lnTo>
                  <a:pt x="9025" y="853"/>
                </a:lnTo>
                <a:moveTo>
                  <a:pt x="8893" y="853"/>
                </a:moveTo>
                <a:lnTo>
                  <a:pt x="8814" y="853"/>
                </a:lnTo>
                <a:lnTo>
                  <a:pt x="8814" y="793"/>
                </a:lnTo>
                <a:lnTo>
                  <a:pt x="8893" y="793"/>
                </a:lnTo>
                <a:lnTo>
                  <a:pt x="8893" y="853"/>
                </a:lnTo>
                <a:moveTo>
                  <a:pt x="8761" y="853"/>
                </a:moveTo>
                <a:lnTo>
                  <a:pt x="8681" y="853"/>
                </a:lnTo>
                <a:lnTo>
                  <a:pt x="8681" y="793"/>
                </a:lnTo>
                <a:lnTo>
                  <a:pt x="8761" y="793"/>
                </a:lnTo>
                <a:lnTo>
                  <a:pt x="8761" y="853"/>
                </a:lnTo>
                <a:moveTo>
                  <a:pt x="8628" y="853"/>
                </a:moveTo>
                <a:lnTo>
                  <a:pt x="8549" y="853"/>
                </a:lnTo>
                <a:lnTo>
                  <a:pt x="8549" y="793"/>
                </a:lnTo>
                <a:lnTo>
                  <a:pt x="8628" y="793"/>
                </a:lnTo>
                <a:lnTo>
                  <a:pt x="8628" y="853"/>
                </a:lnTo>
                <a:moveTo>
                  <a:pt x="8496" y="853"/>
                </a:moveTo>
                <a:lnTo>
                  <a:pt x="8417" y="853"/>
                </a:lnTo>
                <a:lnTo>
                  <a:pt x="8417" y="793"/>
                </a:lnTo>
                <a:lnTo>
                  <a:pt x="8496" y="793"/>
                </a:lnTo>
                <a:lnTo>
                  <a:pt x="8496" y="853"/>
                </a:lnTo>
                <a:moveTo>
                  <a:pt x="8364" y="853"/>
                </a:moveTo>
                <a:lnTo>
                  <a:pt x="8284" y="853"/>
                </a:lnTo>
                <a:lnTo>
                  <a:pt x="8284" y="793"/>
                </a:lnTo>
                <a:lnTo>
                  <a:pt x="8364" y="793"/>
                </a:lnTo>
                <a:lnTo>
                  <a:pt x="8364" y="853"/>
                </a:lnTo>
                <a:moveTo>
                  <a:pt x="8232" y="853"/>
                </a:moveTo>
                <a:lnTo>
                  <a:pt x="8152" y="853"/>
                </a:lnTo>
                <a:lnTo>
                  <a:pt x="8152" y="793"/>
                </a:lnTo>
                <a:lnTo>
                  <a:pt x="8232" y="793"/>
                </a:lnTo>
                <a:lnTo>
                  <a:pt x="8232" y="853"/>
                </a:lnTo>
                <a:moveTo>
                  <a:pt x="8099" y="853"/>
                </a:moveTo>
                <a:lnTo>
                  <a:pt x="8020" y="853"/>
                </a:lnTo>
                <a:lnTo>
                  <a:pt x="8020" y="793"/>
                </a:lnTo>
                <a:lnTo>
                  <a:pt x="8099" y="793"/>
                </a:lnTo>
                <a:lnTo>
                  <a:pt x="8099" y="853"/>
                </a:lnTo>
                <a:moveTo>
                  <a:pt x="7967" y="853"/>
                </a:moveTo>
                <a:lnTo>
                  <a:pt x="7888" y="853"/>
                </a:lnTo>
                <a:lnTo>
                  <a:pt x="7888" y="793"/>
                </a:lnTo>
                <a:lnTo>
                  <a:pt x="7967" y="793"/>
                </a:lnTo>
                <a:lnTo>
                  <a:pt x="7967" y="853"/>
                </a:lnTo>
                <a:moveTo>
                  <a:pt x="7835" y="853"/>
                </a:moveTo>
                <a:lnTo>
                  <a:pt x="7755" y="853"/>
                </a:lnTo>
                <a:lnTo>
                  <a:pt x="7755" y="793"/>
                </a:lnTo>
                <a:lnTo>
                  <a:pt x="7835" y="793"/>
                </a:lnTo>
                <a:lnTo>
                  <a:pt x="7835" y="853"/>
                </a:lnTo>
                <a:moveTo>
                  <a:pt x="7702" y="853"/>
                </a:moveTo>
                <a:lnTo>
                  <a:pt x="7623" y="853"/>
                </a:lnTo>
                <a:lnTo>
                  <a:pt x="7623" y="793"/>
                </a:lnTo>
                <a:lnTo>
                  <a:pt x="7702" y="793"/>
                </a:lnTo>
                <a:lnTo>
                  <a:pt x="7702" y="853"/>
                </a:lnTo>
                <a:moveTo>
                  <a:pt x="7570" y="853"/>
                </a:moveTo>
                <a:lnTo>
                  <a:pt x="7491" y="853"/>
                </a:lnTo>
                <a:lnTo>
                  <a:pt x="7491" y="793"/>
                </a:lnTo>
                <a:lnTo>
                  <a:pt x="7570" y="793"/>
                </a:lnTo>
                <a:lnTo>
                  <a:pt x="7570" y="853"/>
                </a:lnTo>
                <a:moveTo>
                  <a:pt x="7438" y="853"/>
                </a:moveTo>
                <a:lnTo>
                  <a:pt x="7358" y="853"/>
                </a:lnTo>
                <a:lnTo>
                  <a:pt x="7358" y="793"/>
                </a:lnTo>
                <a:lnTo>
                  <a:pt x="7438" y="793"/>
                </a:lnTo>
                <a:lnTo>
                  <a:pt x="7438" y="853"/>
                </a:lnTo>
                <a:moveTo>
                  <a:pt x="7305" y="853"/>
                </a:moveTo>
                <a:lnTo>
                  <a:pt x="7226" y="853"/>
                </a:lnTo>
                <a:lnTo>
                  <a:pt x="7226" y="793"/>
                </a:lnTo>
                <a:lnTo>
                  <a:pt x="7305" y="793"/>
                </a:lnTo>
                <a:lnTo>
                  <a:pt x="7305" y="853"/>
                </a:lnTo>
                <a:moveTo>
                  <a:pt x="7173" y="853"/>
                </a:moveTo>
                <a:lnTo>
                  <a:pt x="7094" y="853"/>
                </a:lnTo>
                <a:lnTo>
                  <a:pt x="7094" y="793"/>
                </a:lnTo>
                <a:lnTo>
                  <a:pt x="7173" y="793"/>
                </a:lnTo>
                <a:lnTo>
                  <a:pt x="7173" y="853"/>
                </a:lnTo>
                <a:moveTo>
                  <a:pt x="7041" y="853"/>
                </a:moveTo>
                <a:lnTo>
                  <a:pt x="6962" y="853"/>
                </a:lnTo>
                <a:lnTo>
                  <a:pt x="6962" y="793"/>
                </a:lnTo>
                <a:lnTo>
                  <a:pt x="7041" y="793"/>
                </a:lnTo>
                <a:lnTo>
                  <a:pt x="7041" y="853"/>
                </a:lnTo>
                <a:moveTo>
                  <a:pt x="6909" y="853"/>
                </a:moveTo>
                <a:lnTo>
                  <a:pt x="6829" y="853"/>
                </a:lnTo>
                <a:lnTo>
                  <a:pt x="6829" y="793"/>
                </a:lnTo>
                <a:lnTo>
                  <a:pt x="6909" y="793"/>
                </a:lnTo>
                <a:lnTo>
                  <a:pt x="6909" y="853"/>
                </a:lnTo>
                <a:moveTo>
                  <a:pt x="6776" y="853"/>
                </a:moveTo>
                <a:lnTo>
                  <a:pt x="6697" y="853"/>
                </a:lnTo>
                <a:lnTo>
                  <a:pt x="6697" y="793"/>
                </a:lnTo>
                <a:lnTo>
                  <a:pt x="6776" y="793"/>
                </a:lnTo>
                <a:lnTo>
                  <a:pt x="6776" y="853"/>
                </a:lnTo>
                <a:moveTo>
                  <a:pt x="6644" y="853"/>
                </a:moveTo>
                <a:lnTo>
                  <a:pt x="6565" y="853"/>
                </a:lnTo>
                <a:lnTo>
                  <a:pt x="6565" y="793"/>
                </a:lnTo>
                <a:lnTo>
                  <a:pt x="6644" y="793"/>
                </a:lnTo>
                <a:lnTo>
                  <a:pt x="6644" y="853"/>
                </a:lnTo>
                <a:moveTo>
                  <a:pt x="6512" y="853"/>
                </a:moveTo>
                <a:lnTo>
                  <a:pt x="6432" y="853"/>
                </a:lnTo>
                <a:lnTo>
                  <a:pt x="6432" y="793"/>
                </a:lnTo>
                <a:lnTo>
                  <a:pt x="6512" y="793"/>
                </a:lnTo>
                <a:lnTo>
                  <a:pt x="6512" y="853"/>
                </a:lnTo>
                <a:moveTo>
                  <a:pt x="6379" y="853"/>
                </a:moveTo>
                <a:lnTo>
                  <a:pt x="6300" y="853"/>
                </a:lnTo>
                <a:lnTo>
                  <a:pt x="6300" y="793"/>
                </a:lnTo>
                <a:lnTo>
                  <a:pt x="6379" y="793"/>
                </a:lnTo>
                <a:lnTo>
                  <a:pt x="6379" y="853"/>
                </a:lnTo>
                <a:moveTo>
                  <a:pt x="6247" y="853"/>
                </a:moveTo>
                <a:lnTo>
                  <a:pt x="6168" y="853"/>
                </a:lnTo>
                <a:lnTo>
                  <a:pt x="6168" y="793"/>
                </a:lnTo>
                <a:lnTo>
                  <a:pt x="6247" y="793"/>
                </a:lnTo>
                <a:lnTo>
                  <a:pt x="6247" y="853"/>
                </a:lnTo>
                <a:moveTo>
                  <a:pt x="6115" y="853"/>
                </a:moveTo>
                <a:lnTo>
                  <a:pt x="6035" y="853"/>
                </a:lnTo>
                <a:lnTo>
                  <a:pt x="6035" y="793"/>
                </a:lnTo>
                <a:lnTo>
                  <a:pt x="6115" y="793"/>
                </a:lnTo>
                <a:lnTo>
                  <a:pt x="6115" y="853"/>
                </a:lnTo>
                <a:moveTo>
                  <a:pt x="5983" y="853"/>
                </a:moveTo>
                <a:lnTo>
                  <a:pt x="5903" y="853"/>
                </a:lnTo>
                <a:lnTo>
                  <a:pt x="5903" y="793"/>
                </a:lnTo>
                <a:lnTo>
                  <a:pt x="5983" y="793"/>
                </a:lnTo>
                <a:lnTo>
                  <a:pt x="5983" y="853"/>
                </a:lnTo>
                <a:moveTo>
                  <a:pt x="5850" y="853"/>
                </a:moveTo>
                <a:lnTo>
                  <a:pt x="5771" y="853"/>
                </a:lnTo>
                <a:lnTo>
                  <a:pt x="5771" y="793"/>
                </a:lnTo>
                <a:lnTo>
                  <a:pt x="5850" y="793"/>
                </a:lnTo>
                <a:lnTo>
                  <a:pt x="5850" y="853"/>
                </a:lnTo>
                <a:moveTo>
                  <a:pt x="5718" y="853"/>
                </a:moveTo>
                <a:lnTo>
                  <a:pt x="5639" y="853"/>
                </a:lnTo>
                <a:lnTo>
                  <a:pt x="5639" y="793"/>
                </a:lnTo>
                <a:lnTo>
                  <a:pt x="5718" y="793"/>
                </a:lnTo>
                <a:lnTo>
                  <a:pt x="5718" y="853"/>
                </a:lnTo>
                <a:moveTo>
                  <a:pt x="5586" y="853"/>
                </a:moveTo>
                <a:lnTo>
                  <a:pt x="5506" y="853"/>
                </a:lnTo>
                <a:lnTo>
                  <a:pt x="5506" y="793"/>
                </a:lnTo>
                <a:lnTo>
                  <a:pt x="5586" y="793"/>
                </a:lnTo>
                <a:lnTo>
                  <a:pt x="5586" y="853"/>
                </a:lnTo>
                <a:moveTo>
                  <a:pt x="5453" y="853"/>
                </a:moveTo>
                <a:lnTo>
                  <a:pt x="5374" y="853"/>
                </a:lnTo>
                <a:lnTo>
                  <a:pt x="5374" y="793"/>
                </a:lnTo>
                <a:lnTo>
                  <a:pt x="5453" y="793"/>
                </a:lnTo>
                <a:lnTo>
                  <a:pt x="5453" y="853"/>
                </a:lnTo>
                <a:moveTo>
                  <a:pt x="5321" y="853"/>
                </a:moveTo>
                <a:lnTo>
                  <a:pt x="5242" y="853"/>
                </a:lnTo>
                <a:lnTo>
                  <a:pt x="5242" y="793"/>
                </a:lnTo>
                <a:lnTo>
                  <a:pt x="5321" y="793"/>
                </a:lnTo>
                <a:lnTo>
                  <a:pt x="5321" y="853"/>
                </a:lnTo>
                <a:moveTo>
                  <a:pt x="5189" y="853"/>
                </a:moveTo>
                <a:lnTo>
                  <a:pt x="5109" y="853"/>
                </a:lnTo>
                <a:lnTo>
                  <a:pt x="5109" y="793"/>
                </a:lnTo>
                <a:lnTo>
                  <a:pt x="5189" y="793"/>
                </a:lnTo>
                <a:lnTo>
                  <a:pt x="5189" y="853"/>
                </a:lnTo>
                <a:moveTo>
                  <a:pt x="5057" y="853"/>
                </a:moveTo>
                <a:lnTo>
                  <a:pt x="4977" y="853"/>
                </a:lnTo>
                <a:lnTo>
                  <a:pt x="4977" y="793"/>
                </a:lnTo>
                <a:lnTo>
                  <a:pt x="5057" y="793"/>
                </a:lnTo>
                <a:lnTo>
                  <a:pt x="5057" y="853"/>
                </a:lnTo>
                <a:moveTo>
                  <a:pt x="4924" y="853"/>
                </a:moveTo>
                <a:lnTo>
                  <a:pt x="4845" y="853"/>
                </a:lnTo>
                <a:lnTo>
                  <a:pt x="4845" y="793"/>
                </a:lnTo>
                <a:lnTo>
                  <a:pt x="4924" y="793"/>
                </a:lnTo>
                <a:lnTo>
                  <a:pt x="4924" y="853"/>
                </a:lnTo>
                <a:moveTo>
                  <a:pt x="4792" y="853"/>
                </a:moveTo>
                <a:lnTo>
                  <a:pt x="4713" y="853"/>
                </a:lnTo>
                <a:lnTo>
                  <a:pt x="4713" y="793"/>
                </a:lnTo>
                <a:lnTo>
                  <a:pt x="4792" y="793"/>
                </a:lnTo>
                <a:lnTo>
                  <a:pt x="4792" y="853"/>
                </a:lnTo>
                <a:moveTo>
                  <a:pt x="4660" y="853"/>
                </a:moveTo>
                <a:lnTo>
                  <a:pt x="4580" y="853"/>
                </a:lnTo>
                <a:lnTo>
                  <a:pt x="4580" y="793"/>
                </a:lnTo>
                <a:lnTo>
                  <a:pt x="4660" y="793"/>
                </a:lnTo>
                <a:lnTo>
                  <a:pt x="4660" y="853"/>
                </a:lnTo>
                <a:moveTo>
                  <a:pt x="4527" y="853"/>
                </a:moveTo>
                <a:lnTo>
                  <a:pt x="4448" y="853"/>
                </a:lnTo>
                <a:lnTo>
                  <a:pt x="4448" y="793"/>
                </a:lnTo>
                <a:lnTo>
                  <a:pt x="4527" y="793"/>
                </a:lnTo>
                <a:lnTo>
                  <a:pt x="4527" y="853"/>
                </a:lnTo>
                <a:moveTo>
                  <a:pt x="4395" y="853"/>
                </a:moveTo>
                <a:lnTo>
                  <a:pt x="4316" y="853"/>
                </a:lnTo>
                <a:lnTo>
                  <a:pt x="4316" y="793"/>
                </a:lnTo>
                <a:lnTo>
                  <a:pt x="4395" y="793"/>
                </a:lnTo>
                <a:lnTo>
                  <a:pt x="4395" y="853"/>
                </a:lnTo>
                <a:moveTo>
                  <a:pt x="4263" y="853"/>
                </a:moveTo>
                <a:lnTo>
                  <a:pt x="4183" y="853"/>
                </a:lnTo>
                <a:lnTo>
                  <a:pt x="4183" y="793"/>
                </a:lnTo>
                <a:lnTo>
                  <a:pt x="4263" y="793"/>
                </a:lnTo>
                <a:lnTo>
                  <a:pt x="4263" y="853"/>
                </a:lnTo>
                <a:moveTo>
                  <a:pt x="4130" y="853"/>
                </a:moveTo>
                <a:lnTo>
                  <a:pt x="4051" y="853"/>
                </a:lnTo>
                <a:lnTo>
                  <a:pt x="4051" y="793"/>
                </a:lnTo>
                <a:lnTo>
                  <a:pt x="4130" y="793"/>
                </a:lnTo>
                <a:lnTo>
                  <a:pt x="4130" y="853"/>
                </a:lnTo>
                <a:moveTo>
                  <a:pt x="3998" y="853"/>
                </a:moveTo>
                <a:lnTo>
                  <a:pt x="3919" y="853"/>
                </a:lnTo>
                <a:lnTo>
                  <a:pt x="3919" y="793"/>
                </a:lnTo>
                <a:lnTo>
                  <a:pt x="3998" y="793"/>
                </a:lnTo>
                <a:lnTo>
                  <a:pt x="3998" y="853"/>
                </a:lnTo>
                <a:moveTo>
                  <a:pt x="3866" y="853"/>
                </a:moveTo>
                <a:lnTo>
                  <a:pt x="3787" y="853"/>
                </a:lnTo>
                <a:lnTo>
                  <a:pt x="3787" y="793"/>
                </a:lnTo>
                <a:lnTo>
                  <a:pt x="3866" y="793"/>
                </a:lnTo>
                <a:lnTo>
                  <a:pt x="3866" y="853"/>
                </a:lnTo>
                <a:moveTo>
                  <a:pt x="3734" y="853"/>
                </a:moveTo>
                <a:lnTo>
                  <a:pt x="3654" y="853"/>
                </a:lnTo>
                <a:lnTo>
                  <a:pt x="3654" y="793"/>
                </a:lnTo>
                <a:lnTo>
                  <a:pt x="3734" y="793"/>
                </a:lnTo>
                <a:lnTo>
                  <a:pt x="3734" y="853"/>
                </a:lnTo>
                <a:moveTo>
                  <a:pt x="3601" y="853"/>
                </a:moveTo>
                <a:lnTo>
                  <a:pt x="3522" y="853"/>
                </a:lnTo>
                <a:lnTo>
                  <a:pt x="3522" y="793"/>
                </a:lnTo>
                <a:lnTo>
                  <a:pt x="3601" y="793"/>
                </a:lnTo>
                <a:lnTo>
                  <a:pt x="3601" y="853"/>
                </a:lnTo>
                <a:moveTo>
                  <a:pt x="3469" y="853"/>
                </a:moveTo>
                <a:lnTo>
                  <a:pt x="3390" y="853"/>
                </a:lnTo>
                <a:lnTo>
                  <a:pt x="3390" y="793"/>
                </a:lnTo>
                <a:lnTo>
                  <a:pt x="3469" y="793"/>
                </a:lnTo>
                <a:lnTo>
                  <a:pt x="3469" y="853"/>
                </a:lnTo>
                <a:moveTo>
                  <a:pt x="3337" y="853"/>
                </a:moveTo>
                <a:lnTo>
                  <a:pt x="3257" y="853"/>
                </a:lnTo>
                <a:lnTo>
                  <a:pt x="3257" y="793"/>
                </a:lnTo>
                <a:lnTo>
                  <a:pt x="3337" y="793"/>
                </a:lnTo>
                <a:lnTo>
                  <a:pt x="3337" y="853"/>
                </a:lnTo>
                <a:moveTo>
                  <a:pt x="3204" y="853"/>
                </a:moveTo>
                <a:lnTo>
                  <a:pt x="3125" y="853"/>
                </a:lnTo>
                <a:lnTo>
                  <a:pt x="3125" y="793"/>
                </a:lnTo>
                <a:lnTo>
                  <a:pt x="3204" y="793"/>
                </a:lnTo>
                <a:lnTo>
                  <a:pt x="3204" y="853"/>
                </a:lnTo>
                <a:moveTo>
                  <a:pt x="3072" y="853"/>
                </a:moveTo>
                <a:lnTo>
                  <a:pt x="2993" y="853"/>
                </a:lnTo>
                <a:lnTo>
                  <a:pt x="2993" y="793"/>
                </a:lnTo>
                <a:lnTo>
                  <a:pt x="3072" y="793"/>
                </a:lnTo>
                <a:lnTo>
                  <a:pt x="3072" y="853"/>
                </a:lnTo>
                <a:moveTo>
                  <a:pt x="2940" y="853"/>
                </a:moveTo>
                <a:lnTo>
                  <a:pt x="2860" y="853"/>
                </a:lnTo>
                <a:lnTo>
                  <a:pt x="2860" y="793"/>
                </a:lnTo>
                <a:lnTo>
                  <a:pt x="2940" y="793"/>
                </a:lnTo>
                <a:lnTo>
                  <a:pt x="2940" y="853"/>
                </a:lnTo>
                <a:moveTo>
                  <a:pt x="2808" y="853"/>
                </a:moveTo>
                <a:lnTo>
                  <a:pt x="2728" y="853"/>
                </a:lnTo>
                <a:lnTo>
                  <a:pt x="2728" y="793"/>
                </a:lnTo>
                <a:lnTo>
                  <a:pt x="2808" y="793"/>
                </a:lnTo>
                <a:lnTo>
                  <a:pt x="2808" y="853"/>
                </a:lnTo>
                <a:moveTo>
                  <a:pt x="2675" y="853"/>
                </a:moveTo>
                <a:lnTo>
                  <a:pt x="2596" y="853"/>
                </a:lnTo>
                <a:lnTo>
                  <a:pt x="2596" y="793"/>
                </a:lnTo>
                <a:lnTo>
                  <a:pt x="2675" y="793"/>
                </a:lnTo>
                <a:lnTo>
                  <a:pt x="2675" y="853"/>
                </a:lnTo>
                <a:moveTo>
                  <a:pt x="2543" y="853"/>
                </a:moveTo>
                <a:lnTo>
                  <a:pt x="2464" y="853"/>
                </a:lnTo>
                <a:lnTo>
                  <a:pt x="2464" y="793"/>
                </a:lnTo>
                <a:lnTo>
                  <a:pt x="2543" y="793"/>
                </a:lnTo>
                <a:lnTo>
                  <a:pt x="2543" y="853"/>
                </a:lnTo>
                <a:moveTo>
                  <a:pt x="2411" y="853"/>
                </a:moveTo>
                <a:lnTo>
                  <a:pt x="2331" y="853"/>
                </a:lnTo>
                <a:lnTo>
                  <a:pt x="2331" y="793"/>
                </a:lnTo>
                <a:lnTo>
                  <a:pt x="2411" y="793"/>
                </a:lnTo>
                <a:lnTo>
                  <a:pt x="2411" y="853"/>
                </a:lnTo>
                <a:moveTo>
                  <a:pt x="2278" y="853"/>
                </a:moveTo>
                <a:lnTo>
                  <a:pt x="2199" y="853"/>
                </a:lnTo>
                <a:lnTo>
                  <a:pt x="2199" y="793"/>
                </a:lnTo>
                <a:lnTo>
                  <a:pt x="2278" y="793"/>
                </a:lnTo>
                <a:lnTo>
                  <a:pt x="2278" y="853"/>
                </a:lnTo>
                <a:moveTo>
                  <a:pt x="2146" y="853"/>
                </a:moveTo>
                <a:lnTo>
                  <a:pt x="2067" y="853"/>
                </a:lnTo>
                <a:lnTo>
                  <a:pt x="2067" y="793"/>
                </a:lnTo>
                <a:lnTo>
                  <a:pt x="2146" y="793"/>
                </a:lnTo>
                <a:lnTo>
                  <a:pt x="2146" y="853"/>
                </a:lnTo>
                <a:moveTo>
                  <a:pt x="2014" y="853"/>
                </a:moveTo>
                <a:lnTo>
                  <a:pt x="1934" y="853"/>
                </a:lnTo>
                <a:lnTo>
                  <a:pt x="1934" y="793"/>
                </a:lnTo>
                <a:lnTo>
                  <a:pt x="2014" y="793"/>
                </a:lnTo>
                <a:lnTo>
                  <a:pt x="2014" y="853"/>
                </a:lnTo>
                <a:moveTo>
                  <a:pt x="1882" y="853"/>
                </a:moveTo>
                <a:lnTo>
                  <a:pt x="1802" y="853"/>
                </a:lnTo>
                <a:lnTo>
                  <a:pt x="1802" y="793"/>
                </a:lnTo>
                <a:lnTo>
                  <a:pt x="1882" y="793"/>
                </a:lnTo>
                <a:lnTo>
                  <a:pt x="1882" y="853"/>
                </a:lnTo>
                <a:moveTo>
                  <a:pt x="1749" y="853"/>
                </a:moveTo>
                <a:lnTo>
                  <a:pt x="1670" y="853"/>
                </a:lnTo>
                <a:lnTo>
                  <a:pt x="1670" y="793"/>
                </a:lnTo>
                <a:lnTo>
                  <a:pt x="1749" y="793"/>
                </a:lnTo>
                <a:lnTo>
                  <a:pt x="1749" y="853"/>
                </a:lnTo>
                <a:moveTo>
                  <a:pt x="1616" y="853"/>
                </a:moveTo>
                <a:lnTo>
                  <a:pt x="1537" y="853"/>
                </a:lnTo>
                <a:lnTo>
                  <a:pt x="1537" y="793"/>
                </a:lnTo>
                <a:lnTo>
                  <a:pt x="1616" y="793"/>
                </a:lnTo>
                <a:lnTo>
                  <a:pt x="1616" y="853"/>
                </a:lnTo>
                <a:moveTo>
                  <a:pt x="1484" y="853"/>
                </a:moveTo>
                <a:lnTo>
                  <a:pt x="1404" y="853"/>
                </a:lnTo>
                <a:lnTo>
                  <a:pt x="1404" y="793"/>
                </a:lnTo>
                <a:lnTo>
                  <a:pt x="1484" y="793"/>
                </a:lnTo>
                <a:lnTo>
                  <a:pt x="1484" y="853"/>
                </a:lnTo>
                <a:moveTo>
                  <a:pt x="1351" y="853"/>
                </a:moveTo>
                <a:lnTo>
                  <a:pt x="1272" y="853"/>
                </a:lnTo>
                <a:lnTo>
                  <a:pt x="1272" y="793"/>
                </a:lnTo>
                <a:lnTo>
                  <a:pt x="1351" y="793"/>
                </a:lnTo>
                <a:lnTo>
                  <a:pt x="1351" y="853"/>
                </a:lnTo>
                <a:moveTo>
                  <a:pt x="1219" y="853"/>
                </a:moveTo>
                <a:lnTo>
                  <a:pt x="1140" y="853"/>
                </a:lnTo>
                <a:lnTo>
                  <a:pt x="1140" y="793"/>
                </a:lnTo>
                <a:lnTo>
                  <a:pt x="1219" y="793"/>
                </a:lnTo>
                <a:lnTo>
                  <a:pt x="1219" y="853"/>
                </a:lnTo>
                <a:moveTo>
                  <a:pt x="1087" y="853"/>
                </a:moveTo>
                <a:lnTo>
                  <a:pt x="1007" y="853"/>
                </a:lnTo>
                <a:lnTo>
                  <a:pt x="1007" y="793"/>
                </a:lnTo>
                <a:lnTo>
                  <a:pt x="1087" y="793"/>
                </a:lnTo>
                <a:lnTo>
                  <a:pt x="1087" y="853"/>
                </a:lnTo>
                <a:moveTo>
                  <a:pt x="954" y="853"/>
                </a:moveTo>
                <a:lnTo>
                  <a:pt x="875" y="853"/>
                </a:lnTo>
                <a:lnTo>
                  <a:pt x="875" y="793"/>
                </a:lnTo>
                <a:lnTo>
                  <a:pt x="954" y="793"/>
                </a:lnTo>
                <a:lnTo>
                  <a:pt x="954" y="853"/>
                </a:lnTo>
                <a:moveTo>
                  <a:pt x="822" y="853"/>
                </a:moveTo>
                <a:lnTo>
                  <a:pt x="743" y="853"/>
                </a:lnTo>
                <a:lnTo>
                  <a:pt x="743" y="793"/>
                </a:lnTo>
                <a:lnTo>
                  <a:pt x="822" y="793"/>
                </a:lnTo>
                <a:lnTo>
                  <a:pt x="822" y="853"/>
                </a:lnTo>
                <a:moveTo>
                  <a:pt x="690" y="853"/>
                </a:moveTo>
                <a:lnTo>
                  <a:pt x="611" y="853"/>
                </a:lnTo>
                <a:lnTo>
                  <a:pt x="611" y="793"/>
                </a:lnTo>
                <a:lnTo>
                  <a:pt x="690" y="793"/>
                </a:lnTo>
                <a:lnTo>
                  <a:pt x="690" y="853"/>
                </a:lnTo>
                <a:moveTo>
                  <a:pt x="558" y="853"/>
                </a:moveTo>
                <a:lnTo>
                  <a:pt x="478" y="853"/>
                </a:lnTo>
                <a:lnTo>
                  <a:pt x="478" y="793"/>
                </a:lnTo>
                <a:lnTo>
                  <a:pt x="558" y="793"/>
                </a:lnTo>
                <a:lnTo>
                  <a:pt x="558" y="853"/>
                </a:lnTo>
                <a:moveTo>
                  <a:pt x="425" y="853"/>
                </a:moveTo>
                <a:lnTo>
                  <a:pt x="346" y="853"/>
                </a:lnTo>
                <a:lnTo>
                  <a:pt x="346" y="793"/>
                </a:lnTo>
                <a:lnTo>
                  <a:pt x="425" y="793"/>
                </a:lnTo>
                <a:lnTo>
                  <a:pt x="425" y="853"/>
                </a:lnTo>
                <a:moveTo>
                  <a:pt x="293" y="853"/>
                </a:moveTo>
                <a:lnTo>
                  <a:pt x="241" y="853"/>
                </a:lnTo>
                <a:cubicBezTo>
                  <a:pt x="231" y="853"/>
                  <a:pt x="221" y="852"/>
                  <a:pt x="211" y="851"/>
                </a:cubicBezTo>
                <a:lnTo>
                  <a:pt x="218" y="792"/>
                </a:lnTo>
                <a:cubicBezTo>
                  <a:pt x="226" y="793"/>
                  <a:pt x="233" y="793"/>
                  <a:pt x="241" y="793"/>
                </a:cubicBezTo>
                <a:lnTo>
                  <a:pt x="293" y="793"/>
                </a:lnTo>
                <a:lnTo>
                  <a:pt x="293" y="853"/>
                </a:lnTo>
                <a:moveTo>
                  <a:pt x="151" y="835"/>
                </a:moveTo>
                <a:cubicBezTo>
                  <a:pt x="123" y="823"/>
                  <a:pt x="98" y="807"/>
                  <a:pt x="75" y="786"/>
                </a:cubicBezTo>
                <a:lnTo>
                  <a:pt x="115" y="743"/>
                </a:lnTo>
                <a:cubicBezTo>
                  <a:pt x="132" y="759"/>
                  <a:pt x="151" y="772"/>
                  <a:pt x="173" y="780"/>
                </a:cubicBezTo>
                <a:lnTo>
                  <a:pt x="151" y="835"/>
                </a:lnTo>
                <a:moveTo>
                  <a:pt x="37" y="738"/>
                </a:moveTo>
                <a:cubicBezTo>
                  <a:pt x="20" y="712"/>
                  <a:pt x="9" y="684"/>
                  <a:pt x="4" y="653"/>
                </a:cubicBezTo>
                <a:lnTo>
                  <a:pt x="61" y="643"/>
                </a:lnTo>
                <a:cubicBezTo>
                  <a:pt x="65" y="666"/>
                  <a:pt x="74" y="688"/>
                  <a:pt x="86" y="707"/>
                </a:cubicBezTo>
                <a:lnTo>
                  <a:pt x="37" y="738"/>
                </a:lnTo>
                <a:moveTo>
                  <a:pt x="0" y="596"/>
                </a:moveTo>
                <a:lnTo>
                  <a:pt x="0" y="517"/>
                </a:lnTo>
                <a:lnTo>
                  <a:pt x="58" y="517"/>
                </a:lnTo>
                <a:lnTo>
                  <a:pt x="58" y="596"/>
                </a:lnTo>
                <a:lnTo>
                  <a:pt x="0" y="596"/>
                </a:lnTo>
                <a:moveTo>
                  <a:pt x="0" y="464"/>
                </a:moveTo>
                <a:lnTo>
                  <a:pt x="0" y="385"/>
                </a:lnTo>
                <a:lnTo>
                  <a:pt x="58" y="385"/>
                </a:lnTo>
                <a:lnTo>
                  <a:pt x="58" y="464"/>
                </a:lnTo>
                <a:lnTo>
                  <a:pt x="0" y="464"/>
                </a:lnTo>
                <a:moveTo>
                  <a:pt x="0" y="332"/>
                </a:moveTo>
                <a:lnTo>
                  <a:pt x="0" y="252"/>
                </a:lnTo>
                <a:lnTo>
                  <a:pt x="58" y="252"/>
                </a:lnTo>
                <a:lnTo>
                  <a:pt x="58" y="332"/>
                </a:lnTo>
                <a:lnTo>
                  <a:pt x="0" y="332"/>
                </a:lnTo>
                <a:moveTo>
                  <a:pt x="4" y="195"/>
                </a:moveTo>
                <a:cubicBezTo>
                  <a:pt x="10" y="165"/>
                  <a:pt x="21" y="137"/>
                  <a:pt x="38" y="111"/>
                </a:cubicBezTo>
                <a:lnTo>
                  <a:pt x="87" y="142"/>
                </a:lnTo>
                <a:cubicBezTo>
                  <a:pt x="74" y="162"/>
                  <a:pt x="66" y="183"/>
                  <a:pt x="62" y="206"/>
                </a:cubicBezTo>
                <a:lnTo>
                  <a:pt x="4" y="195"/>
                </a:lnTo>
                <a:moveTo>
                  <a:pt x="77" y="64"/>
                </a:moveTo>
                <a:cubicBezTo>
                  <a:pt x="100" y="43"/>
                  <a:pt x="125" y="27"/>
                  <a:pt x="154" y="16"/>
                </a:cubicBezTo>
                <a:lnTo>
                  <a:pt x="175" y="70"/>
                </a:lnTo>
                <a:cubicBezTo>
                  <a:pt x="153" y="78"/>
                  <a:pt x="134" y="91"/>
                  <a:pt x="117" y="106"/>
                </a:cubicBezTo>
                <a:lnTo>
                  <a:pt x="77" y="64"/>
                </a:lnTo>
                <a:moveTo>
                  <a:pt x="214" y="1"/>
                </a:moveTo>
                <a:cubicBezTo>
                  <a:pt x="223" y="0"/>
                  <a:pt x="232" y="0"/>
                  <a:pt x="241" y="0"/>
                </a:cubicBezTo>
                <a:lnTo>
                  <a:pt x="320" y="0"/>
                </a:lnTo>
                <a:lnTo>
                  <a:pt x="320" y="58"/>
                </a:lnTo>
                <a:lnTo>
                  <a:pt x="241" y="58"/>
                </a:lnTo>
                <a:cubicBezTo>
                  <a:pt x="234" y="58"/>
                  <a:pt x="227" y="58"/>
                  <a:pt x="220" y="59"/>
                </a:cubicBezTo>
                <a:lnTo>
                  <a:pt x="214" y="1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8" name=""/>
          <p:cNvSpPr/>
          <p:nvPr/>
        </p:nvSpPr>
        <p:spPr>
          <a:xfrm>
            <a:off x="1084680" y="3837600"/>
            <a:ext cx="3355200" cy="307080"/>
          </a:xfrm>
          <a:custGeom>
            <a:avLst/>
            <a:gdLst/>
            <a:ahLst/>
            <a:rect l="0" t="0" r="r" b="b"/>
            <a:pathLst>
              <a:path w="9320" h="853">
                <a:moveTo>
                  <a:pt x="373" y="0"/>
                </a:moveTo>
                <a:lnTo>
                  <a:pt x="453" y="0"/>
                </a:lnTo>
                <a:lnTo>
                  <a:pt x="453" y="58"/>
                </a:lnTo>
                <a:lnTo>
                  <a:pt x="373" y="58"/>
                </a:lnTo>
                <a:lnTo>
                  <a:pt x="373" y="0"/>
                </a:lnTo>
                <a:moveTo>
                  <a:pt x="505" y="0"/>
                </a:moveTo>
                <a:lnTo>
                  <a:pt x="585" y="0"/>
                </a:lnTo>
                <a:lnTo>
                  <a:pt x="585" y="58"/>
                </a:lnTo>
                <a:lnTo>
                  <a:pt x="505" y="58"/>
                </a:lnTo>
                <a:lnTo>
                  <a:pt x="505" y="0"/>
                </a:lnTo>
                <a:moveTo>
                  <a:pt x="638" y="0"/>
                </a:moveTo>
                <a:lnTo>
                  <a:pt x="717" y="0"/>
                </a:lnTo>
                <a:lnTo>
                  <a:pt x="717" y="58"/>
                </a:lnTo>
                <a:lnTo>
                  <a:pt x="638" y="58"/>
                </a:lnTo>
                <a:lnTo>
                  <a:pt x="638" y="0"/>
                </a:lnTo>
                <a:moveTo>
                  <a:pt x="770" y="0"/>
                </a:moveTo>
                <a:lnTo>
                  <a:pt x="849" y="0"/>
                </a:lnTo>
                <a:lnTo>
                  <a:pt x="849" y="58"/>
                </a:lnTo>
                <a:lnTo>
                  <a:pt x="770" y="58"/>
                </a:lnTo>
                <a:lnTo>
                  <a:pt x="770" y="0"/>
                </a:lnTo>
                <a:moveTo>
                  <a:pt x="902" y="0"/>
                </a:moveTo>
                <a:lnTo>
                  <a:pt x="982" y="0"/>
                </a:lnTo>
                <a:lnTo>
                  <a:pt x="982" y="58"/>
                </a:lnTo>
                <a:lnTo>
                  <a:pt x="902" y="58"/>
                </a:lnTo>
                <a:lnTo>
                  <a:pt x="902" y="0"/>
                </a:lnTo>
                <a:moveTo>
                  <a:pt x="1035" y="0"/>
                </a:moveTo>
                <a:lnTo>
                  <a:pt x="1114" y="0"/>
                </a:lnTo>
                <a:lnTo>
                  <a:pt x="1114" y="58"/>
                </a:lnTo>
                <a:lnTo>
                  <a:pt x="1035" y="58"/>
                </a:lnTo>
                <a:lnTo>
                  <a:pt x="1035" y="0"/>
                </a:lnTo>
                <a:moveTo>
                  <a:pt x="1167" y="0"/>
                </a:moveTo>
                <a:lnTo>
                  <a:pt x="1246" y="0"/>
                </a:lnTo>
                <a:lnTo>
                  <a:pt x="1246" y="58"/>
                </a:lnTo>
                <a:lnTo>
                  <a:pt x="1167" y="58"/>
                </a:lnTo>
                <a:lnTo>
                  <a:pt x="1167" y="0"/>
                </a:lnTo>
                <a:moveTo>
                  <a:pt x="1299" y="0"/>
                </a:moveTo>
                <a:lnTo>
                  <a:pt x="1379" y="0"/>
                </a:lnTo>
                <a:lnTo>
                  <a:pt x="1379" y="58"/>
                </a:lnTo>
                <a:lnTo>
                  <a:pt x="1299" y="58"/>
                </a:lnTo>
                <a:lnTo>
                  <a:pt x="1299" y="0"/>
                </a:lnTo>
                <a:moveTo>
                  <a:pt x="1431" y="0"/>
                </a:moveTo>
                <a:lnTo>
                  <a:pt x="1511" y="0"/>
                </a:lnTo>
                <a:lnTo>
                  <a:pt x="1511" y="58"/>
                </a:lnTo>
                <a:lnTo>
                  <a:pt x="1431" y="58"/>
                </a:lnTo>
                <a:lnTo>
                  <a:pt x="1431" y="0"/>
                </a:lnTo>
                <a:moveTo>
                  <a:pt x="1564" y="0"/>
                </a:moveTo>
                <a:lnTo>
                  <a:pt x="1643" y="0"/>
                </a:lnTo>
                <a:lnTo>
                  <a:pt x="1643" y="58"/>
                </a:lnTo>
                <a:lnTo>
                  <a:pt x="1564" y="58"/>
                </a:lnTo>
                <a:lnTo>
                  <a:pt x="1564" y="0"/>
                </a:lnTo>
                <a:moveTo>
                  <a:pt x="1697" y="0"/>
                </a:moveTo>
                <a:lnTo>
                  <a:pt x="1776" y="0"/>
                </a:lnTo>
                <a:lnTo>
                  <a:pt x="1776" y="58"/>
                </a:lnTo>
                <a:lnTo>
                  <a:pt x="1697" y="58"/>
                </a:lnTo>
                <a:lnTo>
                  <a:pt x="1697" y="0"/>
                </a:lnTo>
                <a:moveTo>
                  <a:pt x="1829" y="0"/>
                </a:moveTo>
                <a:lnTo>
                  <a:pt x="1909" y="0"/>
                </a:lnTo>
                <a:lnTo>
                  <a:pt x="1909" y="58"/>
                </a:lnTo>
                <a:lnTo>
                  <a:pt x="1829" y="58"/>
                </a:lnTo>
                <a:lnTo>
                  <a:pt x="1829" y="0"/>
                </a:lnTo>
                <a:moveTo>
                  <a:pt x="1962" y="0"/>
                </a:moveTo>
                <a:lnTo>
                  <a:pt x="2041" y="0"/>
                </a:lnTo>
                <a:lnTo>
                  <a:pt x="2041" y="58"/>
                </a:lnTo>
                <a:lnTo>
                  <a:pt x="1962" y="58"/>
                </a:lnTo>
                <a:lnTo>
                  <a:pt x="1962" y="0"/>
                </a:lnTo>
                <a:moveTo>
                  <a:pt x="2094" y="0"/>
                </a:moveTo>
                <a:lnTo>
                  <a:pt x="2173" y="0"/>
                </a:lnTo>
                <a:lnTo>
                  <a:pt x="2173" y="58"/>
                </a:lnTo>
                <a:lnTo>
                  <a:pt x="2094" y="58"/>
                </a:lnTo>
                <a:lnTo>
                  <a:pt x="2094" y="0"/>
                </a:lnTo>
                <a:moveTo>
                  <a:pt x="2226" y="0"/>
                </a:moveTo>
                <a:lnTo>
                  <a:pt x="2306" y="0"/>
                </a:lnTo>
                <a:lnTo>
                  <a:pt x="2306" y="58"/>
                </a:lnTo>
                <a:lnTo>
                  <a:pt x="2226" y="58"/>
                </a:lnTo>
                <a:lnTo>
                  <a:pt x="2226" y="0"/>
                </a:lnTo>
                <a:moveTo>
                  <a:pt x="2359" y="0"/>
                </a:moveTo>
                <a:lnTo>
                  <a:pt x="2438" y="0"/>
                </a:lnTo>
                <a:lnTo>
                  <a:pt x="2438" y="58"/>
                </a:lnTo>
                <a:lnTo>
                  <a:pt x="2359" y="58"/>
                </a:lnTo>
                <a:lnTo>
                  <a:pt x="2359" y="0"/>
                </a:lnTo>
                <a:moveTo>
                  <a:pt x="2491" y="0"/>
                </a:moveTo>
                <a:lnTo>
                  <a:pt x="2570" y="0"/>
                </a:lnTo>
                <a:lnTo>
                  <a:pt x="2570" y="58"/>
                </a:lnTo>
                <a:lnTo>
                  <a:pt x="2491" y="58"/>
                </a:lnTo>
                <a:lnTo>
                  <a:pt x="2491" y="0"/>
                </a:lnTo>
                <a:moveTo>
                  <a:pt x="2623" y="0"/>
                </a:moveTo>
                <a:lnTo>
                  <a:pt x="2702" y="0"/>
                </a:lnTo>
                <a:lnTo>
                  <a:pt x="2702" y="58"/>
                </a:lnTo>
                <a:lnTo>
                  <a:pt x="2623" y="58"/>
                </a:lnTo>
                <a:lnTo>
                  <a:pt x="2623" y="0"/>
                </a:lnTo>
                <a:moveTo>
                  <a:pt x="2755" y="0"/>
                </a:moveTo>
                <a:lnTo>
                  <a:pt x="2835" y="0"/>
                </a:lnTo>
                <a:lnTo>
                  <a:pt x="2835" y="58"/>
                </a:lnTo>
                <a:lnTo>
                  <a:pt x="2755" y="58"/>
                </a:lnTo>
                <a:lnTo>
                  <a:pt x="2755" y="0"/>
                </a:lnTo>
                <a:moveTo>
                  <a:pt x="2888" y="0"/>
                </a:moveTo>
                <a:lnTo>
                  <a:pt x="2967" y="0"/>
                </a:lnTo>
                <a:lnTo>
                  <a:pt x="2967" y="58"/>
                </a:lnTo>
                <a:lnTo>
                  <a:pt x="2888" y="58"/>
                </a:lnTo>
                <a:lnTo>
                  <a:pt x="2888" y="0"/>
                </a:lnTo>
                <a:moveTo>
                  <a:pt x="3020" y="0"/>
                </a:moveTo>
                <a:lnTo>
                  <a:pt x="3099" y="0"/>
                </a:lnTo>
                <a:lnTo>
                  <a:pt x="3099" y="58"/>
                </a:lnTo>
                <a:lnTo>
                  <a:pt x="3020" y="58"/>
                </a:lnTo>
                <a:lnTo>
                  <a:pt x="3020" y="0"/>
                </a:lnTo>
                <a:moveTo>
                  <a:pt x="3152" y="0"/>
                </a:moveTo>
                <a:lnTo>
                  <a:pt x="3232" y="0"/>
                </a:lnTo>
                <a:lnTo>
                  <a:pt x="3232" y="58"/>
                </a:lnTo>
                <a:lnTo>
                  <a:pt x="3152" y="58"/>
                </a:lnTo>
                <a:lnTo>
                  <a:pt x="3152" y="0"/>
                </a:lnTo>
                <a:moveTo>
                  <a:pt x="3285" y="0"/>
                </a:moveTo>
                <a:lnTo>
                  <a:pt x="3364" y="0"/>
                </a:lnTo>
                <a:lnTo>
                  <a:pt x="3364" y="58"/>
                </a:lnTo>
                <a:lnTo>
                  <a:pt x="3285" y="58"/>
                </a:lnTo>
                <a:lnTo>
                  <a:pt x="3285" y="0"/>
                </a:lnTo>
                <a:moveTo>
                  <a:pt x="3417" y="0"/>
                </a:moveTo>
                <a:lnTo>
                  <a:pt x="3496" y="0"/>
                </a:lnTo>
                <a:lnTo>
                  <a:pt x="3496" y="58"/>
                </a:lnTo>
                <a:lnTo>
                  <a:pt x="3417" y="58"/>
                </a:lnTo>
                <a:lnTo>
                  <a:pt x="3417" y="0"/>
                </a:lnTo>
                <a:moveTo>
                  <a:pt x="3549" y="0"/>
                </a:moveTo>
                <a:lnTo>
                  <a:pt x="3629" y="0"/>
                </a:lnTo>
                <a:lnTo>
                  <a:pt x="3629" y="58"/>
                </a:lnTo>
                <a:lnTo>
                  <a:pt x="3549" y="58"/>
                </a:lnTo>
                <a:lnTo>
                  <a:pt x="3549" y="0"/>
                </a:lnTo>
                <a:moveTo>
                  <a:pt x="3681" y="0"/>
                </a:moveTo>
                <a:lnTo>
                  <a:pt x="3761" y="0"/>
                </a:lnTo>
                <a:lnTo>
                  <a:pt x="3761" y="58"/>
                </a:lnTo>
                <a:lnTo>
                  <a:pt x="3681" y="58"/>
                </a:lnTo>
                <a:lnTo>
                  <a:pt x="3681" y="0"/>
                </a:lnTo>
                <a:moveTo>
                  <a:pt x="3814" y="0"/>
                </a:moveTo>
                <a:lnTo>
                  <a:pt x="3893" y="0"/>
                </a:lnTo>
                <a:lnTo>
                  <a:pt x="3893" y="58"/>
                </a:lnTo>
                <a:lnTo>
                  <a:pt x="3814" y="58"/>
                </a:lnTo>
                <a:lnTo>
                  <a:pt x="3814" y="0"/>
                </a:lnTo>
                <a:moveTo>
                  <a:pt x="3946" y="0"/>
                </a:moveTo>
                <a:lnTo>
                  <a:pt x="4025" y="0"/>
                </a:lnTo>
                <a:lnTo>
                  <a:pt x="4025" y="58"/>
                </a:lnTo>
                <a:lnTo>
                  <a:pt x="3946" y="58"/>
                </a:lnTo>
                <a:lnTo>
                  <a:pt x="3946" y="0"/>
                </a:lnTo>
                <a:moveTo>
                  <a:pt x="4078" y="0"/>
                </a:moveTo>
                <a:lnTo>
                  <a:pt x="4158" y="0"/>
                </a:lnTo>
                <a:lnTo>
                  <a:pt x="4158" y="58"/>
                </a:lnTo>
                <a:lnTo>
                  <a:pt x="4078" y="58"/>
                </a:lnTo>
                <a:lnTo>
                  <a:pt x="4078" y="0"/>
                </a:lnTo>
                <a:moveTo>
                  <a:pt x="4211" y="0"/>
                </a:moveTo>
                <a:lnTo>
                  <a:pt x="4290" y="0"/>
                </a:lnTo>
                <a:lnTo>
                  <a:pt x="4290" y="58"/>
                </a:lnTo>
                <a:lnTo>
                  <a:pt x="4211" y="58"/>
                </a:lnTo>
                <a:lnTo>
                  <a:pt x="4211" y="0"/>
                </a:lnTo>
                <a:moveTo>
                  <a:pt x="4343" y="0"/>
                </a:moveTo>
                <a:lnTo>
                  <a:pt x="4422" y="0"/>
                </a:lnTo>
                <a:lnTo>
                  <a:pt x="4422" y="58"/>
                </a:lnTo>
                <a:lnTo>
                  <a:pt x="4343" y="58"/>
                </a:lnTo>
                <a:lnTo>
                  <a:pt x="4343" y="0"/>
                </a:lnTo>
                <a:moveTo>
                  <a:pt x="4475" y="0"/>
                </a:moveTo>
                <a:lnTo>
                  <a:pt x="4555" y="0"/>
                </a:lnTo>
                <a:lnTo>
                  <a:pt x="4555" y="58"/>
                </a:lnTo>
                <a:lnTo>
                  <a:pt x="4475" y="58"/>
                </a:lnTo>
                <a:lnTo>
                  <a:pt x="4475" y="0"/>
                </a:lnTo>
                <a:moveTo>
                  <a:pt x="4607" y="0"/>
                </a:moveTo>
                <a:lnTo>
                  <a:pt x="4687" y="0"/>
                </a:lnTo>
                <a:lnTo>
                  <a:pt x="4687" y="58"/>
                </a:lnTo>
                <a:lnTo>
                  <a:pt x="4607" y="58"/>
                </a:lnTo>
                <a:lnTo>
                  <a:pt x="4607" y="0"/>
                </a:lnTo>
                <a:moveTo>
                  <a:pt x="4740" y="0"/>
                </a:moveTo>
                <a:lnTo>
                  <a:pt x="4819" y="0"/>
                </a:lnTo>
                <a:lnTo>
                  <a:pt x="4819" y="58"/>
                </a:lnTo>
                <a:lnTo>
                  <a:pt x="4740" y="58"/>
                </a:lnTo>
                <a:lnTo>
                  <a:pt x="4740" y="0"/>
                </a:lnTo>
                <a:moveTo>
                  <a:pt x="4872" y="0"/>
                </a:moveTo>
                <a:lnTo>
                  <a:pt x="4951" y="0"/>
                </a:lnTo>
                <a:lnTo>
                  <a:pt x="4951" y="58"/>
                </a:lnTo>
                <a:lnTo>
                  <a:pt x="4872" y="58"/>
                </a:lnTo>
                <a:lnTo>
                  <a:pt x="4872" y="0"/>
                </a:lnTo>
                <a:moveTo>
                  <a:pt x="5004" y="0"/>
                </a:moveTo>
                <a:lnTo>
                  <a:pt x="5084" y="0"/>
                </a:lnTo>
                <a:lnTo>
                  <a:pt x="5084" y="58"/>
                </a:lnTo>
                <a:lnTo>
                  <a:pt x="5004" y="58"/>
                </a:lnTo>
                <a:lnTo>
                  <a:pt x="5004" y="0"/>
                </a:lnTo>
                <a:moveTo>
                  <a:pt x="5137" y="0"/>
                </a:moveTo>
                <a:lnTo>
                  <a:pt x="5216" y="0"/>
                </a:lnTo>
                <a:lnTo>
                  <a:pt x="5216" y="58"/>
                </a:lnTo>
                <a:lnTo>
                  <a:pt x="5137" y="58"/>
                </a:lnTo>
                <a:lnTo>
                  <a:pt x="5137" y="0"/>
                </a:lnTo>
                <a:moveTo>
                  <a:pt x="5269" y="0"/>
                </a:moveTo>
                <a:lnTo>
                  <a:pt x="5348" y="0"/>
                </a:lnTo>
                <a:lnTo>
                  <a:pt x="5348" y="58"/>
                </a:lnTo>
                <a:lnTo>
                  <a:pt x="5269" y="58"/>
                </a:lnTo>
                <a:lnTo>
                  <a:pt x="5269" y="0"/>
                </a:lnTo>
                <a:moveTo>
                  <a:pt x="5401" y="0"/>
                </a:moveTo>
                <a:lnTo>
                  <a:pt x="5481" y="0"/>
                </a:lnTo>
                <a:lnTo>
                  <a:pt x="5481" y="58"/>
                </a:lnTo>
                <a:lnTo>
                  <a:pt x="5401" y="58"/>
                </a:lnTo>
                <a:lnTo>
                  <a:pt x="5401" y="0"/>
                </a:lnTo>
                <a:moveTo>
                  <a:pt x="5534" y="0"/>
                </a:moveTo>
                <a:lnTo>
                  <a:pt x="5613" y="0"/>
                </a:lnTo>
                <a:lnTo>
                  <a:pt x="5613" y="58"/>
                </a:lnTo>
                <a:lnTo>
                  <a:pt x="5534" y="58"/>
                </a:lnTo>
                <a:lnTo>
                  <a:pt x="5534" y="0"/>
                </a:lnTo>
                <a:moveTo>
                  <a:pt x="5666" y="0"/>
                </a:moveTo>
                <a:lnTo>
                  <a:pt x="5745" y="0"/>
                </a:lnTo>
                <a:lnTo>
                  <a:pt x="5745" y="58"/>
                </a:lnTo>
                <a:lnTo>
                  <a:pt x="5666" y="58"/>
                </a:lnTo>
                <a:lnTo>
                  <a:pt x="5666" y="0"/>
                </a:lnTo>
                <a:moveTo>
                  <a:pt x="5798" y="0"/>
                </a:moveTo>
                <a:lnTo>
                  <a:pt x="5877" y="0"/>
                </a:lnTo>
                <a:lnTo>
                  <a:pt x="5877" y="58"/>
                </a:lnTo>
                <a:lnTo>
                  <a:pt x="5798" y="58"/>
                </a:lnTo>
                <a:lnTo>
                  <a:pt x="5798" y="0"/>
                </a:lnTo>
                <a:moveTo>
                  <a:pt x="5930" y="0"/>
                </a:moveTo>
                <a:lnTo>
                  <a:pt x="6010" y="0"/>
                </a:lnTo>
                <a:lnTo>
                  <a:pt x="6010" y="58"/>
                </a:lnTo>
                <a:lnTo>
                  <a:pt x="5930" y="58"/>
                </a:lnTo>
                <a:lnTo>
                  <a:pt x="5930" y="0"/>
                </a:lnTo>
                <a:moveTo>
                  <a:pt x="6063" y="0"/>
                </a:moveTo>
                <a:lnTo>
                  <a:pt x="6142" y="0"/>
                </a:lnTo>
                <a:lnTo>
                  <a:pt x="6142" y="58"/>
                </a:lnTo>
                <a:lnTo>
                  <a:pt x="6063" y="58"/>
                </a:lnTo>
                <a:lnTo>
                  <a:pt x="6063" y="0"/>
                </a:lnTo>
                <a:moveTo>
                  <a:pt x="6195" y="0"/>
                </a:moveTo>
                <a:lnTo>
                  <a:pt x="6274" y="0"/>
                </a:lnTo>
                <a:lnTo>
                  <a:pt x="6274" y="58"/>
                </a:lnTo>
                <a:lnTo>
                  <a:pt x="6195" y="58"/>
                </a:lnTo>
                <a:lnTo>
                  <a:pt x="6195" y="0"/>
                </a:lnTo>
                <a:moveTo>
                  <a:pt x="6327" y="0"/>
                </a:moveTo>
                <a:lnTo>
                  <a:pt x="6407" y="0"/>
                </a:lnTo>
                <a:lnTo>
                  <a:pt x="6407" y="58"/>
                </a:lnTo>
                <a:lnTo>
                  <a:pt x="6327" y="58"/>
                </a:lnTo>
                <a:lnTo>
                  <a:pt x="6327" y="0"/>
                </a:lnTo>
                <a:moveTo>
                  <a:pt x="6460" y="0"/>
                </a:moveTo>
                <a:lnTo>
                  <a:pt x="6539" y="0"/>
                </a:lnTo>
                <a:lnTo>
                  <a:pt x="6539" y="58"/>
                </a:lnTo>
                <a:lnTo>
                  <a:pt x="6460" y="58"/>
                </a:lnTo>
                <a:lnTo>
                  <a:pt x="6460" y="0"/>
                </a:lnTo>
                <a:moveTo>
                  <a:pt x="6592" y="0"/>
                </a:moveTo>
                <a:lnTo>
                  <a:pt x="6671" y="0"/>
                </a:lnTo>
                <a:lnTo>
                  <a:pt x="6671" y="58"/>
                </a:lnTo>
                <a:lnTo>
                  <a:pt x="6592" y="58"/>
                </a:lnTo>
                <a:lnTo>
                  <a:pt x="6592" y="0"/>
                </a:lnTo>
                <a:moveTo>
                  <a:pt x="6724" y="0"/>
                </a:moveTo>
                <a:lnTo>
                  <a:pt x="6804" y="0"/>
                </a:lnTo>
                <a:lnTo>
                  <a:pt x="6804" y="58"/>
                </a:lnTo>
                <a:lnTo>
                  <a:pt x="6724" y="58"/>
                </a:lnTo>
                <a:lnTo>
                  <a:pt x="6724" y="0"/>
                </a:lnTo>
                <a:moveTo>
                  <a:pt x="6856" y="0"/>
                </a:moveTo>
                <a:lnTo>
                  <a:pt x="6936" y="0"/>
                </a:lnTo>
                <a:lnTo>
                  <a:pt x="6936" y="58"/>
                </a:lnTo>
                <a:lnTo>
                  <a:pt x="6856" y="58"/>
                </a:lnTo>
                <a:lnTo>
                  <a:pt x="6856" y="0"/>
                </a:lnTo>
                <a:moveTo>
                  <a:pt x="6989" y="0"/>
                </a:moveTo>
                <a:lnTo>
                  <a:pt x="7068" y="0"/>
                </a:lnTo>
                <a:lnTo>
                  <a:pt x="7068" y="58"/>
                </a:lnTo>
                <a:lnTo>
                  <a:pt x="6989" y="58"/>
                </a:lnTo>
                <a:lnTo>
                  <a:pt x="6989" y="0"/>
                </a:lnTo>
                <a:moveTo>
                  <a:pt x="7121" y="0"/>
                </a:moveTo>
                <a:lnTo>
                  <a:pt x="7200" y="0"/>
                </a:lnTo>
                <a:lnTo>
                  <a:pt x="7200" y="58"/>
                </a:lnTo>
                <a:lnTo>
                  <a:pt x="7121" y="58"/>
                </a:lnTo>
                <a:lnTo>
                  <a:pt x="7121" y="0"/>
                </a:lnTo>
                <a:moveTo>
                  <a:pt x="7253" y="0"/>
                </a:moveTo>
                <a:lnTo>
                  <a:pt x="7333" y="0"/>
                </a:lnTo>
                <a:lnTo>
                  <a:pt x="7333" y="58"/>
                </a:lnTo>
                <a:lnTo>
                  <a:pt x="7253" y="58"/>
                </a:lnTo>
                <a:lnTo>
                  <a:pt x="7253" y="0"/>
                </a:lnTo>
                <a:moveTo>
                  <a:pt x="7386" y="0"/>
                </a:moveTo>
                <a:lnTo>
                  <a:pt x="7465" y="0"/>
                </a:lnTo>
                <a:lnTo>
                  <a:pt x="7465" y="58"/>
                </a:lnTo>
                <a:lnTo>
                  <a:pt x="7386" y="58"/>
                </a:lnTo>
                <a:lnTo>
                  <a:pt x="7386" y="0"/>
                </a:lnTo>
                <a:moveTo>
                  <a:pt x="7518" y="0"/>
                </a:moveTo>
                <a:lnTo>
                  <a:pt x="7597" y="0"/>
                </a:lnTo>
                <a:lnTo>
                  <a:pt x="7597" y="58"/>
                </a:lnTo>
                <a:lnTo>
                  <a:pt x="7518" y="58"/>
                </a:lnTo>
                <a:lnTo>
                  <a:pt x="7518" y="0"/>
                </a:lnTo>
                <a:moveTo>
                  <a:pt x="7650" y="0"/>
                </a:moveTo>
                <a:lnTo>
                  <a:pt x="7730" y="0"/>
                </a:lnTo>
                <a:lnTo>
                  <a:pt x="7730" y="58"/>
                </a:lnTo>
                <a:lnTo>
                  <a:pt x="7650" y="58"/>
                </a:lnTo>
                <a:lnTo>
                  <a:pt x="7650" y="0"/>
                </a:lnTo>
                <a:moveTo>
                  <a:pt x="7782" y="0"/>
                </a:moveTo>
                <a:lnTo>
                  <a:pt x="7862" y="0"/>
                </a:lnTo>
                <a:lnTo>
                  <a:pt x="7862" y="58"/>
                </a:lnTo>
                <a:lnTo>
                  <a:pt x="7782" y="58"/>
                </a:lnTo>
                <a:lnTo>
                  <a:pt x="7782" y="0"/>
                </a:lnTo>
                <a:moveTo>
                  <a:pt x="7915" y="0"/>
                </a:moveTo>
                <a:lnTo>
                  <a:pt x="7994" y="0"/>
                </a:lnTo>
                <a:lnTo>
                  <a:pt x="7994" y="58"/>
                </a:lnTo>
                <a:lnTo>
                  <a:pt x="7915" y="58"/>
                </a:lnTo>
                <a:lnTo>
                  <a:pt x="7915" y="0"/>
                </a:lnTo>
                <a:moveTo>
                  <a:pt x="8047" y="0"/>
                </a:moveTo>
                <a:lnTo>
                  <a:pt x="8126" y="0"/>
                </a:lnTo>
                <a:lnTo>
                  <a:pt x="8126" y="58"/>
                </a:lnTo>
                <a:lnTo>
                  <a:pt x="8047" y="58"/>
                </a:lnTo>
                <a:lnTo>
                  <a:pt x="8047" y="0"/>
                </a:lnTo>
                <a:moveTo>
                  <a:pt x="8179" y="0"/>
                </a:moveTo>
                <a:lnTo>
                  <a:pt x="8259" y="0"/>
                </a:lnTo>
                <a:lnTo>
                  <a:pt x="8259" y="58"/>
                </a:lnTo>
                <a:lnTo>
                  <a:pt x="8179" y="58"/>
                </a:lnTo>
                <a:lnTo>
                  <a:pt x="8179" y="0"/>
                </a:lnTo>
                <a:moveTo>
                  <a:pt x="8312" y="0"/>
                </a:moveTo>
                <a:lnTo>
                  <a:pt x="8391" y="0"/>
                </a:lnTo>
                <a:lnTo>
                  <a:pt x="8391" y="58"/>
                </a:lnTo>
                <a:lnTo>
                  <a:pt x="8312" y="58"/>
                </a:lnTo>
                <a:lnTo>
                  <a:pt x="8312" y="0"/>
                </a:lnTo>
                <a:moveTo>
                  <a:pt x="8444" y="0"/>
                </a:moveTo>
                <a:lnTo>
                  <a:pt x="8523" y="0"/>
                </a:lnTo>
                <a:lnTo>
                  <a:pt x="8523" y="58"/>
                </a:lnTo>
                <a:lnTo>
                  <a:pt x="8444" y="58"/>
                </a:lnTo>
                <a:lnTo>
                  <a:pt x="8444" y="0"/>
                </a:lnTo>
                <a:moveTo>
                  <a:pt x="8576" y="0"/>
                </a:moveTo>
                <a:lnTo>
                  <a:pt x="8656" y="0"/>
                </a:lnTo>
                <a:lnTo>
                  <a:pt x="8656" y="58"/>
                </a:lnTo>
                <a:lnTo>
                  <a:pt x="8576" y="58"/>
                </a:lnTo>
                <a:lnTo>
                  <a:pt x="8576" y="0"/>
                </a:lnTo>
                <a:moveTo>
                  <a:pt x="8709" y="0"/>
                </a:moveTo>
                <a:lnTo>
                  <a:pt x="8788" y="0"/>
                </a:lnTo>
                <a:lnTo>
                  <a:pt x="8788" y="58"/>
                </a:lnTo>
                <a:lnTo>
                  <a:pt x="8709" y="58"/>
                </a:lnTo>
                <a:lnTo>
                  <a:pt x="8709" y="0"/>
                </a:lnTo>
                <a:moveTo>
                  <a:pt x="8841" y="0"/>
                </a:moveTo>
                <a:lnTo>
                  <a:pt x="8920" y="0"/>
                </a:lnTo>
                <a:lnTo>
                  <a:pt x="8920" y="58"/>
                </a:lnTo>
                <a:lnTo>
                  <a:pt x="8841" y="58"/>
                </a:lnTo>
                <a:lnTo>
                  <a:pt x="8841" y="0"/>
                </a:lnTo>
                <a:moveTo>
                  <a:pt x="8973" y="0"/>
                </a:moveTo>
                <a:lnTo>
                  <a:pt x="9052" y="0"/>
                </a:lnTo>
                <a:lnTo>
                  <a:pt x="9052" y="58"/>
                </a:lnTo>
                <a:lnTo>
                  <a:pt x="8973" y="58"/>
                </a:lnTo>
                <a:lnTo>
                  <a:pt x="8973" y="0"/>
                </a:lnTo>
                <a:moveTo>
                  <a:pt x="9108" y="1"/>
                </a:moveTo>
                <a:cubicBezTo>
                  <a:pt x="9139" y="5"/>
                  <a:pt x="9168" y="14"/>
                  <a:pt x="9195" y="29"/>
                </a:cubicBezTo>
                <a:lnTo>
                  <a:pt x="9167" y="80"/>
                </a:lnTo>
                <a:cubicBezTo>
                  <a:pt x="9146" y="69"/>
                  <a:pt x="9124" y="62"/>
                  <a:pt x="9101" y="59"/>
                </a:cubicBezTo>
                <a:lnTo>
                  <a:pt x="9108" y="1"/>
                </a:lnTo>
                <a:moveTo>
                  <a:pt x="9244" y="65"/>
                </a:moveTo>
                <a:cubicBezTo>
                  <a:pt x="9266" y="86"/>
                  <a:pt x="9284" y="111"/>
                  <a:pt x="9297" y="138"/>
                </a:cubicBezTo>
                <a:lnTo>
                  <a:pt x="9244" y="163"/>
                </a:lnTo>
                <a:cubicBezTo>
                  <a:pt x="9234" y="142"/>
                  <a:pt x="9221" y="123"/>
                  <a:pt x="9204" y="107"/>
                </a:cubicBezTo>
                <a:lnTo>
                  <a:pt x="9244" y="65"/>
                </a:lnTo>
                <a:moveTo>
                  <a:pt x="9316" y="197"/>
                </a:moveTo>
                <a:cubicBezTo>
                  <a:pt x="9318" y="211"/>
                  <a:pt x="9320" y="226"/>
                  <a:pt x="9320" y="240"/>
                </a:cubicBezTo>
                <a:lnTo>
                  <a:pt x="9320" y="280"/>
                </a:lnTo>
                <a:lnTo>
                  <a:pt x="9262" y="280"/>
                </a:lnTo>
                <a:lnTo>
                  <a:pt x="9262" y="240"/>
                </a:lnTo>
                <a:cubicBezTo>
                  <a:pt x="9262" y="229"/>
                  <a:pt x="9261" y="218"/>
                  <a:pt x="9259" y="207"/>
                </a:cubicBezTo>
                <a:lnTo>
                  <a:pt x="9316" y="197"/>
                </a:lnTo>
                <a:moveTo>
                  <a:pt x="9320" y="333"/>
                </a:moveTo>
                <a:lnTo>
                  <a:pt x="9320" y="413"/>
                </a:lnTo>
                <a:lnTo>
                  <a:pt x="9262" y="413"/>
                </a:lnTo>
                <a:lnTo>
                  <a:pt x="9262" y="333"/>
                </a:lnTo>
                <a:lnTo>
                  <a:pt x="9320" y="333"/>
                </a:lnTo>
                <a:moveTo>
                  <a:pt x="9320" y="466"/>
                </a:moveTo>
                <a:lnTo>
                  <a:pt x="9320" y="545"/>
                </a:lnTo>
                <a:lnTo>
                  <a:pt x="9262" y="545"/>
                </a:lnTo>
                <a:lnTo>
                  <a:pt x="9262" y="466"/>
                </a:lnTo>
                <a:lnTo>
                  <a:pt x="9320" y="466"/>
                </a:lnTo>
                <a:moveTo>
                  <a:pt x="9320" y="598"/>
                </a:moveTo>
                <a:lnTo>
                  <a:pt x="9320" y="611"/>
                </a:lnTo>
                <a:cubicBezTo>
                  <a:pt x="9320" y="636"/>
                  <a:pt x="9316" y="661"/>
                  <a:pt x="9308" y="685"/>
                </a:cubicBezTo>
                <a:lnTo>
                  <a:pt x="9253" y="667"/>
                </a:lnTo>
                <a:cubicBezTo>
                  <a:pt x="9259" y="649"/>
                  <a:pt x="9262" y="630"/>
                  <a:pt x="9262" y="611"/>
                </a:cubicBezTo>
                <a:lnTo>
                  <a:pt x="9262" y="598"/>
                </a:lnTo>
                <a:lnTo>
                  <a:pt x="9320" y="598"/>
                </a:lnTo>
                <a:moveTo>
                  <a:pt x="9282" y="740"/>
                </a:moveTo>
                <a:cubicBezTo>
                  <a:pt x="9266" y="766"/>
                  <a:pt x="9245" y="788"/>
                  <a:pt x="9220" y="806"/>
                </a:cubicBezTo>
                <a:lnTo>
                  <a:pt x="9186" y="759"/>
                </a:lnTo>
                <a:cubicBezTo>
                  <a:pt x="9205" y="745"/>
                  <a:pt x="9220" y="728"/>
                  <a:pt x="9233" y="709"/>
                </a:cubicBezTo>
                <a:lnTo>
                  <a:pt x="9282" y="740"/>
                </a:lnTo>
                <a:moveTo>
                  <a:pt x="9167" y="836"/>
                </a:moveTo>
                <a:cubicBezTo>
                  <a:pt x="9139" y="847"/>
                  <a:pt x="9109" y="853"/>
                  <a:pt x="9079" y="853"/>
                </a:cubicBezTo>
                <a:lnTo>
                  <a:pt x="9078" y="853"/>
                </a:lnTo>
                <a:lnTo>
                  <a:pt x="9078" y="793"/>
                </a:lnTo>
                <a:lnTo>
                  <a:pt x="9079" y="793"/>
                </a:lnTo>
                <a:cubicBezTo>
                  <a:pt x="9102" y="793"/>
                  <a:pt x="9124" y="789"/>
                  <a:pt x="9146" y="781"/>
                </a:cubicBezTo>
                <a:lnTo>
                  <a:pt x="9167" y="836"/>
                </a:lnTo>
                <a:moveTo>
                  <a:pt x="9025" y="853"/>
                </a:moveTo>
                <a:lnTo>
                  <a:pt x="8946" y="853"/>
                </a:lnTo>
                <a:lnTo>
                  <a:pt x="8946" y="793"/>
                </a:lnTo>
                <a:lnTo>
                  <a:pt x="9025" y="793"/>
                </a:lnTo>
                <a:lnTo>
                  <a:pt x="9025" y="853"/>
                </a:lnTo>
                <a:moveTo>
                  <a:pt x="8893" y="853"/>
                </a:moveTo>
                <a:lnTo>
                  <a:pt x="8814" y="853"/>
                </a:lnTo>
                <a:lnTo>
                  <a:pt x="8814" y="793"/>
                </a:lnTo>
                <a:lnTo>
                  <a:pt x="8893" y="793"/>
                </a:lnTo>
                <a:lnTo>
                  <a:pt x="8893" y="853"/>
                </a:lnTo>
                <a:moveTo>
                  <a:pt x="8761" y="853"/>
                </a:moveTo>
                <a:lnTo>
                  <a:pt x="8681" y="853"/>
                </a:lnTo>
                <a:lnTo>
                  <a:pt x="8681" y="793"/>
                </a:lnTo>
                <a:lnTo>
                  <a:pt x="8761" y="793"/>
                </a:lnTo>
                <a:lnTo>
                  <a:pt x="8761" y="853"/>
                </a:lnTo>
                <a:moveTo>
                  <a:pt x="8628" y="853"/>
                </a:moveTo>
                <a:lnTo>
                  <a:pt x="8549" y="853"/>
                </a:lnTo>
                <a:lnTo>
                  <a:pt x="8549" y="793"/>
                </a:lnTo>
                <a:lnTo>
                  <a:pt x="8628" y="793"/>
                </a:lnTo>
                <a:lnTo>
                  <a:pt x="8628" y="853"/>
                </a:lnTo>
                <a:moveTo>
                  <a:pt x="8496" y="853"/>
                </a:moveTo>
                <a:lnTo>
                  <a:pt x="8417" y="853"/>
                </a:lnTo>
                <a:lnTo>
                  <a:pt x="8417" y="793"/>
                </a:lnTo>
                <a:lnTo>
                  <a:pt x="8496" y="793"/>
                </a:lnTo>
                <a:lnTo>
                  <a:pt x="8496" y="853"/>
                </a:lnTo>
                <a:moveTo>
                  <a:pt x="8364" y="853"/>
                </a:moveTo>
                <a:lnTo>
                  <a:pt x="8284" y="853"/>
                </a:lnTo>
                <a:lnTo>
                  <a:pt x="8284" y="793"/>
                </a:lnTo>
                <a:lnTo>
                  <a:pt x="8364" y="793"/>
                </a:lnTo>
                <a:lnTo>
                  <a:pt x="8364" y="853"/>
                </a:lnTo>
                <a:moveTo>
                  <a:pt x="8232" y="853"/>
                </a:moveTo>
                <a:lnTo>
                  <a:pt x="8152" y="853"/>
                </a:lnTo>
                <a:lnTo>
                  <a:pt x="8152" y="793"/>
                </a:lnTo>
                <a:lnTo>
                  <a:pt x="8232" y="793"/>
                </a:lnTo>
                <a:lnTo>
                  <a:pt x="8232" y="853"/>
                </a:lnTo>
                <a:moveTo>
                  <a:pt x="8099" y="853"/>
                </a:moveTo>
                <a:lnTo>
                  <a:pt x="8020" y="853"/>
                </a:lnTo>
                <a:lnTo>
                  <a:pt x="8020" y="793"/>
                </a:lnTo>
                <a:lnTo>
                  <a:pt x="8099" y="793"/>
                </a:lnTo>
                <a:lnTo>
                  <a:pt x="8099" y="853"/>
                </a:lnTo>
                <a:moveTo>
                  <a:pt x="7967" y="853"/>
                </a:moveTo>
                <a:lnTo>
                  <a:pt x="7888" y="853"/>
                </a:lnTo>
                <a:lnTo>
                  <a:pt x="7888" y="793"/>
                </a:lnTo>
                <a:lnTo>
                  <a:pt x="7967" y="793"/>
                </a:lnTo>
                <a:lnTo>
                  <a:pt x="7967" y="853"/>
                </a:lnTo>
                <a:moveTo>
                  <a:pt x="7835" y="853"/>
                </a:moveTo>
                <a:lnTo>
                  <a:pt x="7755" y="853"/>
                </a:lnTo>
                <a:lnTo>
                  <a:pt x="7755" y="793"/>
                </a:lnTo>
                <a:lnTo>
                  <a:pt x="7835" y="793"/>
                </a:lnTo>
                <a:lnTo>
                  <a:pt x="7835" y="853"/>
                </a:lnTo>
                <a:moveTo>
                  <a:pt x="7702" y="853"/>
                </a:moveTo>
                <a:lnTo>
                  <a:pt x="7623" y="853"/>
                </a:lnTo>
                <a:lnTo>
                  <a:pt x="7623" y="793"/>
                </a:lnTo>
                <a:lnTo>
                  <a:pt x="7702" y="793"/>
                </a:lnTo>
                <a:lnTo>
                  <a:pt x="7702" y="853"/>
                </a:lnTo>
                <a:moveTo>
                  <a:pt x="7570" y="853"/>
                </a:moveTo>
                <a:lnTo>
                  <a:pt x="7491" y="853"/>
                </a:lnTo>
                <a:lnTo>
                  <a:pt x="7491" y="793"/>
                </a:lnTo>
                <a:lnTo>
                  <a:pt x="7570" y="793"/>
                </a:lnTo>
                <a:lnTo>
                  <a:pt x="7570" y="853"/>
                </a:lnTo>
                <a:moveTo>
                  <a:pt x="7438" y="853"/>
                </a:moveTo>
                <a:lnTo>
                  <a:pt x="7358" y="853"/>
                </a:lnTo>
                <a:lnTo>
                  <a:pt x="7358" y="793"/>
                </a:lnTo>
                <a:lnTo>
                  <a:pt x="7438" y="793"/>
                </a:lnTo>
                <a:lnTo>
                  <a:pt x="7438" y="853"/>
                </a:lnTo>
                <a:moveTo>
                  <a:pt x="7305" y="853"/>
                </a:moveTo>
                <a:lnTo>
                  <a:pt x="7226" y="853"/>
                </a:lnTo>
                <a:lnTo>
                  <a:pt x="7226" y="793"/>
                </a:lnTo>
                <a:lnTo>
                  <a:pt x="7305" y="793"/>
                </a:lnTo>
                <a:lnTo>
                  <a:pt x="7305" y="853"/>
                </a:lnTo>
                <a:moveTo>
                  <a:pt x="7173" y="853"/>
                </a:moveTo>
                <a:lnTo>
                  <a:pt x="7094" y="853"/>
                </a:lnTo>
                <a:lnTo>
                  <a:pt x="7094" y="793"/>
                </a:lnTo>
                <a:lnTo>
                  <a:pt x="7173" y="793"/>
                </a:lnTo>
                <a:lnTo>
                  <a:pt x="7173" y="853"/>
                </a:lnTo>
                <a:moveTo>
                  <a:pt x="7041" y="853"/>
                </a:moveTo>
                <a:lnTo>
                  <a:pt x="6962" y="853"/>
                </a:lnTo>
                <a:lnTo>
                  <a:pt x="6962" y="793"/>
                </a:lnTo>
                <a:lnTo>
                  <a:pt x="7041" y="793"/>
                </a:lnTo>
                <a:lnTo>
                  <a:pt x="7041" y="853"/>
                </a:lnTo>
                <a:moveTo>
                  <a:pt x="6909" y="853"/>
                </a:moveTo>
                <a:lnTo>
                  <a:pt x="6829" y="853"/>
                </a:lnTo>
                <a:lnTo>
                  <a:pt x="6829" y="793"/>
                </a:lnTo>
                <a:lnTo>
                  <a:pt x="6909" y="793"/>
                </a:lnTo>
                <a:lnTo>
                  <a:pt x="6909" y="853"/>
                </a:lnTo>
                <a:moveTo>
                  <a:pt x="6776" y="853"/>
                </a:moveTo>
                <a:lnTo>
                  <a:pt x="6697" y="853"/>
                </a:lnTo>
                <a:lnTo>
                  <a:pt x="6697" y="793"/>
                </a:lnTo>
                <a:lnTo>
                  <a:pt x="6776" y="793"/>
                </a:lnTo>
                <a:lnTo>
                  <a:pt x="6776" y="853"/>
                </a:lnTo>
                <a:moveTo>
                  <a:pt x="6644" y="853"/>
                </a:moveTo>
                <a:lnTo>
                  <a:pt x="6565" y="853"/>
                </a:lnTo>
                <a:lnTo>
                  <a:pt x="6565" y="793"/>
                </a:lnTo>
                <a:lnTo>
                  <a:pt x="6644" y="793"/>
                </a:lnTo>
                <a:lnTo>
                  <a:pt x="6644" y="853"/>
                </a:lnTo>
                <a:moveTo>
                  <a:pt x="6512" y="853"/>
                </a:moveTo>
                <a:lnTo>
                  <a:pt x="6432" y="853"/>
                </a:lnTo>
                <a:lnTo>
                  <a:pt x="6432" y="793"/>
                </a:lnTo>
                <a:lnTo>
                  <a:pt x="6512" y="793"/>
                </a:lnTo>
                <a:lnTo>
                  <a:pt x="6512" y="853"/>
                </a:lnTo>
                <a:moveTo>
                  <a:pt x="6379" y="853"/>
                </a:moveTo>
                <a:lnTo>
                  <a:pt x="6300" y="853"/>
                </a:lnTo>
                <a:lnTo>
                  <a:pt x="6300" y="793"/>
                </a:lnTo>
                <a:lnTo>
                  <a:pt x="6379" y="793"/>
                </a:lnTo>
                <a:lnTo>
                  <a:pt x="6379" y="853"/>
                </a:lnTo>
                <a:moveTo>
                  <a:pt x="6247" y="853"/>
                </a:moveTo>
                <a:lnTo>
                  <a:pt x="6168" y="853"/>
                </a:lnTo>
                <a:lnTo>
                  <a:pt x="6168" y="793"/>
                </a:lnTo>
                <a:lnTo>
                  <a:pt x="6247" y="793"/>
                </a:lnTo>
                <a:lnTo>
                  <a:pt x="6247" y="853"/>
                </a:lnTo>
                <a:moveTo>
                  <a:pt x="6115" y="853"/>
                </a:moveTo>
                <a:lnTo>
                  <a:pt x="6035" y="853"/>
                </a:lnTo>
                <a:lnTo>
                  <a:pt x="6035" y="793"/>
                </a:lnTo>
                <a:lnTo>
                  <a:pt x="6115" y="793"/>
                </a:lnTo>
                <a:lnTo>
                  <a:pt x="6115" y="853"/>
                </a:lnTo>
                <a:moveTo>
                  <a:pt x="5983" y="853"/>
                </a:moveTo>
                <a:lnTo>
                  <a:pt x="5903" y="853"/>
                </a:lnTo>
                <a:lnTo>
                  <a:pt x="5903" y="793"/>
                </a:lnTo>
                <a:lnTo>
                  <a:pt x="5983" y="793"/>
                </a:lnTo>
                <a:lnTo>
                  <a:pt x="5983" y="853"/>
                </a:lnTo>
                <a:moveTo>
                  <a:pt x="5850" y="853"/>
                </a:moveTo>
                <a:lnTo>
                  <a:pt x="5771" y="853"/>
                </a:lnTo>
                <a:lnTo>
                  <a:pt x="5771" y="793"/>
                </a:lnTo>
                <a:lnTo>
                  <a:pt x="5850" y="793"/>
                </a:lnTo>
                <a:lnTo>
                  <a:pt x="5850" y="853"/>
                </a:lnTo>
                <a:moveTo>
                  <a:pt x="5718" y="853"/>
                </a:moveTo>
                <a:lnTo>
                  <a:pt x="5639" y="853"/>
                </a:lnTo>
                <a:lnTo>
                  <a:pt x="5639" y="793"/>
                </a:lnTo>
                <a:lnTo>
                  <a:pt x="5718" y="793"/>
                </a:lnTo>
                <a:lnTo>
                  <a:pt x="5718" y="853"/>
                </a:lnTo>
                <a:moveTo>
                  <a:pt x="5586" y="853"/>
                </a:moveTo>
                <a:lnTo>
                  <a:pt x="5506" y="853"/>
                </a:lnTo>
                <a:lnTo>
                  <a:pt x="5506" y="793"/>
                </a:lnTo>
                <a:lnTo>
                  <a:pt x="5586" y="793"/>
                </a:lnTo>
                <a:lnTo>
                  <a:pt x="5586" y="853"/>
                </a:lnTo>
                <a:moveTo>
                  <a:pt x="5453" y="853"/>
                </a:moveTo>
                <a:lnTo>
                  <a:pt x="5374" y="853"/>
                </a:lnTo>
                <a:lnTo>
                  <a:pt x="5374" y="793"/>
                </a:lnTo>
                <a:lnTo>
                  <a:pt x="5453" y="793"/>
                </a:lnTo>
                <a:lnTo>
                  <a:pt x="5453" y="853"/>
                </a:lnTo>
                <a:moveTo>
                  <a:pt x="5321" y="853"/>
                </a:moveTo>
                <a:lnTo>
                  <a:pt x="5242" y="853"/>
                </a:lnTo>
                <a:lnTo>
                  <a:pt x="5242" y="793"/>
                </a:lnTo>
                <a:lnTo>
                  <a:pt x="5321" y="793"/>
                </a:lnTo>
                <a:lnTo>
                  <a:pt x="5321" y="853"/>
                </a:lnTo>
                <a:moveTo>
                  <a:pt x="5189" y="853"/>
                </a:moveTo>
                <a:lnTo>
                  <a:pt x="5109" y="853"/>
                </a:lnTo>
                <a:lnTo>
                  <a:pt x="5109" y="793"/>
                </a:lnTo>
                <a:lnTo>
                  <a:pt x="5189" y="793"/>
                </a:lnTo>
                <a:lnTo>
                  <a:pt x="5189" y="853"/>
                </a:lnTo>
                <a:moveTo>
                  <a:pt x="5057" y="853"/>
                </a:moveTo>
                <a:lnTo>
                  <a:pt x="4977" y="853"/>
                </a:lnTo>
                <a:lnTo>
                  <a:pt x="4977" y="793"/>
                </a:lnTo>
                <a:lnTo>
                  <a:pt x="5057" y="793"/>
                </a:lnTo>
                <a:lnTo>
                  <a:pt x="5057" y="853"/>
                </a:lnTo>
                <a:moveTo>
                  <a:pt x="4924" y="853"/>
                </a:moveTo>
                <a:lnTo>
                  <a:pt x="4845" y="853"/>
                </a:lnTo>
                <a:lnTo>
                  <a:pt x="4845" y="793"/>
                </a:lnTo>
                <a:lnTo>
                  <a:pt x="4924" y="793"/>
                </a:lnTo>
                <a:lnTo>
                  <a:pt x="4924" y="853"/>
                </a:lnTo>
                <a:moveTo>
                  <a:pt x="4792" y="853"/>
                </a:moveTo>
                <a:lnTo>
                  <a:pt x="4713" y="853"/>
                </a:lnTo>
                <a:lnTo>
                  <a:pt x="4713" y="793"/>
                </a:lnTo>
                <a:lnTo>
                  <a:pt x="4792" y="793"/>
                </a:lnTo>
                <a:lnTo>
                  <a:pt x="4792" y="853"/>
                </a:lnTo>
                <a:moveTo>
                  <a:pt x="4660" y="853"/>
                </a:moveTo>
                <a:lnTo>
                  <a:pt x="4580" y="853"/>
                </a:lnTo>
                <a:lnTo>
                  <a:pt x="4580" y="793"/>
                </a:lnTo>
                <a:lnTo>
                  <a:pt x="4660" y="793"/>
                </a:lnTo>
                <a:lnTo>
                  <a:pt x="4660" y="853"/>
                </a:lnTo>
                <a:moveTo>
                  <a:pt x="4527" y="853"/>
                </a:moveTo>
                <a:lnTo>
                  <a:pt x="4448" y="853"/>
                </a:lnTo>
                <a:lnTo>
                  <a:pt x="4448" y="793"/>
                </a:lnTo>
                <a:lnTo>
                  <a:pt x="4527" y="793"/>
                </a:lnTo>
                <a:lnTo>
                  <a:pt x="4527" y="853"/>
                </a:lnTo>
                <a:moveTo>
                  <a:pt x="4395" y="853"/>
                </a:moveTo>
                <a:lnTo>
                  <a:pt x="4316" y="853"/>
                </a:lnTo>
                <a:lnTo>
                  <a:pt x="4316" y="793"/>
                </a:lnTo>
                <a:lnTo>
                  <a:pt x="4395" y="793"/>
                </a:lnTo>
                <a:lnTo>
                  <a:pt x="4395" y="853"/>
                </a:lnTo>
                <a:moveTo>
                  <a:pt x="4263" y="853"/>
                </a:moveTo>
                <a:lnTo>
                  <a:pt x="4183" y="853"/>
                </a:lnTo>
                <a:lnTo>
                  <a:pt x="4183" y="793"/>
                </a:lnTo>
                <a:lnTo>
                  <a:pt x="4263" y="793"/>
                </a:lnTo>
                <a:lnTo>
                  <a:pt x="4263" y="853"/>
                </a:lnTo>
                <a:moveTo>
                  <a:pt x="4130" y="853"/>
                </a:moveTo>
                <a:lnTo>
                  <a:pt x="4051" y="853"/>
                </a:lnTo>
                <a:lnTo>
                  <a:pt x="4051" y="793"/>
                </a:lnTo>
                <a:lnTo>
                  <a:pt x="4130" y="793"/>
                </a:lnTo>
                <a:lnTo>
                  <a:pt x="4130" y="853"/>
                </a:lnTo>
                <a:moveTo>
                  <a:pt x="3998" y="853"/>
                </a:moveTo>
                <a:lnTo>
                  <a:pt x="3919" y="853"/>
                </a:lnTo>
                <a:lnTo>
                  <a:pt x="3919" y="793"/>
                </a:lnTo>
                <a:lnTo>
                  <a:pt x="3998" y="793"/>
                </a:lnTo>
                <a:lnTo>
                  <a:pt x="3998" y="853"/>
                </a:lnTo>
                <a:moveTo>
                  <a:pt x="3866" y="853"/>
                </a:moveTo>
                <a:lnTo>
                  <a:pt x="3787" y="853"/>
                </a:lnTo>
                <a:lnTo>
                  <a:pt x="3787" y="793"/>
                </a:lnTo>
                <a:lnTo>
                  <a:pt x="3866" y="793"/>
                </a:lnTo>
                <a:lnTo>
                  <a:pt x="3866" y="853"/>
                </a:lnTo>
                <a:moveTo>
                  <a:pt x="3734" y="853"/>
                </a:moveTo>
                <a:lnTo>
                  <a:pt x="3654" y="853"/>
                </a:lnTo>
                <a:lnTo>
                  <a:pt x="3654" y="793"/>
                </a:lnTo>
                <a:lnTo>
                  <a:pt x="3734" y="793"/>
                </a:lnTo>
                <a:lnTo>
                  <a:pt x="3734" y="853"/>
                </a:lnTo>
                <a:moveTo>
                  <a:pt x="3601" y="853"/>
                </a:moveTo>
                <a:lnTo>
                  <a:pt x="3522" y="853"/>
                </a:lnTo>
                <a:lnTo>
                  <a:pt x="3522" y="793"/>
                </a:lnTo>
                <a:lnTo>
                  <a:pt x="3601" y="793"/>
                </a:lnTo>
                <a:lnTo>
                  <a:pt x="3601" y="853"/>
                </a:lnTo>
                <a:moveTo>
                  <a:pt x="3469" y="853"/>
                </a:moveTo>
                <a:lnTo>
                  <a:pt x="3390" y="853"/>
                </a:lnTo>
                <a:lnTo>
                  <a:pt x="3390" y="793"/>
                </a:lnTo>
                <a:lnTo>
                  <a:pt x="3469" y="793"/>
                </a:lnTo>
                <a:lnTo>
                  <a:pt x="3469" y="853"/>
                </a:lnTo>
                <a:moveTo>
                  <a:pt x="3337" y="853"/>
                </a:moveTo>
                <a:lnTo>
                  <a:pt x="3257" y="853"/>
                </a:lnTo>
                <a:lnTo>
                  <a:pt x="3257" y="793"/>
                </a:lnTo>
                <a:lnTo>
                  <a:pt x="3337" y="793"/>
                </a:lnTo>
                <a:lnTo>
                  <a:pt x="3337" y="853"/>
                </a:lnTo>
                <a:moveTo>
                  <a:pt x="3204" y="853"/>
                </a:moveTo>
                <a:lnTo>
                  <a:pt x="3125" y="853"/>
                </a:lnTo>
                <a:lnTo>
                  <a:pt x="3125" y="793"/>
                </a:lnTo>
                <a:lnTo>
                  <a:pt x="3204" y="793"/>
                </a:lnTo>
                <a:lnTo>
                  <a:pt x="3204" y="853"/>
                </a:lnTo>
                <a:moveTo>
                  <a:pt x="3072" y="853"/>
                </a:moveTo>
                <a:lnTo>
                  <a:pt x="2993" y="853"/>
                </a:lnTo>
                <a:lnTo>
                  <a:pt x="2993" y="793"/>
                </a:lnTo>
                <a:lnTo>
                  <a:pt x="3072" y="793"/>
                </a:lnTo>
                <a:lnTo>
                  <a:pt x="3072" y="853"/>
                </a:lnTo>
                <a:moveTo>
                  <a:pt x="2940" y="853"/>
                </a:moveTo>
                <a:lnTo>
                  <a:pt x="2860" y="853"/>
                </a:lnTo>
                <a:lnTo>
                  <a:pt x="2860" y="793"/>
                </a:lnTo>
                <a:lnTo>
                  <a:pt x="2940" y="793"/>
                </a:lnTo>
                <a:lnTo>
                  <a:pt x="2940" y="853"/>
                </a:lnTo>
                <a:moveTo>
                  <a:pt x="2808" y="853"/>
                </a:moveTo>
                <a:lnTo>
                  <a:pt x="2728" y="853"/>
                </a:lnTo>
                <a:lnTo>
                  <a:pt x="2728" y="793"/>
                </a:lnTo>
                <a:lnTo>
                  <a:pt x="2808" y="793"/>
                </a:lnTo>
                <a:lnTo>
                  <a:pt x="2808" y="853"/>
                </a:lnTo>
                <a:moveTo>
                  <a:pt x="2675" y="853"/>
                </a:moveTo>
                <a:lnTo>
                  <a:pt x="2596" y="853"/>
                </a:lnTo>
                <a:lnTo>
                  <a:pt x="2596" y="793"/>
                </a:lnTo>
                <a:lnTo>
                  <a:pt x="2675" y="793"/>
                </a:lnTo>
                <a:lnTo>
                  <a:pt x="2675" y="853"/>
                </a:lnTo>
                <a:moveTo>
                  <a:pt x="2543" y="853"/>
                </a:moveTo>
                <a:lnTo>
                  <a:pt x="2464" y="853"/>
                </a:lnTo>
                <a:lnTo>
                  <a:pt x="2464" y="793"/>
                </a:lnTo>
                <a:lnTo>
                  <a:pt x="2543" y="793"/>
                </a:lnTo>
                <a:lnTo>
                  <a:pt x="2543" y="853"/>
                </a:lnTo>
                <a:moveTo>
                  <a:pt x="2411" y="853"/>
                </a:moveTo>
                <a:lnTo>
                  <a:pt x="2331" y="853"/>
                </a:lnTo>
                <a:lnTo>
                  <a:pt x="2331" y="793"/>
                </a:lnTo>
                <a:lnTo>
                  <a:pt x="2411" y="793"/>
                </a:lnTo>
                <a:lnTo>
                  <a:pt x="2411" y="853"/>
                </a:lnTo>
                <a:moveTo>
                  <a:pt x="2278" y="853"/>
                </a:moveTo>
                <a:lnTo>
                  <a:pt x="2199" y="853"/>
                </a:lnTo>
                <a:lnTo>
                  <a:pt x="2199" y="793"/>
                </a:lnTo>
                <a:lnTo>
                  <a:pt x="2278" y="793"/>
                </a:lnTo>
                <a:lnTo>
                  <a:pt x="2278" y="853"/>
                </a:lnTo>
                <a:moveTo>
                  <a:pt x="2146" y="853"/>
                </a:moveTo>
                <a:lnTo>
                  <a:pt x="2067" y="853"/>
                </a:lnTo>
                <a:lnTo>
                  <a:pt x="2067" y="793"/>
                </a:lnTo>
                <a:lnTo>
                  <a:pt x="2146" y="793"/>
                </a:lnTo>
                <a:lnTo>
                  <a:pt x="2146" y="853"/>
                </a:lnTo>
                <a:moveTo>
                  <a:pt x="2014" y="853"/>
                </a:moveTo>
                <a:lnTo>
                  <a:pt x="1934" y="853"/>
                </a:lnTo>
                <a:lnTo>
                  <a:pt x="1934" y="793"/>
                </a:lnTo>
                <a:lnTo>
                  <a:pt x="2014" y="793"/>
                </a:lnTo>
                <a:lnTo>
                  <a:pt x="2014" y="853"/>
                </a:lnTo>
                <a:moveTo>
                  <a:pt x="1882" y="853"/>
                </a:moveTo>
                <a:lnTo>
                  <a:pt x="1802" y="853"/>
                </a:lnTo>
                <a:lnTo>
                  <a:pt x="1802" y="793"/>
                </a:lnTo>
                <a:lnTo>
                  <a:pt x="1882" y="793"/>
                </a:lnTo>
                <a:lnTo>
                  <a:pt x="1882" y="853"/>
                </a:lnTo>
                <a:moveTo>
                  <a:pt x="1749" y="853"/>
                </a:moveTo>
                <a:lnTo>
                  <a:pt x="1670" y="853"/>
                </a:lnTo>
                <a:lnTo>
                  <a:pt x="1670" y="793"/>
                </a:lnTo>
                <a:lnTo>
                  <a:pt x="1749" y="793"/>
                </a:lnTo>
                <a:lnTo>
                  <a:pt x="1749" y="853"/>
                </a:lnTo>
                <a:moveTo>
                  <a:pt x="1616" y="853"/>
                </a:moveTo>
                <a:lnTo>
                  <a:pt x="1537" y="853"/>
                </a:lnTo>
                <a:lnTo>
                  <a:pt x="1537" y="793"/>
                </a:lnTo>
                <a:lnTo>
                  <a:pt x="1616" y="793"/>
                </a:lnTo>
                <a:lnTo>
                  <a:pt x="1616" y="853"/>
                </a:lnTo>
                <a:moveTo>
                  <a:pt x="1484" y="853"/>
                </a:moveTo>
                <a:lnTo>
                  <a:pt x="1404" y="853"/>
                </a:lnTo>
                <a:lnTo>
                  <a:pt x="1404" y="793"/>
                </a:lnTo>
                <a:lnTo>
                  <a:pt x="1484" y="793"/>
                </a:lnTo>
                <a:lnTo>
                  <a:pt x="1484" y="853"/>
                </a:lnTo>
                <a:moveTo>
                  <a:pt x="1351" y="853"/>
                </a:moveTo>
                <a:lnTo>
                  <a:pt x="1272" y="853"/>
                </a:lnTo>
                <a:lnTo>
                  <a:pt x="1272" y="793"/>
                </a:lnTo>
                <a:lnTo>
                  <a:pt x="1351" y="793"/>
                </a:lnTo>
                <a:lnTo>
                  <a:pt x="1351" y="853"/>
                </a:lnTo>
                <a:moveTo>
                  <a:pt x="1219" y="853"/>
                </a:moveTo>
                <a:lnTo>
                  <a:pt x="1140" y="853"/>
                </a:lnTo>
                <a:lnTo>
                  <a:pt x="1140" y="793"/>
                </a:lnTo>
                <a:lnTo>
                  <a:pt x="1219" y="793"/>
                </a:lnTo>
                <a:lnTo>
                  <a:pt x="1219" y="853"/>
                </a:lnTo>
                <a:moveTo>
                  <a:pt x="1087" y="853"/>
                </a:moveTo>
                <a:lnTo>
                  <a:pt x="1007" y="853"/>
                </a:lnTo>
                <a:lnTo>
                  <a:pt x="1007" y="793"/>
                </a:lnTo>
                <a:lnTo>
                  <a:pt x="1087" y="793"/>
                </a:lnTo>
                <a:lnTo>
                  <a:pt x="1087" y="853"/>
                </a:lnTo>
                <a:moveTo>
                  <a:pt x="954" y="853"/>
                </a:moveTo>
                <a:lnTo>
                  <a:pt x="875" y="853"/>
                </a:lnTo>
                <a:lnTo>
                  <a:pt x="875" y="793"/>
                </a:lnTo>
                <a:lnTo>
                  <a:pt x="954" y="793"/>
                </a:lnTo>
                <a:lnTo>
                  <a:pt x="954" y="853"/>
                </a:lnTo>
                <a:moveTo>
                  <a:pt x="822" y="853"/>
                </a:moveTo>
                <a:lnTo>
                  <a:pt x="743" y="853"/>
                </a:lnTo>
                <a:lnTo>
                  <a:pt x="743" y="793"/>
                </a:lnTo>
                <a:lnTo>
                  <a:pt x="822" y="793"/>
                </a:lnTo>
                <a:lnTo>
                  <a:pt x="822" y="853"/>
                </a:lnTo>
                <a:moveTo>
                  <a:pt x="690" y="853"/>
                </a:moveTo>
                <a:lnTo>
                  <a:pt x="611" y="853"/>
                </a:lnTo>
                <a:lnTo>
                  <a:pt x="611" y="793"/>
                </a:lnTo>
                <a:lnTo>
                  <a:pt x="690" y="793"/>
                </a:lnTo>
                <a:lnTo>
                  <a:pt x="690" y="853"/>
                </a:lnTo>
                <a:moveTo>
                  <a:pt x="558" y="853"/>
                </a:moveTo>
                <a:lnTo>
                  <a:pt x="478" y="853"/>
                </a:lnTo>
                <a:lnTo>
                  <a:pt x="478" y="793"/>
                </a:lnTo>
                <a:lnTo>
                  <a:pt x="558" y="793"/>
                </a:lnTo>
                <a:lnTo>
                  <a:pt x="558" y="853"/>
                </a:lnTo>
                <a:moveTo>
                  <a:pt x="425" y="853"/>
                </a:moveTo>
                <a:lnTo>
                  <a:pt x="346" y="853"/>
                </a:lnTo>
                <a:lnTo>
                  <a:pt x="346" y="793"/>
                </a:lnTo>
                <a:lnTo>
                  <a:pt x="425" y="793"/>
                </a:lnTo>
                <a:lnTo>
                  <a:pt x="425" y="853"/>
                </a:lnTo>
                <a:moveTo>
                  <a:pt x="293" y="853"/>
                </a:moveTo>
                <a:lnTo>
                  <a:pt x="241" y="853"/>
                </a:lnTo>
                <a:cubicBezTo>
                  <a:pt x="231" y="853"/>
                  <a:pt x="221" y="852"/>
                  <a:pt x="211" y="851"/>
                </a:cubicBezTo>
                <a:lnTo>
                  <a:pt x="218" y="792"/>
                </a:lnTo>
                <a:cubicBezTo>
                  <a:pt x="226" y="793"/>
                  <a:pt x="233" y="793"/>
                  <a:pt x="241" y="793"/>
                </a:cubicBezTo>
                <a:lnTo>
                  <a:pt x="293" y="793"/>
                </a:lnTo>
                <a:lnTo>
                  <a:pt x="293" y="853"/>
                </a:lnTo>
                <a:moveTo>
                  <a:pt x="151" y="835"/>
                </a:moveTo>
                <a:cubicBezTo>
                  <a:pt x="123" y="823"/>
                  <a:pt x="98" y="807"/>
                  <a:pt x="75" y="786"/>
                </a:cubicBezTo>
                <a:lnTo>
                  <a:pt x="115" y="743"/>
                </a:lnTo>
                <a:cubicBezTo>
                  <a:pt x="132" y="759"/>
                  <a:pt x="151" y="772"/>
                  <a:pt x="173" y="780"/>
                </a:cubicBezTo>
                <a:lnTo>
                  <a:pt x="151" y="835"/>
                </a:lnTo>
                <a:moveTo>
                  <a:pt x="37" y="738"/>
                </a:moveTo>
                <a:cubicBezTo>
                  <a:pt x="20" y="712"/>
                  <a:pt x="9" y="684"/>
                  <a:pt x="4" y="653"/>
                </a:cubicBezTo>
                <a:lnTo>
                  <a:pt x="61" y="643"/>
                </a:lnTo>
                <a:cubicBezTo>
                  <a:pt x="65" y="666"/>
                  <a:pt x="74" y="688"/>
                  <a:pt x="86" y="707"/>
                </a:cubicBezTo>
                <a:lnTo>
                  <a:pt x="37" y="738"/>
                </a:lnTo>
                <a:moveTo>
                  <a:pt x="0" y="596"/>
                </a:moveTo>
                <a:lnTo>
                  <a:pt x="0" y="517"/>
                </a:lnTo>
                <a:lnTo>
                  <a:pt x="58" y="517"/>
                </a:lnTo>
                <a:lnTo>
                  <a:pt x="58" y="596"/>
                </a:lnTo>
                <a:lnTo>
                  <a:pt x="0" y="596"/>
                </a:lnTo>
                <a:moveTo>
                  <a:pt x="0" y="464"/>
                </a:moveTo>
                <a:lnTo>
                  <a:pt x="0" y="385"/>
                </a:lnTo>
                <a:lnTo>
                  <a:pt x="58" y="385"/>
                </a:lnTo>
                <a:lnTo>
                  <a:pt x="58" y="464"/>
                </a:lnTo>
                <a:lnTo>
                  <a:pt x="0" y="464"/>
                </a:lnTo>
                <a:moveTo>
                  <a:pt x="0" y="332"/>
                </a:moveTo>
                <a:lnTo>
                  <a:pt x="0" y="252"/>
                </a:lnTo>
                <a:lnTo>
                  <a:pt x="58" y="252"/>
                </a:lnTo>
                <a:lnTo>
                  <a:pt x="58" y="332"/>
                </a:lnTo>
                <a:lnTo>
                  <a:pt x="0" y="332"/>
                </a:lnTo>
                <a:moveTo>
                  <a:pt x="4" y="195"/>
                </a:moveTo>
                <a:cubicBezTo>
                  <a:pt x="10" y="165"/>
                  <a:pt x="21" y="137"/>
                  <a:pt x="38" y="111"/>
                </a:cubicBezTo>
                <a:lnTo>
                  <a:pt x="87" y="142"/>
                </a:lnTo>
                <a:cubicBezTo>
                  <a:pt x="74" y="162"/>
                  <a:pt x="66" y="183"/>
                  <a:pt x="62" y="206"/>
                </a:cubicBezTo>
                <a:lnTo>
                  <a:pt x="4" y="195"/>
                </a:lnTo>
                <a:moveTo>
                  <a:pt x="77" y="64"/>
                </a:moveTo>
                <a:cubicBezTo>
                  <a:pt x="100" y="43"/>
                  <a:pt x="125" y="27"/>
                  <a:pt x="154" y="16"/>
                </a:cubicBezTo>
                <a:lnTo>
                  <a:pt x="175" y="70"/>
                </a:lnTo>
                <a:cubicBezTo>
                  <a:pt x="153" y="78"/>
                  <a:pt x="134" y="91"/>
                  <a:pt x="117" y="106"/>
                </a:cubicBezTo>
                <a:lnTo>
                  <a:pt x="77" y="64"/>
                </a:lnTo>
                <a:moveTo>
                  <a:pt x="214" y="1"/>
                </a:moveTo>
                <a:cubicBezTo>
                  <a:pt x="223" y="0"/>
                  <a:pt x="232" y="0"/>
                  <a:pt x="241" y="0"/>
                </a:cubicBezTo>
                <a:lnTo>
                  <a:pt x="320" y="0"/>
                </a:lnTo>
                <a:lnTo>
                  <a:pt x="320" y="58"/>
                </a:lnTo>
                <a:lnTo>
                  <a:pt x="241" y="58"/>
                </a:lnTo>
                <a:cubicBezTo>
                  <a:pt x="234" y="58"/>
                  <a:pt x="227" y="58"/>
                  <a:pt x="220" y="59"/>
                </a:cubicBezTo>
                <a:lnTo>
                  <a:pt x="214" y="1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9" name=""/>
          <p:cNvSpPr/>
          <p:nvPr/>
        </p:nvSpPr>
        <p:spPr>
          <a:xfrm>
            <a:off x="1196640" y="3907800"/>
            <a:ext cx="189000" cy="164160"/>
          </a:xfrm>
          <a:custGeom>
            <a:avLst/>
            <a:gdLst/>
            <a:ahLst/>
            <a:rect l="0" t="0" r="r" b="b"/>
            <a:pathLst>
              <a:path w="525" h="456">
                <a:moveTo>
                  <a:pt x="274" y="5"/>
                </a:moveTo>
                <a:cubicBezTo>
                  <a:pt x="267" y="-1"/>
                  <a:pt x="259" y="-1"/>
                  <a:pt x="252" y="5"/>
                </a:cubicBezTo>
                <a:lnTo>
                  <a:pt x="0" y="200"/>
                </a:lnTo>
                <a:lnTo>
                  <a:pt x="22" y="228"/>
                </a:lnTo>
                <a:lnTo>
                  <a:pt x="53" y="204"/>
                </a:lnTo>
                <a:lnTo>
                  <a:pt x="53" y="421"/>
                </a:lnTo>
                <a:cubicBezTo>
                  <a:pt x="53" y="430"/>
                  <a:pt x="56" y="439"/>
                  <a:pt x="63" y="445"/>
                </a:cubicBezTo>
                <a:cubicBezTo>
                  <a:pt x="70" y="452"/>
                  <a:pt x="79" y="456"/>
                  <a:pt x="89" y="456"/>
                </a:cubicBezTo>
                <a:lnTo>
                  <a:pt x="438" y="456"/>
                </a:lnTo>
                <a:cubicBezTo>
                  <a:pt x="447" y="456"/>
                  <a:pt x="455" y="452"/>
                  <a:pt x="462" y="445"/>
                </a:cubicBezTo>
                <a:cubicBezTo>
                  <a:pt x="469" y="439"/>
                  <a:pt x="472" y="430"/>
                  <a:pt x="472" y="421"/>
                </a:cubicBezTo>
                <a:lnTo>
                  <a:pt x="472" y="204"/>
                </a:lnTo>
                <a:lnTo>
                  <a:pt x="503" y="228"/>
                </a:lnTo>
                <a:lnTo>
                  <a:pt x="525" y="200"/>
                </a:lnTo>
                <a:lnTo>
                  <a:pt x="274" y="5"/>
                </a:lnTo>
                <a:moveTo>
                  <a:pt x="298" y="421"/>
                </a:moveTo>
                <a:lnTo>
                  <a:pt x="228" y="421"/>
                </a:lnTo>
                <a:lnTo>
                  <a:pt x="228" y="281"/>
                </a:lnTo>
                <a:lnTo>
                  <a:pt x="298" y="281"/>
                </a:lnTo>
                <a:lnTo>
                  <a:pt x="298" y="421"/>
                </a:lnTo>
                <a:moveTo>
                  <a:pt x="333" y="421"/>
                </a:moveTo>
                <a:lnTo>
                  <a:pt x="333" y="281"/>
                </a:lnTo>
                <a:cubicBezTo>
                  <a:pt x="333" y="276"/>
                  <a:pt x="332" y="272"/>
                  <a:pt x="330" y="267"/>
                </a:cubicBezTo>
                <a:cubicBezTo>
                  <a:pt x="328" y="262"/>
                  <a:pt x="326" y="259"/>
                  <a:pt x="323" y="255"/>
                </a:cubicBezTo>
                <a:cubicBezTo>
                  <a:pt x="319" y="252"/>
                  <a:pt x="316" y="250"/>
                  <a:pt x="311" y="248"/>
                </a:cubicBezTo>
                <a:cubicBezTo>
                  <a:pt x="307" y="246"/>
                  <a:pt x="303" y="245"/>
                  <a:pt x="298" y="245"/>
                </a:cubicBezTo>
                <a:lnTo>
                  <a:pt x="228" y="245"/>
                </a:lnTo>
                <a:cubicBezTo>
                  <a:pt x="224" y="245"/>
                  <a:pt x="219" y="246"/>
                  <a:pt x="215" y="248"/>
                </a:cubicBezTo>
                <a:cubicBezTo>
                  <a:pt x="211" y="250"/>
                  <a:pt x="207" y="252"/>
                  <a:pt x="203" y="255"/>
                </a:cubicBezTo>
                <a:cubicBezTo>
                  <a:pt x="200" y="259"/>
                  <a:pt x="198" y="262"/>
                  <a:pt x="196" y="267"/>
                </a:cubicBezTo>
                <a:cubicBezTo>
                  <a:pt x="194" y="272"/>
                  <a:pt x="193" y="276"/>
                  <a:pt x="193" y="281"/>
                </a:cubicBezTo>
                <a:lnTo>
                  <a:pt x="193" y="421"/>
                </a:lnTo>
                <a:lnTo>
                  <a:pt x="89" y="421"/>
                </a:lnTo>
                <a:lnTo>
                  <a:pt x="89" y="176"/>
                </a:lnTo>
                <a:lnTo>
                  <a:pt x="263" y="41"/>
                </a:lnTo>
                <a:lnTo>
                  <a:pt x="438" y="177"/>
                </a:lnTo>
                <a:lnTo>
                  <a:pt x="438" y="421"/>
                </a:lnTo>
                <a:lnTo>
                  <a:pt x="333" y="421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1342800" y="3620520"/>
            <a:ext cx="16740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aanbod de leergelegenheid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1" name=""/>
          <p:cNvSpPr/>
          <p:nvPr/>
        </p:nvSpPr>
        <p:spPr>
          <a:xfrm>
            <a:off x="4762440" y="952200"/>
            <a:ext cx="4115160" cy="2724480"/>
          </a:xfrm>
          <a:custGeom>
            <a:avLst/>
            <a:gdLst/>
            <a:ahLst/>
            <a:rect l="0" t="0" r="r" b="b"/>
            <a:pathLst>
              <a:path w="11431" h="7568">
                <a:moveTo>
                  <a:pt x="0" y="0"/>
                </a:moveTo>
                <a:lnTo>
                  <a:pt x="11431" y="0"/>
                </a:lnTo>
                <a:lnTo>
                  <a:pt x="11431" y="7568"/>
                </a:lnTo>
                <a:lnTo>
                  <a:pt x="0" y="75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2" name=""/>
          <p:cNvSpPr/>
          <p:nvPr/>
        </p:nvSpPr>
        <p:spPr>
          <a:xfrm>
            <a:off x="4762440" y="952200"/>
            <a:ext cx="4115160" cy="38520"/>
          </a:xfrm>
          <a:custGeom>
            <a:avLst/>
            <a:gdLst/>
            <a:ahLst/>
            <a:rect l="0" t="0" r="r" b="b"/>
            <a:pathLst>
              <a:path w="11431" h="107">
                <a:moveTo>
                  <a:pt x="0" y="0"/>
                </a:moveTo>
                <a:lnTo>
                  <a:pt x="11431" y="0"/>
                </a:lnTo>
                <a:lnTo>
                  <a:pt x="1143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3" name=""/>
          <p:cNvSpPr/>
          <p:nvPr/>
        </p:nvSpPr>
        <p:spPr>
          <a:xfrm>
            <a:off x="4762440" y="3666960"/>
            <a:ext cx="4115160" cy="9720"/>
          </a:xfrm>
          <a:custGeom>
            <a:avLst/>
            <a:gdLst/>
            <a:ahLst/>
            <a:rect l="0" t="0" r="r" b="b"/>
            <a:pathLst>
              <a:path w="11431" h="27">
                <a:moveTo>
                  <a:pt x="0" y="0"/>
                </a:moveTo>
                <a:lnTo>
                  <a:pt x="11431" y="0"/>
                </a:lnTo>
                <a:lnTo>
                  <a:pt x="114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4" name=""/>
          <p:cNvSpPr/>
          <p:nvPr/>
        </p:nvSpPr>
        <p:spPr>
          <a:xfrm>
            <a:off x="8867520" y="952200"/>
            <a:ext cx="10080" cy="2724480"/>
          </a:xfrm>
          <a:custGeom>
            <a:avLst/>
            <a:gdLst/>
            <a:ahLst/>
            <a:rect l="0" t="0" r="r" b="b"/>
            <a:pathLst>
              <a:path w="28" h="7568">
                <a:moveTo>
                  <a:pt x="0" y="106"/>
                </a:moveTo>
                <a:lnTo>
                  <a:pt x="0" y="7568"/>
                </a:lnTo>
                <a:lnTo>
                  <a:pt x="28" y="7568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5" name=""/>
          <p:cNvSpPr/>
          <p:nvPr/>
        </p:nvSpPr>
        <p:spPr>
          <a:xfrm>
            <a:off x="4762440" y="952200"/>
            <a:ext cx="9720" cy="2724480"/>
          </a:xfrm>
          <a:custGeom>
            <a:avLst/>
            <a:gdLst/>
            <a:ahLst/>
            <a:rect l="0" t="0" r="r" b="b"/>
            <a:pathLst>
              <a:path w="27" h="7568">
                <a:moveTo>
                  <a:pt x="0" y="0"/>
                </a:moveTo>
                <a:lnTo>
                  <a:pt x="0" y="7568"/>
                </a:lnTo>
                <a:lnTo>
                  <a:pt x="27" y="7568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6" name=""/>
          <p:cNvSpPr/>
          <p:nvPr/>
        </p:nvSpPr>
        <p:spPr>
          <a:xfrm>
            <a:off x="4951800" y="1132200"/>
            <a:ext cx="274320" cy="274680"/>
          </a:xfrm>
          <a:custGeom>
            <a:avLst/>
            <a:gdLst/>
            <a:ahLst/>
            <a:rect l="0" t="0" r="r" b="b"/>
            <a:pathLst>
              <a:path w="762" h="763">
                <a:moveTo>
                  <a:pt x="762" y="610"/>
                </a:moveTo>
                <a:lnTo>
                  <a:pt x="762" y="763"/>
                </a:lnTo>
                <a:lnTo>
                  <a:pt x="610" y="763"/>
                </a:lnTo>
                <a:lnTo>
                  <a:pt x="610" y="648"/>
                </a:lnTo>
                <a:lnTo>
                  <a:pt x="496" y="648"/>
                </a:lnTo>
                <a:lnTo>
                  <a:pt x="496" y="534"/>
                </a:lnTo>
                <a:lnTo>
                  <a:pt x="381" y="534"/>
                </a:lnTo>
                <a:lnTo>
                  <a:pt x="294" y="448"/>
                </a:lnTo>
                <a:cubicBezTo>
                  <a:pt x="273" y="454"/>
                  <a:pt x="251" y="458"/>
                  <a:pt x="228" y="458"/>
                </a:cubicBezTo>
                <a:cubicBezTo>
                  <a:pt x="213" y="458"/>
                  <a:pt x="198" y="456"/>
                  <a:pt x="184" y="453"/>
                </a:cubicBezTo>
                <a:cubicBezTo>
                  <a:pt x="169" y="451"/>
                  <a:pt x="155" y="446"/>
                  <a:pt x="141" y="440"/>
                </a:cubicBezTo>
                <a:cubicBezTo>
                  <a:pt x="127" y="435"/>
                  <a:pt x="114" y="428"/>
                  <a:pt x="101" y="419"/>
                </a:cubicBezTo>
                <a:cubicBezTo>
                  <a:pt x="89" y="411"/>
                  <a:pt x="77" y="402"/>
                  <a:pt x="67" y="391"/>
                </a:cubicBezTo>
                <a:cubicBezTo>
                  <a:pt x="56" y="380"/>
                  <a:pt x="46" y="369"/>
                  <a:pt x="38" y="356"/>
                </a:cubicBezTo>
                <a:cubicBezTo>
                  <a:pt x="30" y="344"/>
                  <a:pt x="23" y="331"/>
                  <a:pt x="17" y="317"/>
                </a:cubicBezTo>
                <a:cubicBezTo>
                  <a:pt x="11" y="303"/>
                  <a:pt x="7" y="289"/>
                  <a:pt x="4" y="273"/>
                </a:cubicBezTo>
                <a:cubicBezTo>
                  <a:pt x="1" y="258"/>
                  <a:pt x="0" y="243"/>
                  <a:pt x="0" y="228"/>
                </a:cubicBezTo>
                <a:cubicBezTo>
                  <a:pt x="0" y="213"/>
                  <a:pt x="1" y="198"/>
                  <a:pt x="4" y="184"/>
                </a:cubicBezTo>
                <a:cubicBezTo>
                  <a:pt x="7" y="169"/>
                  <a:pt x="11" y="155"/>
                  <a:pt x="17" y="141"/>
                </a:cubicBezTo>
                <a:cubicBezTo>
                  <a:pt x="23" y="127"/>
                  <a:pt x="30" y="114"/>
                  <a:pt x="38" y="101"/>
                </a:cubicBezTo>
                <a:cubicBezTo>
                  <a:pt x="46" y="89"/>
                  <a:pt x="56" y="77"/>
                  <a:pt x="67" y="67"/>
                </a:cubicBezTo>
                <a:cubicBezTo>
                  <a:pt x="77" y="56"/>
                  <a:pt x="89" y="47"/>
                  <a:pt x="101" y="38"/>
                </a:cubicBezTo>
                <a:cubicBezTo>
                  <a:pt x="114" y="30"/>
                  <a:pt x="127" y="23"/>
                  <a:pt x="141" y="17"/>
                </a:cubicBezTo>
                <a:cubicBezTo>
                  <a:pt x="155" y="11"/>
                  <a:pt x="169" y="7"/>
                  <a:pt x="184" y="4"/>
                </a:cubicBezTo>
                <a:cubicBezTo>
                  <a:pt x="198" y="1"/>
                  <a:pt x="213" y="0"/>
                  <a:pt x="228" y="0"/>
                </a:cubicBezTo>
                <a:cubicBezTo>
                  <a:pt x="243" y="0"/>
                  <a:pt x="258" y="1"/>
                  <a:pt x="273" y="4"/>
                </a:cubicBezTo>
                <a:cubicBezTo>
                  <a:pt x="287" y="7"/>
                  <a:pt x="302" y="11"/>
                  <a:pt x="316" y="17"/>
                </a:cubicBezTo>
                <a:cubicBezTo>
                  <a:pt x="330" y="23"/>
                  <a:pt x="344" y="30"/>
                  <a:pt x="356" y="38"/>
                </a:cubicBezTo>
                <a:cubicBezTo>
                  <a:pt x="369" y="47"/>
                  <a:pt x="380" y="56"/>
                  <a:pt x="391" y="67"/>
                </a:cubicBezTo>
                <a:cubicBezTo>
                  <a:pt x="401" y="77"/>
                  <a:pt x="411" y="89"/>
                  <a:pt x="419" y="101"/>
                </a:cubicBezTo>
                <a:cubicBezTo>
                  <a:pt x="427" y="114"/>
                  <a:pt x="435" y="127"/>
                  <a:pt x="440" y="141"/>
                </a:cubicBezTo>
                <a:cubicBezTo>
                  <a:pt x="446" y="155"/>
                  <a:pt x="450" y="169"/>
                  <a:pt x="453" y="184"/>
                </a:cubicBezTo>
                <a:cubicBezTo>
                  <a:pt x="456" y="198"/>
                  <a:pt x="458" y="213"/>
                  <a:pt x="458" y="228"/>
                </a:cubicBezTo>
                <a:cubicBezTo>
                  <a:pt x="458" y="252"/>
                  <a:pt x="454" y="274"/>
                  <a:pt x="448" y="296"/>
                </a:cubicBezTo>
                <a:lnTo>
                  <a:pt x="762" y="610"/>
                </a:lnTo>
                <a:moveTo>
                  <a:pt x="190" y="114"/>
                </a:moveTo>
                <a:cubicBezTo>
                  <a:pt x="180" y="114"/>
                  <a:pt x="170" y="116"/>
                  <a:pt x="161" y="120"/>
                </a:cubicBezTo>
                <a:cubicBezTo>
                  <a:pt x="152" y="124"/>
                  <a:pt x="143" y="129"/>
                  <a:pt x="136" y="136"/>
                </a:cubicBezTo>
                <a:cubicBezTo>
                  <a:pt x="129" y="144"/>
                  <a:pt x="124" y="152"/>
                  <a:pt x="120" y="161"/>
                </a:cubicBezTo>
                <a:cubicBezTo>
                  <a:pt x="116" y="170"/>
                  <a:pt x="114" y="180"/>
                  <a:pt x="114" y="190"/>
                </a:cubicBezTo>
                <a:cubicBezTo>
                  <a:pt x="114" y="200"/>
                  <a:pt x="116" y="210"/>
                  <a:pt x="120" y="219"/>
                </a:cubicBezTo>
                <a:cubicBezTo>
                  <a:pt x="124" y="229"/>
                  <a:pt x="129" y="237"/>
                  <a:pt x="136" y="244"/>
                </a:cubicBezTo>
                <a:cubicBezTo>
                  <a:pt x="143" y="251"/>
                  <a:pt x="152" y="257"/>
                  <a:pt x="161" y="261"/>
                </a:cubicBezTo>
                <a:cubicBezTo>
                  <a:pt x="170" y="265"/>
                  <a:pt x="180" y="266"/>
                  <a:pt x="190" y="266"/>
                </a:cubicBezTo>
                <a:cubicBezTo>
                  <a:pt x="200" y="266"/>
                  <a:pt x="210" y="265"/>
                  <a:pt x="219" y="261"/>
                </a:cubicBezTo>
                <a:cubicBezTo>
                  <a:pt x="229" y="257"/>
                  <a:pt x="237" y="251"/>
                  <a:pt x="244" y="244"/>
                </a:cubicBezTo>
                <a:cubicBezTo>
                  <a:pt x="251" y="237"/>
                  <a:pt x="257" y="229"/>
                  <a:pt x="260" y="219"/>
                </a:cubicBezTo>
                <a:cubicBezTo>
                  <a:pt x="264" y="210"/>
                  <a:pt x="266" y="200"/>
                  <a:pt x="266" y="190"/>
                </a:cubicBezTo>
                <a:cubicBezTo>
                  <a:pt x="266" y="180"/>
                  <a:pt x="264" y="170"/>
                  <a:pt x="260" y="161"/>
                </a:cubicBezTo>
                <a:cubicBezTo>
                  <a:pt x="257" y="152"/>
                  <a:pt x="251" y="144"/>
                  <a:pt x="244" y="136"/>
                </a:cubicBezTo>
                <a:cubicBezTo>
                  <a:pt x="237" y="129"/>
                  <a:pt x="229" y="124"/>
                  <a:pt x="219" y="120"/>
                </a:cubicBezTo>
                <a:cubicBezTo>
                  <a:pt x="210" y="116"/>
                  <a:pt x="200" y="114"/>
                  <a:pt x="190" y="114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1469520" y="3925440"/>
            <a:ext cx="10141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60" spc="-1" strike="noStrike">
                <a:solidFill>
                  <a:srgbClr val="3d68ec"/>
                </a:solidFill>
                <a:latin typeface="Arial"/>
                <a:ea typeface="Arial"/>
              </a:rPr>
              <a:t>Lesspeciﬁcatie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8" name=""/>
          <p:cNvSpPr/>
          <p:nvPr/>
        </p:nvSpPr>
        <p:spPr>
          <a:xfrm>
            <a:off x="6252480" y="1988640"/>
            <a:ext cx="1138680" cy="436680"/>
          </a:xfrm>
          <a:custGeom>
            <a:avLst/>
            <a:gdLst/>
            <a:ahLst/>
            <a:rect l="0" t="0" r="r" b="b"/>
            <a:pathLst>
              <a:path w="3163" h="1213">
                <a:moveTo>
                  <a:pt x="264" y="0"/>
                </a:moveTo>
                <a:lnTo>
                  <a:pt x="2900" y="0"/>
                </a:lnTo>
                <a:cubicBezTo>
                  <a:pt x="2917" y="0"/>
                  <a:pt x="2934" y="1"/>
                  <a:pt x="2951" y="5"/>
                </a:cubicBezTo>
                <a:cubicBezTo>
                  <a:pt x="2968" y="8"/>
                  <a:pt x="2984" y="13"/>
                  <a:pt x="3000" y="20"/>
                </a:cubicBezTo>
                <a:cubicBezTo>
                  <a:pt x="3016" y="26"/>
                  <a:pt x="3032" y="34"/>
                  <a:pt x="3046" y="44"/>
                </a:cubicBezTo>
                <a:cubicBezTo>
                  <a:pt x="3060" y="54"/>
                  <a:pt x="3074" y="65"/>
                  <a:pt x="3086" y="77"/>
                </a:cubicBezTo>
                <a:cubicBezTo>
                  <a:pt x="3098" y="89"/>
                  <a:pt x="3109" y="102"/>
                  <a:pt x="3119" y="117"/>
                </a:cubicBezTo>
                <a:cubicBezTo>
                  <a:pt x="3128" y="131"/>
                  <a:pt x="3136" y="146"/>
                  <a:pt x="3143" y="162"/>
                </a:cubicBezTo>
                <a:cubicBezTo>
                  <a:pt x="3150" y="178"/>
                  <a:pt x="3155" y="195"/>
                  <a:pt x="3158" y="212"/>
                </a:cubicBezTo>
                <a:cubicBezTo>
                  <a:pt x="3161" y="229"/>
                  <a:pt x="3163" y="246"/>
                  <a:pt x="3163" y="263"/>
                </a:cubicBezTo>
                <a:lnTo>
                  <a:pt x="3163" y="948"/>
                </a:lnTo>
                <a:cubicBezTo>
                  <a:pt x="3163" y="966"/>
                  <a:pt x="3161" y="983"/>
                  <a:pt x="3158" y="1000"/>
                </a:cubicBezTo>
                <a:cubicBezTo>
                  <a:pt x="3155" y="1017"/>
                  <a:pt x="3150" y="1033"/>
                  <a:pt x="3143" y="1049"/>
                </a:cubicBezTo>
                <a:cubicBezTo>
                  <a:pt x="3136" y="1065"/>
                  <a:pt x="3128" y="1080"/>
                  <a:pt x="3119" y="1095"/>
                </a:cubicBezTo>
                <a:cubicBezTo>
                  <a:pt x="3109" y="1109"/>
                  <a:pt x="3098" y="1122"/>
                  <a:pt x="3086" y="1135"/>
                </a:cubicBezTo>
                <a:cubicBezTo>
                  <a:pt x="3074" y="1148"/>
                  <a:pt x="3060" y="1159"/>
                  <a:pt x="3046" y="1168"/>
                </a:cubicBezTo>
                <a:cubicBezTo>
                  <a:pt x="3032" y="1178"/>
                  <a:pt x="3016" y="1186"/>
                  <a:pt x="3000" y="1193"/>
                </a:cubicBezTo>
                <a:cubicBezTo>
                  <a:pt x="2984" y="1199"/>
                  <a:pt x="2968" y="1204"/>
                  <a:pt x="2951" y="1208"/>
                </a:cubicBezTo>
                <a:cubicBezTo>
                  <a:pt x="2934" y="1211"/>
                  <a:pt x="2917" y="1213"/>
                  <a:pt x="2900" y="1213"/>
                </a:cubicBezTo>
                <a:lnTo>
                  <a:pt x="264" y="1213"/>
                </a:lnTo>
                <a:cubicBezTo>
                  <a:pt x="247" y="1213"/>
                  <a:pt x="230" y="1211"/>
                  <a:pt x="213" y="1208"/>
                </a:cubicBezTo>
                <a:cubicBezTo>
                  <a:pt x="196" y="1204"/>
                  <a:pt x="180" y="1199"/>
                  <a:pt x="164" y="1193"/>
                </a:cubicBezTo>
                <a:cubicBezTo>
                  <a:pt x="148" y="1186"/>
                  <a:pt x="132" y="1178"/>
                  <a:pt x="118" y="1168"/>
                </a:cubicBezTo>
                <a:cubicBezTo>
                  <a:pt x="104" y="1159"/>
                  <a:pt x="90" y="1148"/>
                  <a:pt x="78" y="1135"/>
                </a:cubicBezTo>
                <a:cubicBezTo>
                  <a:pt x="66" y="1122"/>
                  <a:pt x="55" y="1109"/>
                  <a:pt x="45" y="1095"/>
                </a:cubicBezTo>
                <a:cubicBezTo>
                  <a:pt x="36" y="1080"/>
                  <a:pt x="28" y="1065"/>
                  <a:pt x="20" y="1049"/>
                </a:cubicBezTo>
                <a:cubicBezTo>
                  <a:pt x="13" y="1033"/>
                  <a:pt x="8" y="1017"/>
                  <a:pt x="5" y="1000"/>
                </a:cubicBezTo>
                <a:cubicBezTo>
                  <a:pt x="2" y="983"/>
                  <a:pt x="0" y="966"/>
                  <a:pt x="0" y="948"/>
                </a:cubicBezTo>
                <a:lnTo>
                  <a:pt x="0" y="263"/>
                </a:lnTo>
                <a:cubicBezTo>
                  <a:pt x="0" y="246"/>
                  <a:pt x="2" y="229"/>
                  <a:pt x="5" y="212"/>
                </a:cubicBezTo>
                <a:cubicBezTo>
                  <a:pt x="8" y="195"/>
                  <a:pt x="13" y="178"/>
                  <a:pt x="20" y="162"/>
                </a:cubicBezTo>
                <a:cubicBezTo>
                  <a:pt x="28" y="146"/>
                  <a:pt x="36" y="131"/>
                  <a:pt x="45" y="117"/>
                </a:cubicBezTo>
                <a:cubicBezTo>
                  <a:pt x="55" y="102"/>
                  <a:pt x="66" y="89"/>
                  <a:pt x="78" y="77"/>
                </a:cubicBezTo>
                <a:cubicBezTo>
                  <a:pt x="90" y="65"/>
                  <a:pt x="104" y="54"/>
                  <a:pt x="118" y="44"/>
                </a:cubicBezTo>
                <a:cubicBezTo>
                  <a:pt x="132" y="34"/>
                  <a:pt x="148" y="26"/>
                  <a:pt x="164" y="20"/>
                </a:cubicBezTo>
                <a:cubicBezTo>
                  <a:pt x="180" y="13"/>
                  <a:pt x="196" y="8"/>
                  <a:pt x="213" y="5"/>
                </a:cubicBezTo>
                <a:cubicBezTo>
                  <a:pt x="230" y="1"/>
                  <a:pt x="247" y="0"/>
                  <a:pt x="264" y="0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5340960" y="1191960"/>
            <a:ext cx="35013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3d68ec"/>
                </a:solidFill>
                <a:latin typeface="Arial"/>
                <a:ea typeface="Arial"/>
              </a:rPr>
              <a:t>2. Leeruitkomsten als ordenend principe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6450480" y="2072880"/>
            <a:ext cx="8586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00" spc="-1" strike="noStrike">
                <a:solidFill>
                  <a:srgbClr val="ffffff"/>
                </a:solidFill>
                <a:latin typeface="Arial"/>
                <a:ea typeface="Arial"/>
              </a:rPr>
              <a:t>Leeruitkomst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1" name=""/>
          <p:cNvSpPr/>
          <p:nvPr/>
        </p:nvSpPr>
        <p:spPr>
          <a:xfrm>
            <a:off x="4981320" y="1552320"/>
            <a:ext cx="1062720" cy="341640"/>
          </a:xfrm>
          <a:custGeom>
            <a:avLst/>
            <a:gdLst/>
            <a:ahLst/>
            <a:rect l="0" t="0" r="r" b="b"/>
            <a:pathLst>
              <a:path w="2952" h="949">
                <a:moveTo>
                  <a:pt x="211" y="0"/>
                </a:moveTo>
                <a:lnTo>
                  <a:pt x="2741" y="0"/>
                </a:lnTo>
                <a:cubicBezTo>
                  <a:pt x="2755" y="0"/>
                  <a:pt x="2769" y="1"/>
                  <a:pt x="2783" y="4"/>
                </a:cubicBezTo>
                <a:cubicBezTo>
                  <a:pt x="2796" y="6"/>
                  <a:pt x="2809" y="10"/>
                  <a:pt x="2822" y="16"/>
                </a:cubicBezTo>
                <a:cubicBezTo>
                  <a:pt x="2835" y="21"/>
                  <a:pt x="2847" y="27"/>
                  <a:pt x="2859" y="35"/>
                </a:cubicBezTo>
                <a:cubicBezTo>
                  <a:pt x="2870" y="43"/>
                  <a:pt x="2881" y="52"/>
                  <a:pt x="2891" y="61"/>
                </a:cubicBezTo>
                <a:cubicBezTo>
                  <a:pt x="2900" y="71"/>
                  <a:pt x="2909" y="82"/>
                  <a:pt x="2917" y="93"/>
                </a:cubicBezTo>
                <a:cubicBezTo>
                  <a:pt x="2924" y="105"/>
                  <a:pt x="2931" y="117"/>
                  <a:pt x="2936" y="130"/>
                </a:cubicBezTo>
                <a:cubicBezTo>
                  <a:pt x="2942" y="142"/>
                  <a:pt x="2946" y="156"/>
                  <a:pt x="2948" y="169"/>
                </a:cubicBezTo>
                <a:cubicBezTo>
                  <a:pt x="2951" y="183"/>
                  <a:pt x="2952" y="197"/>
                  <a:pt x="2952" y="210"/>
                </a:cubicBezTo>
                <a:lnTo>
                  <a:pt x="2952" y="737"/>
                </a:lnTo>
                <a:cubicBezTo>
                  <a:pt x="2952" y="751"/>
                  <a:pt x="2951" y="765"/>
                  <a:pt x="2948" y="779"/>
                </a:cubicBezTo>
                <a:cubicBezTo>
                  <a:pt x="2946" y="792"/>
                  <a:pt x="2942" y="805"/>
                  <a:pt x="2936" y="818"/>
                </a:cubicBezTo>
                <a:cubicBezTo>
                  <a:pt x="2931" y="831"/>
                  <a:pt x="2924" y="843"/>
                  <a:pt x="2917" y="855"/>
                </a:cubicBezTo>
                <a:cubicBezTo>
                  <a:pt x="2909" y="866"/>
                  <a:pt x="2900" y="877"/>
                  <a:pt x="2891" y="886"/>
                </a:cubicBezTo>
                <a:cubicBezTo>
                  <a:pt x="2881" y="896"/>
                  <a:pt x="2870" y="906"/>
                  <a:pt x="2859" y="914"/>
                </a:cubicBezTo>
                <a:cubicBezTo>
                  <a:pt x="2847" y="921"/>
                  <a:pt x="2835" y="928"/>
                  <a:pt x="2822" y="933"/>
                </a:cubicBezTo>
                <a:cubicBezTo>
                  <a:pt x="2809" y="938"/>
                  <a:pt x="2796" y="942"/>
                  <a:pt x="2783" y="945"/>
                </a:cubicBezTo>
                <a:cubicBezTo>
                  <a:pt x="2769" y="948"/>
                  <a:pt x="2755" y="949"/>
                  <a:pt x="2741" y="949"/>
                </a:cubicBezTo>
                <a:lnTo>
                  <a:pt x="211" y="949"/>
                </a:lnTo>
                <a:cubicBezTo>
                  <a:pt x="197" y="949"/>
                  <a:pt x="183" y="948"/>
                  <a:pt x="170" y="945"/>
                </a:cubicBezTo>
                <a:cubicBezTo>
                  <a:pt x="156" y="942"/>
                  <a:pt x="143" y="938"/>
                  <a:pt x="130" y="933"/>
                </a:cubicBezTo>
                <a:cubicBezTo>
                  <a:pt x="117" y="928"/>
                  <a:pt x="105" y="921"/>
                  <a:pt x="94" y="914"/>
                </a:cubicBezTo>
                <a:cubicBezTo>
                  <a:pt x="82" y="906"/>
                  <a:pt x="72" y="896"/>
                  <a:pt x="62" y="886"/>
                </a:cubicBezTo>
                <a:cubicBezTo>
                  <a:pt x="52" y="877"/>
                  <a:pt x="43" y="866"/>
                  <a:pt x="36" y="855"/>
                </a:cubicBezTo>
                <a:cubicBezTo>
                  <a:pt x="28" y="843"/>
                  <a:pt x="21" y="831"/>
                  <a:pt x="16" y="818"/>
                </a:cubicBezTo>
                <a:cubicBezTo>
                  <a:pt x="11" y="805"/>
                  <a:pt x="7" y="792"/>
                  <a:pt x="4" y="779"/>
                </a:cubicBezTo>
                <a:cubicBezTo>
                  <a:pt x="1" y="765"/>
                  <a:pt x="0" y="751"/>
                  <a:pt x="0" y="737"/>
                </a:cubicBezTo>
                <a:lnTo>
                  <a:pt x="0" y="210"/>
                </a:lnTo>
                <a:cubicBezTo>
                  <a:pt x="0" y="197"/>
                  <a:pt x="1" y="183"/>
                  <a:pt x="4" y="169"/>
                </a:cubicBezTo>
                <a:cubicBezTo>
                  <a:pt x="7" y="156"/>
                  <a:pt x="11" y="142"/>
                  <a:pt x="16" y="130"/>
                </a:cubicBezTo>
                <a:cubicBezTo>
                  <a:pt x="21" y="117"/>
                  <a:pt x="28" y="105"/>
                  <a:pt x="36" y="93"/>
                </a:cubicBezTo>
                <a:cubicBezTo>
                  <a:pt x="43" y="82"/>
                  <a:pt x="52" y="71"/>
                  <a:pt x="62" y="61"/>
                </a:cubicBezTo>
                <a:cubicBezTo>
                  <a:pt x="72" y="52"/>
                  <a:pt x="82" y="43"/>
                  <a:pt x="94" y="35"/>
                </a:cubicBezTo>
                <a:cubicBezTo>
                  <a:pt x="105" y="27"/>
                  <a:pt x="117" y="21"/>
                  <a:pt x="130" y="16"/>
                </a:cubicBezTo>
                <a:cubicBezTo>
                  <a:pt x="143" y="10"/>
                  <a:pt x="156" y="6"/>
                  <a:pt x="170" y="4"/>
                </a:cubicBezTo>
                <a:cubicBezTo>
                  <a:pt x="183" y="1"/>
                  <a:pt x="197" y="0"/>
                  <a:pt x="21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2" name=""/>
          <p:cNvSpPr/>
          <p:nvPr/>
        </p:nvSpPr>
        <p:spPr>
          <a:xfrm>
            <a:off x="4981320" y="1552320"/>
            <a:ext cx="1062720" cy="341640"/>
          </a:xfrm>
          <a:custGeom>
            <a:avLst/>
            <a:gdLst/>
            <a:ahLst/>
            <a:rect l="0" t="0" r="r" b="b"/>
            <a:pathLst>
              <a:path w="2952" h="949">
                <a:moveTo>
                  <a:pt x="211" y="0"/>
                </a:moveTo>
                <a:lnTo>
                  <a:pt x="2741" y="0"/>
                </a:lnTo>
                <a:cubicBezTo>
                  <a:pt x="2755" y="0"/>
                  <a:pt x="2769" y="1"/>
                  <a:pt x="2783" y="4"/>
                </a:cubicBezTo>
                <a:cubicBezTo>
                  <a:pt x="2796" y="6"/>
                  <a:pt x="2809" y="10"/>
                  <a:pt x="2822" y="16"/>
                </a:cubicBezTo>
                <a:cubicBezTo>
                  <a:pt x="2835" y="21"/>
                  <a:pt x="2847" y="27"/>
                  <a:pt x="2859" y="35"/>
                </a:cubicBezTo>
                <a:cubicBezTo>
                  <a:pt x="2870" y="43"/>
                  <a:pt x="2881" y="52"/>
                  <a:pt x="2891" y="61"/>
                </a:cubicBezTo>
                <a:cubicBezTo>
                  <a:pt x="2900" y="71"/>
                  <a:pt x="2909" y="82"/>
                  <a:pt x="2917" y="93"/>
                </a:cubicBezTo>
                <a:cubicBezTo>
                  <a:pt x="2924" y="105"/>
                  <a:pt x="2931" y="117"/>
                  <a:pt x="2936" y="130"/>
                </a:cubicBezTo>
                <a:cubicBezTo>
                  <a:pt x="2942" y="142"/>
                  <a:pt x="2946" y="156"/>
                  <a:pt x="2948" y="169"/>
                </a:cubicBezTo>
                <a:cubicBezTo>
                  <a:pt x="2951" y="183"/>
                  <a:pt x="2952" y="197"/>
                  <a:pt x="2952" y="210"/>
                </a:cubicBezTo>
                <a:lnTo>
                  <a:pt x="2952" y="737"/>
                </a:lnTo>
                <a:cubicBezTo>
                  <a:pt x="2952" y="751"/>
                  <a:pt x="2951" y="765"/>
                  <a:pt x="2948" y="779"/>
                </a:cubicBezTo>
                <a:cubicBezTo>
                  <a:pt x="2946" y="792"/>
                  <a:pt x="2942" y="805"/>
                  <a:pt x="2936" y="818"/>
                </a:cubicBezTo>
                <a:cubicBezTo>
                  <a:pt x="2931" y="831"/>
                  <a:pt x="2924" y="843"/>
                  <a:pt x="2917" y="855"/>
                </a:cubicBezTo>
                <a:cubicBezTo>
                  <a:pt x="2909" y="866"/>
                  <a:pt x="2900" y="877"/>
                  <a:pt x="2891" y="886"/>
                </a:cubicBezTo>
                <a:cubicBezTo>
                  <a:pt x="2881" y="896"/>
                  <a:pt x="2870" y="906"/>
                  <a:pt x="2859" y="914"/>
                </a:cubicBezTo>
                <a:cubicBezTo>
                  <a:pt x="2847" y="921"/>
                  <a:pt x="2835" y="928"/>
                  <a:pt x="2822" y="933"/>
                </a:cubicBezTo>
                <a:cubicBezTo>
                  <a:pt x="2809" y="938"/>
                  <a:pt x="2796" y="942"/>
                  <a:pt x="2783" y="945"/>
                </a:cubicBezTo>
                <a:cubicBezTo>
                  <a:pt x="2769" y="948"/>
                  <a:pt x="2755" y="949"/>
                  <a:pt x="2741" y="949"/>
                </a:cubicBezTo>
                <a:lnTo>
                  <a:pt x="211" y="949"/>
                </a:lnTo>
                <a:cubicBezTo>
                  <a:pt x="197" y="949"/>
                  <a:pt x="183" y="948"/>
                  <a:pt x="170" y="945"/>
                </a:cubicBezTo>
                <a:cubicBezTo>
                  <a:pt x="156" y="942"/>
                  <a:pt x="143" y="938"/>
                  <a:pt x="130" y="933"/>
                </a:cubicBezTo>
                <a:cubicBezTo>
                  <a:pt x="117" y="928"/>
                  <a:pt x="105" y="921"/>
                  <a:pt x="94" y="914"/>
                </a:cubicBezTo>
                <a:cubicBezTo>
                  <a:pt x="82" y="906"/>
                  <a:pt x="72" y="896"/>
                  <a:pt x="62" y="886"/>
                </a:cubicBezTo>
                <a:cubicBezTo>
                  <a:pt x="52" y="877"/>
                  <a:pt x="43" y="866"/>
                  <a:pt x="36" y="855"/>
                </a:cubicBezTo>
                <a:cubicBezTo>
                  <a:pt x="28" y="843"/>
                  <a:pt x="21" y="831"/>
                  <a:pt x="16" y="818"/>
                </a:cubicBezTo>
                <a:cubicBezTo>
                  <a:pt x="11" y="805"/>
                  <a:pt x="7" y="792"/>
                  <a:pt x="4" y="779"/>
                </a:cubicBezTo>
                <a:cubicBezTo>
                  <a:pt x="1" y="765"/>
                  <a:pt x="0" y="751"/>
                  <a:pt x="0" y="737"/>
                </a:cubicBezTo>
                <a:lnTo>
                  <a:pt x="0" y="210"/>
                </a:lnTo>
                <a:cubicBezTo>
                  <a:pt x="0" y="197"/>
                  <a:pt x="1" y="183"/>
                  <a:pt x="4" y="169"/>
                </a:cubicBezTo>
                <a:cubicBezTo>
                  <a:pt x="7" y="156"/>
                  <a:pt x="11" y="142"/>
                  <a:pt x="16" y="130"/>
                </a:cubicBezTo>
                <a:cubicBezTo>
                  <a:pt x="21" y="117"/>
                  <a:pt x="28" y="105"/>
                  <a:pt x="36" y="93"/>
                </a:cubicBezTo>
                <a:cubicBezTo>
                  <a:pt x="43" y="82"/>
                  <a:pt x="52" y="71"/>
                  <a:pt x="62" y="61"/>
                </a:cubicBezTo>
                <a:cubicBezTo>
                  <a:pt x="72" y="52"/>
                  <a:pt x="82" y="43"/>
                  <a:pt x="94" y="35"/>
                </a:cubicBezTo>
                <a:cubicBezTo>
                  <a:pt x="105" y="27"/>
                  <a:pt x="117" y="21"/>
                  <a:pt x="130" y="16"/>
                </a:cubicBezTo>
                <a:cubicBezTo>
                  <a:pt x="143" y="10"/>
                  <a:pt x="156" y="6"/>
                  <a:pt x="170" y="4"/>
                </a:cubicBezTo>
                <a:cubicBezTo>
                  <a:pt x="183" y="1"/>
                  <a:pt x="197" y="0"/>
                  <a:pt x="211" y="0"/>
                </a:cubicBezTo>
                <a:close/>
              </a:path>
            </a:pathLst>
          </a:custGeom>
          <a:noFill/>
          <a:ln w="18720">
            <a:solidFill>
              <a:srgbClr val="7a97f2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6436080" y="2251080"/>
            <a:ext cx="87840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f0fff8"/>
                </a:solidFill>
                <a:latin typeface="Arial"/>
                <a:ea typeface="Arial"/>
              </a:rPr>
              <a:t>LUK, deﬁnities 3 juni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4" name=""/>
          <p:cNvSpPr/>
          <p:nvPr/>
        </p:nvSpPr>
        <p:spPr>
          <a:xfrm>
            <a:off x="7599600" y="1552320"/>
            <a:ext cx="1062720" cy="341640"/>
          </a:xfrm>
          <a:custGeom>
            <a:avLst/>
            <a:gdLst/>
            <a:ahLst/>
            <a:rect l="0" t="0" r="r" b="b"/>
            <a:pathLst>
              <a:path w="2952" h="949">
                <a:moveTo>
                  <a:pt x="211" y="0"/>
                </a:moveTo>
                <a:lnTo>
                  <a:pt x="2741" y="0"/>
                </a:lnTo>
                <a:cubicBezTo>
                  <a:pt x="2755" y="0"/>
                  <a:pt x="2769" y="1"/>
                  <a:pt x="2782" y="4"/>
                </a:cubicBezTo>
                <a:cubicBezTo>
                  <a:pt x="2796" y="6"/>
                  <a:pt x="2809" y="10"/>
                  <a:pt x="2822" y="16"/>
                </a:cubicBezTo>
                <a:cubicBezTo>
                  <a:pt x="2835" y="21"/>
                  <a:pt x="2847" y="27"/>
                  <a:pt x="2858" y="35"/>
                </a:cubicBezTo>
                <a:cubicBezTo>
                  <a:pt x="2870" y="43"/>
                  <a:pt x="2881" y="52"/>
                  <a:pt x="2890" y="61"/>
                </a:cubicBezTo>
                <a:cubicBezTo>
                  <a:pt x="2900" y="71"/>
                  <a:pt x="2909" y="82"/>
                  <a:pt x="2917" y="93"/>
                </a:cubicBezTo>
                <a:cubicBezTo>
                  <a:pt x="2924" y="105"/>
                  <a:pt x="2931" y="117"/>
                  <a:pt x="2936" y="130"/>
                </a:cubicBezTo>
                <a:cubicBezTo>
                  <a:pt x="2941" y="142"/>
                  <a:pt x="2945" y="156"/>
                  <a:pt x="2948" y="169"/>
                </a:cubicBezTo>
                <a:cubicBezTo>
                  <a:pt x="2951" y="183"/>
                  <a:pt x="2952" y="197"/>
                  <a:pt x="2952" y="210"/>
                </a:cubicBezTo>
                <a:lnTo>
                  <a:pt x="2952" y="737"/>
                </a:lnTo>
                <a:cubicBezTo>
                  <a:pt x="2952" y="751"/>
                  <a:pt x="2951" y="765"/>
                  <a:pt x="2948" y="779"/>
                </a:cubicBezTo>
                <a:cubicBezTo>
                  <a:pt x="2945" y="792"/>
                  <a:pt x="2941" y="805"/>
                  <a:pt x="2936" y="818"/>
                </a:cubicBezTo>
                <a:cubicBezTo>
                  <a:pt x="2931" y="831"/>
                  <a:pt x="2924" y="843"/>
                  <a:pt x="2917" y="855"/>
                </a:cubicBezTo>
                <a:cubicBezTo>
                  <a:pt x="2909" y="866"/>
                  <a:pt x="2900" y="877"/>
                  <a:pt x="2890" y="886"/>
                </a:cubicBezTo>
                <a:cubicBezTo>
                  <a:pt x="2881" y="896"/>
                  <a:pt x="2870" y="906"/>
                  <a:pt x="2858" y="914"/>
                </a:cubicBezTo>
                <a:cubicBezTo>
                  <a:pt x="2847" y="921"/>
                  <a:pt x="2835" y="928"/>
                  <a:pt x="2822" y="933"/>
                </a:cubicBezTo>
                <a:cubicBezTo>
                  <a:pt x="2809" y="938"/>
                  <a:pt x="2796" y="942"/>
                  <a:pt x="2782" y="945"/>
                </a:cubicBezTo>
                <a:cubicBezTo>
                  <a:pt x="2769" y="948"/>
                  <a:pt x="2755" y="949"/>
                  <a:pt x="2741" y="949"/>
                </a:cubicBezTo>
                <a:lnTo>
                  <a:pt x="211" y="949"/>
                </a:lnTo>
                <a:cubicBezTo>
                  <a:pt x="197" y="949"/>
                  <a:pt x="183" y="948"/>
                  <a:pt x="169" y="945"/>
                </a:cubicBezTo>
                <a:cubicBezTo>
                  <a:pt x="156" y="942"/>
                  <a:pt x="143" y="938"/>
                  <a:pt x="130" y="933"/>
                </a:cubicBezTo>
                <a:cubicBezTo>
                  <a:pt x="117" y="928"/>
                  <a:pt x="105" y="921"/>
                  <a:pt x="93" y="914"/>
                </a:cubicBezTo>
                <a:cubicBezTo>
                  <a:pt x="82" y="906"/>
                  <a:pt x="71" y="896"/>
                  <a:pt x="62" y="886"/>
                </a:cubicBezTo>
                <a:cubicBezTo>
                  <a:pt x="52" y="877"/>
                  <a:pt x="43" y="866"/>
                  <a:pt x="35" y="855"/>
                </a:cubicBezTo>
                <a:cubicBezTo>
                  <a:pt x="28" y="843"/>
                  <a:pt x="21" y="831"/>
                  <a:pt x="16" y="818"/>
                </a:cubicBezTo>
                <a:cubicBezTo>
                  <a:pt x="11" y="805"/>
                  <a:pt x="7" y="792"/>
                  <a:pt x="4" y="779"/>
                </a:cubicBezTo>
                <a:cubicBezTo>
                  <a:pt x="1" y="765"/>
                  <a:pt x="0" y="751"/>
                  <a:pt x="0" y="737"/>
                </a:cubicBezTo>
                <a:lnTo>
                  <a:pt x="0" y="210"/>
                </a:lnTo>
                <a:cubicBezTo>
                  <a:pt x="0" y="197"/>
                  <a:pt x="1" y="183"/>
                  <a:pt x="4" y="169"/>
                </a:cubicBezTo>
                <a:cubicBezTo>
                  <a:pt x="7" y="156"/>
                  <a:pt x="11" y="142"/>
                  <a:pt x="16" y="130"/>
                </a:cubicBezTo>
                <a:cubicBezTo>
                  <a:pt x="21" y="117"/>
                  <a:pt x="28" y="105"/>
                  <a:pt x="35" y="93"/>
                </a:cubicBezTo>
                <a:cubicBezTo>
                  <a:pt x="43" y="82"/>
                  <a:pt x="52" y="71"/>
                  <a:pt x="62" y="61"/>
                </a:cubicBezTo>
                <a:cubicBezTo>
                  <a:pt x="71" y="52"/>
                  <a:pt x="82" y="43"/>
                  <a:pt x="93" y="35"/>
                </a:cubicBezTo>
                <a:cubicBezTo>
                  <a:pt x="105" y="27"/>
                  <a:pt x="117" y="21"/>
                  <a:pt x="130" y="16"/>
                </a:cubicBezTo>
                <a:cubicBezTo>
                  <a:pt x="143" y="10"/>
                  <a:pt x="156" y="6"/>
                  <a:pt x="169" y="4"/>
                </a:cubicBezTo>
                <a:cubicBezTo>
                  <a:pt x="183" y="1"/>
                  <a:pt x="197" y="0"/>
                  <a:pt x="21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5" name=""/>
          <p:cNvSpPr/>
          <p:nvPr/>
        </p:nvSpPr>
        <p:spPr>
          <a:xfrm>
            <a:off x="7599600" y="1552320"/>
            <a:ext cx="1062720" cy="341640"/>
          </a:xfrm>
          <a:custGeom>
            <a:avLst/>
            <a:gdLst/>
            <a:ahLst/>
            <a:rect l="0" t="0" r="r" b="b"/>
            <a:pathLst>
              <a:path w="2952" h="949">
                <a:moveTo>
                  <a:pt x="211" y="0"/>
                </a:moveTo>
                <a:lnTo>
                  <a:pt x="2741" y="0"/>
                </a:lnTo>
                <a:cubicBezTo>
                  <a:pt x="2755" y="0"/>
                  <a:pt x="2769" y="1"/>
                  <a:pt x="2782" y="4"/>
                </a:cubicBezTo>
                <a:cubicBezTo>
                  <a:pt x="2796" y="6"/>
                  <a:pt x="2809" y="10"/>
                  <a:pt x="2822" y="16"/>
                </a:cubicBezTo>
                <a:cubicBezTo>
                  <a:pt x="2835" y="21"/>
                  <a:pt x="2847" y="27"/>
                  <a:pt x="2858" y="35"/>
                </a:cubicBezTo>
                <a:cubicBezTo>
                  <a:pt x="2870" y="43"/>
                  <a:pt x="2881" y="52"/>
                  <a:pt x="2890" y="61"/>
                </a:cubicBezTo>
                <a:cubicBezTo>
                  <a:pt x="2900" y="71"/>
                  <a:pt x="2909" y="82"/>
                  <a:pt x="2917" y="93"/>
                </a:cubicBezTo>
                <a:cubicBezTo>
                  <a:pt x="2924" y="105"/>
                  <a:pt x="2931" y="117"/>
                  <a:pt x="2936" y="130"/>
                </a:cubicBezTo>
                <a:cubicBezTo>
                  <a:pt x="2941" y="142"/>
                  <a:pt x="2945" y="156"/>
                  <a:pt x="2948" y="169"/>
                </a:cubicBezTo>
                <a:cubicBezTo>
                  <a:pt x="2951" y="183"/>
                  <a:pt x="2952" y="197"/>
                  <a:pt x="2952" y="210"/>
                </a:cubicBezTo>
                <a:lnTo>
                  <a:pt x="2952" y="737"/>
                </a:lnTo>
                <a:cubicBezTo>
                  <a:pt x="2952" y="751"/>
                  <a:pt x="2951" y="765"/>
                  <a:pt x="2948" y="779"/>
                </a:cubicBezTo>
                <a:cubicBezTo>
                  <a:pt x="2945" y="792"/>
                  <a:pt x="2941" y="805"/>
                  <a:pt x="2936" y="818"/>
                </a:cubicBezTo>
                <a:cubicBezTo>
                  <a:pt x="2931" y="831"/>
                  <a:pt x="2924" y="843"/>
                  <a:pt x="2917" y="855"/>
                </a:cubicBezTo>
                <a:cubicBezTo>
                  <a:pt x="2909" y="866"/>
                  <a:pt x="2900" y="877"/>
                  <a:pt x="2890" y="886"/>
                </a:cubicBezTo>
                <a:cubicBezTo>
                  <a:pt x="2881" y="896"/>
                  <a:pt x="2870" y="906"/>
                  <a:pt x="2858" y="914"/>
                </a:cubicBezTo>
                <a:cubicBezTo>
                  <a:pt x="2847" y="921"/>
                  <a:pt x="2835" y="928"/>
                  <a:pt x="2822" y="933"/>
                </a:cubicBezTo>
                <a:cubicBezTo>
                  <a:pt x="2809" y="938"/>
                  <a:pt x="2796" y="942"/>
                  <a:pt x="2782" y="945"/>
                </a:cubicBezTo>
                <a:cubicBezTo>
                  <a:pt x="2769" y="948"/>
                  <a:pt x="2755" y="949"/>
                  <a:pt x="2741" y="949"/>
                </a:cubicBezTo>
                <a:lnTo>
                  <a:pt x="211" y="949"/>
                </a:lnTo>
                <a:cubicBezTo>
                  <a:pt x="197" y="949"/>
                  <a:pt x="183" y="948"/>
                  <a:pt x="169" y="945"/>
                </a:cubicBezTo>
                <a:cubicBezTo>
                  <a:pt x="156" y="942"/>
                  <a:pt x="143" y="938"/>
                  <a:pt x="130" y="933"/>
                </a:cubicBezTo>
                <a:cubicBezTo>
                  <a:pt x="117" y="928"/>
                  <a:pt x="105" y="921"/>
                  <a:pt x="93" y="914"/>
                </a:cubicBezTo>
                <a:cubicBezTo>
                  <a:pt x="82" y="906"/>
                  <a:pt x="71" y="896"/>
                  <a:pt x="62" y="886"/>
                </a:cubicBezTo>
                <a:cubicBezTo>
                  <a:pt x="52" y="877"/>
                  <a:pt x="43" y="866"/>
                  <a:pt x="35" y="855"/>
                </a:cubicBezTo>
                <a:cubicBezTo>
                  <a:pt x="28" y="843"/>
                  <a:pt x="21" y="831"/>
                  <a:pt x="16" y="818"/>
                </a:cubicBezTo>
                <a:cubicBezTo>
                  <a:pt x="11" y="805"/>
                  <a:pt x="7" y="792"/>
                  <a:pt x="4" y="779"/>
                </a:cubicBezTo>
                <a:cubicBezTo>
                  <a:pt x="1" y="765"/>
                  <a:pt x="0" y="751"/>
                  <a:pt x="0" y="737"/>
                </a:cubicBezTo>
                <a:lnTo>
                  <a:pt x="0" y="210"/>
                </a:lnTo>
                <a:cubicBezTo>
                  <a:pt x="0" y="197"/>
                  <a:pt x="1" y="183"/>
                  <a:pt x="4" y="169"/>
                </a:cubicBezTo>
                <a:cubicBezTo>
                  <a:pt x="7" y="156"/>
                  <a:pt x="11" y="142"/>
                  <a:pt x="16" y="130"/>
                </a:cubicBezTo>
                <a:cubicBezTo>
                  <a:pt x="21" y="117"/>
                  <a:pt x="28" y="105"/>
                  <a:pt x="35" y="93"/>
                </a:cubicBezTo>
                <a:cubicBezTo>
                  <a:pt x="43" y="82"/>
                  <a:pt x="52" y="71"/>
                  <a:pt x="62" y="61"/>
                </a:cubicBezTo>
                <a:cubicBezTo>
                  <a:pt x="71" y="52"/>
                  <a:pt x="82" y="43"/>
                  <a:pt x="93" y="35"/>
                </a:cubicBezTo>
                <a:cubicBezTo>
                  <a:pt x="105" y="27"/>
                  <a:pt x="117" y="21"/>
                  <a:pt x="130" y="16"/>
                </a:cubicBezTo>
                <a:cubicBezTo>
                  <a:pt x="143" y="10"/>
                  <a:pt x="156" y="6"/>
                  <a:pt x="169" y="4"/>
                </a:cubicBezTo>
                <a:cubicBezTo>
                  <a:pt x="183" y="1"/>
                  <a:pt x="197" y="0"/>
                  <a:pt x="211" y="0"/>
                </a:cubicBezTo>
                <a:close/>
              </a:path>
            </a:pathLst>
          </a:custGeom>
          <a:noFill/>
          <a:ln w="18720">
            <a:solidFill>
              <a:srgbClr val="7a97f2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5074560" y="1672920"/>
            <a:ext cx="10094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1b1b2f"/>
                </a:solidFill>
                <a:latin typeface="Arial"/>
                <a:ea typeface="Arial"/>
              </a:rPr>
              <a:t>Kwaliﬁcatiedossier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7" name=""/>
          <p:cNvSpPr/>
          <p:nvPr/>
        </p:nvSpPr>
        <p:spPr>
          <a:xfrm>
            <a:off x="4981320" y="2519640"/>
            <a:ext cx="1062720" cy="342000"/>
          </a:xfrm>
          <a:custGeom>
            <a:avLst/>
            <a:gdLst/>
            <a:ahLst/>
            <a:rect l="0" t="0" r="r" b="b"/>
            <a:pathLst>
              <a:path w="2952" h="950">
                <a:moveTo>
                  <a:pt x="211" y="0"/>
                </a:moveTo>
                <a:lnTo>
                  <a:pt x="2741" y="0"/>
                </a:lnTo>
                <a:cubicBezTo>
                  <a:pt x="2755" y="0"/>
                  <a:pt x="2769" y="2"/>
                  <a:pt x="2783" y="4"/>
                </a:cubicBezTo>
                <a:cubicBezTo>
                  <a:pt x="2796" y="7"/>
                  <a:pt x="2809" y="11"/>
                  <a:pt x="2822" y="16"/>
                </a:cubicBezTo>
                <a:cubicBezTo>
                  <a:pt x="2835" y="22"/>
                  <a:pt x="2847" y="28"/>
                  <a:pt x="2859" y="36"/>
                </a:cubicBezTo>
                <a:cubicBezTo>
                  <a:pt x="2870" y="44"/>
                  <a:pt x="2881" y="52"/>
                  <a:pt x="2891" y="62"/>
                </a:cubicBezTo>
                <a:cubicBezTo>
                  <a:pt x="2900" y="72"/>
                  <a:pt x="2909" y="83"/>
                  <a:pt x="2917" y="94"/>
                </a:cubicBezTo>
                <a:cubicBezTo>
                  <a:pt x="2924" y="106"/>
                  <a:pt x="2931" y="119"/>
                  <a:pt x="2936" y="131"/>
                </a:cubicBezTo>
                <a:cubicBezTo>
                  <a:pt x="2942" y="144"/>
                  <a:pt x="2946" y="157"/>
                  <a:pt x="2948" y="171"/>
                </a:cubicBezTo>
                <a:cubicBezTo>
                  <a:pt x="2951" y="185"/>
                  <a:pt x="2952" y="198"/>
                  <a:pt x="2952" y="212"/>
                </a:cubicBezTo>
                <a:lnTo>
                  <a:pt x="2952" y="739"/>
                </a:lnTo>
                <a:cubicBezTo>
                  <a:pt x="2952" y="753"/>
                  <a:pt x="2951" y="767"/>
                  <a:pt x="2948" y="780"/>
                </a:cubicBezTo>
                <a:cubicBezTo>
                  <a:pt x="2946" y="794"/>
                  <a:pt x="2942" y="807"/>
                  <a:pt x="2936" y="820"/>
                </a:cubicBezTo>
                <a:cubicBezTo>
                  <a:pt x="2931" y="833"/>
                  <a:pt x="2924" y="845"/>
                  <a:pt x="2917" y="856"/>
                </a:cubicBezTo>
                <a:cubicBezTo>
                  <a:pt x="2909" y="868"/>
                  <a:pt x="2900" y="878"/>
                  <a:pt x="2891" y="888"/>
                </a:cubicBezTo>
                <a:cubicBezTo>
                  <a:pt x="2881" y="898"/>
                  <a:pt x="2870" y="907"/>
                  <a:pt x="2859" y="914"/>
                </a:cubicBezTo>
                <a:cubicBezTo>
                  <a:pt x="2847" y="922"/>
                  <a:pt x="2835" y="929"/>
                  <a:pt x="2822" y="934"/>
                </a:cubicBezTo>
                <a:cubicBezTo>
                  <a:pt x="2809" y="939"/>
                  <a:pt x="2796" y="943"/>
                  <a:pt x="2783" y="946"/>
                </a:cubicBezTo>
                <a:cubicBezTo>
                  <a:pt x="2769" y="949"/>
                  <a:pt x="2755" y="950"/>
                  <a:pt x="2741" y="950"/>
                </a:cubicBezTo>
                <a:lnTo>
                  <a:pt x="211" y="950"/>
                </a:lnTo>
                <a:cubicBezTo>
                  <a:pt x="197" y="950"/>
                  <a:pt x="183" y="949"/>
                  <a:pt x="170" y="946"/>
                </a:cubicBezTo>
                <a:cubicBezTo>
                  <a:pt x="156" y="943"/>
                  <a:pt x="143" y="939"/>
                  <a:pt x="130" y="934"/>
                </a:cubicBezTo>
                <a:cubicBezTo>
                  <a:pt x="117" y="929"/>
                  <a:pt x="105" y="922"/>
                  <a:pt x="94" y="914"/>
                </a:cubicBezTo>
                <a:cubicBezTo>
                  <a:pt x="82" y="907"/>
                  <a:pt x="72" y="898"/>
                  <a:pt x="62" y="888"/>
                </a:cubicBezTo>
                <a:cubicBezTo>
                  <a:pt x="52" y="878"/>
                  <a:pt x="43" y="868"/>
                  <a:pt x="36" y="856"/>
                </a:cubicBezTo>
                <a:cubicBezTo>
                  <a:pt x="28" y="845"/>
                  <a:pt x="21" y="833"/>
                  <a:pt x="16" y="820"/>
                </a:cubicBezTo>
                <a:cubicBezTo>
                  <a:pt x="11" y="807"/>
                  <a:pt x="7" y="794"/>
                  <a:pt x="4" y="780"/>
                </a:cubicBezTo>
                <a:cubicBezTo>
                  <a:pt x="1" y="767"/>
                  <a:pt x="0" y="753"/>
                  <a:pt x="0" y="739"/>
                </a:cubicBez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9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2" y="44"/>
                  <a:pt x="94" y="36"/>
                </a:cubicBezTo>
                <a:cubicBezTo>
                  <a:pt x="105" y="28"/>
                  <a:pt x="117" y="22"/>
                  <a:pt x="130" y="16"/>
                </a:cubicBezTo>
                <a:cubicBezTo>
                  <a:pt x="143" y="11"/>
                  <a:pt x="156" y="7"/>
                  <a:pt x="170" y="4"/>
                </a:cubicBezTo>
                <a:cubicBezTo>
                  <a:pt x="183" y="2"/>
                  <a:pt x="197" y="0"/>
                  <a:pt x="21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8" name=""/>
          <p:cNvSpPr/>
          <p:nvPr/>
        </p:nvSpPr>
        <p:spPr>
          <a:xfrm>
            <a:off x="4981320" y="2519640"/>
            <a:ext cx="1062720" cy="342000"/>
          </a:xfrm>
          <a:custGeom>
            <a:avLst/>
            <a:gdLst/>
            <a:ahLst/>
            <a:rect l="0" t="0" r="r" b="b"/>
            <a:pathLst>
              <a:path w="2952" h="950">
                <a:moveTo>
                  <a:pt x="211" y="0"/>
                </a:moveTo>
                <a:lnTo>
                  <a:pt x="2741" y="0"/>
                </a:lnTo>
                <a:cubicBezTo>
                  <a:pt x="2755" y="0"/>
                  <a:pt x="2769" y="2"/>
                  <a:pt x="2783" y="4"/>
                </a:cubicBezTo>
                <a:cubicBezTo>
                  <a:pt x="2796" y="7"/>
                  <a:pt x="2809" y="11"/>
                  <a:pt x="2822" y="16"/>
                </a:cubicBezTo>
                <a:cubicBezTo>
                  <a:pt x="2835" y="22"/>
                  <a:pt x="2847" y="28"/>
                  <a:pt x="2859" y="36"/>
                </a:cubicBezTo>
                <a:cubicBezTo>
                  <a:pt x="2870" y="44"/>
                  <a:pt x="2881" y="52"/>
                  <a:pt x="2891" y="62"/>
                </a:cubicBezTo>
                <a:cubicBezTo>
                  <a:pt x="2900" y="72"/>
                  <a:pt x="2909" y="83"/>
                  <a:pt x="2917" y="94"/>
                </a:cubicBezTo>
                <a:cubicBezTo>
                  <a:pt x="2924" y="106"/>
                  <a:pt x="2931" y="119"/>
                  <a:pt x="2936" y="131"/>
                </a:cubicBezTo>
                <a:cubicBezTo>
                  <a:pt x="2942" y="144"/>
                  <a:pt x="2946" y="157"/>
                  <a:pt x="2948" y="171"/>
                </a:cubicBezTo>
                <a:cubicBezTo>
                  <a:pt x="2951" y="185"/>
                  <a:pt x="2952" y="198"/>
                  <a:pt x="2952" y="212"/>
                </a:cubicBezTo>
                <a:lnTo>
                  <a:pt x="2952" y="739"/>
                </a:lnTo>
                <a:cubicBezTo>
                  <a:pt x="2952" y="753"/>
                  <a:pt x="2951" y="767"/>
                  <a:pt x="2948" y="780"/>
                </a:cubicBezTo>
                <a:cubicBezTo>
                  <a:pt x="2946" y="794"/>
                  <a:pt x="2942" y="807"/>
                  <a:pt x="2936" y="820"/>
                </a:cubicBezTo>
                <a:cubicBezTo>
                  <a:pt x="2931" y="833"/>
                  <a:pt x="2924" y="845"/>
                  <a:pt x="2917" y="856"/>
                </a:cubicBezTo>
                <a:cubicBezTo>
                  <a:pt x="2909" y="868"/>
                  <a:pt x="2900" y="878"/>
                  <a:pt x="2891" y="888"/>
                </a:cubicBezTo>
                <a:cubicBezTo>
                  <a:pt x="2881" y="898"/>
                  <a:pt x="2870" y="907"/>
                  <a:pt x="2859" y="914"/>
                </a:cubicBezTo>
                <a:cubicBezTo>
                  <a:pt x="2847" y="922"/>
                  <a:pt x="2835" y="929"/>
                  <a:pt x="2822" y="934"/>
                </a:cubicBezTo>
                <a:cubicBezTo>
                  <a:pt x="2809" y="939"/>
                  <a:pt x="2796" y="943"/>
                  <a:pt x="2783" y="946"/>
                </a:cubicBezTo>
                <a:cubicBezTo>
                  <a:pt x="2769" y="949"/>
                  <a:pt x="2755" y="950"/>
                  <a:pt x="2741" y="950"/>
                </a:cubicBezTo>
                <a:lnTo>
                  <a:pt x="211" y="950"/>
                </a:lnTo>
                <a:cubicBezTo>
                  <a:pt x="197" y="950"/>
                  <a:pt x="183" y="949"/>
                  <a:pt x="170" y="946"/>
                </a:cubicBezTo>
                <a:cubicBezTo>
                  <a:pt x="156" y="943"/>
                  <a:pt x="143" y="939"/>
                  <a:pt x="130" y="934"/>
                </a:cubicBezTo>
                <a:cubicBezTo>
                  <a:pt x="117" y="929"/>
                  <a:pt x="105" y="922"/>
                  <a:pt x="94" y="914"/>
                </a:cubicBezTo>
                <a:cubicBezTo>
                  <a:pt x="82" y="907"/>
                  <a:pt x="72" y="898"/>
                  <a:pt x="62" y="888"/>
                </a:cubicBezTo>
                <a:cubicBezTo>
                  <a:pt x="52" y="878"/>
                  <a:pt x="43" y="868"/>
                  <a:pt x="36" y="856"/>
                </a:cubicBezTo>
                <a:cubicBezTo>
                  <a:pt x="28" y="845"/>
                  <a:pt x="21" y="833"/>
                  <a:pt x="16" y="820"/>
                </a:cubicBezTo>
                <a:cubicBezTo>
                  <a:pt x="11" y="807"/>
                  <a:pt x="7" y="794"/>
                  <a:pt x="4" y="780"/>
                </a:cubicBezTo>
                <a:cubicBezTo>
                  <a:pt x="1" y="767"/>
                  <a:pt x="0" y="753"/>
                  <a:pt x="0" y="739"/>
                </a:cubicBez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9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2" y="44"/>
                  <a:pt x="94" y="36"/>
                </a:cubicBezTo>
                <a:cubicBezTo>
                  <a:pt x="105" y="28"/>
                  <a:pt x="117" y="22"/>
                  <a:pt x="130" y="16"/>
                </a:cubicBezTo>
                <a:cubicBezTo>
                  <a:pt x="143" y="11"/>
                  <a:pt x="156" y="7"/>
                  <a:pt x="170" y="4"/>
                </a:cubicBezTo>
                <a:cubicBezTo>
                  <a:pt x="183" y="2"/>
                  <a:pt x="197" y="0"/>
                  <a:pt x="211" y="0"/>
                </a:cubicBezTo>
                <a:close/>
              </a:path>
            </a:pathLst>
          </a:custGeom>
          <a:noFill/>
          <a:ln w="18720">
            <a:solidFill>
              <a:srgbClr val="e9a27f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7849800" y="1672920"/>
            <a:ext cx="62100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1b1b2f"/>
                </a:solidFill>
                <a:latin typeface="Arial"/>
                <a:ea typeface="Arial"/>
              </a:rPr>
              <a:t>Speciﬁcatie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0" name=""/>
          <p:cNvSpPr/>
          <p:nvPr/>
        </p:nvSpPr>
        <p:spPr>
          <a:xfrm>
            <a:off x="7599600" y="2519640"/>
            <a:ext cx="1062720" cy="342000"/>
          </a:xfrm>
          <a:custGeom>
            <a:avLst/>
            <a:gdLst/>
            <a:ahLst/>
            <a:rect l="0" t="0" r="r" b="b"/>
            <a:pathLst>
              <a:path w="2952" h="950">
                <a:moveTo>
                  <a:pt x="211" y="0"/>
                </a:moveTo>
                <a:lnTo>
                  <a:pt x="2741" y="0"/>
                </a:lnTo>
                <a:cubicBezTo>
                  <a:pt x="2755" y="0"/>
                  <a:pt x="2769" y="2"/>
                  <a:pt x="2782" y="4"/>
                </a:cubicBezTo>
                <a:cubicBezTo>
                  <a:pt x="2796" y="7"/>
                  <a:pt x="2809" y="11"/>
                  <a:pt x="2822" y="16"/>
                </a:cubicBezTo>
                <a:cubicBezTo>
                  <a:pt x="2835" y="22"/>
                  <a:pt x="2847" y="28"/>
                  <a:pt x="2858" y="36"/>
                </a:cubicBezTo>
                <a:cubicBezTo>
                  <a:pt x="2870" y="44"/>
                  <a:pt x="2881" y="52"/>
                  <a:pt x="2890" y="62"/>
                </a:cubicBezTo>
                <a:cubicBezTo>
                  <a:pt x="2900" y="72"/>
                  <a:pt x="2909" y="83"/>
                  <a:pt x="2917" y="94"/>
                </a:cubicBezTo>
                <a:cubicBezTo>
                  <a:pt x="2924" y="106"/>
                  <a:pt x="2931" y="119"/>
                  <a:pt x="2936" y="131"/>
                </a:cubicBezTo>
                <a:cubicBezTo>
                  <a:pt x="2941" y="144"/>
                  <a:pt x="2945" y="157"/>
                  <a:pt x="2948" y="171"/>
                </a:cubicBezTo>
                <a:cubicBezTo>
                  <a:pt x="2951" y="185"/>
                  <a:pt x="2952" y="198"/>
                  <a:pt x="2952" y="212"/>
                </a:cubicBezTo>
                <a:lnTo>
                  <a:pt x="2952" y="739"/>
                </a:lnTo>
                <a:cubicBezTo>
                  <a:pt x="2952" y="753"/>
                  <a:pt x="2951" y="767"/>
                  <a:pt x="2948" y="780"/>
                </a:cubicBezTo>
                <a:cubicBezTo>
                  <a:pt x="2945" y="794"/>
                  <a:pt x="2941" y="807"/>
                  <a:pt x="2936" y="820"/>
                </a:cubicBezTo>
                <a:cubicBezTo>
                  <a:pt x="2931" y="833"/>
                  <a:pt x="2924" y="845"/>
                  <a:pt x="2917" y="856"/>
                </a:cubicBezTo>
                <a:cubicBezTo>
                  <a:pt x="2909" y="868"/>
                  <a:pt x="2900" y="878"/>
                  <a:pt x="2890" y="888"/>
                </a:cubicBezTo>
                <a:cubicBezTo>
                  <a:pt x="2881" y="898"/>
                  <a:pt x="2870" y="907"/>
                  <a:pt x="2858" y="914"/>
                </a:cubicBezTo>
                <a:cubicBezTo>
                  <a:pt x="2847" y="922"/>
                  <a:pt x="2835" y="929"/>
                  <a:pt x="2822" y="934"/>
                </a:cubicBezTo>
                <a:cubicBezTo>
                  <a:pt x="2809" y="939"/>
                  <a:pt x="2796" y="943"/>
                  <a:pt x="2782" y="946"/>
                </a:cubicBezTo>
                <a:cubicBezTo>
                  <a:pt x="2769" y="949"/>
                  <a:pt x="2755" y="950"/>
                  <a:pt x="2741" y="950"/>
                </a:cubicBezTo>
                <a:lnTo>
                  <a:pt x="211" y="950"/>
                </a:lnTo>
                <a:cubicBezTo>
                  <a:pt x="197" y="950"/>
                  <a:pt x="183" y="949"/>
                  <a:pt x="169" y="946"/>
                </a:cubicBezTo>
                <a:cubicBezTo>
                  <a:pt x="156" y="943"/>
                  <a:pt x="143" y="939"/>
                  <a:pt x="130" y="934"/>
                </a:cubicBezTo>
                <a:cubicBezTo>
                  <a:pt x="117" y="929"/>
                  <a:pt x="105" y="922"/>
                  <a:pt x="93" y="914"/>
                </a:cubicBezTo>
                <a:cubicBezTo>
                  <a:pt x="82" y="907"/>
                  <a:pt x="71" y="898"/>
                  <a:pt x="62" y="888"/>
                </a:cubicBezTo>
                <a:cubicBezTo>
                  <a:pt x="52" y="878"/>
                  <a:pt x="43" y="868"/>
                  <a:pt x="35" y="856"/>
                </a:cubicBezTo>
                <a:cubicBezTo>
                  <a:pt x="28" y="845"/>
                  <a:pt x="21" y="833"/>
                  <a:pt x="16" y="820"/>
                </a:cubicBezTo>
                <a:cubicBezTo>
                  <a:pt x="11" y="807"/>
                  <a:pt x="7" y="794"/>
                  <a:pt x="4" y="780"/>
                </a:cubicBezTo>
                <a:cubicBezTo>
                  <a:pt x="1" y="767"/>
                  <a:pt x="0" y="753"/>
                  <a:pt x="0" y="739"/>
                </a:cubicBez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9"/>
                  <a:pt x="28" y="106"/>
                  <a:pt x="35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1" y="52"/>
                  <a:pt x="82" y="44"/>
                  <a:pt x="93" y="36"/>
                </a:cubicBezTo>
                <a:cubicBezTo>
                  <a:pt x="105" y="28"/>
                  <a:pt x="117" y="22"/>
                  <a:pt x="130" y="16"/>
                </a:cubicBezTo>
                <a:cubicBezTo>
                  <a:pt x="143" y="11"/>
                  <a:pt x="156" y="7"/>
                  <a:pt x="169" y="4"/>
                </a:cubicBezTo>
                <a:cubicBezTo>
                  <a:pt x="183" y="2"/>
                  <a:pt x="197" y="0"/>
                  <a:pt x="211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1" name=""/>
          <p:cNvSpPr/>
          <p:nvPr/>
        </p:nvSpPr>
        <p:spPr>
          <a:xfrm>
            <a:off x="7599600" y="2519640"/>
            <a:ext cx="1062720" cy="342000"/>
          </a:xfrm>
          <a:custGeom>
            <a:avLst/>
            <a:gdLst/>
            <a:ahLst/>
            <a:rect l="0" t="0" r="r" b="b"/>
            <a:pathLst>
              <a:path w="2952" h="950">
                <a:moveTo>
                  <a:pt x="211" y="0"/>
                </a:moveTo>
                <a:lnTo>
                  <a:pt x="2741" y="0"/>
                </a:lnTo>
                <a:cubicBezTo>
                  <a:pt x="2755" y="0"/>
                  <a:pt x="2769" y="2"/>
                  <a:pt x="2782" y="4"/>
                </a:cubicBezTo>
                <a:cubicBezTo>
                  <a:pt x="2796" y="7"/>
                  <a:pt x="2809" y="11"/>
                  <a:pt x="2822" y="16"/>
                </a:cubicBezTo>
                <a:cubicBezTo>
                  <a:pt x="2835" y="22"/>
                  <a:pt x="2847" y="28"/>
                  <a:pt x="2858" y="36"/>
                </a:cubicBezTo>
                <a:cubicBezTo>
                  <a:pt x="2870" y="44"/>
                  <a:pt x="2881" y="52"/>
                  <a:pt x="2890" y="62"/>
                </a:cubicBezTo>
                <a:cubicBezTo>
                  <a:pt x="2900" y="72"/>
                  <a:pt x="2909" y="83"/>
                  <a:pt x="2917" y="94"/>
                </a:cubicBezTo>
                <a:cubicBezTo>
                  <a:pt x="2924" y="106"/>
                  <a:pt x="2931" y="119"/>
                  <a:pt x="2936" y="131"/>
                </a:cubicBezTo>
                <a:cubicBezTo>
                  <a:pt x="2941" y="144"/>
                  <a:pt x="2945" y="157"/>
                  <a:pt x="2948" y="171"/>
                </a:cubicBezTo>
                <a:cubicBezTo>
                  <a:pt x="2951" y="185"/>
                  <a:pt x="2952" y="198"/>
                  <a:pt x="2952" y="212"/>
                </a:cubicBezTo>
                <a:lnTo>
                  <a:pt x="2952" y="739"/>
                </a:lnTo>
                <a:cubicBezTo>
                  <a:pt x="2952" y="753"/>
                  <a:pt x="2951" y="767"/>
                  <a:pt x="2948" y="780"/>
                </a:cubicBezTo>
                <a:cubicBezTo>
                  <a:pt x="2945" y="794"/>
                  <a:pt x="2941" y="807"/>
                  <a:pt x="2936" y="820"/>
                </a:cubicBezTo>
                <a:cubicBezTo>
                  <a:pt x="2931" y="833"/>
                  <a:pt x="2924" y="845"/>
                  <a:pt x="2917" y="856"/>
                </a:cubicBezTo>
                <a:cubicBezTo>
                  <a:pt x="2909" y="868"/>
                  <a:pt x="2900" y="878"/>
                  <a:pt x="2890" y="888"/>
                </a:cubicBezTo>
                <a:cubicBezTo>
                  <a:pt x="2881" y="898"/>
                  <a:pt x="2870" y="907"/>
                  <a:pt x="2858" y="914"/>
                </a:cubicBezTo>
                <a:cubicBezTo>
                  <a:pt x="2847" y="922"/>
                  <a:pt x="2835" y="929"/>
                  <a:pt x="2822" y="934"/>
                </a:cubicBezTo>
                <a:cubicBezTo>
                  <a:pt x="2809" y="939"/>
                  <a:pt x="2796" y="943"/>
                  <a:pt x="2782" y="946"/>
                </a:cubicBezTo>
                <a:cubicBezTo>
                  <a:pt x="2769" y="949"/>
                  <a:pt x="2755" y="950"/>
                  <a:pt x="2741" y="950"/>
                </a:cubicBezTo>
                <a:lnTo>
                  <a:pt x="211" y="950"/>
                </a:lnTo>
                <a:cubicBezTo>
                  <a:pt x="197" y="950"/>
                  <a:pt x="183" y="949"/>
                  <a:pt x="169" y="946"/>
                </a:cubicBezTo>
                <a:cubicBezTo>
                  <a:pt x="156" y="943"/>
                  <a:pt x="143" y="939"/>
                  <a:pt x="130" y="934"/>
                </a:cubicBezTo>
                <a:cubicBezTo>
                  <a:pt x="117" y="929"/>
                  <a:pt x="105" y="922"/>
                  <a:pt x="93" y="914"/>
                </a:cubicBezTo>
                <a:cubicBezTo>
                  <a:pt x="82" y="907"/>
                  <a:pt x="71" y="898"/>
                  <a:pt x="62" y="888"/>
                </a:cubicBezTo>
                <a:cubicBezTo>
                  <a:pt x="52" y="878"/>
                  <a:pt x="43" y="868"/>
                  <a:pt x="35" y="856"/>
                </a:cubicBezTo>
                <a:cubicBezTo>
                  <a:pt x="28" y="845"/>
                  <a:pt x="21" y="833"/>
                  <a:pt x="16" y="820"/>
                </a:cubicBezTo>
                <a:cubicBezTo>
                  <a:pt x="11" y="807"/>
                  <a:pt x="7" y="794"/>
                  <a:pt x="4" y="780"/>
                </a:cubicBezTo>
                <a:cubicBezTo>
                  <a:pt x="1" y="767"/>
                  <a:pt x="0" y="753"/>
                  <a:pt x="0" y="739"/>
                </a:cubicBez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9"/>
                  <a:pt x="28" y="106"/>
                  <a:pt x="35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1" y="52"/>
                  <a:pt x="82" y="44"/>
                  <a:pt x="93" y="36"/>
                </a:cubicBezTo>
                <a:cubicBezTo>
                  <a:pt x="105" y="28"/>
                  <a:pt x="117" y="22"/>
                  <a:pt x="130" y="16"/>
                </a:cubicBezTo>
                <a:cubicBezTo>
                  <a:pt x="143" y="11"/>
                  <a:pt x="156" y="7"/>
                  <a:pt x="169" y="4"/>
                </a:cubicBezTo>
                <a:cubicBezTo>
                  <a:pt x="183" y="2"/>
                  <a:pt x="197" y="0"/>
                  <a:pt x="211" y="0"/>
                </a:cubicBezTo>
                <a:close/>
              </a:path>
            </a:pathLst>
          </a:custGeom>
          <a:noFill/>
          <a:ln w="18720">
            <a:solidFill>
              <a:srgbClr val="e9a27f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5131440" y="2640600"/>
            <a:ext cx="9136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1b1b2f"/>
                </a:solidFill>
                <a:latin typeface="Arial"/>
                <a:ea typeface="Arial"/>
              </a:rPr>
              <a:t>Toets en examen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3" name=""/>
          <p:cNvSpPr/>
          <p:nvPr/>
        </p:nvSpPr>
        <p:spPr>
          <a:xfrm>
            <a:off x="6043680" y="1779840"/>
            <a:ext cx="209160" cy="285120"/>
          </a:xfrm>
          <a:prstGeom prst="line">
            <a:avLst/>
          </a:prstGeom>
          <a:ln w="1512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7560" rIns="7560" tIns="7560" bIns="7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4" name=""/>
          <p:cNvSpPr/>
          <p:nvPr/>
        </p:nvSpPr>
        <p:spPr>
          <a:xfrm flipH="1">
            <a:off x="7390800" y="1779840"/>
            <a:ext cx="209160" cy="285120"/>
          </a:xfrm>
          <a:prstGeom prst="line">
            <a:avLst/>
          </a:prstGeom>
          <a:ln w="1512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7560" rIns="7560" tIns="7560" bIns="7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5" name=""/>
          <p:cNvSpPr/>
          <p:nvPr/>
        </p:nvSpPr>
        <p:spPr>
          <a:xfrm flipV="1">
            <a:off x="6043680" y="2349000"/>
            <a:ext cx="209160" cy="285120"/>
          </a:xfrm>
          <a:prstGeom prst="line">
            <a:avLst/>
          </a:prstGeom>
          <a:ln w="1512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7560" rIns="7560" tIns="7560" bIns="7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6" name=""/>
          <p:cNvSpPr/>
          <p:nvPr/>
        </p:nvSpPr>
        <p:spPr>
          <a:xfrm flipH="1" flipV="1">
            <a:off x="7390800" y="2349000"/>
            <a:ext cx="209160" cy="285120"/>
          </a:xfrm>
          <a:prstGeom prst="line">
            <a:avLst/>
          </a:prstGeom>
          <a:ln w="1512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7560" rIns="7560" tIns="7560" bIns="7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7702200" y="2640600"/>
            <a:ext cx="10126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750" spc="-1" strike="noStrike">
                <a:solidFill>
                  <a:srgbClr val="1b1b2f"/>
                </a:solidFill>
                <a:latin typeface="Arial"/>
                <a:ea typeface="Arial"/>
              </a:rPr>
              <a:t>Resultaatstructuur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4920480" y="2995920"/>
            <a:ext cx="394632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374151"/>
                </a:solidFill>
                <a:latin typeface="Arial"/>
                <a:ea typeface="Arial"/>
              </a:rPr>
              <a:t>De leeruitkomst is de sleutel: het dossier wordt erin vertaald,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4920480" y="3186360"/>
            <a:ext cx="411840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374151"/>
                </a:solidFill>
                <a:latin typeface="Arial"/>
                <a:ea typeface="Arial"/>
              </a:rPr>
              <a:t>speciﬁcaties, toetsen en de resultaatstructuur verwijzen ernaar.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0" name=""/>
          <p:cNvSpPr/>
          <p:nvPr/>
        </p:nvSpPr>
        <p:spPr>
          <a:xfrm>
            <a:off x="456840" y="4314600"/>
            <a:ext cx="8420760" cy="572040"/>
          </a:xfrm>
          <a:custGeom>
            <a:avLst/>
            <a:gdLst/>
            <a:ahLst/>
            <a:rect l="0" t="0" r="r" b="b"/>
            <a:pathLst>
              <a:path w="23391" h="1589">
                <a:moveTo>
                  <a:pt x="0" y="0"/>
                </a:moveTo>
                <a:lnTo>
                  <a:pt x="23391" y="0"/>
                </a:lnTo>
                <a:lnTo>
                  <a:pt x="23391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1" name=""/>
          <p:cNvSpPr/>
          <p:nvPr/>
        </p:nvSpPr>
        <p:spPr>
          <a:xfrm>
            <a:off x="456840" y="431460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2" name=""/>
          <p:cNvSpPr/>
          <p:nvPr/>
        </p:nvSpPr>
        <p:spPr>
          <a:xfrm>
            <a:off x="456840" y="4876560"/>
            <a:ext cx="8420760" cy="10080"/>
          </a:xfrm>
          <a:custGeom>
            <a:avLst/>
            <a:gdLst/>
            <a:ahLst/>
            <a:rect l="0" t="0" r="r" b="b"/>
            <a:pathLst>
              <a:path w="23391" h="28">
                <a:moveTo>
                  <a:pt x="0" y="0"/>
                </a:moveTo>
                <a:lnTo>
                  <a:pt x="23391" y="0"/>
                </a:lnTo>
                <a:lnTo>
                  <a:pt x="233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3" name=""/>
          <p:cNvSpPr/>
          <p:nvPr/>
        </p:nvSpPr>
        <p:spPr>
          <a:xfrm>
            <a:off x="8867520" y="4314600"/>
            <a:ext cx="10080" cy="572040"/>
          </a:xfrm>
          <a:custGeom>
            <a:avLst/>
            <a:gdLst/>
            <a:ahLst/>
            <a:rect l="0" t="0" r="r" b="b"/>
            <a:pathLst>
              <a:path w="28" h="1589">
                <a:moveTo>
                  <a:pt x="0" y="106"/>
                </a:moveTo>
                <a:lnTo>
                  <a:pt x="0" y="1589"/>
                </a:lnTo>
                <a:lnTo>
                  <a:pt x="28" y="1589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4" name=""/>
          <p:cNvSpPr/>
          <p:nvPr/>
        </p:nvSpPr>
        <p:spPr>
          <a:xfrm>
            <a:off x="456840" y="4314600"/>
            <a:ext cx="10080" cy="572040"/>
          </a:xfrm>
          <a:custGeom>
            <a:avLst/>
            <a:gdLst/>
            <a:ahLst/>
            <a:rect l="0" t="0" r="r" b="b"/>
            <a:pathLst>
              <a:path w="28" h="1589">
                <a:moveTo>
                  <a:pt x="0" y="0"/>
                </a:moveTo>
                <a:lnTo>
                  <a:pt x="0" y="1589"/>
                </a:lnTo>
                <a:lnTo>
                  <a:pt x="28" y="1589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4920480" y="3376800"/>
            <a:ext cx="427572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374151"/>
                </a:solidFill>
                <a:latin typeface="Arial"/>
                <a:ea typeface="Arial"/>
              </a:rPr>
              <a:t>De instelling vult haar in vanuit haar eigen onderwijskundig kader.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619200" y="4438080"/>
            <a:ext cx="941004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50" spc="-1" strike="noStrike">
                <a:solidFill>
                  <a:srgbClr val="3d68ec"/>
                </a:solidFill>
                <a:latin typeface="Arial"/>
                <a:ea typeface="Arial"/>
              </a:rPr>
              <a:t>De vraag aan de tafel:</a:t>
            </a:r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 maken andere ontwikkelingen binnen LZD dezelfde keuzes? Dan weten wij dat liever nu dan bij de oplevering van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619200" y="4637880"/>
            <a:ext cx="63468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50" spc="-1" strike="noStrike">
                <a:solidFill>
                  <a:srgbClr val="1a1a2e"/>
                </a:solidFill>
                <a:latin typeface="Arial"/>
                <a:ea typeface="Arial"/>
              </a:rPr>
              <a:t>de keten.</a:t>
            </a:r>
            <a:endParaRPr b="0" lang="en-US" sz="105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5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5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56" name=""/>
          <p:cNvSpPr/>
          <p:nvPr/>
        </p:nvSpPr>
        <p:spPr>
          <a:xfrm>
            <a:off x="456840" y="1266480"/>
            <a:ext cx="2029320" cy="315000"/>
          </a:xfrm>
          <a:custGeom>
            <a:avLst/>
            <a:gdLst/>
            <a:ahLst/>
            <a:rect l="0" t="0" r="r" b="b"/>
            <a:pathLst>
              <a:path w="5637" h="875">
                <a:moveTo>
                  <a:pt x="0" y="0"/>
                </a:moveTo>
                <a:lnTo>
                  <a:pt x="5637" y="0"/>
                </a:lnTo>
                <a:lnTo>
                  <a:pt x="5637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7" name=""/>
          <p:cNvSpPr/>
          <p:nvPr/>
        </p:nvSpPr>
        <p:spPr>
          <a:xfrm>
            <a:off x="2485800" y="1266480"/>
            <a:ext cx="2895840" cy="315000"/>
          </a:xfrm>
          <a:custGeom>
            <a:avLst/>
            <a:gdLst/>
            <a:ahLst/>
            <a:rect l="0" t="0" r="r" b="b"/>
            <a:pathLst>
              <a:path w="8044" h="875">
                <a:moveTo>
                  <a:pt x="0" y="0"/>
                </a:moveTo>
                <a:lnTo>
                  <a:pt x="8044" y="0"/>
                </a:lnTo>
                <a:lnTo>
                  <a:pt x="8044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8" name=""/>
          <p:cNvSpPr/>
          <p:nvPr/>
        </p:nvSpPr>
        <p:spPr>
          <a:xfrm>
            <a:off x="456840" y="1571400"/>
            <a:ext cx="2029320" cy="19440"/>
          </a:xfrm>
          <a:custGeom>
            <a:avLst/>
            <a:gdLst/>
            <a:ahLst/>
            <a:rect l="0" t="0" r="r" b="b"/>
            <a:pathLst>
              <a:path w="5637" h="54">
                <a:moveTo>
                  <a:pt x="0" y="0"/>
                </a:moveTo>
                <a:lnTo>
                  <a:pt x="5637" y="0"/>
                </a:lnTo>
                <a:lnTo>
                  <a:pt x="5637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9" name=""/>
          <p:cNvSpPr/>
          <p:nvPr/>
        </p:nvSpPr>
        <p:spPr>
          <a:xfrm>
            <a:off x="2485800" y="1571400"/>
            <a:ext cx="2895840" cy="19440"/>
          </a:xfrm>
          <a:custGeom>
            <a:avLst/>
            <a:gdLst/>
            <a:ahLst/>
            <a:rect l="0" t="0" r="r" b="b"/>
            <a:pathLst>
              <a:path w="8044" h="54">
                <a:moveTo>
                  <a:pt x="0" y="0"/>
                </a:moveTo>
                <a:lnTo>
                  <a:pt x="8044" y="0"/>
                </a:lnTo>
                <a:lnTo>
                  <a:pt x="804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0" name=""/>
          <p:cNvSpPr/>
          <p:nvPr/>
        </p:nvSpPr>
        <p:spPr>
          <a:xfrm>
            <a:off x="456840" y="1923840"/>
            <a:ext cx="2029320" cy="10080"/>
          </a:xfrm>
          <a:custGeom>
            <a:avLst/>
            <a:gdLst/>
            <a:ahLst/>
            <a:rect l="0" t="0" r="r" b="b"/>
            <a:pathLst>
              <a:path w="5637" h="28">
                <a:moveTo>
                  <a:pt x="0" y="0"/>
                </a:moveTo>
                <a:lnTo>
                  <a:pt x="5637" y="0"/>
                </a:lnTo>
                <a:lnTo>
                  <a:pt x="56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61" name=""/>
          <p:cNvSpPr/>
          <p:nvPr/>
        </p:nvSpPr>
        <p:spPr>
          <a:xfrm>
            <a:off x="2485800" y="1923840"/>
            <a:ext cx="2895840" cy="10080"/>
          </a:xfrm>
          <a:custGeom>
            <a:avLst/>
            <a:gdLst/>
            <a:ahLst/>
            <a:rect l="0" t="0" r="r" b="b"/>
            <a:pathLst>
              <a:path w="8044" h="28">
                <a:moveTo>
                  <a:pt x="0" y="0"/>
                </a:moveTo>
                <a:lnTo>
                  <a:pt x="8044" y="0"/>
                </a:lnTo>
                <a:lnTo>
                  <a:pt x="8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62" name=""/>
          <p:cNvSpPr/>
          <p:nvPr/>
        </p:nvSpPr>
        <p:spPr>
          <a:xfrm>
            <a:off x="456840" y="2466720"/>
            <a:ext cx="2029320" cy="10080"/>
          </a:xfrm>
          <a:custGeom>
            <a:avLst/>
            <a:gdLst/>
            <a:ahLst/>
            <a:rect l="0" t="0" r="r" b="b"/>
            <a:pathLst>
              <a:path w="5637" h="28">
                <a:moveTo>
                  <a:pt x="0" y="0"/>
                </a:moveTo>
                <a:lnTo>
                  <a:pt x="5637" y="0"/>
                </a:lnTo>
                <a:lnTo>
                  <a:pt x="56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63" name=""/>
          <p:cNvSpPr/>
          <p:nvPr/>
        </p:nvSpPr>
        <p:spPr>
          <a:xfrm>
            <a:off x="2485800" y="2466720"/>
            <a:ext cx="2895840" cy="10080"/>
          </a:xfrm>
          <a:custGeom>
            <a:avLst/>
            <a:gdLst/>
            <a:ahLst/>
            <a:rect l="0" t="0" r="r" b="b"/>
            <a:pathLst>
              <a:path w="8044" h="28">
                <a:moveTo>
                  <a:pt x="0" y="0"/>
                </a:moveTo>
                <a:lnTo>
                  <a:pt x="8044" y="0"/>
                </a:lnTo>
                <a:lnTo>
                  <a:pt x="8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64" name=""/>
          <p:cNvSpPr/>
          <p:nvPr/>
        </p:nvSpPr>
        <p:spPr>
          <a:xfrm>
            <a:off x="456840" y="2809800"/>
            <a:ext cx="2029320" cy="9720"/>
          </a:xfrm>
          <a:custGeom>
            <a:avLst/>
            <a:gdLst/>
            <a:ahLst/>
            <a:rect l="0" t="0" r="r" b="b"/>
            <a:pathLst>
              <a:path w="5637" h="27">
                <a:moveTo>
                  <a:pt x="0" y="0"/>
                </a:moveTo>
                <a:lnTo>
                  <a:pt x="5637" y="0"/>
                </a:lnTo>
                <a:lnTo>
                  <a:pt x="563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65" name=""/>
          <p:cNvSpPr/>
          <p:nvPr/>
        </p:nvSpPr>
        <p:spPr>
          <a:xfrm>
            <a:off x="2485800" y="2809800"/>
            <a:ext cx="2895840" cy="9720"/>
          </a:xfrm>
          <a:custGeom>
            <a:avLst/>
            <a:gdLst/>
            <a:ahLst/>
            <a:rect l="0" t="0" r="r" b="b"/>
            <a:pathLst>
              <a:path w="8044" h="27">
                <a:moveTo>
                  <a:pt x="0" y="0"/>
                </a:moveTo>
                <a:lnTo>
                  <a:pt x="8044" y="0"/>
                </a:lnTo>
                <a:lnTo>
                  <a:pt x="80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66" name=""/>
          <p:cNvSpPr/>
          <p:nvPr/>
        </p:nvSpPr>
        <p:spPr>
          <a:xfrm>
            <a:off x="456840" y="3152520"/>
            <a:ext cx="2029320" cy="10080"/>
          </a:xfrm>
          <a:custGeom>
            <a:avLst/>
            <a:gdLst/>
            <a:ahLst/>
            <a:rect l="0" t="0" r="r" b="b"/>
            <a:pathLst>
              <a:path w="5637" h="28">
                <a:moveTo>
                  <a:pt x="0" y="0"/>
                </a:moveTo>
                <a:lnTo>
                  <a:pt x="5637" y="0"/>
                </a:lnTo>
                <a:lnTo>
                  <a:pt x="56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67" name=""/>
          <p:cNvSpPr/>
          <p:nvPr/>
        </p:nvSpPr>
        <p:spPr>
          <a:xfrm>
            <a:off x="2485800" y="3152520"/>
            <a:ext cx="2895840" cy="10080"/>
          </a:xfrm>
          <a:custGeom>
            <a:avLst/>
            <a:gdLst/>
            <a:ahLst/>
            <a:rect l="0" t="0" r="r" b="b"/>
            <a:pathLst>
              <a:path w="8044" h="28">
                <a:moveTo>
                  <a:pt x="0" y="0"/>
                </a:moveTo>
                <a:lnTo>
                  <a:pt x="8044" y="0"/>
                </a:lnTo>
                <a:lnTo>
                  <a:pt x="8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68" name=""/>
          <p:cNvSpPr/>
          <p:nvPr/>
        </p:nvSpPr>
        <p:spPr>
          <a:xfrm>
            <a:off x="456840" y="3695400"/>
            <a:ext cx="2029320" cy="10080"/>
          </a:xfrm>
          <a:custGeom>
            <a:avLst/>
            <a:gdLst/>
            <a:ahLst/>
            <a:rect l="0" t="0" r="r" b="b"/>
            <a:pathLst>
              <a:path w="5637" h="28">
                <a:moveTo>
                  <a:pt x="0" y="0"/>
                </a:moveTo>
                <a:lnTo>
                  <a:pt x="5637" y="0"/>
                </a:lnTo>
                <a:lnTo>
                  <a:pt x="56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69" name=""/>
          <p:cNvSpPr/>
          <p:nvPr/>
        </p:nvSpPr>
        <p:spPr>
          <a:xfrm>
            <a:off x="2485800" y="3695400"/>
            <a:ext cx="2895840" cy="10080"/>
          </a:xfrm>
          <a:custGeom>
            <a:avLst/>
            <a:gdLst/>
            <a:ahLst/>
            <a:rect l="0" t="0" r="r" b="b"/>
            <a:pathLst>
              <a:path w="8044" h="28">
                <a:moveTo>
                  <a:pt x="0" y="0"/>
                </a:moveTo>
                <a:lnTo>
                  <a:pt x="8044" y="0"/>
                </a:lnTo>
                <a:lnTo>
                  <a:pt x="8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70" name=""/>
          <p:cNvSpPr/>
          <p:nvPr/>
        </p:nvSpPr>
        <p:spPr>
          <a:xfrm>
            <a:off x="456840" y="4028760"/>
            <a:ext cx="2029320" cy="10080"/>
          </a:xfrm>
          <a:custGeom>
            <a:avLst/>
            <a:gdLst/>
            <a:ahLst/>
            <a:rect l="0" t="0" r="r" b="b"/>
            <a:pathLst>
              <a:path w="5637" h="28">
                <a:moveTo>
                  <a:pt x="0" y="0"/>
                </a:moveTo>
                <a:lnTo>
                  <a:pt x="5637" y="0"/>
                </a:lnTo>
                <a:lnTo>
                  <a:pt x="56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71" name=""/>
          <p:cNvSpPr/>
          <p:nvPr/>
        </p:nvSpPr>
        <p:spPr>
          <a:xfrm>
            <a:off x="2485800" y="4028760"/>
            <a:ext cx="2895840" cy="10080"/>
          </a:xfrm>
          <a:custGeom>
            <a:avLst/>
            <a:gdLst/>
            <a:ahLst/>
            <a:rect l="0" t="0" r="r" b="b"/>
            <a:pathLst>
              <a:path w="8044" h="28">
                <a:moveTo>
                  <a:pt x="0" y="0"/>
                </a:moveTo>
                <a:lnTo>
                  <a:pt x="8044" y="0"/>
                </a:lnTo>
                <a:lnTo>
                  <a:pt x="8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72" name=""/>
          <p:cNvSpPr/>
          <p:nvPr/>
        </p:nvSpPr>
        <p:spPr>
          <a:xfrm>
            <a:off x="456840" y="4571640"/>
            <a:ext cx="2029320" cy="10080"/>
          </a:xfrm>
          <a:custGeom>
            <a:avLst/>
            <a:gdLst/>
            <a:ahLst/>
            <a:rect l="0" t="0" r="r" b="b"/>
            <a:pathLst>
              <a:path w="5637" h="28">
                <a:moveTo>
                  <a:pt x="0" y="0"/>
                </a:moveTo>
                <a:lnTo>
                  <a:pt x="5637" y="0"/>
                </a:lnTo>
                <a:lnTo>
                  <a:pt x="563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3" name=""/>
          <p:cNvSpPr/>
          <p:nvPr/>
        </p:nvSpPr>
        <p:spPr>
          <a:xfrm>
            <a:off x="2485800" y="4571640"/>
            <a:ext cx="2895840" cy="10080"/>
          </a:xfrm>
          <a:custGeom>
            <a:avLst/>
            <a:gdLst/>
            <a:ahLst/>
            <a:rect l="0" t="0" r="r" b="b"/>
            <a:pathLst>
              <a:path w="8044" h="28">
                <a:moveTo>
                  <a:pt x="0" y="0"/>
                </a:moveTo>
                <a:lnTo>
                  <a:pt x="8044" y="0"/>
                </a:lnTo>
                <a:lnTo>
                  <a:pt x="80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439920" y="672480"/>
            <a:ext cx="101977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Informatiemodel: zeven begrippen delen de keten in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563760" y="1355400"/>
            <a:ext cx="4550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BEGRIP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2588040" y="1355400"/>
            <a:ext cx="16390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BEANTWOORDT DE VRAAG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563760" y="1688040"/>
            <a:ext cx="14590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Kwaliﬁcatiekader mbo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2588040" y="1688040"/>
            <a:ext cx="15382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Wat is normatief geldig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563760" y="2031120"/>
            <a:ext cx="15184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Onderwijskundig kader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563760" y="2230920"/>
            <a:ext cx="5997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instelling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2588040" y="2031120"/>
            <a:ext cx="26661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Wat moet de student kennen en kunnen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563760" y="2574000"/>
            <a:ext cx="13996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Onderwijsspeciﬁcatie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2588040" y="2574000"/>
            <a:ext cx="16725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Wat wordt georganiseerd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563760" y="2907360"/>
            <a:ext cx="11484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Onderwijsaanbod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2588040" y="2907360"/>
            <a:ext cx="26661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Wanneer, met hoeveel plekken, met wie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563760" y="3250080"/>
            <a:ext cx="13921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Onderwijsverbintenis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2588040" y="3250080"/>
            <a:ext cx="26416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Welke relatie heeft een student met dat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2588040" y="3459600"/>
            <a:ext cx="4946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aanbod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563760" y="3793320"/>
            <a:ext cx="12427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Onderwijsresultaat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2588040" y="3793320"/>
            <a:ext cx="11559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Wat is er behaald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563760" y="4136040"/>
            <a:ext cx="12290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Resultaatstructuur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2588040" y="4136040"/>
            <a:ext cx="26953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Hoe telt dat op tot een uitspraak over de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3" name=""/>
          <p:cNvSpPr/>
          <p:nvPr/>
        </p:nvSpPr>
        <p:spPr>
          <a:xfrm>
            <a:off x="5591160" y="1266480"/>
            <a:ext cx="3286440" cy="876960"/>
          </a:xfrm>
          <a:custGeom>
            <a:avLst/>
            <a:gdLst/>
            <a:ahLst/>
            <a:rect l="0" t="0" r="r" b="b"/>
            <a:pathLst>
              <a:path w="9129" h="2436">
                <a:moveTo>
                  <a:pt x="0" y="0"/>
                </a:moveTo>
                <a:lnTo>
                  <a:pt x="9129" y="0"/>
                </a:lnTo>
                <a:lnTo>
                  <a:pt x="9129" y="2436"/>
                </a:lnTo>
                <a:lnTo>
                  <a:pt x="0" y="24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4" name=""/>
          <p:cNvSpPr/>
          <p:nvPr/>
        </p:nvSpPr>
        <p:spPr>
          <a:xfrm>
            <a:off x="5591160" y="1266480"/>
            <a:ext cx="3286440" cy="38520"/>
          </a:xfrm>
          <a:custGeom>
            <a:avLst/>
            <a:gdLst/>
            <a:ahLst/>
            <a:rect l="0" t="0" r="r" b="b"/>
            <a:pathLst>
              <a:path w="9129" h="107">
                <a:moveTo>
                  <a:pt x="0" y="0"/>
                </a:moveTo>
                <a:lnTo>
                  <a:pt x="9129" y="0"/>
                </a:lnTo>
                <a:lnTo>
                  <a:pt x="912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5" name=""/>
          <p:cNvSpPr/>
          <p:nvPr/>
        </p:nvSpPr>
        <p:spPr>
          <a:xfrm>
            <a:off x="5591160" y="2133360"/>
            <a:ext cx="3286440" cy="10080"/>
          </a:xfrm>
          <a:custGeom>
            <a:avLst/>
            <a:gdLst/>
            <a:ahLst/>
            <a:rect l="0" t="0" r="r" b="b"/>
            <a:pathLst>
              <a:path w="9129" h="28">
                <a:moveTo>
                  <a:pt x="0" y="0"/>
                </a:moveTo>
                <a:lnTo>
                  <a:pt x="9129" y="0"/>
                </a:lnTo>
                <a:lnTo>
                  <a:pt x="9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6" name=""/>
          <p:cNvSpPr/>
          <p:nvPr/>
        </p:nvSpPr>
        <p:spPr>
          <a:xfrm>
            <a:off x="8867520" y="1266480"/>
            <a:ext cx="10080" cy="876960"/>
          </a:xfrm>
          <a:custGeom>
            <a:avLst/>
            <a:gdLst/>
            <a:ahLst/>
            <a:rect l="0" t="0" r="r" b="b"/>
            <a:pathLst>
              <a:path w="28" h="2436">
                <a:moveTo>
                  <a:pt x="0" y="106"/>
                </a:moveTo>
                <a:lnTo>
                  <a:pt x="0" y="2436"/>
                </a:lnTo>
                <a:lnTo>
                  <a:pt x="28" y="2436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7" name=""/>
          <p:cNvSpPr/>
          <p:nvPr/>
        </p:nvSpPr>
        <p:spPr>
          <a:xfrm>
            <a:off x="5591160" y="1266480"/>
            <a:ext cx="9720" cy="876960"/>
          </a:xfrm>
          <a:custGeom>
            <a:avLst/>
            <a:gdLst/>
            <a:ahLst/>
            <a:rect l="0" t="0" r="r" b="b"/>
            <a:pathLst>
              <a:path w="27" h="2436">
                <a:moveTo>
                  <a:pt x="0" y="0"/>
                </a:moveTo>
                <a:lnTo>
                  <a:pt x="0" y="2436"/>
                </a:lnTo>
                <a:lnTo>
                  <a:pt x="27" y="2436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8" name=""/>
          <p:cNvSpPr/>
          <p:nvPr/>
        </p:nvSpPr>
        <p:spPr>
          <a:xfrm>
            <a:off x="5788080" y="1422360"/>
            <a:ext cx="148680" cy="193320"/>
          </a:xfrm>
          <a:custGeom>
            <a:avLst/>
            <a:gdLst/>
            <a:ahLst/>
            <a:rect l="0" t="0" r="r" b="b"/>
            <a:pathLst>
              <a:path w="413" h="537">
                <a:moveTo>
                  <a:pt x="372" y="0"/>
                </a:moveTo>
                <a:lnTo>
                  <a:pt x="41" y="0"/>
                </a:lnTo>
                <a:cubicBezTo>
                  <a:pt x="35" y="0"/>
                  <a:pt x="30" y="1"/>
                  <a:pt x="25" y="3"/>
                </a:cubicBezTo>
                <a:cubicBezTo>
                  <a:pt x="20" y="5"/>
                  <a:pt x="16" y="8"/>
                  <a:pt x="12" y="12"/>
                </a:cubicBezTo>
                <a:cubicBezTo>
                  <a:pt x="8" y="16"/>
                  <a:pt x="5" y="20"/>
                  <a:pt x="3" y="25"/>
                </a:cubicBezTo>
                <a:cubicBezTo>
                  <a:pt x="1" y="30"/>
                  <a:pt x="0" y="36"/>
                  <a:pt x="0" y="41"/>
                </a:cubicBezTo>
                <a:lnTo>
                  <a:pt x="0" y="496"/>
                </a:lnTo>
                <a:cubicBezTo>
                  <a:pt x="0" y="501"/>
                  <a:pt x="1" y="507"/>
                  <a:pt x="3" y="512"/>
                </a:cubicBezTo>
                <a:cubicBezTo>
                  <a:pt x="5" y="517"/>
                  <a:pt x="8" y="521"/>
                  <a:pt x="12" y="525"/>
                </a:cubicBezTo>
                <a:cubicBezTo>
                  <a:pt x="16" y="529"/>
                  <a:pt x="20" y="532"/>
                  <a:pt x="25" y="534"/>
                </a:cubicBezTo>
                <a:cubicBezTo>
                  <a:pt x="30" y="536"/>
                  <a:pt x="35" y="537"/>
                  <a:pt x="41" y="537"/>
                </a:cubicBezTo>
                <a:lnTo>
                  <a:pt x="372" y="537"/>
                </a:lnTo>
                <a:cubicBezTo>
                  <a:pt x="378" y="537"/>
                  <a:pt x="383" y="536"/>
                  <a:pt x="388" y="534"/>
                </a:cubicBezTo>
                <a:cubicBezTo>
                  <a:pt x="393" y="532"/>
                  <a:pt x="397" y="529"/>
                  <a:pt x="401" y="525"/>
                </a:cubicBezTo>
                <a:cubicBezTo>
                  <a:pt x="405" y="521"/>
                  <a:pt x="408" y="517"/>
                  <a:pt x="410" y="512"/>
                </a:cubicBezTo>
                <a:cubicBezTo>
                  <a:pt x="412" y="507"/>
                  <a:pt x="413" y="501"/>
                  <a:pt x="413" y="496"/>
                </a:cubicBezTo>
                <a:lnTo>
                  <a:pt x="413" y="41"/>
                </a:lnTo>
                <a:cubicBezTo>
                  <a:pt x="413" y="36"/>
                  <a:pt x="412" y="30"/>
                  <a:pt x="410" y="25"/>
                </a:cubicBezTo>
                <a:cubicBezTo>
                  <a:pt x="408" y="20"/>
                  <a:pt x="405" y="16"/>
                  <a:pt x="401" y="12"/>
                </a:cubicBezTo>
                <a:cubicBezTo>
                  <a:pt x="397" y="8"/>
                  <a:pt x="393" y="5"/>
                  <a:pt x="388" y="3"/>
                </a:cubicBezTo>
                <a:cubicBezTo>
                  <a:pt x="383" y="1"/>
                  <a:pt x="378" y="0"/>
                  <a:pt x="372" y="0"/>
                </a:cubicBezTo>
                <a:moveTo>
                  <a:pt x="372" y="41"/>
                </a:moveTo>
                <a:lnTo>
                  <a:pt x="372" y="166"/>
                </a:lnTo>
                <a:lnTo>
                  <a:pt x="41" y="166"/>
                </a:lnTo>
                <a:lnTo>
                  <a:pt x="41" y="41"/>
                </a:lnTo>
                <a:lnTo>
                  <a:pt x="372" y="41"/>
                </a:lnTo>
                <a:moveTo>
                  <a:pt x="41" y="331"/>
                </a:moveTo>
                <a:lnTo>
                  <a:pt x="41" y="207"/>
                </a:lnTo>
                <a:lnTo>
                  <a:pt x="372" y="207"/>
                </a:lnTo>
                <a:lnTo>
                  <a:pt x="372" y="331"/>
                </a:lnTo>
                <a:lnTo>
                  <a:pt x="41" y="331"/>
                </a:lnTo>
                <a:moveTo>
                  <a:pt x="41" y="496"/>
                </a:moveTo>
                <a:lnTo>
                  <a:pt x="41" y="372"/>
                </a:lnTo>
                <a:lnTo>
                  <a:pt x="372" y="372"/>
                </a:lnTo>
                <a:lnTo>
                  <a:pt x="372" y="496"/>
                </a:lnTo>
                <a:lnTo>
                  <a:pt x="41" y="496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9" name=""/>
          <p:cNvSpPr/>
          <p:nvPr/>
        </p:nvSpPr>
        <p:spPr>
          <a:xfrm>
            <a:off x="5817600" y="14518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42" y="22"/>
                </a:moveTo>
                <a:cubicBezTo>
                  <a:pt x="42" y="28"/>
                  <a:pt x="40" y="32"/>
                  <a:pt x="36" y="37"/>
                </a:cubicBezTo>
                <a:cubicBezTo>
                  <a:pt x="32" y="41"/>
                  <a:pt x="28" y="43"/>
                  <a:pt x="22" y="43"/>
                </a:cubicBezTo>
                <a:cubicBezTo>
                  <a:pt x="16" y="43"/>
                  <a:pt x="10" y="41"/>
                  <a:pt x="6" y="37"/>
                </a:cubicBezTo>
                <a:cubicBezTo>
                  <a:pt x="2" y="32"/>
                  <a:pt x="0" y="28"/>
                  <a:pt x="0" y="22"/>
                </a:cubicBezTo>
                <a:cubicBezTo>
                  <a:pt x="0" y="16"/>
                  <a:pt x="2" y="11"/>
                  <a:pt x="6" y="7"/>
                </a:cubicBezTo>
                <a:cubicBezTo>
                  <a:pt x="10" y="2"/>
                  <a:pt x="16" y="0"/>
                  <a:pt x="22" y="0"/>
                </a:cubicBezTo>
                <a:cubicBezTo>
                  <a:pt x="28" y="0"/>
                  <a:pt x="32" y="2"/>
                  <a:pt x="36" y="7"/>
                </a:cubicBezTo>
                <a:cubicBezTo>
                  <a:pt x="40" y="11"/>
                  <a:pt x="42" y="16"/>
                  <a:pt x="42" y="22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0" name=""/>
          <p:cNvSpPr/>
          <p:nvPr/>
        </p:nvSpPr>
        <p:spPr>
          <a:xfrm>
            <a:off x="5817600" y="15112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42" y="22"/>
                </a:moveTo>
                <a:cubicBezTo>
                  <a:pt x="42" y="28"/>
                  <a:pt x="40" y="33"/>
                  <a:pt x="36" y="37"/>
                </a:cubicBezTo>
                <a:cubicBezTo>
                  <a:pt x="32" y="41"/>
                  <a:pt x="28" y="43"/>
                  <a:pt x="22" y="43"/>
                </a:cubicBezTo>
                <a:cubicBezTo>
                  <a:pt x="16" y="43"/>
                  <a:pt x="10" y="41"/>
                  <a:pt x="6" y="37"/>
                </a:cubicBezTo>
                <a:cubicBezTo>
                  <a:pt x="2" y="33"/>
                  <a:pt x="0" y="28"/>
                  <a:pt x="0" y="22"/>
                </a:cubicBezTo>
                <a:cubicBezTo>
                  <a:pt x="0" y="16"/>
                  <a:pt x="2" y="11"/>
                  <a:pt x="6" y="7"/>
                </a:cubicBezTo>
                <a:cubicBezTo>
                  <a:pt x="10" y="2"/>
                  <a:pt x="16" y="0"/>
                  <a:pt x="22" y="0"/>
                </a:cubicBezTo>
                <a:cubicBezTo>
                  <a:pt x="28" y="0"/>
                  <a:pt x="32" y="2"/>
                  <a:pt x="36" y="7"/>
                </a:cubicBezTo>
                <a:cubicBezTo>
                  <a:pt x="40" y="11"/>
                  <a:pt x="42" y="16"/>
                  <a:pt x="42" y="22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1" name=""/>
          <p:cNvSpPr/>
          <p:nvPr/>
        </p:nvSpPr>
        <p:spPr>
          <a:xfrm>
            <a:off x="5817600" y="157068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42" y="22"/>
                </a:moveTo>
                <a:cubicBezTo>
                  <a:pt x="42" y="28"/>
                  <a:pt x="40" y="33"/>
                  <a:pt x="36" y="37"/>
                </a:cubicBezTo>
                <a:cubicBezTo>
                  <a:pt x="32" y="41"/>
                  <a:pt x="28" y="43"/>
                  <a:pt x="22" y="43"/>
                </a:cubicBezTo>
                <a:cubicBezTo>
                  <a:pt x="16" y="43"/>
                  <a:pt x="10" y="41"/>
                  <a:pt x="6" y="37"/>
                </a:cubicBezTo>
                <a:cubicBezTo>
                  <a:pt x="2" y="33"/>
                  <a:pt x="0" y="28"/>
                  <a:pt x="0" y="22"/>
                </a:cubicBezTo>
                <a:cubicBezTo>
                  <a:pt x="0" y="16"/>
                  <a:pt x="2" y="11"/>
                  <a:pt x="6" y="7"/>
                </a:cubicBezTo>
                <a:cubicBezTo>
                  <a:pt x="10" y="2"/>
                  <a:pt x="16" y="0"/>
                  <a:pt x="22" y="0"/>
                </a:cubicBezTo>
                <a:cubicBezTo>
                  <a:pt x="28" y="0"/>
                  <a:pt x="32" y="2"/>
                  <a:pt x="36" y="7"/>
                </a:cubicBezTo>
                <a:cubicBezTo>
                  <a:pt x="40" y="11"/>
                  <a:pt x="42" y="16"/>
                  <a:pt x="42" y="22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2588040" y="4336200"/>
            <a:ext cx="741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kwaliﬁcatie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5978880" y="1478160"/>
            <a:ext cx="26186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Conceptueel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 (MIM 1 en 2): begrippen,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5740920" y="1668960"/>
            <a:ext cx="32194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objecttypen en relaties. De plaat op de volgende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5" name=""/>
          <p:cNvSpPr/>
          <p:nvPr/>
        </p:nvSpPr>
        <p:spPr>
          <a:xfrm>
            <a:off x="5591160" y="2266920"/>
            <a:ext cx="3286440" cy="676440"/>
          </a:xfrm>
          <a:custGeom>
            <a:avLst/>
            <a:gdLst/>
            <a:ahLst/>
            <a:rect l="0" t="0" r="r" b="b"/>
            <a:pathLst>
              <a:path w="9129" h="1879">
                <a:moveTo>
                  <a:pt x="0" y="0"/>
                </a:moveTo>
                <a:lnTo>
                  <a:pt x="9129" y="0"/>
                </a:lnTo>
                <a:lnTo>
                  <a:pt x="9129" y="1879"/>
                </a:lnTo>
                <a:lnTo>
                  <a:pt x="0" y="18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6" name=""/>
          <p:cNvSpPr/>
          <p:nvPr/>
        </p:nvSpPr>
        <p:spPr>
          <a:xfrm>
            <a:off x="5591160" y="2266920"/>
            <a:ext cx="3286440" cy="38160"/>
          </a:xfrm>
          <a:custGeom>
            <a:avLst/>
            <a:gdLst/>
            <a:ahLst/>
            <a:rect l="0" t="0" r="r" b="b"/>
            <a:pathLst>
              <a:path w="9129" h="106">
                <a:moveTo>
                  <a:pt x="0" y="0"/>
                </a:moveTo>
                <a:lnTo>
                  <a:pt x="9129" y="0"/>
                </a:lnTo>
                <a:lnTo>
                  <a:pt x="9129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7" name=""/>
          <p:cNvSpPr/>
          <p:nvPr/>
        </p:nvSpPr>
        <p:spPr>
          <a:xfrm>
            <a:off x="5591160" y="2933640"/>
            <a:ext cx="3286440" cy="9720"/>
          </a:xfrm>
          <a:custGeom>
            <a:avLst/>
            <a:gdLst/>
            <a:ahLst/>
            <a:rect l="0" t="0" r="r" b="b"/>
            <a:pathLst>
              <a:path w="9129" h="27">
                <a:moveTo>
                  <a:pt x="0" y="0"/>
                </a:moveTo>
                <a:lnTo>
                  <a:pt x="9129" y="0"/>
                </a:lnTo>
                <a:lnTo>
                  <a:pt x="91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8" name=""/>
          <p:cNvSpPr/>
          <p:nvPr/>
        </p:nvSpPr>
        <p:spPr>
          <a:xfrm>
            <a:off x="8867520" y="2266920"/>
            <a:ext cx="10080" cy="676440"/>
          </a:xfrm>
          <a:custGeom>
            <a:avLst/>
            <a:gdLst/>
            <a:ahLst/>
            <a:rect l="0" t="0" r="r" b="b"/>
            <a:pathLst>
              <a:path w="28" h="1879">
                <a:moveTo>
                  <a:pt x="0" y="105"/>
                </a:moveTo>
                <a:lnTo>
                  <a:pt x="0" y="1879"/>
                </a:lnTo>
                <a:lnTo>
                  <a:pt x="28" y="1879"/>
                </a:lnTo>
                <a:lnTo>
                  <a:pt x="2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9" name=""/>
          <p:cNvSpPr/>
          <p:nvPr/>
        </p:nvSpPr>
        <p:spPr>
          <a:xfrm>
            <a:off x="5591160" y="2266920"/>
            <a:ext cx="9720" cy="676440"/>
          </a:xfrm>
          <a:custGeom>
            <a:avLst/>
            <a:gdLst/>
            <a:ahLst/>
            <a:rect l="0" t="0" r="r" b="b"/>
            <a:pathLst>
              <a:path w="27" h="1879">
                <a:moveTo>
                  <a:pt x="0" y="0"/>
                </a:moveTo>
                <a:lnTo>
                  <a:pt x="0" y="1879"/>
                </a:lnTo>
                <a:lnTo>
                  <a:pt x="27" y="1879"/>
                </a:lnTo>
                <a:lnTo>
                  <a:pt x="27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0" name=""/>
          <p:cNvSpPr/>
          <p:nvPr/>
        </p:nvSpPr>
        <p:spPr>
          <a:xfrm>
            <a:off x="5772960" y="2420280"/>
            <a:ext cx="178920" cy="178560"/>
          </a:xfrm>
          <a:custGeom>
            <a:avLst/>
            <a:gdLst/>
            <a:ahLst/>
            <a:rect l="0" t="0" r="r" b="b"/>
            <a:pathLst>
              <a:path w="497" h="496">
                <a:moveTo>
                  <a:pt x="154" y="467"/>
                </a:moveTo>
                <a:lnTo>
                  <a:pt x="80" y="392"/>
                </a:lnTo>
                <a:lnTo>
                  <a:pt x="497" y="392"/>
                </a:lnTo>
                <a:lnTo>
                  <a:pt x="497" y="351"/>
                </a:lnTo>
                <a:lnTo>
                  <a:pt x="80" y="351"/>
                </a:lnTo>
                <a:lnTo>
                  <a:pt x="154" y="277"/>
                </a:lnTo>
                <a:lnTo>
                  <a:pt x="125" y="248"/>
                </a:lnTo>
                <a:lnTo>
                  <a:pt x="0" y="371"/>
                </a:lnTo>
                <a:lnTo>
                  <a:pt x="125" y="496"/>
                </a:lnTo>
                <a:lnTo>
                  <a:pt x="154" y="467"/>
                </a:lnTo>
                <a:moveTo>
                  <a:pt x="497" y="124"/>
                </a:moveTo>
                <a:lnTo>
                  <a:pt x="373" y="0"/>
                </a:lnTo>
                <a:lnTo>
                  <a:pt x="344" y="29"/>
                </a:lnTo>
                <a:lnTo>
                  <a:pt x="418" y="103"/>
                </a:lnTo>
                <a:lnTo>
                  <a:pt x="0" y="103"/>
                </a:lnTo>
                <a:lnTo>
                  <a:pt x="0" y="144"/>
                </a:lnTo>
                <a:lnTo>
                  <a:pt x="418" y="144"/>
                </a:lnTo>
                <a:lnTo>
                  <a:pt x="344" y="219"/>
                </a:lnTo>
                <a:lnTo>
                  <a:pt x="373" y="248"/>
                </a:lnTo>
                <a:lnTo>
                  <a:pt x="497" y="124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5740920" y="1869120"/>
            <a:ext cx="18540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slide; op de sessie live erbij.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5978880" y="2468880"/>
            <a:ext cx="30715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Gemapt op OEAPI v6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: daar is de aansluiting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3" name=""/>
          <p:cNvSpPr/>
          <p:nvPr/>
        </p:nvSpPr>
        <p:spPr>
          <a:xfrm>
            <a:off x="5591160" y="3066840"/>
            <a:ext cx="3286440" cy="1076760"/>
          </a:xfrm>
          <a:custGeom>
            <a:avLst/>
            <a:gdLst/>
            <a:ahLst/>
            <a:rect l="0" t="0" r="r" b="b"/>
            <a:pathLst>
              <a:path w="9129" h="2991">
                <a:moveTo>
                  <a:pt x="0" y="0"/>
                </a:moveTo>
                <a:lnTo>
                  <a:pt x="9129" y="0"/>
                </a:lnTo>
                <a:lnTo>
                  <a:pt x="9129" y="2991"/>
                </a:lnTo>
                <a:lnTo>
                  <a:pt x="0" y="29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4" name=""/>
          <p:cNvSpPr/>
          <p:nvPr/>
        </p:nvSpPr>
        <p:spPr>
          <a:xfrm>
            <a:off x="5591160" y="3066840"/>
            <a:ext cx="3286440" cy="38520"/>
          </a:xfrm>
          <a:custGeom>
            <a:avLst/>
            <a:gdLst/>
            <a:ahLst/>
            <a:rect l="0" t="0" r="r" b="b"/>
            <a:pathLst>
              <a:path w="9129" h="107">
                <a:moveTo>
                  <a:pt x="0" y="0"/>
                </a:moveTo>
                <a:lnTo>
                  <a:pt x="9129" y="0"/>
                </a:lnTo>
                <a:lnTo>
                  <a:pt x="912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5" name=""/>
          <p:cNvSpPr/>
          <p:nvPr/>
        </p:nvSpPr>
        <p:spPr>
          <a:xfrm>
            <a:off x="5591160" y="4133520"/>
            <a:ext cx="3286440" cy="10080"/>
          </a:xfrm>
          <a:custGeom>
            <a:avLst/>
            <a:gdLst/>
            <a:ahLst/>
            <a:rect l="0" t="0" r="r" b="b"/>
            <a:pathLst>
              <a:path w="9129" h="28">
                <a:moveTo>
                  <a:pt x="0" y="0"/>
                </a:moveTo>
                <a:lnTo>
                  <a:pt x="9129" y="0"/>
                </a:lnTo>
                <a:lnTo>
                  <a:pt x="91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6" name=""/>
          <p:cNvSpPr/>
          <p:nvPr/>
        </p:nvSpPr>
        <p:spPr>
          <a:xfrm>
            <a:off x="8867520" y="3066840"/>
            <a:ext cx="10080" cy="1076760"/>
          </a:xfrm>
          <a:custGeom>
            <a:avLst/>
            <a:gdLst/>
            <a:ahLst/>
            <a:rect l="0" t="0" r="r" b="b"/>
            <a:pathLst>
              <a:path w="28" h="2991">
                <a:moveTo>
                  <a:pt x="0" y="106"/>
                </a:moveTo>
                <a:lnTo>
                  <a:pt x="0" y="2991"/>
                </a:lnTo>
                <a:lnTo>
                  <a:pt x="28" y="2991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7" name=""/>
          <p:cNvSpPr/>
          <p:nvPr/>
        </p:nvSpPr>
        <p:spPr>
          <a:xfrm>
            <a:off x="5591160" y="3066840"/>
            <a:ext cx="9720" cy="1076760"/>
          </a:xfrm>
          <a:custGeom>
            <a:avLst/>
            <a:gdLst/>
            <a:ahLst/>
            <a:rect l="0" t="0" r="r" b="b"/>
            <a:pathLst>
              <a:path w="27" h="2991">
                <a:moveTo>
                  <a:pt x="0" y="0"/>
                </a:moveTo>
                <a:lnTo>
                  <a:pt x="0" y="2991"/>
                </a:lnTo>
                <a:lnTo>
                  <a:pt x="27" y="2991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8" name=""/>
          <p:cNvSpPr/>
          <p:nvPr/>
        </p:nvSpPr>
        <p:spPr>
          <a:xfrm>
            <a:off x="5772960" y="3215160"/>
            <a:ext cx="178920" cy="208080"/>
          </a:xfrm>
          <a:custGeom>
            <a:avLst/>
            <a:gdLst/>
            <a:ahLst/>
            <a:rect l="0" t="0" r="r" b="b"/>
            <a:pathLst>
              <a:path w="497" h="578">
                <a:moveTo>
                  <a:pt x="455" y="0"/>
                </a:moveTo>
                <a:lnTo>
                  <a:pt x="84" y="0"/>
                </a:lnTo>
                <a:cubicBezTo>
                  <a:pt x="78" y="0"/>
                  <a:pt x="73" y="1"/>
                  <a:pt x="68" y="3"/>
                </a:cubicBezTo>
                <a:cubicBezTo>
                  <a:pt x="63" y="5"/>
                  <a:pt x="59" y="8"/>
                  <a:pt x="55" y="12"/>
                </a:cubicBezTo>
                <a:cubicBezTo>
                  <a:pt x="50" y="17"/>
                  <a:pt x="47" y="21"/>
                  <a:pt x="45" y="26"/>
                </a:cubicBezTo>
                <a:cubicBezTo>
                  <a:pt x="43" y="31"/>
                  <a:pt x="42" y="37"/>
                  <a:pt x="42" y="42"/>
                </a:cubicBezTo>
                <a:lnTo>
                  <a:pt x="42" y="125"/>
                </a:lnTo>
                <a:lnTo>
                  <a:pt x="0" y="125"/>
                </a:lnTo>
                <a:lnTo>
                  <a:pt x="0" y="166"/>
                </a:lnTo>
                <a:lnTo>
                  <a:pt x="42" y="166"/>
                </a:lnTo>
                <a:lnTo>
                  <a:pt x="42" y="269"/>
                </a:lnTo>
                <a:lnTo>
                  <a:pt x="0" y="269"/>
                </a:lnTo>
                <a:lnTo>
                  <a:pt x="0" y="310"/>
                </a:lnTo>
                <a:lnTo>
                  <a:pt x="42" y="310"/>
                </a:lnTo>
                <a:lnTo>
                  <a:pt x="42" y="413"/>
                </a:lnTo>
                <a:lnTo>
                  <a:pt x="0" y="413"/>
                </a:lnTo>
                <a:lnTo>
                  <a:pt x="0" y="455"/>
                </a:lnTo>
                <a:lnTo>
                  <a:pt x="42" y="455"/>
                </a:lnTo>
                <a:lnTo>
                  <a:pt x="42" y="537"/>
                </a:lnTo>
                <a:cubicBezTo>
                  <a:pt x="42" y="543"/>
                  <a:pt x="43" y="548"/>
                  <a:pt x="45" y="553"/>
                </a:cubicBezTo>
                <a:cubicBezTo>
                  <a:pt x="47" y="558"/>
                  <a:pt x="50" y="562"/>
                  <a:pt x="55" y="566"/>
                </a:cubicBezTo>
                <a:cubicBezTo>
                  <a:pt x="59" y="570"/>
                  <a:pt x="63" y="573"/>
                  <a:pt x="68" y="575"/>
                </a:cubicBezTo>
                <a:cubicBezTo>
                  <a:pt x="73" y="577"/>
                  <a:pt x="78" y="578"/>
                  <a:pt x="84" y="578"/>
                </a:cubicBezTo>
                <a:lnTo>
                  <a:pt x="455" y="578"/>
                </a:lnTo>
                <a:cubicBezTo>
                  <a:pt x="461" y="578"/>
                  <a:pt x="466" y="577"/>
                  <a:pt x="471" y="575"/>
                </a:cubicBezTo>
                <a:cubicBezTo>
                  <a:pt x="476" y="573"/>
                  <a:pt x="481" y="570"/>
                  <a:pt x="484" y="566"/>
                </a:cubicBezTo>
                <a:cubicBezTo>
                  <a:pt x="488" y="562"/>
                  <a:pt x="491" y="558"/>
                  <a:pt x="493" y="553"/>
                </a:cubicBezTo>
                <a:cubicBezTo>
                  <a:pt x="496" y="548"/>
                  <a:pt x="497" y="543"/>
                  <a:pt x="497" y="537"/>
                </a:cubicBezTo>
                <a:lnTo>
                  <a:pt x="497" y="42"/>
                </a:lnTo>
                <a:cubicBezTo>
                  <a:pt x="497" y="37"/>
                  <a:pt x="496" y="31"/>
                  <a:pt x="493" y="26"/>
                </a:cubicBezTo>
                <a:cubicBezTo>
                  <a:pt x="491" y="21"/>
                  <a:pt x="488" y="17"/>
                  <a:pt x="484" y="12"/>
                </a:cubicBezTo>
                <a:cubicBezTo>
                  <a:pt x="481" y="8"/>
                  <a:pt x="476" y="5"/>
                  <a:pt x="471" y="3"/>
                </a:cubicBezTo>
                <a:cubicBezTo>
                  <a:pt x="466" y="1"/>
                  <a:pt x="461" y="0"/>
                  <a:pt x="455" y="0"/>
                </a:cubicBezTo>
                <a:moveTo>
                  <a:pt x="455" y="537"/>
                </a:moveTo>
                <a:lnTo>
                  <a:pt x="84" y="537"/>
                </a:lnTo>
                <a:lnTo>
                  <a:pt x="84" y="455"/>
                </a:lnTo>
                <a:lnTo>
                  <a:pt x="125" y="455"/>
                </a:lnTo>
                <a:lnTo>
                  <a:pt x="125" y="413"/>
                </a:lnTo>
                <a:lnTo>
                  <a:pt x="84" y="413"/>
                </a:lnTo>
                <a:lnTo>
                  <a:pt x="84" y="310"/>
                </a:lnTo>
                <a:lnTo>
                  <a:pt x="125" y="310"/>
                </a:lnTo>
                <a:lnTo>
                  <a:pt x="125" y="269"/>
                </a:lnTo>
                <a:lnTo>
                  <a:pt x="84" y="269"/>
                </a:lnTo>
                <a:lnTo>
                  <a:pt x="84" y="166"/>
                </a:lnTo>
                <a:lnTo>
                  <a:pt x="125" y="166"/>
                </a:lnTo>
                <a:lnTo>
                  <a:pt x="125" y="125"/>
                </a:lnTo>
                <a:lnTo>
                  <a:pt x="84" y="125"/>
                </a:lnTo>
                <a:lnTo>
                  <a:pt x="84" y="42"/>
                </a:lnTo>
                <a:lnTo>
                  <a:pt x="455" y="42"/>
                </a:lnTo>
                <a:lnTo>
                  <a:pt x="455" y="537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9" name=""/>
          <p:cNvSpPr/>
          <p:nvPr/>
        </p:nvSpPr>
        <p:spPr>
          <a:xfrm>
            <a:off x="5847480" y="3259800"/>
            <a:ext cx="59760" cy="119160"/>
          </a:xfrm>
          <a:custGeom>
            <a:avLst/>
            <a:gdLst/>
            <a:ahLst/>
            <a:rect l="0" t="0" r="r" b="b"/>
            <a:pathLst>
              <a:path w="166" h="331">
                <a:moveTo>
                  <a:pt x="0" y="0"/>
                </a:moveTo>
                <a:lnTo>
                  <a:pt x="166" y="0"/>
                </a:lnTo>
                <a:lnTo>
                  <a:pt x="166" y="42"/>
                </a:lnTo>
                <a:lnTo>
                  <a:pt x="0" y="42"/>
                </a:lnTo>
                <a:lnTo>
                  <a:pt x="0" y="0"/>
                </a:lnTo>
                <a:moveTo>
                  <a:pt x="0" y="145"/>
                </a:moveTo>
                <a:lnTo>
                  <a:pt x="166" y="145"/>
                </a:lnTo>
                <a:lnTo>
                  <a:pt x="166" y="186"/>
                </a:lnTo>
                <a:lnTo>
                  <a:pt x="0" y="186"/>
                </a:lnTo>
                <a:lnTo>
                  <a:pt x="0" y="145"/>
                </a:lnTo>
                <a:moveTo>
                  <a:pt x="0" y="289"/>
                </a:moveTo>
                <a:lnTo>
                  <a:pt x="166" y="289"/>
                </a:lnTo>
                <a:lnTo>
                  <a:pt x="166" y="331"/>
                </a:lnTo>
                <a:lnTo>
                  <a:pt x="0" y="331"/>
                </a:lnTo>
                <a:lnTo>
                  <a:pt x="0" y="289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5740920" y="2669040"/>
            <a:ext cx="31125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met de landelijke standaard redelijk te pakken.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5978880" y="3278520"/>
            <a:ext cx="30348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Onderwijs Catalogus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: hetzelfde functionele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5740920" y="3469320"/>
            <a:ext cx="29876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gebied als eduXchange en het ontsluiten van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5740920" y="3669480"/>
            <a:ext cx="32101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aanbod; dezelfde deﬁnities en gegevenssets zijn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5740920" y="3859920"/>
            <a:ext cx="5691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de inzet.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33" name="" descr=""/>
          <p:cNvPicPr/>
          <p:nvPr/>
        </p:nvPicPr>
        <p:blipFill>
          <a:blip r:embed="rId1"/>
          <a:stretch/>
        </p:blipFill>
        <p:spPr>
          <a:xfrm>
            <a:off x="1571760" y="237960"/>
            <a:ext cx="6190920" cy="4609800"/>
          </a:xfrm>
          <a:prstGeom prst="rect">
            <a:avLst/>
          </a:prstGeom>
          <a:ln w="0">
            <a:noFill/>
          </a:ln>
        </p:spPr>
      </p:pic>
      <p:sp>
        <p:nvSpPr>
          <p:cNvPr id="53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447840" y="4916160"/>
            <a:ext cx="94694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Informatiemodel OKx v0.1: zeven kolommen, een per begrippenfamilie, met de objecttypen en hun relaties. Concept, ter review bij de kerngroep techniek.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42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543" name=""/>
          <p:cNvSpPr txBox="1"/>
          <p:nvPr/>
        </p:nvSpPr>
        <p:spPr>
          <a:xfrm>
            <a:off x="439920" y="253440"/>
            <a:ext cx="89496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Waar wij elkaar raken: aanmelden, intekenen,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439920" y="634320"/>
            <a:ext cx="21175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inschrijven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5" name=""/>
          <p:cNvSpPr/>
          <p:nvPr/>
        </p:nvSpPr>
        <p:spPr>
          <a:xfrm>
            <a:off x="1800000" y="1228680"/>
            <a:ext cx="2048400" cy="181080"/>
          </a:xfrm>
          <a:custGeom>
            <a:avLst/>
            <a:gdLst/>
            <a:ahLst/>
            <a:rect l="0" t="0" r="r" b="b"/>
            <a:pathLst>
              <a:path w="5690" h="503">
                <a:moveTo>
                  <a:pt x="0" y="397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5584" y="0"/>
                </a:lnTo>
                <a:cubicBezTo>
                  <a:pt x="5598" y="0"/>
                  <a:pt x="5611" y="2"/>
                  <a:pt x="5624" y="8"/>
                </a:cubicBezTo>
                <a:cubicBezTo>
                  <a:pt x="5637" y="13"/>
                  <a:pt x="5649" y="21"/>
                  <a:pt x="5659" y="31"/>
                </a:cubicBezTo>
                <a:cubicBezTo>
                  <a:pt x="5669" y="41"/>
                  <a:pt x="5676" y="52"/>
                  <a:pt x="5682" y="65"/>
                </a:cubicBezTo>
                <a:cubicBezTo>
                  <a:pt x="5687" y="78"/>
                  <a:pt x="5690" y="91"/>
                  <a:pt x="5690" y="105"/>
                </a:cubicBezTo>
                <a:lnTo>
                  <a:pt x="5690" y="397"/>
                </a:lnTo>
                <a:cubicBezTo>
                  <a:pt x="5690" y="412"/>
                  <a:pt x="5687" y="425"/>
                  <a:pt x="5682" y="438"/>
                </a:cubicBezTo>
                <a:cubicBezTo>
                  <a:pt x="5676" y="451"/>
                  <a:pt x="5669" y="462"/>
                  <a:pt x="5659" y="472"/>
                </a:cubicBezTo>
                <a:cubicBezTo>
                  <a:pt x="5649" y="482"/>
                  <a:pt x="5637" y="490"/>
                  <a:pt x="5624" y="495"/>
                </a:cubicBezTo>
                <a:cubicBezTo>
                  <a:pt x="5611" y="501"/>
                  <a:pt x="5598" y="503"/>
                  <a:pt x="5584" y="503"/>
                </a:cubicBezTo>
                <a:lnTo>
                  <a:pt x="106" y="503"/>
                </a:lnTo>
                <a:cubicBezTo>
                  <a:pt x="92" y="503"/>
                  <a:pt x="78" y="501"/>
                  <a:pt x="65" y="495"/>
                </a:cubicBezTo>
                <a:cubicBezTo>
                  <a:pt x="52" y="490"/>
                  <a:pt x="41" y="482"/>
                  <a:pt x="31" y="472"/>
                </a:cubicBezTo>
                <a:cubicBezTo>
                  <a:pt x="21" y="462"/>
                  <a:pt x="14" y="451"/>
                  <a:pt x="8" y="438"/>
                </a:cubicBezTo>
                <a:cubicBezTo>
                  <a:pt x="3" y="425"/>
                  <a:pt x="0" y="412"/>
                  <a:pt x="0" y="397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457200" y="1225440"/>
            <a:ext cx="14760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OKx onderscheidt de 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1857240" y="1238040"/>
            <a:ext cx="194220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70" spc="-1" strike="noStrike">
                <a:solidFill>
                  <a:srgbClr val="3d68ec"/>
                </a:solidFill>
                <a:latin typeface="DejaVuSansMono"/>
                <a:ea typeface="DejaVuSansMono"/>
              </a:rPr>
              <a:t>Intekening op specificatie</a:t>
            </a:r>
            <a:endParaRPr b="0" lang="en-US" sz="9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8" name=""/>
          <p:cNvSpPr/>
          <p:nvPr/>
        </p:nvSpPr>
        <p:spPr>
          <a:xfrm>
            <a:off x="4105080" y="1228680"/>
            <a:ext cx="857520" cy="181080"/>
          </a:xfrm>
          <a:custGeom>
            <a:avLst/>
            <a:gdLst/>
            <a:ahLst/>
            <a:rect l="0" t="0" r="r" b="b"/>
            <a:pathLst>
              <a:path w="2382" h="503">
                <a:moveTo>
                  <a:pt x="0" y="397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276" y="0"/>
                </a:lnTo>
                <a:cubicBezTo>
                  <a:pt x="2290" y="0"/>
                  <a:pt x="2304" y="2"/>
                  <a:pt x="2317" y="8"/>
                </a:cubicBezTo>
                <a:cubicBezTo>
                  <a:pt x="2330" y="13"/>
                  <a:pt x="2341" y="21"/>
                  <a:pt x="2351" y="31"/>
                </a:cubicBezTo>
                <a:cubicBezTo>
                  <a:pt x="2361" y="41"/>
                  <a:pt x="2369" y="52"/>
                  <a:pt x="2374" y="65"/>
                </a:cubicBezTo>
                <a:cubicBezTo>
                  <a:pt x="2380" y="78"/>
                  <a:pt x="2382" y="91"/>
                  <a:pt x="2382" y="105"/>
                </a:cubicBezTo>
                <a:lnTo>
                  <a:pt x="2382" y="397"/>
                </a:lnTo>
                <a:cubicBezTo>
                  <a:pt x="2382" y="412"/>
                  <a:pt x="2380" y="425"/>
                  <a:pt x="2374" y="438"/>
                </a:cubicBezTo>
                <a:cubicBezTo>
                  <a:pt x="2369" y="451"/>
                  <a:pt x="2361" y="462"/>
                  <a:pt x="2351" y="472"/>
                </a:cubicBezTo>
                <a:cubicBezTo>
                  <a:pt x="2341" y="482"/>
                  <a:pt x="2330" y="490"/>
                  <a:pt x="2317" y="495"/>
                </a:cubicBezTo>
                <a:cubicBezTo>
                  <a:pt x="2304" y="501"/>
                  <a:pt x="2290" y="503"/>
                  <a:pt x="2276" y="503"/>
                </a:cubicBezTo>
                <a:lnTo>
                  <a:pt x="106" y="503"/>
                </a:lnTo>
                <a:cubicBezTo>
                  <a:pt x="92" y="503"/>
                  <a:pt x="78" y="501"/>
                  <a:pt x="65" y="495"/>
                </a:cubicBezTo>
                <a:cubicBezTo>
                  <a:pt x="52" y="490"/>
                  <a:pt x="41" y="482"/>
                  <a:pt x="31" y="472"/>
                </a:cubicBezTo>
                <a:cubicBezTo>
                  <a:pt x="21" y="462"/>
                  <a:pt x="13" y="451"/>
                  <a:pt x="8" y="438"/>
                </a:cubicBezTo>
                <a:cubicBezTo>
                  <a:pt x="3" y="425"/>
                  <a:pt x="0" y="412"/>
                  <a:pt x="0" y="397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3845880" y="1225440"/>
            <a:ext cx="3038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, de 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4160160" y="1238040"/>
            <a:ext cx="74736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70" spc="-1" strike="noStrike">
                <a:solidFill>
                  <a:srgbClr val="3d68ec"/>
                </a:solidFill>
                <a:latin typeface="DejaVuSansMono"/>
                <a:ea typeface="DejaVuSansMono"/>
              </a:rPr>
              <a:t>Aanmelding</a:t>
            </a:r>
            <a:endParaRPr b="0" lang="en-US" sz="9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1" name=""/>
          <p:cNvSpPr/>
          <p:nvPr/>
        </p:nvSpPr>
        <p:spPr>
          <a:xfrm>
            <a:off x="5362560" y="1228680"/>
            <a:ext cx="1000440" cy="181080"/>
          </a:xfrm>
          <a:custGeom>
            <a:avLst/>
            <a:gdLst/>
            <a:ahLst/>
            <a:rect l="0" t="0" r="r" b="b"/>
            <a:pathLst>
              <a:path w="2779" h="503">
                <a:moveTo>
                  <a:pt x="0" y="397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673" y="0"/>
                </a:lnTo>
                <a:cubicBezTo>
                  <a:pt x="2687" y="0"/>
                  <a:pt x="2700" y="2"/>
                  <a:pt x="2713" y="8"/>
                </a:cubicBezTo>
                <a:cubicBezTo>
                  <a:pt x="2726" y="13"/>
                  <a:pt x="2738" y="21"/>
                  <a:pt x="2748" y="31"/>
                </a:cubicBezTo>
                <a:cubicBezTo>
                  <a:pt x="2758" y="41"/>
                  <a:pt x="2765" y="52"/>
                  <a:pt x="2771" y="65"/>
                </a:cubicBezTo>
                <a:cubicBezTo>
                  <a:pt x="2776" y="78"/>
                  <a:pt x="2779" y="91"/>
                  <a:pt x="2779" y="105"/>
                </a:cubicBezTo>
                <a:lnTo>
                  <a:pt x="2779" y="397"/>
                </a:lnTo>
                <a:cubicBezTo>
                  <a:pt x="2779" y="412"/>
                  <a:pt x="2776" y="425"/>
                  <a:pt x="2771" y="438"/>
                </a:cubicBezTo>
                <a:cubicBezTo>
                  <a:pt x="2765" y="451"/>
                  <a:pt x="2758" y="462"/>
                  <a:pt x="2748" y="472"/>
                </a:cubicBezTo>
                <a:cubicBezTo>
                  <a:pt x="2738" y="482"/>
                  <a:pt x="2726" y="490"/>
                  <a:pt x="2713" y="495"/>
                </a:cubicBezTo>
                <a:cubicBezTo>
                  <a:pt x="2700" y="501"/>
                  <a:pt x="2687" y="503"/>
                  <a:pt x="2673" y="503"/>
                </a:cubicBezTo>
                <a:lnTo>
                  <a:pt x="105" y="503"/>
                </a:lnTo>
                <a:cubicBezTo>
                  <a:pt x="91" y="503"/>
                  <a:pt x="78" y="501"/>
                  <a:pt x="65" y="495"/>
                </a:cubicBezTo>
                <a:cubicBezTo>
                  <a:pt x="52" y="490"/>
                  <a:pt x="40" y="482"/>
                  <a:pt x="31" y="472"/>
                </a:cubicBezTo>
                <a:cubicBezTo>
                  <a:pt x="21" y="462"/>
                  <a:pt x="13" y="451"/>
                  <a:pt x="8" y="438"/>
                </a:cubicBezTo>
                <a:cubicBezTo>
                  <a:pt x="2" y="425"/>
                  <a:pt x="0" y="412"/>
                  <a:pt x="0" y="397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4960440" y="1225440"/>
            <a:ext cx="4748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en de 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5417640" y="1238040"/>
            <a:ext cx="896760" cy="14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70" spc="-1" strike="noStrike">
                <a:solidFill>
                  <a:srgbClr val="3d68ec"/>
                </a:solidFill>
                <a:latin typeface="DejaVuSansMono"/>
                <a:ea typeface="DejaVuSansMono"/>
              </a:rPr>
              <a:t>Inschrijving</a:t>
            </a:r>
            <a:endParaRPr b="0" lang="en-US" sz="9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6366240" y="1225440"/>
            <a:ext cx="24069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, en laat aanbod rijpen in fasen. AII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5" name=""/>
          <p:cNvSpPr/>
          <p:nvPr/>
        </p:nvSpPr>
        <p:spPr>
          <a:xfrm>
            <a:off x="546840" y="2152080"/>
            <a:ext cx="1702080" cy="699120"/>
          </a:xfrm>
          <a:custGeom>
            <a:avLst/>
            <a:gdLst/>
            <a:ahLst/>
            <a:rect l="0" t="0" r="r" b="b"/>
            <a:pathLst>
              <a:path w="4728" h="1942">
                <a:moveTo>
                  <a:pt x="199" y="0"/>
                </a:moveTo>
                <a:lnTo>
                  <a:pt x="4529" y="0"/>
                </a:lnTo>
                <a:cubicBezTo>
                  <a:pt x="4542" y="0"/>
                  <a:pt x="4555" y="2"/>
                  <a:pt x="4568" y="4"/>
                </a:cubicBezTo>
                <a:cubicBezTo>
                  <a:pt x="4581" y="7"/>
                  <a:pt x="4593" y="11"/>
                  <a:pt x="4605" y="16"/>
                </a:cubicBezTo>
                <a:cubicBezTo>
                  <a:pt x="4617" y="21"/>
                  <a:pt x="4629" y="27"/>
                  <a:pt x="4640" y="34"/>
                </a:cubicBezTo>
                <a:cubicBezTo>
                  <a:pt x="4651" y="41"/>
                  <a:pt x="4661" y="49"/>
                  <a:pt x="4670" y="59"/>
                </a:cubicBezTo>
                <a:cubicBezTo>
                  <a:pt x="4679" y="68"/>
                  <a:pt x="4687" y="78"/>
                  <a:pt x="4695" y="89"/>
                </a:cubicBezTo>
                <a:cubicBezTo>
                  <a:pt x="4702" y="100"/>
                  <a:pt x="4708" y="111"/>
                  <a:pt x="4713" y="123"/>
                </a:cubicBezTo>
                <a:cubicBezTo>
                  <a:pt x="4718" y="135"/>
                  <a:pt x="4722" y="148"/>
                  <a:pt x="4724" y="161"/>
                </a:cubicBezTo>
                <a:cubicBezTo>
                  <a:pt x="4727" y="173"/>
                  <a:pt x="4728" y="186"/>
                  <a:pt x="4728" y="199"/>
                </a:cubicBezTo>
                <a:lnTo>
                  <a:pt x="4728" y="1743"/>
                </a:lnTo>
                <a:cubicBezTo>
                  <a:pt x="4728" y="1756"/>
                  <a:pt x="4727" y="1769"/>
                  <a:pt x="4724" y="1782"/>
                </a:cubicBezTo>
                <a:cubicBezTo>
                  <a:pt x="4722" y="1795"/>
                  <a:pt x="4718" y="1807"/>
                  <a:pt x="4713" y="1819"/>
                </a:cubicBezTo>
                <a:cubicBezTo>
                  <a:pt x="4708" y="1831"/>
                  <a:pt x="4702" y="1843"/>
                  <a:pt x="4695" y="1854"/>
                </a:cubicBezTo>
                <a:cubicBezTo>
                  <a:pt x="4687" y="1864"/>
                  <a:pt x="4679" y="1875"/>
                  <a:pt x="4670" y="1884"/>
                </a:cubicBezTo>
                <a:cubicBezTo>
                  <a:pt x="4661" y="1893"/>
                  <a:pt x="4651" y="1901"/>
                  <a:pt x="4640" y="1909"/>
                </a:cubicBezTo>
                <a:cubicBezTo>
                  <a:pt x="4629" y="1916"/>
                  <a:pt x="4617" y="1922"/>
                  <a:pt x="4605" y="1927"/>
                </a:cubicBezTo>
                <a:cubicBezTo>
                  <a:pt x="4593" y="1932"/>
                  <a:pt x="4581" y="1936"/>
                  <a:pt x="4568" y="1938"/>
                </a:cubicBezTo>
                <a:cubicBezTo>
                  <a:pt x="4555" y="1941"/>
                  <a:pt x="4542" y="1942"/>
                  <a:pt x="4529" y="1942"/>
                </a:cubicBezTo>
                <a:lnTo>
                  <a:pt x="199" y="1942"/>
                </a:lnTo>
                <a:cubicBezTo>
                  <a:pt x="186" y="1942"/>
                  <a:pt x="173" y="1941"/>
                  <a:pt x="160" y="1938"/>
                </a:cubicBezTo>
                <a:cubicBezTo>
                  <a:pt x="147" y="1936"/>
                  <a:pt x="135" y="1932"/>
                  <a:pt x="123" y="1927"/>
                </a:cubicBezTo>
                <a:cubicBezTo>
                  <a:pt x="111" y="1922"/>
                  <a:pt x="99" y="1916"/>
                  <a:pt x="88" y="1909"/>
                </a:cubicBezTo>
                <a:cubicBezTo>
                  <a:pt x="78" y="1901"/>
                  <a:pt x="67" y="1893"/>
                  <a:pt x="58" y="1884"/>
                </a:cubicBezTo>
                <a:cubicBezTo>
                  <a:pt x="49" y="1875"/>
                  <a:pt x="41" y="1864"/>
                  <a:pt x="33" y="1854"/>
                </a:cubicBezTo>
                <a:cubicBezTo>
                  <a:pt x="26" y="1843"/>
                  <a:pt x="20" y="1831"/>
                  <a:pt x="15" y="1819"/>
                </a:cubicBezTo>
                <a:cubicBezTo>
                  <a:pt x="10" y="1807"/>
                  <a:pt x="6" y="1795"/>
                  <a:pt x="4" y="1782"/>
                </a:cubicBezTo>
                <a:cubicBezTo>
                  <a:pt x="1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1" y="173"/>
                  <a:pt x="4" y="161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8" y="41"/>
                  <a:pt x="88" y="34"/>
                </a:cubicBezTo>
                <a:cubicBezTo>
                  <a:pt x="99" y="27"/>
                  <a:pt x="111" y="21"/>
                  <a:pt x="123" y="16"/>
                </a:cubicBezTo>
                <a:cubicBezTo>
                  <a:pt x="135" y="11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6" name=""/>
          <p:cNvSpPr/>
          <p:nvPr/>
        </p:nvSpPr>
        <p:spPr>
          <a:xfrm>
            <a:off x="546840" y="2152080"/>
            <a:ext cx="1702080" cy="699120"/>
          </a:xfrm>
          <a:custGeom>
            <a:avLst/>
            <a:gdLst/>
            <a:ahLst/>
            <a:rect l="0" t="0" r="r" b="b"/>
            <a:pathLst>
              <a:path w="4728" h="1942">
                <a:moveTo>
                  <a:pt x="199" y="0"/>
                </a:moveTo>
                <a:lnTo>
                  <a:pt x="4529" y="0"/>
                </a:lnTo>
                <a:cubicBezTo>
                  <a:pt x="4542" y="0"/>
                  <a:pt x="4555" y="2"/>
                  <a:pt x="4568" y="4"/>
                </a:cubicBezTo>
                <a:cubicBezTo>
                  <a:pt x="4581" y="7"/>
                  <a:pt x="4593" y="11"/>
                  <a:pt x="4605" y="16"/>
                </a:cubicBezTo>
                <a:cubicBezTo>
                  <a:pt x="4617" y="21"/>
                  <a:pt x="4629" y="27"/>
                  <a:pt x="4640" y="34"/>
                </a:cubicBezTo>
                <a:cubicBezTo>
                  <a:pt x="4651" y="41"/>
                  <a:pt x="4661" y="49"/>
                  <a:pt x="4670" y="59"/>
                </a:cubicBezTo>
                <a:cubicBezTo>
                  <a:pt x="4679" y="68"/>
                  <a:pt x="4687" y="78"/>
                  <a:pt x="4695" y="89"/>
                </a:cubicBezTo>
                <a:cubicBezTo>
                  <a:pt x="4702" y="100"/>
                  <a:pt x="4708" y="111"/>
                  <a:pt x="4713" y="123"/>
                </a:cubicBezTo>
                <a:cubicBezTo>
                  <a:pt x="4718" y="135"/>
                  <a:pt x="4722" y="148"/>
                  <a:pt x="4724" y="161"/>
                </a:cubicBezTo>
                <a:cubicBezTo>
                  <a:pt x="4727" y="173"/>
                  <a:pt x="4728" y="186"/>
                  <a:pt x="4728" y="199"/>
                </a:cubicBezTo>
                <a:lnTo>
                  <a:pt x="4728" y="1743"/>
                </a:lnTo>
                <a:cubicBezTo>
                  <a:pt x="4728" y="1756"/>
                  <a:pt x="4727" y="1769"/>
                  <a:pt x="4724" y="1782"/>
                </a:cubicBezTo>
                <a:cubicBezTo>
                  <a:pt x="4722" y="1795"/>
                  <a:pt x="4718" y="1807"/>
                  <a:pt x="4713" y="1819"/>
                </a:cubicBezTo>
                <a:cubicBezTo>
                  <a:pt x="4708" y="1831"/>
                  <a:pt x="4702" y="1843"/>
                  <a:pt x="4695" y="1854"/>
                </a:cubicBezTo>
                <a:cubicBezTo>
                  <a:pt x="4687" y="1864"/>
                  <a:pt x="4679" y="1875"/>
                  <a:pt x="4670" y="1884"/>
                </a:cubicBezTo>
                <a:cubicBezTo>
                  <a:pt x="4661" y="1893"/>
                  <a:pt x="4651" y="1901"/>
                  <a:pt x="4640" y="1909"/>
                </a:cubicBezTo>
                <a:cubicBezTo>
                  <a:pt x="4629" y="1916"/>
                  <a:pt x="4617" y="1922"/>
                  <a:pt x="4605" y="1927"/>
                </a:cubicBezTo>
                <a:cubicBezTo>
                  <a:pt x="4593" y="1932"/>
                  <a:pt x="4581" y="1936"/>
                  <a:pt x="4568" y="1938"/>
                </a:cubicBezTo>
                <a:cubicBezTo>
                  <a:pt x="4555" y="1941"/>
                  <a:pt x="4542" y="1942"/>
                  <a:pt x="4529" y="1942"/>
                </a:cubicBezTo>
                <a:lnTo>
                  <a:pt x="199" y="1942"/>
                </a:lnTo>
                <a:cubicBezTo>
                  <a:pt x="186" y="1942"/>
                  <a:pt x="173" y="1941"/>
                  <a:pt x="160" y="1938"/>
                </a:cubicBezTo>
                <a:cubicBezTo>
                  <a:pt x="147" y="1936"/>
                  <a:pt x="135" y="1932"/>
                  <a:pt x="123" y="1927"/>
                </a:cubicBezTo>
                <a:cubicBezTo>
                  <a:pt x="111" y="1922"/>
                  <a:pt x="99" y="1916"/>
                  <a:pt x="88" y="1909"/>
                </a:cubicBezTo>
                <a:cubicBezTo>
                  <a:pt x="78" y="1901"/>
                  <a:pt x="67" y="1893"/>
                  <a:pt x="58" y="1884"/>
                </a:cubicBezTo>
                <a:cubicBezTo>
                  <a:pt x="49" y="1875"/>
                  <a:pt x="41" y="1864"/>
                  <a:pt x="33" y="1854"/>
                </a:cubicBezTo>
                <a:cubicBezTo>
                  <a:pt x="26" y="1843"/>
                  <a:pt x="20" y="1831"/>
                  <a:pt x="15" y="1819"/>
                </a:cubicBezTo>
                <a:cubicBezTo>
                  <a:pt x="10" y="1807"/>
                  <a:pt x="6" y="1795"/>
                  <a:pt x="4" y="1782"/>
                </a:cubicBezTo>
                <a:cubicBezTo>
                  <a:pt x="1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1" y="173"/>
                  <a:pt x="4" y="161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8" y="41"/>
                  <a:pt x="88" y="34"/>
                </a:cubicBezTo>
                <a:cubicBezTo>
                  <a:pt x="99" y="27"/>
                  <a:pt x="111" y="21"/>
                  <a:pt x="123" y="16"/>
                </a:cubicBezTo>
                <a:cubicBezTo>
                  <a:pt x="135" y="11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close/>
              </a:path>
            </a:pathLst>
          </a:custGeom>
          <a:noFill/>
          <a:ln w="17640">
            <a:solidFill>
              <a:srgbClr val="7a97f2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457200" y="1444320"/>
            <a:ext cx="65890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hanteert de volgorde aanmelden, intekenen, inschrijven. Wat verstaan wij elk onder intekenen?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1031040" y="2251080"/>
            <a:ext cx="8222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1b1b2f"/>
                </a:solidFill>
                <a:latin typeface="Arial"/>
                <a:ea typeface="Arial"/>
              </a:rPr>
              <a:t>Speciﬁcatie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1107360" y="2455200"/>
            <a:ext cx="6224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4f57"/>
                </a:solidFill>
                <a:latin typeface="Arial"/>
                <a:ea typeface="Arial"/>
              </a:rPr>
              <a:t>het ontwerp,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1045440" y="2589480"/>
            <a:ext cx="8010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4f57"/>
                </a:solidFill>
                <a:latin typeface="Arial"/>
                <a:ea typeface="Arial"/>
              </a:rPr>
              <a:t>los van wanneer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1" name=""/>
          <p:cNvSpPr/>
          <p:nvPr/>
        </p:nvSpPr>
        <p:spPr>
          <a:xfrm>
            <a:off x="2607120" y="2080440"/>
            <a:ext cx="6090480" cy="0"/>
          </a:xfrm>
          <a:prstGeom prst="line">
            <a:avLst/>
          </a:prstGeom>
          <a:ln w="864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2" name=""/>
          <p:cNvSpPr/>
          <p:nvPr/>
        </p:nvSpPr>
        <p:spPr>
          <a:xfrm>
            <a:off x="2607120" y="2152080"/>
            <a:ext cx="1881000" cy="699120"/>
          </a:xfrm>
          <a:custGeom>
            <a:avLst/>
            <a:gdLst/>
            <a:ahLst/>
            <a:rect l="0" t="0" r="r" b="b"/>
            <a:pathLst>
              <a:path w="5225" h="1942">
                <a:moveTo>
                  <a:pt x="199" y="0"/>
                </a:moveTo>
                <a:lnTo>
                  <a:pt x="5026" y="0"/>
                </a:lnTo>
                <a:cubicBezTo>
                  <a:pt x="5039" y="0"/>
                  <a:pt x="5052" y="2"/>
                  <a:pt x="5065" y="4"/>
                </a:cubicBezTo>
                <a:cubicBezTo>
                  <a:pt x="5078" y="7"/>
                  <a:pt x="5091" y="11"/>
                  <a:pt x="5103" y="16"/>
                </a:cubicBezTo>
                <a:cubicBezTo>
                  <a:pt x="5115" y="21"/>
                  <a:pt x="5126" y="27"/>
                  <a:pt x="5137" y="34"/>
                </a:cubicBezTo>
                <a:cubicBezTo>
                  <a:pt x="5148" y="41"/>
                  <a:pt x="5158" y="49"/>
                  <a:pt x="5167" y="59"/>
                </a:cubicBezTo>
                <a:cubicBezTo>
                  <a:pt x="5176" y="68"/>
                  <a:pt x="5185" y="78"/>
                  <a:pt x="5192" y="89"/>
                </a:cubicBezTo>
                <a:cubicBezTo>
                  <a:pt x="5199" y="100"/>
                  <a:pt x="5205" y="111"/>
                  <a:pt x="5210" y="123"/>
                </a:cubicBezTo>
                <a:cubicBezTo>
                  <a:pt x="5215" y="135"/>
                  <a:pt x="5219" y="148"/>
                  <a:pt x="5222" y="161"/>
                </a:cubicBezTo>
                <a:cubicBezTo>
                  <a:pt x="5224" y="173"/>
                  <a:pt x="5225" y="186"/>
                  <a:pt x="5225" y="199"/>
                </a:cubicBezTo>
                <a:lnTo>
                  <a:pt x="5225" y="1743"/>
                </a:lnTo>
                <a:cubicBezTo>
                  <a:pt x="5225" y="1756"/>
                  <a:pt x="5224" y="1769"/>
                  <a:pt x="5222" y="1782"/>
                </a:cubicBezTo>
                <a:cubicBezTo>
                  <a:pt x="5219" y="1795"/>
                  <a:pt x="5215" y="1807"/>
                  <a:pt x="5210" y="1819"/>
                </a:cubicBezTo>
                <a:cubicBezTo>
                  <a:pt x="5205" y="1831"/>
                  <a:pt x="5199" y="1843"/>
                  <a:pt x="5192" y="1854"/>
                </a:cubicBezTo>
                <a:cubicBezTo>
                  <a:pt x="5185" y="1864"/>
                  <a:pt x="5176" y="1875"/>
                  <a:pt x="5167" y="1884"/>
                </a:cubicBezTo>
                <a:cubicBezTo>
                  <a:pt x="5158" y="1893"/>
                  <a:pt x="5148" y="1901"/>
                  <a:pt x="5137" y="1909"/>
                </a:cubicBezTo>
                <a:cubicBezTo>
                  <a:pt x="5126" y="1916"/>
                  <a:pt x="5115" y="1922"/>
                  <a:pt x="5103" y="1927"/>
                </a:cubicBezTo>
                <a:cubicBezTo>
                  <a:pt x="5091" y="1932"/>
                  <a:pt x="5078" y="1936"/>
                  <a:pt x="5065" y="1938"/>
                </a:cubicBezTo>
                <a:cubicBezTo>
                  <a:pt x="5052" y="1941"/>
                  <a:pt x="5039" y="1942"/>
                  <a:pt x="5026" y="1942"/>
                </a:cubicBezTo>
                <a:lnTo>
                  <a:pt x="199" y="1942"/>
                </a:lnTo>
                <a:cubicBezTo>
                  <a:pt x="185" y="1942"/>
                  <a:pt x="173" y="1941"/>
                  <a:pt x="160" y="1938"/>
                </a:cubicBezTo>
                <a:cubicBezTo>
                  <a:pt x="147" y="1936"/>
                  <a:pt x="134" y="1932"/>
                  <a:pt x="122" y="1927"/>
                </a:cubicBezTo>
                <a:cubicBezTo>
                  <a:pt x="110" y="1922"/>
                  <a:pt x="99" y="1916"/>
                  <a:pt x="88" y="1909"/>
                </a:cubicBezTo>
                <a:cubicBezTo>
                  <a:pt x="77" y="1901"/>
                  <a:pt x="67" y="1893"/>
                  <a:pt x="58" y="1884"/>
                </a:cubicBezTo>
                <a:cubicBezTo>
                  <a:pt x="49" y="1875"/>
                  <a:pt x="40" y="1864"/>
                  <a:pt x="33" y="1854"/>
                </a:cubicBezTo>
                <a:cubicBezTo>
                  <a:pt x="26" y="1843"/>
                  <a:pt x="20" y="1831"/>
                  <a:pt x="15" y="1819"/>
                </a:cubicBezTo>
                <a:cubicBezTo>
                  <a:pt x="10" y="1807"/>
                  <a:pt x="6" y="1795"/>
                  <a:pt x="3" y="1782"/>
                </a:cubicBezTo>
                <a:cubicBezTo>
                  <a:pt x="1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1" y="173"/>
                  <a:pt x="3" y="161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3" y="2"/>
                  <a:pt x="185" y="0"/>
                  <a:pt x="199" y="0"/>
                </a:cubicBezTo>
                <a:close/>
              </a:path>
            </a:pathLst>
          </a:custGeom>
          <a:solidFill>
            <a:srgbClr val="e6f7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3" name=""/>
          <p:cNvSpPr/>
          <p:nvPr/>
        </p:nvSpPr>
        <p:spPr>
          <a:xfrm>
            <a:off x="2607120" y="2152080"/>
            <a:ext cx="1881000" cy="699120"/>
          </a:xfrm>
          <a:custGeom>
            <a:avLst/>
            <a:gdLst/>
            <a:ahLst/>
            <a:rect l="0" t="0" r="r" b="b"/>
            <a:pathLst>
              <a:path w="5225" h="1942">
                <a:moveTo>
                  <a:pt x="199" y="0"/>
                </a:moveTo>
                <a:lnTo>
                  <a:pt x="5026" y="0"/>
                </a:lnTo>
                <a:cubicBezTo>
                  <a:pt x="5039" y="0"/>
                  <a:pt x="5052" y="2"/>
                  <a:pt x="5065" y="4"/>
                </a:cubicBezTo>
                <a:cubicBezTo>
                  <a:pt x="5078" y="7"/>
                  <a:pt x="5091" y="11"/>
                  <a:pt x="5103" y="16"/>
                </a:cubicBezTo>
                <a:cubicBezTo>
                  <a:pt x="5115" y="21"/>
                  <a:pt x="5126" y="27"/>
                  <a:pt x="5137" y="34"/>
                </a:cubicBezTo>
                <a:cubicBezTo>
                  <a:pt x="5148" y="41"/>
                  <a:pt x="5158" y="49"/>
                  <a:pt x="5167" y="59"/>
                </a:cubicBezTo>
                <a:cubicBezTo>
                  <a:pt x="5176" y="68"/>
                  <a:pt x="5185" y="78"/>
                  <a:pt x="5192" y="89"/>
                </a:cubicBezTo>
                <a:cubicBezTo>
                  <a:pt x="5199" y="100"/>
                  <a:pt x="5205" y="111"/>
                  <a:pt x="5210" y="123"/>
                </a:cubicBezTo>
                <a:cubicBezTo>
                  <a:pt x="5215" y="135"/>
                  <a:pt x="5219" y="148"/>
                  <a:pt x="5222" y="161"/>
                </a:cubicBezTo>
                <a:cubicBezTo>
                  <a:pt x="5224" y="173"/>
                  <a:pt x="5225" y="186"/>
                  <a:pt x="5225" y="199"/>
                </a:cubicBezTo>
                <a:lnTo>
                  <a:pt x="5225" y="1743"/>
                </a:lnTo>
                <a:cubicBezTo>
                  <a:pt x="5225" y="1756"/>
                  <a:pt x="5224" y="1769"/>
                  <a:pt x="5222" y="1782"/>
                </a:cubicBezTo>
                <a:cubicBezTo>
                  <a:pt x="5219" y="1795"/>
                  <a:pt x="5215" y="1807"/>
                  <a:pt x="5210" y="1819"/>
                </a:cubicBezTo>
                <a:cubicBezTo>
                  <a:pt x="5205" y="1831"/>
                  <a:pt x="5199" y="1843"/>
                  <a:pt x="5192" y="1854"/>
                </a:cubicBezTo>
                <a:cubicBezTo>
                  <a:pt x="5185" y="1864"/>
                  <a:pt x="5176" y="1875"/>
                  <a:pt x="5167" y="1884"/>
                </a:cubicBezTo>
                <a:cubicBezTo>
                  <a:pt x="5158" y="1893"/>
                  <a:pt x="5148" y="1901"/>
                  <a:pt x="5137" y="1909"/>
                </a:cubicBezTo>
                <a:cubicBezTo>
                  <a:pt x="5126" y="1916"/>
                  <a:pt x="5115" y="1922"/>
                  <a:pt x="5103" y="1927"/>
                </a:cubicBezTo>
                <a:cubicBezTo>
                  <a:pt x="5091" y="1932"/>
                  <a:pt x="5078" y="1936"/>
                  <a:pt x="5065" y="1938"/>
                </a:cubicBezTo>
                <a:cubicBezTo>
                  <a:pt x="5052" y="1941"/>
                  <a:pt x="5039" y="1942"/>
                  <a:pt x="5026" y="1942"/>
                </a:cubicBezTo>
                <a:lnTo>
                  <a:pt x="199" y="1942"/>
                </a:lnTo>
                <a:cubicBezTo>
                  <a:pt x="185" y="1942"/>
                  <a:pt x="173" y="1941"/>
                  <a:pt x="160" y="1938"/>
                </a:cubicBezTo>
                <a:cubicBezTo>
                  <a:pt x="147" y="1936"/>
                  <a:pt x="134" y="1932"/>
                  <a:pt x="122" y="1927"/>
                </a:cubicBezTo>
                <a:cubicBezTo>
                  <a:pt x="110" y="1922"/>
                  <a:pt x="99" y="1916"/>
                  <a:pt x="88" y="1909"/>
                </a:cubicBezTo>
                <a:cubicBezTo>
                  <a:pt x="77" y="1901"/>
                  <a:pt x="67" y="1893"/>
                  <a:pt x="58" y="1884"/>
                </a:cubicBezTo>
                <a:cubicBezTo>
                  <a:pt x="49" y="1875"/>
                  <a:pt x="40" y="1864"/>
                  <a:pt x="33" y="1854"/>
                </a:cubicBezTo>
                <a:cubicBezTo>
                  <a:pt x="26" y="1843"/>
                  <a:pt x="20" y="1831"/>
                  <a:pt x="15" y="1819"/>
                </a:cubicBezTo>
                <a:cubicBezTo>
                  <a:pt x="10" y="1807"/>
                  <a:pt x="6" y="1795"/>
                  <a:pt x="3" y="1782"/>
                </a:cubicBezTo>
                <a:cubicBezTo>
                  <a:pt x="1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1" y="173"/>
                  <a:pt x="3" y="161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3" y="2"/>
                  <a:pt x="185" y="0"/>
                  <a:pt x="199" y="0"/>
                </a:cubicBezTo>
                <a:close/>
              </a:path>
            </a:pathLst>
          </a:custGeom>
          <a:noFill/>
          <a:ln w="17640">
            <a:solidFill>
              <a:srgbClr val="00af81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4641840" y="1935360"/>
            <a:ext cx="20534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6b7280"/>
                </a:solidFill>
                <a:latin typeface="Arial"/>
                <a:ea typeface="Arial"/>
              </a:rPr>
              <a:t>ON DER W IJS AAN BOD,  S TEEDS  R IJPER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3304800" y="2251080"/>
            <a:ext cx="5569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1b1b2f"/>
                </a:solidFill>
                <a:latin typeface="Arial"/>
                <a:ea typeface="Arial"/>
              </a:rPr>
              <a:t>Intentie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3047400" y="2455200"/>
            <a:ext cx="11512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4f57"/>
                </a:solidFill>
                <a:latin typeface="Arial"/>
                <a:ea typeface="Arial"/>
              </a:rPr>
              <a:t>we gaan dit aanbieden;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7" name=""/>
          <p:cNvSpPr/>
          <p:nvPr/>
        </p:nvSpPr>
        <p:spPr>
          <a:xfrm>
            <a:off x="4711680" y="2152080"/>
            <a:ext cx="1881360" cy="699120"/>
          </a:xfrm>
          <a:custGeom>
            <a:avLst/>
            <a:gdLst/>
            <a:ahLst/>
            <a:rect l="0" t="0" r="r" b="b"/>
            <a:pathLst>
              <a:path w="5226" h="1942">
                <a:moveTo>
                  <a:pt x="200" y="0"/>
                </a:moveTo>
                <a:lnTo>
                  <a:pt x="5026" y="0"/>
                </a:lnTo>
                <a:cubicBezTo>
                  <a:pt x="5039" y="0"/>
                  <a:pt x="5052" y="2"/>
                  <a:pt x="5065" y="4"/>
                </a:cubicBezTo>
                <a:cubicBezTo>
                  <a:pt x="5078" y="7"/>
                  <a:pt x="5090" y="11"/>
                  <a:pt x="5103" y="16"/>
                </a:cubicBezTo>
                <a:cubicBezTo>
                  <a:pt x="5115" y="21"/>
                  <a:pt x="5126" y="27"/>
                  <a:pt x="5137" y="34"/>
                </a:cubicBezTo>
                <a:cubicBezTo>
                  <a:pt x="5148" y="41"/>
                  <a:pt x="5158" y="49"/>
                  <a:pt x="5167" y="59"/>
                </a:cubicBezTo>
                <a:cubicBezTo>
                  <a:pt x="5176" y="68"/>
                  <a:pt x="5185" y="78"/>
                  <a:pt x="5192" y="89"/>
                </a:cubicBezTo>
                <a:cubicBezTo>
                  <a:pt x="5200" y="100"/>
                  <a:pt x="5206" y="111"/>
                  <a:pt x="5211" y="123"/>
                </a:cubicBezTo>
                <a:cubicBezTo>
                  <a:pt x="5216" y="135"/>
                  <a:pt x="5220" y="148"/>
                  <a:pt x="5223" y="161"/>
                </a:cubicBezTo>
                <a:cubicBezTo>
                  <a:pt x="5225" y="173"/>
                  <a:pt x="5226" y="186"/>
                  <a:pt x="5226" y="199"/>
                </a:cubicBezTo>
                <a:lnTo>
                  <a:pt x="5226" y="1743"/>
                </a:lnTo>
                <a:cubicBezTo>
                  <a:pt x="5226" y="1756"/>
                  <a:pt x="5225" y="1769"/>
                  <a:pt x="5223" y="1782"/>
                </a:cubicBezTo>
                <a:cubicBezTo>
                  <a:pt x="5220" y="1795"/>
                  <a:pt x="5216" y="1807"/>
                  <a:pt x="5211" y="1819"/>
                </a:cubicBezTo>
                <a:cubicBezTo>
                  <a:pt x="5206" y="1831"/>
                  <a:pt x="5200" y="1843"/>
                  <a:pt x="5192" y="1854"/>
                </a:cubicBezTo>
                <a:cubicBezTo>
                  <a:pt x="5185" y="1864"/>
                  <a:pt x="5176" y="1875"/>
                  <a:pt x="5167" y="1884"/>
                </a:cubicBezTo>
                <a:cubicBezTo>
                  <a:pt x="5158" y="1893"/>
                  <a:pt x="5148" y="1901"/>
                  <a:pt x="5137" y="1909"/>
                </a:cubicBezTo>
                <a:cubicBezTo>
                  <a:pt x="5126" y="1916"/>
                  <a:pt x="5115" y="1922"/>
                  <a:pt x="5103" y="1927"/>
                </a:cubicBezTo>
                <a:cubicBezTo>
                  <a:pt x="5090" y="1932"/>
                  <a:pt x="5078" y="1936"/>
                  <a:pt x="5065" y="1938"/>
                </a:cubicBezTo>
                <a:cubicBezTo>
                  <a:pt x="5052" y="1941"/>
                  <a:pt x="5039" y="1942"/>
                  <a:pt x="5026" y="1942"/>
                </a:cubicBezTo>
                <a:lnTo>
                  <a:pt x="200" y="1942"/>
                </a:lnTo>
                <a:cubicBezTo>
                  <a:pt x="186" y="1942"/>
                  <a:pt x="174" y="1941"/>
                  <a:pt x="161" y="1938"/>
                </a:cubicBezTo>
                <a:cubicBezTo>
                  <a:pt x="148" y="1936"/>
                  <a:pt x="135" y="1932"/>
                  <a:pt x="123" y="1927"/>
                </a:cubicBezTo>
                <a:cubicBezTo>
                  <a:pt x="111" y="1922"/>
                  <a:pt x="100" y="1916"/>
                  <a:pt x="89" y="1909"/>
                </a:cubicBezTo>
                <a:cubicBezTo>
                  <a:pt x="78" y="1901"/>
                  <a:pt x="68" y="1893"/>
                  <a:pt x="59" y="1884"/>
                </a:cubicBezTo>
                <a:cubicBezTo>
                  <a:pt x="50" y="1875"/>
                  <a:pt x="41" y="1864"/>
                  <a:pt x="34" y="1854"/>
                </a:cubicBezTo>
                <a:cubicBezTo>
                  <a:pt x="27" y="1843"/>
                  <a:pt x="21" y="1831"/>
                  <a:pt x="16" y="1819"/>
                </a:cubicBezTo>
                <a:cubicBezTo>
                  <a:pt x="11" y="1807"/>
                  <a:pt x="7" y="1795"/>
                  <a:pt x="4" y="1782"/>
                </a:cubicBezTo>
                <a:cubicBezTo>
                  <a:pt x="2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2" y="173"/>
                  <a:pt x="4" y="161"/>
                </a:cubicBezTo>
                <a:cubicBezTo>
                  <a:pt x="7" y="148"/>
                  <a:pt x="11" y="135"/>
                  <a:pt x="16" y="123"/>
                </a:cubicBezTo>
                <a:cubicBezTo>
                  <a:pt x="21" y="111"/>
                  <a:pt x="27" y="100"/>
                  <a:pt x="34" y="89"/>
                </a:cubicBezTo>
                <a:cubicBezTo>
                  <a:pt x="41" y="78"/>
                  <a:pt x="50" y="68"/>
                  <a:pt x="59" y="59"/>
                </a:cubicBezTo>
                <a:cubicBezTo>
                  <a:pt x="68" y="49"/>
                  <a:pt x="78" y="41"/>
                  <a:pt x="89" y="34"/>
                </a:cubicBezTo>
                <a:cubicBezTo>
                  <a:pt x="100" y="27"/>
                  <a:pt x="111" y="21"/>
                  <a:pt x="123" y="16"/>
                </a:cubicBezTo>
                <a:cubicBezTo>
                  <a:pt x="135" y="11"/>
                  <a:pt x="148" y="7"/>
                  <a:pt x="161" y="4"/>
                </a:cubicBezTo>
                <a:cubicBezTo>
                  <a:pt x="174" y="2"/>
                  <a:pt x="186" y="0"/>
                  <a:pt x="200" y="0"/>
                </a:cubicBezTo>
                <a:close/>
              </a:path>
            </a:pathLst>
          </a:custGeom>
          <a:solidFill>
            <a:srgbClr val="b3e8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8" name=""/>
          <p:cNvSpPr/>
          <p:nvPr/>
        </p:nvSpPr>
        <p:spPr>
          <a:xfrm>
            <a:off x="4711680" y="2152080"/>
            <a:ext cx="1881360" cy="699120"/>
          </a:xfrm>
          <a:custGeom>
            <a:avLst/>
            <a:gdLst/>
            <a:ahLst/>
            <a:rect l="0" t="0" r="r" b="b"/>
            <a:pathLst>
              <a:path w="5226" h="1942">
                <a:moveTo>
                  <a:pt x="200" y="0"/>
                </a:moveTo>
                <a:lnTo>
                  <a:pt x="5026" y="0"/>
                </a:lnTo>
                <a:cubicBezTo>
                  <a:pt x="5039" y="0"/>
                  <a:pt x="5052" y="2"/>
                  <a:pt x="5065" y="4"/>
                </a:cubicBezTo>
                <a:cubicBezTo>
                  <a:pt x="5078" y="7"/>
                  <a:pt x="5090" y="11"/>
                  <a:pt x="5103" y="16"/>
                </a:cubicBezTo>
                <a:cubicBezTo>
                  <a:pt x="5115" y="21"/>
                  <a:pt x="5126" y="27"/>
                  <a:pt x="5137" y="34"/>
                </a:cubicBezTo>
                <a:cubicBezTo>
                  <a:pt x="5148" y="41"/>
                  <a:pt x="5158" y="49"/>
                  <a:pt x="5167" y="59"/>
                </a:cubicBezTo>
                <a:cubicBezTo>
                  <a:pt x="5176" y="68"/>
                  <a:pt x="5185" y="78"/>
                  <a:pt x="5192" y="89"/>
                </a:cubicBezTo>
                <a:cubicBezTo>
                  <a:pt x="5200" y="100"/>
                  <a:pt x="5206" y="111"/>
                  <a:pt x="5211" y="123"/>
                </a:cubicBezTo>
                <a:cubicBezTo>
                  <a:pt x="5216" y="135"/>
                  <a:pt x="5220" y="148"/>
                  <a:pt x="5223" y="161"/>
                </a:cubicBezTo>
                <a:cubicBezTo>
                  <a:pt x="5225" y="173"/>
                  <a:pt x="5226" y="186"/>
                  <a:pt x="5226" y="199"/>
                </a:cubicBezTo>
                <a:lnTo>
                  <a:pt x="5226" y="1743"/>
                </a:lnTo>
                <a:cubicBezTo>
                  <a:pt x="5226" y="1756"/>
                  <a:pt x="5225" y="1769"/>
                  <a:pt x="5223" y="1782"/>
                </a:cubicBezTo>
                <a:cubicBezTo>
                  <a:pt x="5220" y="1795"/>
                  <a:pt x="5216" y="1807"/>
                  <a:pt x="5211" y="1819"/>
                </a:cubicBezTo>
                <a:cubicBezTo>
                  <a:pt x="5206" y="1831"/>
                  <a:pt x="5200" y="1843"/>
                  <a:pt x="5192" y="1854"/>
                </a:cubicBezTo>
                <a:cubicBezTo>
                  <a:pt x="5185" y="1864"/>
                  <a:pt x="5176" y="1875"/>
                  <a:pt x="5167" y="1884"/>
                </a:cubicBezTo>
                <a:cubicBezTo>
                  <a:pt x="5158" y="1893"/>
                  <a:pt x="5148" y="1901"/>
                  <a:pt x="5137" y="1909"/>
                </a:cubicBezTo>
                <a:cubicBezTo>
                  <a:pt x="5126" y="1916"/>
                  <a:pt x="5115" y="1922"/>
                  <a:pt x="5103" y="1927"/>
                </a:cubicBezTo>
                <a:cubicBezTo>
                  <a:pt x="5090" y="1932"/>
                  <a:pt x="5078" y="1936"/>
                  <a:pt x="5065" y="1938"/>
                </a:cubicBezTo>
                <a:cubicBezTo>
                  <a:pt x="5052" y="1941"/>
                  <a:pt x="5039" y="1942"/>
                  <a:pt x="5026" y="1942"/>
                </a:cubicBezTo>
                <a:lnTo>
                  <a:pt x="200" y="1942"/>
                </a:lnTo>
                <a:cubicBezTo>
                  <a:pt x="186" y="1942"/>
                  <a:pt x="174" y="1941"/>
                  <a:pt x="161" y="1938"/>
                </a:cubicBezTo>
                <a:cubicBezTo>
                  <a:pt x="148" y="1936"/>
                  <a:pt x="135" y="1932"/>
                  <a:pt x="123" y="1927"/>
                </a:cubicBezTo>
                <a:cubicBezTo>
                  <a:pt x="111" y="1922"/>
                  <a:pt x="100" y="1916"/>
                  <a:pt x="89" y="1909"/>
                </a:cubicBezTo>
                <a:cubicBezTo>
                  <a:pt x="78" y="1901"/>
                  <a:pt x="68" y="1893"/>
                  <a:pt x="59" y="1884"/>
                </a:cubicBezTo>
                <a:cubicBezTo>
                  <a:pt x="50" y="1875"/>
                  <a:pt x="41" y="1864"/>
                  <a:pt x="34" y="1854"/>
                </a:cubicBezTo>
                <a:cubicBezTo>
                  <a:pt x="27" y="1843"/>
                  <a:pt x="21" y="1831"/>
                  <a:pt x="16" y="1819"/>
                </a:cubicBezTo>
                <a:cubicBezTo>
                  <a:pt x="11" y="1807"/>
                  <a:pt x="7" y="1795"/>
                  <a:pt x="4" y="1782"/>
                </a:cubicBezTo>
                <a:cubicBezTo>
                  <a:pt x="2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2" y="173"/>
                  <a:pt x="4" y="161"/>
                </a:cubicBezTo>
                <a:cubicBezTo>
                  <a:pt x="7" y="148"/>
                  <a:pt x="11" y="135"/>
                  <a:pt x="16" y="123"/>
                </a:cubicBezTo>
                <a:cubicBezTo>
                  <a:pt x="21" y="111"/>
                  <a:pt x="27" y="100"/>
                  <a:pt x="34" y="89"/>
                </a:cubicBezTo>
                <a:cubicBezTo>
                  <a:pt x="41" y="78"/>
                  <a:pt x="50" y="68"/>
                  <a:pt x="59" y="59"/>
                </a:cubicBezTo>
                <a:cubicBezTo>
                  <a:pt x="68" y="49"/>
                  <a:pt x="78" y="41"/>
                  <a:pt x="89" y="34"/>
                </a:cubicBezTo>
                <a:cubicBezTo>
                  <a:pt x="100" y="27"/>
                  <a:pt x="111" y="21"/>
                  <a:pt x="123" y="16"/>
                </a:cubicBezTo>
                <a:cubicBezTo>
                  <a:pt x="135" y="11"/>
                  <a:pt x="148" y="7"/>
                  <a:pt x="161" y="4"/>
                </a:cubicBezTo>
                <a:cubicBezTo>
                  <a:pt x="174" y="2"/>
                  <a:pt x="186" y="0"/>
                  <a:pt x="200" y="0"/>
                </a:cubicBezTo>
                <a:close/>
              </a:path>
            </a:pathLst>
          </a:custGeom>
          <a:noFill/>
          <a:ln w="17640">
            <a:solidFill>
              <a:srgbClr val="00af81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2909520" y="2589480"/>
            <a:ext cx="14698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4f57"/>
                </a:solidFill>
                <a:latin typeface="Arial"/>
                <a:ea typeface="Arial"/>
              </a:rPr>
              <a:t>gaat door bij voldoende vraag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5090400" y="2251080"/>
            <a:ext cx="13374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1b1b2f"/>
                </a:solidFill>
                <a:latin typeface="Arial"/>
                <a:ea typeface="Arial"/>
              </a:rPr>
              <a:t>Grofmazig gepland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5085720" y="2455200"/>
            <a:ext cx="12564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4f57"/>
                </a:solidFill>
                <a:latin typeface="Arial"/>
                <a:ea typeface="Arial"/>
              </a:rPr>
              <a:t>periode en start, gebouw,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2" name=""/>
          <p:cNvSpPr/>
          <p:nvPr/>
        </p:nvSpPr>
        <p:spPr>
          <a:xfrm>
            <a:off x="6816600" y="2152080"/>
            <a:ext cx="1881360" cy="699120"/>
          </a:xfrm>
          <a:custGeom>
            <a:avLst/>
            <a:gdLst/>
            <a:ahLst/>
            <a:rect l="0" t="0" r="r" b="b"/>
            <a:pathLst>
              <a:path w="5226" h="1942">
                <a:moveTo>
                  <a:pt x="200" y="0"/>
                </a:moveTo>
                <a:lnTo>
                  <a:pt x="5027" y="0"/>
                </a:lnTo>
                <a:cubicBezTo>
                  <a:pt x="5040" y="0"/>
                  <a:pt x="5053" y="2"/>
                  <a:pt x="5066" y="4"/>
                </a:cubicBezTo>
                <a:cubicBezTo>
                  <a:pt x="5079" y="7"/>
                  <a:pt x="5091" y="11"/>
                  <a:pt x="5104" y="16"/>
                </a:cubicBezTo>
                <a:cubicBezTo>
                  <a:pt x="5116" y="21"/>
                  <a:pt x="5127" y="27"/>
                  <a:pt x="5138" y="34"/>
                </a:cubicBezTo>
                <a:cubicBezTo>
                  <a:pt x="5149" y="41"/>
                  <a:pt x="5159" y="49"/>
                  <a:pt x="5168" y="59"/>
                </a:cubicBezTo>
                <a:cubicBezTo>
                  <a:pt x="5177" y="68"/>
                  <a:pt x="5186" y="78"/>
                  <a:pt x="5193" y="89"/>
                </a:cubicBezTo>
                <a:cubicBezTo>
                  <a:pt x="5200" y="100"/>
                  <a:pt x="5206" y="111"/>
                  <a:pt x="5211" y="123"/>
                </a:cubicBezTo>
                <a:cubicBezTo>
                  <a:pt x="5216" y="135"/>
                  <a:pt x="5220" y="148"/>
                  <a:pt x="5223" y="161"/>
                </a:cubicBezTo>
                <a:cubicBezTo>
                  <a:pt x="5225" y="173"/>
                  <a:pt x="5226" y="186"/>
                  <a:pt x="5226" y="199"/>
                </a:cubicBezTo>
                <a:lnTo>
                  <a:pt x="5226" y="1743"/>
                </a:lnTo>
                <a:cubicBezTo>
                  <a:pt x="5226" y="1756"/>
                  <a:pt x="5225" y="1769"/>
                  <a:pt x="5223" y="1782"/>
                </a:cubicBezTo>
                <a:cubicBezTo>
                  <a:pt x="5220" y="1795"/>
                  <a:pt x="5216" y="1807"/>
                  <a:pt x="5211" y="1819"/>
                </a:cubicBezTo>
                <a:cubicBezTo>
                  <a:pt x="5206" y="1831"/>
                  <a:pt x="5200" y="1843"/>
                  <a:pt x="5193" y="1854"/>
                </a:cubicBezTo>
                <a:cubicBezTo>
                  <a:pt x="5186" y="1864"/>
                  <a:pt x="5177" y="1875"/>
                  <a:pt x="5168" y="1884"/>
                </a:cubicBezTo>
                <a:cubicBezTo>
                  <a:pt x="5159" y="1893"/>
                  <a:pt x="5149" y="1901"/>
                  <a:pt x="5138" y="1909"/>
                </a:cubicBezTo>
                <a:cubicBezTo>
                  <a:pt x="5127" y="1916"/>
                  <a:pt x="5116" y="1922"/>
                  <a:pt x="5104" y="1927"/>
                </a:cubicBezTo>
                <a:cubicBezTo>
                  <a:pt x="5091" y="1932"/>
                  <a:pt x="5079" y="1936"/>
                  <a:pt x="5066" y="1938"/>
                </a:cubicBezTo>
                <a:cubicBezTo>
                  <a:pt x="5053" y="1941"/>
                  <a:pt x="5040" y="1942"/>
                  <a:pt x="5027" y="1942"/>
                </a:cubicBezTo>
                <a:lnTo>
                  <a:pt x="200" y="1942"/>
                </a:lnTo>
                <a:cubicBezTo>
                  <a:pt x="186" y="1942"/>
                  <a:pt x="173" y="1941"/>
                  <a:pt x="161" y="1938"/>
                </a:cubicBezTo>
                <a:cubicBezTo>
                  <a:pt x="148" y="1936"/>
                  <a:pt x="135" y="1932"/>
                  <a:pt x="123" y="1927"/>
                </a:cubicBezTo>
                <a:cubicBezTo>
                  <a:pt x="111" y="1922"/>
                  <a:pt x="100" y="1916"/>
                  <a:pt x="89" y="1909"/>
                </a:cubicBezTo>
                <a:cubicBezTo>
                  <a:pt x="78" y="1901"/>
                  <a:pt x="68" y="1893"/>
                  <a:pt x="59" y="1884"/>
                </a:cubicBezTo>
                <a:cubicBezTo>
                  <a:pt x="50" y="1875"/>
                  <a:pt x="41" y="1864"/>
                  <a:pt x="34" y="1854"/>
                </a:cubicBezTo>
                <a:cubicBezTo>
                  <a:pt x="27" y="1843"/>
                  <a:pt x="21" y="1831"/>
                  <a:pt x="16" y="1819"/>
                </a:cubicBezTo>
                <a:cubicBezTo>
                  <a:pt x="11" y="1807"/>
                  <a:pt x="7" y="1795"/>
                  <a:pt x="4" y="1782"/>
                </a:cubicBezTo>
                <a:cubicBezTo>
                  <a:pt x="2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2" y="173"/>
                  <a:pt x="4" y="161"/>
                </a:cubicBezTo>
                <a:cubicBezTo>
                  <a:pt x="7" y="148"/>
                  <a:pt x="11" y="135"/>
                  <a:pt x="16" y="123"/>
                </a:cubicBezTo>
                <a:cubicBezTo>
                  <a:pt x="21" y="111"/>
                  <a:pt x="27" y="100"/>
                  <a:pt x="34" y="89"/>
                </a:cubicBezTo>
                <a:cubicBezTo>
                  <a:pt x="41" y="78"/>
                  <a:pt x="50" y="68"/>
                  <a:pt x="59" y="59"/>
                </a:cubicBezTo>
                <a:cubicBezTo>
                  <a:pt x="68" y="49"/>
                  <a:pt x="78" y="41"/>
                  <a:pt x="89" y="34"/>
                </a:cubicBezTo>
                <a:cubicBezTo>
                  <a:pt x="100" y="27"/>
                  <a:pt x="111" y="21"/>
                  <a:pt x="123" y="16"/>
                </a:cubicBezTo>
                <a:cubicBezTo>
                  <a:pt x="135" y="11"/>
                  <a:pt x="148" y="7"/>
                  <a:pt x="161" y="4"/>
                </a:cubicBezTo>
                <a:cubicBezTo>
                  <a:pt x="173" y="2"/>
                  <a:pt x="186" y="0"/>
                  <a:pt x="200" y="0"/>
                </a:cubicBezTo>
                <a:close/>
              </a:path>
            </a:pathLst>
          </a:custGeom>
          <a:solidFill>
            <a:srgbClr val="00af81"/>
          </a:solidFill>
          <a:ln w="17640">
            <a:solidFill>
              <a:srgbClr val="00af81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5119200" y="2589480"/>
            <a:ext cx="118332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4f57"/>
                </a:solidFill>
                <a:latin typeface="Arial"/>
                <a:ea typeface="Arial"/>
              </a:rPr>
              <a:t>misschien al een docent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7409520" y="2251080"/>
            <a:ext cx="7902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Geroosterd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7242840" y="2455200"/>
            <a:ext cx="11786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f0fff8"/>
                </a:solidFill>
                <a:latin typeface="Arial"/>
                <a:ea typeface="Arial"/>
              </a:rPr>
              <a:t>dag, tijd, lokaal, docent,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6" name=""/>
          <p:cNvSpPr/>
          <p:nvPr/>
        </p:nvSpPr>
        <p:spPr>
          <a:xfrm>
            <a:off x="2266560" y="2501640"/>
            <a:ext cx="304560" cy="0"/>
          </a:xfrm>
          <a:prstGeom prst="line">
            <a:avLst/>
          </a:prstGeom>
          <a:ln w="1764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640" rIns="8640" tIns="-8640" bIns="-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7" name=""/>
          <p:cNvSpPr/>
          <p:nvPr/>
        </p:nvSpPr>
        <p:spPr>
          <a:xfrm>
            <a:off x="2571120" y="2456640"/>
            <a:ext cx="54000" cy="90000"/>
          </a:xfrm>
          <a:custGeom>
            <a:avLst/>
            <a:gdLst/>
            <a:ahLst/>
            <a:rect l="0" t="0" r="r" b="b"/>
            <a:pathLst>
              <a:path w="150" h="250">
                <a:moveTo>
                  <a:pt x="0" y="0"/>
                </a:moveTo>
                <a:lnTo>
                  <a:pt x="150" y="125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8" name=""/>
          <p:cNvSpPr/>
          <p:nvPr/>
        </p:nvSpPr>
        <p:spPr>
          <a:xfrm>
            <a:off x="4505760" y="2501640"/>
            <a:ext cx="304560" cy="0"/>
          </a:xfrm>
          <a:prstGeom prst="line">
            <a:avLst/>
          </a:prstGeom>
          <a:ln w="1764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640" rIns="8640" tIns="-8640" bIns="-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9" name=""/>
          <p:cNvSpPr/>
          <p:nvPr/>
        </p:nvSpPr>
        <p:spPr>
          <a:xfrm>
            <a:off x="4810320" y="2456640"/>
            <a:ext cx="54000" cy="90000"/>
          </a:xfrm>
          <a:custGeom>
            <a:avLst/>
            <a:gdLst/>
            <a:ahLst/>
            <a:rect l="0" t="0" r="r" b="b"/>
            <a:pathLst>
              <a:path w="150" h="250">
                <a:moveTo>
                  <a:pt x="0" y="0"/>
                </a:moveTo>
                <a:lnTo>
                  <a:pt x="150" y="125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0" name=""/>
          <p:cNvSpPr/>
          <p:nvPr/>
        </p:nvSpPr>
        <p:spPr>
          <a:xfrm>
            <a:off x="6610680" y="2501640"/>
            <a:ext cx="304560" cy="0"/>
          </a:xfrm>
          <a:prstGeom prst="line">
            <a:avLst/>
          </a:prstGeom>
          <a:ln w="1764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640" rIns="8640" tIns="-8640" bIns="-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1" name=""/>
          <p:cNvSpPr/>
          <p:nvPr/>
        </p:nvSpPr>
        <p:spPr>
          <a:xfrm>
            <a:off x="6915240" y="2456640"/>
            <a:ext cx="54000" cy="90000"/>
          </a:xfrm>
          <a:custGeom>
            <a:avLst/>
            <a:gdLst/>
            <a:ahLst/>
            <a:rect l="0" t="0" r="r" b="b"/>
            <a:pathLst>
              <a:path w="150" h="250">
                <a:moveTo>
                  <a:pt x="0" y="0"/>
                </a:moveTo>
                <a:lnTo>
                  <a:pt x="150" y="125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2" name=""/>
          <p:cNvSpPr/>
          <p:nvPr/>
        </p:nvSpPr>
        <p:spPr>
          <a:xfrm>
            <a:off x="546840" y="3012120"/>
            <a:ext cx="1702080" cy="233280"/>
          </a:xfrm>
          <a:custGeom>
            <a:avLst/>
            <a:gdLst/>
            <a:ahLst/>
            <a:rect l="0" t="0" r="r" b="b"/>
            <a:pathLst>
              <a:path w="4728" h="648">
                <a:moveTo>
                  <a:pt x="323" y="0"/>
                </a:moveTo>
                <a:lnTo>
                  <a:pt x="4405" y="0"/>
                </a:lnTo>
                <a:cubicBezTo>
                  <a:pt x="4426" y="0"/>
                  <a:pt x="4447" y="2"/>
                  <a:pt x="4468" y="6"/>
                </a:cubicBezTo>
                <a:cubicBezTo>
                  <a:pt x="4489" y="10"/>
                  <a:pt x="4509" y="16"/>
                  <a:pt x="4529" y="25"/>
                </a:cubicBezTo>
                <a:cubicBezTo>
                  <a:pt x="4548" y="33"/>
                  <a:pt x="4567" y="43"/>
                  <a:pt x="4585" y="54"/>
                </a:cubicBezTo>
                <a:cubicBezTo>
                  <a:pt x="4602" y="66"/>
                  <a:pt x="4619" y="80"/>
                  <a:pt x="4634" y="95"/>
                </a:cubicBezTo>
                <a:cubicBezTo>
                  <a:pt x="4649" y="110"/>
                  <a:pt x="4662" y="126"/>
                  <a:pt x="4674" y="144"/>
                </a:cubicBezTo>
                <a:cubicBezTo>
                  <a:pt x="4686" y="161"/>
                  <a:pt x="4696" y="180"/>
                  <a:pt x="4704" y="200"/>
                </a:cubicBezTo>
                <a:cubicBezTo>
                  <a:pt x="4712" y="219"/>
                  <a:pt x="4718" y="239"/>
                  <a:pt x="4722" y="260"/>
                </a:cubicBezTo>
                <a:cubicBezTo>
                  <a:pt x="4726" y="281"/>
                  <a:pt x="4728" y="302"/>
                  <a:pt x="4728" y="323"/>
                </a:cubicBezTo>
                <a:cubicBezTo>
                  <a:pt x="4728" y="345"/>
                  <a:pt x="4726" y="367"/>
                  <a:pt x="4722" y="387"/>
                </a:cubicBezTo>
                <a:cubicBezTo>
                  <a:pt x="4718" y="408"/>
                  <a:pt x="4712" y="429"/>
                  <a:pt x="4704" y="448"/>
                </a:cubicBezTo>
                <a:cubicBezTo>
                  <a:pt x="4696" y="468"/>
                  <a:pt x="4686" y="486"/>
                  <a:pt x="4674" y="504"/>
                </a:cubicBezTo>
                <a:cubicBezTo>
                  <a:pt x="4662" y="522"/>
                  <a:pt x="4649" y="538"/>
                  <a:pt x="4634" y="553"/>
                </a:cubicBezTo>
                <a:cubicBezTo>
                  <a:pt x="4619" y="568"/>
                  <a:pt x="4602" y="582"/>
                  <a:pt x="4585" y="593"/>
                </a:cubicBezTo>
                <a:cubicBezTo>
                  <a:pt x="4567" y="605"/>
                  <a:pt x="4548" y="615"/>
                  <a:pt x="4529" y="623"/>
                </a:cubicBezTo>
                <a:cubicBezTo>
                  <a:pt x="4509" y="631"/>
                  <a:pt x="4489" y="637"/>
                  <a:pt x="4468" y="642"/>
                </a:cubicBezTo>
                <a:cubicBezTo>
                  <a:pt x="4447" y="646"/>
                  <a:pt x="4426" y="648"/>
                  <a:pt x="4405" y="648"/>
                </a:cubicBezTo>
                <a:lnTo>
                  <a:pt x="323" y="648"/>
                </a:lnTo>
                <a:cubicBezTo>
                  <a:pt x="302" y="648"/>
                  <a:pt x="281" y="646"/>
                  <a:pt x="260" y="642"/>
                </a:cubicBezTo>
                <a:cubicBezTo>
                  <a:pt x="239" y="637"/>
                  <a:pt x="219" y="631"/>
                  <a:pt x="200" y="623"/>
                </a:cubicBezTo>
                <a:cubicBezTo>
                  <a:pt x="180" y="615"/>
                  <a:pt x="161" y="605"/>
                  <a:pt x="144" y="593"/>
                </a:cubicBezTo>
                <a:cubicBezTo>
                  <a:pt x="126" y="582"/>
                  <a:pt x="110" y="568"/>
                  <a:pt x="95" y="553"/>
                </a:cubicBezTo>
                <a:cubicBezTo>
                  <a:pt x="80" y="538"/>
                  <a:pt x="66" y="522"/>
                  <a:pt x="54" y="504"/>
                </a:cubicBezTo>
                <a:cubicBezTo>
                  <a:pt x="43" y="486"/>
                  <a:pt x="33" y="468"/>
                  <a:pt x="25" y="448"/>
                </a:cubicBezTo>
                <a:cubicBezTo>
                  <a:pt x="16" y="429"/>
                  <a:pt x="10" y="408"/>
                  <a:pt x="6" y="387"/>
                </a:cubicBezTo>
                <a:cubicBezTo>
                  <a:pt x="2" y="367"/>
                  <a:pt x="0" y="345"/>
                  <a:pt x="0" y="323"/>
                </a:cubicBezTo>
                <a:cubicBezTo>
                  <a:pt x="0" y="302"/>
                  <a:pt x="2" y="281"/>
                  <a:pt x="6" y="260"/>
                </a:cubicBezTo>
                <a:cubicBezTo>
                  <a:pt x="10" y="239"/>
                  <a:pt x="16" y="219"/>
                  <a:pt x="25" y="200"/>
                </a:cubicBezTo>
                <a:cubicBezTo>
                  <a:pt x="33" y="180"/>
                  <a:pt x="43" y="161"/>
                  <a:pt x="54" y="144"/>
                </a:cubicBezTo>
                <a:cubicBezTo>
                  <a:pt x="66" y="126"/>
                  <a:pt x="80" y="110"/>
                  <a:pt x="95" y="95"/>
                </a:cubicBezTo>
                <a:cubicBezTo>
                  <a:pt x="110" y="80"/>
                  <a:pt x="126" y="66"/>
                  <a:pt x="144" y="54"/>
                </a:cubicBezTo>
                <a:cubicBezTo>
                  <a:pt x="161" y="43"/>
                  <a:pt x="180" y="33"/>
                  <a:pt x="200" y="25"/>
                </a:cubicBezTo>
                <a:cubicBezTo>
                  <a:pt x="219" y="16"/>
                  <a:pt x="239" y="10"/>
                  <a:pt x="260" y="6"/>
                </a:cubicBezTo>
                <a:cubicBezTo>
                  <a:pt x="281" y="2"/>
                  <a:pt x="302" y="0"/>
                  <a:pt x="323" y="0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7624080" y="2589480"/>
            <a:ext cx="2840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f0fff8"/>
                </a:solidFill>
                <a:latin typeface="Arial"/>
                <a:ea typeface="Arial"/>
              </a:rPr>
              <a:t>groep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4" name=""/>
          <p:cNvSpPr/>
          <p:nvPr/>
        </p:nvSpPr>
        <p:spPr>
          <a:xfrm>
            <a:off x="2607120" y="3388320"/>
            <a:ext cx="6090840" cy="233280"/>
          </a:xfrm>
          <a:custGeom>
            <a:avLst/>
            <a:gdLst/>
            <a:ahLst/>
            <a:rect l="0" t="0" r="r" b="b"/>
            <a:pathLst>
              <a:path w="16919" h="648">
                <a:moveTo>
                  <a:pt x="323" y="0"/>
                </a:moveTo>
                <a:lnTo>
                  <a:pt x="16596" y="0"/>
                </a:lnTo>
                <a:cubicBezTo>
                  <a:pt x="16617" y="0"/>
                  <a:pt x="16638" y="2"/>
                  <a:pt x="16659" y="6"/>
                </a:cubicBezTo>
                <a:cubicBezTo>
                  <a:pt x="16680" y="10"/>
                  <a:pt x="16700" y="16"/>
                  <a:pt x="16720" y="25"/>
                </a:cubicBezTo>
                <a:cubicBezTo>
                  <a:pt x="16739" y="33"/>
                  <a:pt x="16758" y="43"/>
                  <a:pt x="16776" y="54"/>
                </a:cubicBezTo>
                <a:cubicBezTo>
                  <a:pt x="16793" y="66"/>
                  <a:pt x="16810" y="80"/>
                  <a:pt x="16825" y="95"/>
                </a:cubicBezTo>
                <a:cubicBezTo>
                  <a:pt x="16840" y="110"/>
                  <a:pt x="16853" y="126"/>
                  <a:pt x="16865" y="144"/>
                </a:cubicBezTo>
                <a:cubicBezTo>
                  <a:pt x="16877" y="161"/>
                  <a:pt x="16887" y="180"/>
                  <a:pt x="16895" y="200"/>
                </a:cubicBezTo>
                <a:cubicBezTo>
                  <a:pt x="16903" y="219"/>
                  <a:pt x="16909" y="239"/>
                  <a:pt x="16913" y="260"/>
                </a:cubicBezTo>
                <a:cubicBezTo>
                  <a:pt x="16917" y="281"/>
                  <a:pt x="16919" y="302"/>
                  <a:pt x="16919" y="323"/>
                </a:cubicBezTo>
                <a:cubicBezTo>
                  <a:pt x="16919" y="345"/>
                  <a:pt x="16917" y="366"/>
                  <a:pt x="16913" y="386"/>
                </a:cubicBezTo>
                <a:cubicBezTo>
                  <a:pt x="16909" y="407"/>
                  <a:pt x="16903" y="428"/>
                  <a:pt x="16895" y="447"/>
                </a:cubicBezTo>
                <a:cubicBezTo>
                  <a:pt x="16887" y="467"/>
                  <a:pt x="16877" y="485"/>
                  <a:pt x="16865" y="503"/>
                </a:cubicBezTo>
                <a:cubicBezTo>
                  <a:pt x="16853" y="521"/>
                  <a:pt x="16840" y="537"/>
                  <a:pt x="16825" y="552"/>
                </a:cubicBezTo>
                <a:cubicBezTo>
                  <a:pt x="16810" y="567"/>
                  <a:pt x="16793" y="580"/>
                  <a:pt x="16776" y="592"/>
                </a:cubicBezTo>
                <a:cubicBezTo>
                  <a:pt x="16758" y="605"/>
                  <a:pt x="16739" y="615"/>
                  <a:pt x="16720" y="623"/>
                </a:cubicBezTo>
                <a:cubicBezTo>
                  <a:pt x="16700" y="631"/>
                  <a:pt x="16680" y="637"/>
                  <a:pt x="16659" y="642"/>
                </a:cubicBezTo>
                <a:cubicBezTo>
                  <a:pt x="16638" y="646"/>
                  <a:pt x="16617" y="648"/>
                  <a:pt x="16596" y="648"/>
                </a:cubicBezTo>
                <a:lnTo>
                  <a:pt x="323" y="648"/>
                </a:lnTo>
                <a:cubicBezTo>
                  <a:pt x="302" y="648"/>
                  <a:pt x="281" y="646"/>
                  <a:pt x="260" y="642"/>
                </a:cubicBezTo>
                <a:cubicBezTo>
                  <a:pt x="239" y="637"/>
                  <a:pt x="219" y="631"/>
                  <a:pt x="199" y="623"/>
                </a:cubicBezTo>
                <a:cubicBezTo>
                  <a:pt x="180" y="615"/>
                  <a:pt x="161" y="605"/>
                  <a:pt x="143" y="592"/>
                </a:cubicBezTo>
                <a:cubicBezTo>
                  <a:pt x="126" y="580"/>
                  <a:pt x="109" y="567"/>
                  <a:pt x="94" y="552"/>
                </a:cubicBezTo>
                <a:cubicBezTo>
                  <a:pt x="79" y="537"/>
                  <a:pt x="66" y="521"/>
                  <a:pt x="54" y="503"/>
                </a:cubicBezTo>
                <a:cubicBezTo>
                  <a:pt x="42" y="485"/>
                  <a:pt x="32" y="467"/>
                  <a:pt x="24" y="447"/>
                </a:cubicBezTo>
                <a:cubicBezTo>
                  <a:pt x="16" y="428"/>
                  <a:pt x="10" y="407"/>
                  <a:pt x="6" y="386"/>
                </a:cubicBezTo>
                <a:cubicBezTo>
                  <a:pt x="2" y="366"/>
                  <a:pt x="0" y="345"/>
                  <a:pt x="0" y="323"/>
                </a:cubicBezTo>
                <a:cubicBezTo>
                  <a:pt x="0" y="302"/>
                  <a:pt x="2" y="281"/>
                  <a:pt x="6" y="260"/>
                </a:cubicBezTo>
                <a:cubicBezTo>
                  <a:pt x="10" y="239"/>
                  <a:pt x="16" y="219"/>
                  <a:pt x="24" y="200"/>
                </a:cubicBezTo>
                <a:cubicBezTo>
                  <a:pt x="32" y="180"/>
                  <a:pt x="42" y="161"/>
                  <a:pt x="54" y="144"/>
                </a:cubicBezTo>
                <a:cubicBezTo>
                  <a:pt x="66" y="126"/>
                  <a:pt x="79" y="110"/>
                  <a:pt x="94" y="95"/>
                </a:cubicBezTo>
                <a:cubicBezTo>
                  <a:pt x="109" y="80"/>
                  <a:pt x="126" y="66"/>
                  <a:pt x="143" y="54"/>
                </a:cubicBezTo>
                <a:cubicBezTo>
                  <a:pt x="161" y="43"/>
                  <a:pt x="180" y="33"/>
                  <a:pt x="199" y="25"/>
                </a:cubicBezTo>
                <a:cubicBezTo>
                  <a:pt x="219" y="16"/>
                  <a:pt x="239" y="10"/>
                  <a:pt x="260" y="6"/>
                </a:cubicBezTo>
                <a:cubicBezTo>
                  <a:pt x="281" y="2"/>
                  <a:pt x="302" y="0"/>
                  <a:pt x="323" y="0"/>
                </a:cubicBezTo>
                <a:close/>
              </a:path>
            </a:pathLst>
          </a:custGeom>
          <a:solidFill>
            <a:srgbClr val="3db88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672480" y="3064680"/>
            <a:ext cx="17352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Arial"/>
                <a:ea typeface="Arial"/>
              </a:rPr>
              <a:t>intekenen: op de speciﬁcatie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6" name=""/>
          <p:cNvSpPr/>
          <p:nvPr/>
        </p:nvSpPr>
        <p:spPr>
          <a:xfrm>
            <a:off x="6816600" y="3764520"/>
            <a:ext cx="1881360" cy="233280"/>
          </a:xfrm>
          <a:custGeom>
            <a:avLst/>
            <a:gdLst/>
            <a:ahLst/>
            <a:rect l="0" t="0" r="r" b="b"/>
            <a:pathLst>
              <a:path w="5226" h="648">
                <a:moveTo>
                  <a:pt x="324" y="0"/>
                </a:moveTo>
                <a:lnTo>
                  <a:pt x="4903" y="0"/>
                </a:lnTo>
                <a:cubicBezTo>
                  <a:pt x="4924" y="0"/>
                  <a:pt x="4945" y="2"/>
                  <a:pt x="4966" y="6"/>
                </a:cubicBezTo>
                <a:cubicBezTo>
                  <a:pt x="4987" y="10"/>
                  <a:pt x="5007" y="16"/>
                  <a:pt x="5027" y="25"/>
                </a:cubicBezTo>
                <a:cubicBezTo>
                  <a:pt x="5046" y="33"/>
                  <a:pt x="5065" y="43"/>
                  <a:pt x="5083" y="54"/>
                </a:cubicBezTo>
                <a:cubicBezTo>
                  <a:pt x="5100" y="66"/>
                  <a:pt x="5117" y="80"/>
                  <a:pt x="5132" y="95"/>
                </a:cubicBezTo>
                <a:cubicBezTo>
                  <a:pt x="5147" y="110"/>
                  <a:pt x="5160" y="126"/>
                  <a:pt x="5172" y="144"/>
                </a:cubicBezTo>
                <a:cubicBezTo>
                  <a:pt x="5184" y="161"/>
                  <a:pt x="5194" y="180"/>
                  <a:pt x="5202" y="200"/>
                </a:cubicBezTo>
                <a:cubicBezTo>
                  <a:pt x="5210" y="220"/>
                  <a:pt x="5216" y="240"/>
                  <a:pt x="5220" y="261"/>
                </a:cubicBezTo>
                <a:cubicBezTo>
                  <a:pt x="5224" y="282"/>
                  <a:pt x="5226" y="303"/>
                  <a:pt x="5226" y="324"/>
                </a:cubicBezTo>
                <a:cubicBezTo>
                  <a:pt x="5226" y="346"/>
                  <a:pt x="5224" y="367"/>
                  <a:pt x="5220" y="387"/>
                </a:cubicBezTo>
                <a:cubicBezTo>
                  <a:pt x="5216" y="408"/>
                  <a:pt x="5210" y="429"/>
                  <a:pt x="5202" y="448"/>
                </a:cubicBezTo>
                <a:cubicBezTo>
                  <a:pt x="5194" y="468"/>
                  <a:pt x="5184" y="486"/>
                  <a:pt x="5172" y="504"/>
                </a:cubicBezTo>
                <a:cubicBezTo>
                  <a:pt x="5160" y="522"/>
                  <a:pt x="5147" y="538"/>
                  <a:pt x="5132" y="553"/>
                </a:cubicBezTo>
                <a:cubicBezTo>
                  <a:pt x="5117" y="568"/>
                  <a:pt x="5100" y="581"/>
                  <a:pt x="5083" y="593"/>
                </a:cubicBezTo>
                <a:cubicBezTo>
                  <a:pt x="5065" y="605"/>
                  <a:pt x="5046" y="615"/>
                  <a:pt x="5027" y="623"/>
                </a:cubicBezTo>
                <a:cubicBezTo>
                  <a:pt x="5007" y="631"/>
                  <a:pt x="4987" y="637"/>
                  <a:pt x="4966" y="642"/>
                </a:cubicBezTo>
                <a:cubicBezTo>
                  <a:pt x="4945" y="646"/>
                  <a:pt x="4924" y="648"/>
                  <a:pt x="4903" y="648"/>
                </a:cubicBezTo>
                <a:lnTo>
                  <a:pt x="324" y="648"/>
                </a:lnTo>
                <a:cubicBezTo>
                  <a:pt x="303" y="648"/>
                  <a:pt x="282" y="646"/>
                  <a:pt x="261" y="642"/>
                </a:cubicBezTo>
                <a:cubicBezTo>
                  <a:pt x="240" y="637"/>
                  <a:pt x="220" y="631"/>
                  <a:pt x="200" y="623"/>
                </a:cubicBezTo>
                <a:cubicBezTo>
                  <a:pt x="181" y="615"/>
                  <a:pt x="162" y="605"/>
                  <a:pt x="144" y="593"/>
                </a:cubicBezTo>
                <a:cubicBezTo>
                  <a:pt x="127" y="581"/>
                  <a:pt x="110" y="568"/>
                  <a:pt x="95" y="553"/>
                </a:cubicBezTo>
                <a:cubicBezTo>
                  <a:pt x="80" y="538"/>
                  <a:pt x="67" y="522"/>
                  <a:pt x="55" y="504"/>
                </a:cubicBezTo>
                <a:cubicBezTo>
                  <a:pt x="43" y="486"/>
                  <a:pt x="33" y="468"/>
                  <a:pt x="25" y="448"/>
                </a:cubicBezTo>
                <a:cubicBezTo>
                  <a:pt x="17" y="429"/>
                  <a:pt x="11" y="408"/>
                  <a:pt x="7" y="387"/>
                </a:cubicBezTo>
                <a:cubicBezTo>
                  <a:pt x="3" y="367"/>
                  <a:pt x="0" y="346"/>
                  <a:pt x="0" y="324"/>
                </a:cubicBezTo>
                <a:cubicBezTo>
                  <a:pt x="0" y="303"/>
                  <a:pt x="3" y="282"/>
                  <a:pt x="7" y="261"/>
                </a:cubicBezTo>
                <a:cubicBezTo>
                  <a:pt x="11" y="240"/>
                  <a:pt x="17" y="220"/>
                  <a:pt x="25" y="200"/>
                </a:cubicBezTo>
                <a:cubicBezTo>
                  <a:pt x="33" y="180"/>
                  <a:pt x="43" y="161"/>
                  <a:pt x="55" y="144"/>
                </a:cubicBezTo>
                <a:cubicBezTo>
                  <a:pt x="67" y="126"/>
                  <a:pt x="80" y="110"/>
                  <a:pt x="95" y="95"/>
                </a:cubicBezTo>
                <a:cubicBezTo>
                  <a:pt x="110" y="80"/>
                  <a:pt x="127" y="66"/>
                  <a:pt x="144" y="54"/>
                </a:cubicBezTo>
                <a:cubicBezTo>
                  <a:pt x="162" y="43"/>
                  <a:pt x="181" y="33"/>
                  <a:pt x="200" y="25"/>
                </a:cubicBezTo>
                <a:cubicBezTo>
                  <a:pt x="220" y="16"/>
                  <a:pt x="240" y="10"/>
                  <a:pt x="261" y="6"/>
                </a:cubicBezTo>
                <a:cubicBezTo>
                  <a:pt x="282" y="2"/>
                  <a:pt x="303" y="0"/>
                  <a:pt x="324" y="0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2732400" y="3440880"/>
            <a:ext cx="28962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Arial"/>
                <a:ea typeface="Arial"/>
              </a:rPr>
              <a:t>aanmelden: op aanbod, in elke fase van rijpheid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8" name=""/>
          <p:cNvSpPr/>
          <p:nvPr/>
        </p:nvSpPr>
        <p:spPr>
          <a:xfrm>
            <a:off x="8456040" y="3782520"/>
            <a:ext cx="197280" cy="197280"/>
          </a:xfrm>
          <a:custGeom>
            <a:avLst/>
            <a:gdLst/>
            <a:ahLst/>
            <a:rect l="0" t="0" r="r" b="b"/>
            <a:pathLst>
              <a:path w="548" h="548">
                <a:moveTo>
                  <a:pt x="548" y="274"/>
                </a:moveTo>
                <a:cubicBezTo>
                  <a:pt x="548" y="292"/>
                  <a:pt x="546" y="310"/>
                  <a:pt x="543" y="328"/>
                </a:cubicBezTo>
                <a:cubicBezTo>
                  <a:pt x="539" y="345"/>
                  <a:pt x="534" y="362"/>
                  <a:pt x="527" y="379"/>
                </a:cubicBezTo>
                <a:cubicBezTo>
                  <a:pt x="520" y="396"/>
                  <a:pt x="512" y="411"/>
                  <a:pt x="502" y="426"/>
                </a:cubicBezTo>
                <a:cubicBezTo>
                  <a:pt x="492" y="441"/>
                  <a:pt x="481" y="455"/>
                  <a:pt x="468" y="468"/>
                </a:cubicBezTo>
                <a:cubicBezTo>
                  <a:pt x="455" y="481"/>
                  <a:pt x="441" y="492"/>
                  <a:pt x="426" y="502"/>
                </a:cubicBezTo>
                <a:cubicBezTo>
                  <a:pt x="411" y="512"/>
                  <a:pt x="396" y="520"/>
                  <a:pt x="379" y="527"/>
                </a:cubicBezTo>
                <a:cubicBezTo>
                  <a:pt x="362" y="534"/>
                  <a:pt x="345" y="539"/>
                  <a:pt x="328" y="543"/>
                </a:cubicBezTo>
                <a:cubicBezTo>
                  <a:pt x="310" y="546"/>
                  <a:pt x="291" y="548"/>
                  <a:pt x="273" y="548"/>
                </a:cubicBezTo>
                <a:cubicBezTo>
                  <a:pt x="255" y="548"/>
                  <a:pt x="238" y="546"/>
                  <a:pt x="220" y="543"/>
                </a:cubicBezTo>
                <a:cubicBezTo>
                  <a:pt x="202" y="539"/>
                  <a:pt x="185" y="534"/>
                  <a:pt x="169" y="527"/>
                </a:cubicBezTo>
                <a:cubicBezTo>
                  <a:pt x="152" y="520"/>
                  <a:pt x="136" y="512"/>
                  <a:pt x="121" y="502"/>
                </a:cubicBezTo>
                <a:cubicBezTo>
                  <a:pt x="106" y="492"/>
                  <a:pt x="93" y="481"/>
                  <a:pt x="80" y="468"/>
                </a:cubicBezTo>
                <a:cubicBezTo>
                  <a:pt x="67" y="455"/>
                  <a:pt x="56" y="441"/>
                  <a:pt x="46" y="426"/>
                </a:cubicBezTo>
                <a:cubicBezTo>
                  <a:pt x="36" y="411"/>
                  <a:pt x="27" y="396"/>
                  <a:pt x="20" y="379"/>
                </a:cubicBezTo>
                <a:cubicBezTo>
                  <a:pt x="14" y="362"/>
                  <a:pt x="8" y="345"/>
                  <a:pt x="5" y="328"/>
                </a:cubicBezTo>
                <a:cubicBezTo>
                  <a:pt x="1" y="310"/>
                  <a:pt x="0" y="292"/>
                  <a:pt x="0" y="274"/>
                </a:cubicBezTo>
                <a:cubicBezTo>
                  <a:pt x="0" y="256"/>
                  <a:pt x="1" y="239"/>
                  <a:pt x="5" y="221"/>
                </a:cubicBezTo>
                <a:cubicBezTo>
                  <a:pt x="8" y="203"/>
                  <a:pt x="14" y="186"/>
                  <a:pt x="20" y="170"/>
                </a:cubicBezTo>
                <a:cubicBezTo>
                  <a:pt x="27" y="152"/>
                  <a:pt x="36" y="136"/>
                  <a:pt x="46" y="121"/>
                </a:cubicBezTo>
                <a:cubicBezTo>
                  <a:pt x="56" y="106"/>
                  <a:pt x="67" y="93"/>
                  <a:pt x="80" y="80"/>
                </a:cubicBezTo>
                <a:cubicBezTo>
                  <a:pt x="93" y="67"/>
                  <a:pt x="106" y="56"/>
                  <a:pt x="121" y="46"/>
                </a:cubicBezTo>
                <a:cubicBezTo>
                  <a:pt x="136" y="36"/>
                  <a:pt x="152" y="27"/>
                  <a:pt x="169" y="20"/>
                </a:cubicBezTo>
                <a:cubicBezTo>
                  <a:pt x="185" y="14"/>
                  <a:pt x="202" y="8"/>
                  <a:pt x="220" y="5"/>
                </a:cubicBezTo>
                <a:cubicBezTo>
                  <a:pt x="238" y="1"/>
                  <a:pt x="255" y="0"/>
                  <a:pt x="273" y="0"/>
                </a:cubicBezTo>
                <a:cubicBezTo>
                  <a:pt x="291" y="0"/>
                  <a:pt x="310" y="1"/>
                  <a:pt x="328" y="5"/>
                </a:cubicBezTo>
                <a:cubicBezTo>
                  <a:pt x="345" y="8"/>
                  <a:pt x="362" y="14"/>
                  <a:pt x="379" y="20"/>
                </a:cubicBezTo>
                <a:cubicBezTo>
                  <a:pt x="396" y="27"/>
                  <a:pt x="411" y="36"/>
                  <a:pt x="426" y="46"/>
                </a:cubicBezTo>
                <a:cubicBezTo>
                  <a:pt x="441" y="56"/>
                  <a:pt x="455" y="67"/>
                  <a:pt x="468" y="80"/>
                </a:cubicBezTo>
                <a:cubicBezTo>
                  <a:pt x="481" y="93"/>
                  <a:pt x="492" y="106"/>
                  <a:pt x="502" y="121"/>
                </a:cubicBezTo>
                <a:cubicBezTo>
                  <a:pt x="512" y="136"/>
                  <a:pt x="520" y="152"/>
                  <a:pt x="527" y="170"/>
                </a:cubicBezTo>
                <a:cubicBezTo>
                  <a:pt x="534" y="186"/>
                  <a:pt x="539" y="203"/>
                  <a:pt x="543" y="221"/>
                </a:cubicBezTo>
                <a:cubicBezTo>
                  <a:pt x="546" y="239"/>
                  <a:pt x="548" y="256"/>
                  <a:pt x="548" y="27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6942240" y="3817080"/>
            <a:ext cx="15886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Arial"/>
                <a:ea typeface="Arial"/>
              </a:rPr>
              <a:t>inschrijven: op geroosterd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0" name=""/>
          <p:cNvSpPr/>
          <p:nvPr/>
        </p:nvSpPr>
        <p:spPr>
          <a:xfrm>
            <a:off x="2248560" y="3128400"/>
            <a:ext cx="340920" cy="376560"/>
          </a:xfrm>
          <a:custGeom>
            <a:avLst/>
            <a:gdLst/>
            <a:ahLst/>
            <a:rect l="0" t="0" r="r" b="b"/>
            <a:pathLst>
              <a:path fill="none" w="947" h="1046">
                <a:moveTo>
                  <a:pt x="0" y="0"/>
                </a:moveTo>
                <a:cubicBezTo>
                  <a:pt x="622" y="0"/>
                  <a:pt x="622" y="1046"/>
                  <a:pt x="947" y="1046"/>
                </a:cubicBezTo>
              </a:path>
            </a:pathLst>
          </a:custGeom>
          <a:ln w="17640">
            <a:solidFill>
              <a:srgbClr val="6b7280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1" name=""/>
          <p:cNvSpPr/>
          <p:nvPr/>
        </p:nvSpPr>
        <p:spPr>
          <a:xfrm>
            <a:off x="2571120" y="3459960"/>
            <a:ext cx="72000" cy="90000"/>
          </a:xfrm>
          <a:custGeom>
            <a:avLst/>
            <a:gdLst/>
            <a:ahLst/>
            <a:rect l="0" t="0" r="r" b="b"/>
            <a:pathLst>
              <a:path w="200" h="250">
                <a:moveTo>
                  <a:pt x="0" y="0"/>
                </a:moveTo>
                <a:lnTo>
                  <a:pt x="200" y="124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8521200" y="3801240"/>
            <a:ext cx="13392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60" spc="-1" strike="noStrike">
                <a:solidFill>
                  <a:srgbClr val="e9a27f"/>
                </a:solidFill>
                <a:latin typeface="Arial"/>
                <a:ea typeface="Arial"/>
              </a:rPr>
              <a:t>?</a:t>
            </a:r>
            <a:endParaRPr b="0" lang="en-US" sz="10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3" name=""/>
          <p:cNvSpPr/>
          <p:nvPr/>
        </p:nvSpPr>
        <p:spPr>
          <a:xfrm>
            <a:off x="7757280" y="3621240"/>
            <a:ext cx="0" cy="125280"/>
          </a:xfrm>
          <a:prstGeom prst="line">
            <a:avLst/>
          </a:prstGeom>
          <a:ln w="1764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4" name=""/>
          <p:cNvSpPr/>
          <p:nvPr/>
        </p:nvSpPr>
        <p:spPr>
          <a:xfrm>
            <a:off x="7712640" y="3728520"/>
            <a:ext cx="89640" cy="54360"/>
          </a:xfrm>
          <a:custGeom>
            <a:avLst/>
            <a:gdLst/>
            <a:ahLst/>
            <a:rect l="0" t="0" r="r" b="b"/>
            <a:pathLst>
              <a:path w="249" h="151">
                <a:moveTo>
                  <a:pt x="0" y="0"/>
                </a:moveTo>
                <a:lnTo>
                  <a:pt x="125" y="151"/>
                </a:lnTo>
                <a:lnTo>
                  <a:pt x="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5" name=""/>
          <p:cNvSpPr/>
          <p:nvPr/>
        </p:nvSpPr>
        <p:spPr>
          <a:xfrm>
            <a:off x="456840" y="4352760"/>
            <a:ext cx="8420760" cy="648000"/>
          </a:xfrm>
          <a:custGeom>
            <a:avLst/>
            <a:gdLst/>
            <a:ahLst/>
            <a:rect l="0" t="0" r="r" b="b"/>
            <a:pathLst>
              <a:path w="23391" h="1800">
                <a:moveTo>
                  <a:pt x="0" y="0"/>
                </a:moveTo>
                <a:lnTo>
                  <a:pt x="23391" y="0"/>
                </a:lnTo>
                <a:lnTo>
                  <a:pt x="23391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6" name=""/>
          <p:cNvSpPr/>
          <p:nvPr/>
        </p:nvSpPr>
        <p:spPr>
          <a:xfrm>
            <a:off x="456840" y="435276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7" name=""/>
          <p:cNvSpPr/>
          <p:nvPr/>
        </p:nvSpPr>
        <p:spPr>
          <a:xfrm>
            <a:off x="456840" y="499104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8" name=""/>
          <p:cNvSpPr/>
          <p:nvPr/>
        </p:nvSpPr>
        <p:spPr>
          <a:xfrm>
            <a:off x="8867520" y="4352760"/>
            <a:ext cx="10080" cy="648000"/>
          </a:xfrm>
          <a:custGeom>
            <a:avLst/>
            <a:gdLst/>
            <a:ahLst/>
            <a:rect l="0" t="0" r="r" b="b"/>
            <a:pathLst>
              <a:path w="28" h="1800">
                <a:moveTo>
                  <a:pt x="0" y="106"/>
                </a:moveTo>
                <a:lnTo>
                  <a:pt x="0" y="1800"/>
                </a:lnTo>
                <a:lnTo>
                  <a:pt x="28" y="1800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9" name=""/>
          <p:cNvSpPr/>
          <p:nvPr/>
        </p:nvSpPr>
        <p:spPr>
          <a:xfrm>
            <a:off x="456840" y="4352760"/>
            <a:ext cx="10080" cy="648000"/>
          </a:xfrm>
          <a:custGeom>
            <a:avLst/>
            <a:gdLst/>
            <a:ahLst/>
            <a:rect l="0" t="0" r="r" b="b"/>
            <a:pathLst>
              <a:path w="28" h="1800">
                <a:moveTo>
                  <a:pt x="0" y="0"/>
                </a:moveTo>
                <a:lnTo>
                  <a:pt x="0" y="1800"/>
                </a:lnTo>
                <a:lnTo>
                  <a:pt x="28" y="1800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2212560" y="3260520"/>
            <a:ext cx="520560" cy="10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10" spc="-1" strike="noStrike">
                <a:solidFill>
                  <a:srgbClr val="6b7280"/>
                </a:solidFill>
                <a:latin typeface="Arial"/>
                <a:ea typeface="Arial"/>
              </a:rPr>
              <a:t>bevestiging</a:t>
            </a:r>
            <a:endParaRPr b="0" lang="en-US" sz="7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619200" y="4498920"/>
            <a:ext cx="90291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Vraag aan AII: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intekenen op een speciﬁcatie (er is nog geen aanbod) is wat koploperscholen ons vragen; bij leveranciers is het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2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619200" y="4708440"/>
            <a:ext cx="45147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nieuw. Zien wij hetzelfde, of noemen wij twee dingen hetzelfde?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08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610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611" name=""/>
          <p:cNvSpPr/>
          <p:nvPr/>
        </p:nvSpPr>
        <p:spPr>
          <a:xfrm>
            <a:off x="456840" y="857160"/>
            <a:ext cx="3572280" cy="2876760"/>
          </a:xfrm>
          <a:custGeom>
            <a:avLst/>
            <a:gdLst/>
            <a:ahLst/>
            <a:rect l="0" t="0" r="r" b="b"/>
            <a:pathLst>
              <a:path w="9923" h="7991">
                <a:moveTo>
                  <a:pt x="0" y="0"/>
                </a:moveTo>
                <a:lnTo>
                  <a:pt x="9923" y="0"/>
                </a:lnTo>
                <a:lnTo>
                  <a:pt x="9923" y="7991"/>
                </a:lnTo>
                <a:lnTo>
                  <a:pt x="0" y="79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2" name=""/>
          <p:cNvSpPr/>
          <p:nvPr/>
        </p:nvSpPr>
        <p:spPr>
          <a:xfrm>
            <a:off x="456840" y="857160"/>
            <a:ext cx="3572280" cy="38520"/>
          </a:xfrm>
          <a:custGeom>
            <a:avLst/>
            <a:gdLst/>
            <a:ahLst/>
            <a:rect l="0" t="0" r="r" b="b"/>
            <a:pathLst>
              <a:path w="9923" h="107">
                <a:moveTo>
                  <a:pt x="0" y="0"/>
                </a:moveTo>
                <a:lnTo>
                  <a:pt x="9923" y="0"/>
                </a:lnTo>
                <a:lnTo>
                  <a:pt x="992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3" name=""/>
          <p:cNvSpPr/>
          <p:nvPr/>
        </p:nvSpPr>
        <p:spPr>
          <a:xfrm>
            <a:off x="456840" y="3724200"/>
            <a:ext cx="3572280" cy="9720"/>
          </a:xfrm>
          <a:custGeom>
            <a:avLst/>
            <a:gdLst/>
            <a:ahLst/>
            <a:rect l="0" t="0" r="r" b="b"/>
            <a:pathLst>
              <a:path w="9923" h="27">
                <a:moveTo>
                  <a:pt x="0" y="0"/>
                </a:moveTo>
                <a:lnTo>
                  <a:pt x="9923" y="0"/>
                </a:lnTo>
                <a:lnTo>
                  <a:pt x="99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4" name=""/>
          <p:cNvSpPr/>
          <p:nvPr/>
        </p:nvSpPr>
        <p:spPr>
          <a:xfrm>
            <a:off x="4019400" y="857160"/>
            <a:ext cx="9720" cy="2876760"/>
          </a:xfrm>
          <a:custGeom>
            <a:avLst/>
            <a:gdLst/>
            <a:ahLst/>
            <a:rect l="0" t="0" r="r" b="b"/>
            <a:pathLst>
              <a:path w="27" h="7991">
                <a:moveTo>
                  <a:pt x="0" y="106"/>
                </a:moveTo>
                <a:lnTo>
                  <a:pt x="0" y="7991"/>
                </a:lnTo>
                <a:lnTo>
                  <a:pt x="27" y="7991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5" name=""/>
          <p:cNvSpPr/>
          <p:nvPr/>
        </p:nvSpPr>
        <p:spPr>
          <a:xfrm>
            <a:off x="456840" y="857160"/>
            <a:ext cx="10080" cy="2876760"/>
          </a:xfrm>
          <a:custGeom>
            <a:avLst/>
            <a:gdLst/>
            <a:ahLst/>
            <a:rect l="0" t="0" r="r" b="b"/>
            <a:pathLst>
              <a:path w="28" h="7991">
                <a:moveTo>
                  <a:pt x="0" y="0"/>
                </a:moveTo>
                <a:lnTo>
                  <a:pt x="0" y="7991"/>
                </a:lnTo>
                <a:lnTo>
                  <a:pt x="28" y="7991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439920" y="253440"/>
            <a:ext cx="99997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Op de hoogte blijven, en de afspraken van vandaag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7" name=""/>
          <p:cNvSpPr/>
          <p:nvPr/>
        </p:nvSpPr>
        <p:spPr>
          <a:xfrm>
            <a:off x="635040" y="1301760"/>
            <a:ext cx="224640" cy="218880"/>
          </a:xfrm>
          <a:custGeom>
            <a:avLst/>
            <a:gdLst/>
            <a:ahLst/>
            <a:rect l="0" t="0" r="r" b="b"/>
            <a:pathLst>
              <a:path w="624" h="608">
                <a:moveTo>
                  <a:pt x="311" y="0"/>
                </a:moveTo>
                <a:cubicBezTo>
                  <a:pt x="293" y="0"/>
                  <a:pt x="274" y="1"/>
                  <a:pt x="256" y="5"/>
                </a:cubicBezTo>
                <a:cubicBezTo>
                  <a:pt x="238" y="8"/>
                  <a:pt x="221" y="13"/>
                  <a:pt x="203" y="19"/>
                </a:cubicBezTo>
                <a:cubicBezTo>
                  <a:pt x="186" y="25"/>
                  <a:pt x="170" y="33"/>
                  <a:pt x="154" y="42"/>
                </a:cubicBezTo>
                <a:cubicBezTo>
                  <a:pt x="138" y="52"/>
                  <a:pt x="123" y="62"/>
                  <a:pt x="109" y="74"/>
                </a:cubicBezTo>
                <a:cubicBezTo>
                  <a:pt x="95" y="86"/>
                  <a:pt x="83" y="99"/>
                  <a:pt x="71" y="113"/>
                </a:cubicBezTo>
                <a:cubicBezTo>
                  <a:pt x="59" y="127"/>
                  <a:pt x="49" y="142"/>
                  <a:pt x="40" y="158"/>
                </a:cubicBezTo>
                <a:cubicBezTo>
                  <a:pt x="31" y="174"/>
                  <a:pt x="23" y="191"/>
                  <a:pt x="17" y="208"/>
                </a:cubicBezTo>
                <a:cubicBezTo>
                  <a:pt x="11" y="225"/>
                  <a:pt x="7" y="243"/>
                  <a:pt x="4" y="261"/>
                </a:cubicBezTo>
                <a:cubicBezTo>
                  <a:pt x="1" y="279"/>
                  <a:pt x="0" y="297"/>
                  <a:pt x="0" y="316"/>
                </a:cubicBezTo>
                <a:cubicBezTo>
                  <a:pt x="0" y="335"/>
                  <a:pt x="2" y="353"/>
                  <a:pt x="5" y="371"/>
                </a:cubicBezTo>
                <a:cubicBezTo>
                  <a:pt x="9" y="389"/>
                  <a:pt x="14" y="407"/>
                  <a:pt x="21" y="424"/>
                </a:cubicBezTo>
                <a:cubicBezTo>
                  <a:pt x="27" y="441"/>
                  <a:pt x="35" y="457"/>
                  <a:pt x="45" y="473"/>
                </a:cubicBezTo>
                <a:cubicBezTo>
                  <a:pt x="54" y="489"/>
                  <a:pt x="65" y="503"/>
                  <a:pt x="77" y="517"/>
                </a:cubicBezTo>
                <a:cubicBezTo>
                  <a:pt x="89" y="531"/>
                  <a:pt x="102" y="543"/>
                  <a:pt x="117" y="555"/>
                </a:cubicBezTo>
                <a:cubicBezTo>
                  <a:pt x="131" y="566"/>
                  <a:pt x="146" y="576"/>
                  <a:pt x="162" y="585"/>
                </a:cubicBezTo>
                <a:cubicBezTo>
                  <a:pt x="178" y="594"/>
                  <a:pt x="195" y="601"/>
                  <a:pt x="212" y="607"/>
                </a:cubicBezTo>
                <a:cubicBezTo>
                  <a:pt x="228" y="610"/>
                  <a:pt x="235" y="600"/>
                  <a:pt x="235" y="592"/>
                </a:cubicBezTo>
                <a:lnTo>
                  <a:pt x="235" y="539"/>
                </a:lnTo>
                <a:cubicBezTo>
                  <a:pt x="148" y="558"/>
                  <a:pt x="130" y="497"/>
                  <a:pt x="130" y="497"/>
                </a:cubicBezTo>
                <a:cubicBezTo>
                  <a:pt x="124" y="478"/>
                  <a:pt x="112" y="463"/>
                  <a:pt x="94" y="452"/>
                </a:cubicBezTo>
                <a:cubicBezTo>
                  <a:pt x="66" y="433"/>
                  <a:pt x="96" y="433"/>
                  <a:pt x="96" y="433"/>
                </a:cubicBezTo>
                <a:cubicBezTo>
                  <a:pt x="117" y="436"/>
                  <a:pt x="133" y="447"/>
                  <a:pt x="144" y="465"/>
                </a:cubicBezTo>
                <a:cubicBezTo>
                  <a:pt x="148" y="473"/>
                  <a:pt x="154" y="480"/>
                  <a:pt x="161" y="485"/>
                </a:cubicBezTo>
                <a:cubicBezTo>
                  <a:pt x="168" y="491"/>
                  <a:pt x="175" y="494"/>
                  <a:pt x="184" y="497"/>
                </a:cubicBezTo>
                <a:cubicBezTo>
                  <a:pt x="192" y="499"/>
                  <a:pt x="201" y="500"/>
                  <a:pt x="210" y="499"/>
                </a:cubicBezTo>
                <a:cubicBezTo>
                  <a:pt x="218" y="498"/>
                  <a:pt x="227" y="495"/>
                  <a:pt x="234" y="491"/>
                </a:cubicBezTo>
                <a:cubicBezTo>
                  <a:pt x="236" y="475"/>
                  <a:pt x="242" y="461"/>
                  <a:pt x="254" y="449"/>
                </a:cubicBezTo>
                <a:cubicBezTo>
                  <a:pt x="185" y="441"/>
                  <a:pt x="112" y="415"/>
                  <a:pt x="112" y="295"/>
                </a:cubicBezTo>
                <a:cubicBezTo>
                  <a:pt x="112" y="263"/>
                  <a:pt x="123" y="235"/>
                  <a:pt x="144" y="211"/>
                </a:cubicBezTo>
                <a:cubicBezTo>
                  <a:pt x="135" y="183"/>
                  <a:pt x="136" y="156"/>
                  <a:pt x="148" y="129"/>
                </a:cubicBezTo>
                <a:cubicBezTo>
                  <a:pt x="148" y="129"/>
                  <a:pt x="174" y="120"/>
                  <a:pt x="233" y="161"/>
                </a:cubicBezTo>
                <a:cubicBezTo>
                  <a:pt x="285" y="147"/>
                  <a:pt x="337" y="147"/>
                  <a:pt x="389" y="161"/>
                </a:cubicBezTo>
                <a:cubicBezTo>
                  <a:pt x="449" y="120"/>
                  <a:pt x="475" y="129"/>
                  <a:pt x="475" y="129"/>
                </a:cubicBezTo>
                <a:cubicBezTo>
                  <a:pt x="487" y="156"/>
                  <a:pt x="488" y="183"/>
                  <a:pt x="478" y="211"/>
                </a:cubicBezTo>
                <a:cubicBezTo>
                  <a:pt x="500" y="235"/>
                  <a:pt x="511" y="263"/>
                  <a:pt x="510" y="295"/>
                </a:cubicBezTo>
                <a:cubicBezTo>
                  <a:pt x="510" y="415"/>
                  <a:pt x="437" y="441"/>
                  <a:pt x="367" y="449"/>
                </a:cubicBezTo>
                <a:cubicBezTo>
                  <a:pt x="383" y="465"/>
                  <a:pt x="390" y="484"/>
                  <a:pt x="388" y="507"/>
                </a:cubicBezTo>
                <a:lnTo>
                  <a:pt x="388" y="592"/>
                </a:lnTo>
                <a:cubicBezTo>
                  <a:pt x="388" y="602"/>
                  <a:pt x="394" y="610"/>
                  <a:pt x="410" y="607"/>
                </a:cubicBezTo>
                <a:cubicBezTo>
                  <a:pt x="429" y="601"/>
                  <a:pt x="446" y="594"/>
                  <a:pt x="462" y="585"/>
                </a:cubicBezTo>
                <a:cubicBezTo>
                  <a:pt x="478" y="576"/>
                  <a:pt x="493" y="566"/>
                  <a:pt x="507" y="555"/>
                </a:cubicBezTo>
                <a:cubicBezTo>
                  <a:pt x="522" y="543"/>
                  <a:pt x="535" y="531"/>
                  <a:pt x="547" y="517"/>
                </a:cubicBezTo>
                <a:cubicBezTo>
                  <a:pt x="559" y="503"/>
                  <a:pt x="570" y="488"/>
                  <a:pt x="579" y="473"/>
                </a:cubicBezTo>
                <a:cubicBezTo>
                  <a:pt x="589" y="457"/>
                  <a:pt x="597" y="441"/>
                  <a:pt x="603" y="423"/>
                </a:cubicBezTo>
                <a:cubicBezTo>
                  <a:pt x="610" y="406"/>
                  <a:pt x="615" y="389"/>
                  <a:pt x="618" y="371"/>
                </a:cubicBezTo>
                <a:cubicBezTo>
                  <a:pt x="622" y="353"/>
                  <a:pt x="624" y="334"/>
                  <a:pt x="624" y="315"/>
                </a:cubicBezTo>
                <a:cubicBezTo>
                  <a:pt x="624" y="297"/>
                  <a:pt x="623" y="279"/>
                  <a:pt x="620" y="260"/>
                </a:cubicBezTo>
                <a:cubicBezTo>
                  <a:pt x="617" y="242"/>
                  <a:pt x="612" y="225"/>
                  <a:pt x="606" y="207"/>
                </a:cubicBezTo>
                <a:cubicBezTo>
                  <a:pt x="600" y="190"/>
                  <a:pt x="593" y="173"/>
                  <a:pt x="584" y="158"/>
                </a:cubicBezTo>
                <a:cubicBezTo>
                  <a:pt x="574" y="142"/>
                  <a:pt x="564" y="127"/>
                  <a:pt x="552" y="112"/>
                </a:cubicBezTo>
                <a:cubicBezTo>
                  <a:pt x="541" y="98"/>
                  <a:pt x="528" y="85"/>
                  <a:pt x="514" y="73"/>
                </a:cubicBezTo>
                <a:cubicBezTo>
                  <a:pt x="500" y="62"/>
                  <a:pt x="485" y="51"/>
                  <a:pt x="469" y="42"/>
                </a:cubicBezTo>
                <a:cubicBezTo>
                  <a:pt x="453" y="33"/>
                  <a:pt x="437" y="25"/>
                  <a:pt x="419" y="19"/>
                </a:cubicBezTo>
                <a:cubicBezTo>
                  <a:pt x="401" y="12"/>
                  <a:pt x="384" y="8"/>
                  <a:pt x="365" y="4"/>
                </a:cubicBezTo>
                <a:cubicBezTo>
                  <a:pt x="347" y="1"/>
                  <a:pt x="329" y="0"/>
                  <a:pt x="311" y="0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619200" y="1021320"/>
            <a:ext cx="13388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Wat OKx aanbiedt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966600" y="1307160"/>
            <a:ext cx="29329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Alles openbaar en herleidbaar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 in GitHub: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966600" y="1507320"/>
            <a:ext cx="27788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begrippen, informatiemodel, speciﬁcaties,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966600" y="1697760"/>
            <a:ext cx="6073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besluiten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966600" y="1909080"/>
            <a:ext cx="29358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github.com/Npuls-OKx/Public · github.com/Npuls-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3" name=""/>
          <p:cNvSpPr/>
          <p:nvPr/>
        </p:nvSpPr>
        <p:spPr>
          <a:xfrm>
            <a:off x="714960" y="2424600"/>
            <a:ext cx="64440" cy="112320"/>
          </a:xfrm>
          <a:custGeom>
            <a:avLst/>
            <a:gdLst/>
            <a:ahLst/>
            <a:rect l="0" t="0" r="r" b="b"/>
            <a:pathLst>
              <a:path w="179" h="312">
                <a:moveTo>
                  <a:pt x="134" y="0"/>
                </a:moveTo>
                <a:lnTo>
                  <a:pt x="134" y="133"/>
                </a:lnTo>
                <a:lnTo>
                  <a:pt x="44" y="133"/>
                </a:lnTo>
                <a:lnTo>
                  <a:pt x="44" y="0"/>
                </a:lnTo>
                <a:lnTo>
                  <a:pt x="0" y="0"/>
                </a:lnTo>
                <a:lnTo>
                  <a:pt x="0" y="312"/>
                </a:lnTo>
                <a:lnTo>
                  <a:pt x="44" y="312"/>
                </a:lnTo>
                <a:lnTo>
                  <a:pt x="44" y="177"/>
                </a:lnTo>
                <a:lnTo>
                  <a:pt x="134" y="177"/>
                </a:lnTo>
                <a:lnTo>
                  <a:pt x="134" y="312"/>
                </a:lnTo>
                <a:lnTo>
                  <a:pt x="179" y="312"/>
                </a:lnTo>
                <a:lnTo>
                  <a:pt x="179" y="0"/>
                </a:lnTo>
                <a:lnTo>
                  <a:pt x="134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4" name=""/>
          <p:cNvSpPr/>
          <p:nvPr/>
        </p:nvSpPr>
        <p:spPr>
          <a:xfrm>
            <a:off x="635040" y="2368440"/>
            <a:ext cx="224280" cy="224280"/>
          </a:xfrm>
          <a:custGeom>
            <a:avLst/>
            <a:gdLst/>
            <a:ahLst/>
            <a:rect l="0" t="0" r="r" b="b"/>
            <a:pathLst>
              <a:path w="623" h="623">
                <a:moveTo>
                  <a:pt x="311" y="623"/>
                </a:moveTo>
                <a:cubicBezTo>
                  <a:pt x="290" y="623"/>
                  <a:pt x="270" y="621"/>
                  <a:pt x="250" y="617"/>
                </a:cubicBezTo>
                <a:cubicBezTo>
                  <a:pt x="230" y="613"/>
                  <a:pt x="211" y="607"/>
                  <a:pt x="192" y="600"/>
                </a:cubicBezTo>
                <a:cubicBezTo>
                  <a:pt x="173" y="592"/>
                  <a:pt x="155" y="582"/>
                  <a:pt x="138" y="570"/>
                </a:cubicBezTo>
                <a:cubicBezTo>
                  <a:pt x="121" y="559"/>
                  <a:pt x="105" y="546"/>
                  <a:pt x="91" y="531"/>
                </a:cubicBezTo>
                <a:cubicBezTo>
                  <a:pt x="76" y="517"/>
                  <a:pt x="64" y="501"/>
                  <a:pt x="52" y="484"/>
                </a:cubicBezTo>
                <a:cubicBezTo>
                  <a:pt x="41" y="467"/>
                  <a:pt x="31" y="449"/>
                  <a:pt x="23" y="430"/>
                </a:cubicBezTo>
                <a:cubicBezTo>
                  <a:pt x="16" y="411"/>
                  <a:pt x="10" y="392"/>
                  <a:pt x="6" y="372"/>
                </a:cubicBezTo>
                <a:cubicBezTo>
                  <a:pt x="2" y="352"/>
                  <a:pt x="0" y="332"/>
                  <a:pt x="0" y="311"/>
                </a:cubicBezTo>
                <a:cubicBezTo>
                  <a:pt x="0" y="291"/>
                  <a:pt x="2" y="271"/>
                  <a:pt x="6" y="251"/>
                </a:cubicBezTo>
                <a:cubicBezTo>
                  <a:pt x="10" y="231"/>
                  <a:pt x="16" y="211"/>
                  <a:pt x="23" y="192"/>
                </a:cubicBezTo>
                <a:cubicBezTo>
                  <a:pt x="31" y="173"/>
                  <a:pt x="41" y="155"/>
                  <a:pt x="52" y="138"/>
                </a:cubicBezTo>
                <a:cubicBezTo>
                  <a:pt x="64" y="121"/>
                  <a:pt x="76" y="106"/>
                  <a:pt x="91" y="91"/>
                </a:cubicBezTo>
                <a:cubicBezTo>
                  <a:pt x="105" y="77"/>
                  <a:pt x="121" y="64"/>
                  <a:pt x="138" y="53"/>
                </a:cubicBezTo>
                <a:cubicBezTo>
                  <a:pt x="155" y="41"/>
                  <a:pt x="173" y="32"/>
                  <a:pt x="192" y="24"/>
                </a:cubicBezTo>
                <a:cubicBezTo>
                  <a:pt x="211" y="16"/>
                  <a:pt x="230" y="10"/>
                  <a:pt x="250" y="6"/>
                </a:cubicBezTo>
                <a:cubicBezTo>
                  <a:pt x="270" y="2"/>
                  <a:pt x="290" y="0"/>
                  <a:pt x="311" y="0"/>
                </a:cubicBezTo>
                <a:cubicBezTo>
                  <a:pt x="331" y="0"/>
                  <a:pt x="351" y="2"/>
                  <a:pt x="372" y="6"/>
                </a:cubicBezTo>
                <a:cubicBezTo>
                  <a:pt x="392" y="10"/>
                  <a:pt x="411" y="16"/>
                  <a:pt x="431" y="24"/>
                </a:cubicBezTo>
                <a:cubicBezTo>
                  <a:pt x="450" y="32"/>
                  <a:pt x="468" y="41"/>
                  <a:pt x="485" y="53"/>
                </a:cubicBezTo>
                <a:cubicBezTo>
                  <a:pt x="502" y="64"/>
                  <a:pt x="517" y="77"/>
                  <a:pt x="532" y="91"/>
                </a:cubicBezTo>
                <a:cubicBezTo>
                  <a:pt x="546" y="106"/>
                  <a:pt x="559" y="121"/>
                  <a:pt x="570" y="138"/>
                </a:cubicBezTo>
                <a:cubicBezTo>
                  <a:pt x="582" y="155"/>
                  <a:pt x="591" y="173"/>
                  <a:pt x="599" y="192"/>
                </a:cubicBezTo>
                <a:cubicBezTo>
                  <a:pt x="607" y="211"/>
                  <a:pt x="613" y="231"/>
                  <a:pt x="617" y="251"/>
                </a:cubicBezTo>
                <a:cubicBezTo>
                  <a:pt x="621" y="271"/>
                  <a:pt x="623" y="291"/>
                  <a:pt x="623" y="311"/>
                </a:cubicBezTo>
                <a:cubicBezTo>
                  <a:pt x="623" y="332"/>
                  <a:pt x="621" y="352"/>
                  <a:pt x="617" y="372"/>
                </a:cubicBezTo>
                <a:cubicBezTo>
                  <a:pt x="613" y="392"/>
                  <a:pt x="607" y="411"/>
                  <a:pt x="599" y="430"/>
                </a:cubicBezTo>
                <a:cubicBezTo>
                  <a:pt x="591" y="449"/>
                  <a:pt x="582" y="467"/>
                  <a:pt x="570" y="484"/>
                </a:cubicBezTo>
                <a:cubicBezTo>
                  <a:pt x="559" y="501"/>
                  <a:pt x="546" y="517"/>
                  <a:pt x="532" y="531"/>
                </a:cubicBezTo>
                <a:cubicBezTo>
                  <a:pt x="517" y="546"/>
                  <a:pt x="502" y="558"/>
                  <a:pt x="485" y="570"/>
                </a:cubicBezTo>
                <a:cubicBezTo>
                  <a:pt x="468" y="582"/>
                  <a:pt x="450" y="592"/>
                  <a:pt x="431" y="600"/>
                </a:cubicBezTo>
                <a:cubicBezTo>
                  <a:pt x="411" y="607"/>
                  <a:pt x="392" y="613"/>
                  <a:pt x="371" y="617"/>
                </a:cubicBezTo>
                <a:cubicBezTo>
                  <a:pt x="351" y="621"/>
                  <a:pt x="331" y="623"/>
                  <a:pt x="311" y="623"/>
                </a:cubicBezTo>
                <a:moveTo>
                  <a:pt x="311" y="45"/>
                </a:moveTo>
                <a:cubicBezTo>
                  <a:pt x="293" y="45"/>
                  <a:pt x="276" y="46"/>
                  <a:pt x="259" y="50"/>
                </a:cubicBezTo>
                <a:cubicBezTo>
                  <a:pt x="242" y="53"/>
                  <a:pt x="225" y="58"/>
                  <a:pt x="209" y="65"/>
                </a:cubicBezTo>
                <a:cubicBezTo>
                  <a:pt x="193" y="72"/>
                  <a:pt x="177" y="80"/>
                  <a:pt x="163" y="90"/>
                </a:cubicBezTo>
                <a:cubicBezTo>
                  <a:pt x="148" y="99"/>
                  <a:pt x="135" y="110"/>
                  <a:pt x="122" y="123"/>
                </a:cubicBezTo>
                <a:cubicBezTo>
                  <a:pt x="110" y="135"/>
                  <a:pt x="99" y="149"/>
                  <a:pt x="89" y="163"/>
                </a:cubicBezTo>
                <a:cubicBezTo>
                  <a:pt x="79" y="178"/>
                  <a:pt x="71" y="193"/>
                  <a:pt x="64" y="209"/>
                </a:cubicBezTo>
                <a:cubicBezTo>
                  <a:pt x="58" y="225"/>
                  <a:pt x="53" y="242"/>
                  <a:pt x="49" y="259"/>
                </a:cubicBezTo>
                <a:cubicBezTo>
                  <a:pt x="46" y="276"/>
                  <a:pt x="44" y="294"/>
                  <a:pt x="44" y="311"/>
                </a:cubicBezTo>
                <a:cubicBezTo>
                  <a:pt x="44" y="329"/>
                  <a:pt x="46" y="346"/>
                  <a:pt x="49" y="363"/>
                </a:cubicBezTo>
                <a:cubicBezTo>
                  <a:pt x="53" y="380"/>
                  <a:pt x="58" y="397"/>
                  <a:pt x="64" y="413"/>
                </a:cubicBezTo>
                <a:cubicBezTo>
                  <a:pt x="71" y="429"/>
                  <a:pt x="79" y="445"/>
                  <a:pt x="89" y="459"/>
                </a:cubicBezTo>
                <a:cubicBezTo>
                  <a:pt x="99" y="474"/>
                  <a:pt x="110" y="487"/>
                  <a:pt x="122" y="500"/>
                </a:cubicBezTo>
                <a:cubicBezTo>
                  <a:pt x="135" y="512"/>
                  <a:pt x="148" y="523"/>
                  <a:pt x="163" y="533"/>
                </a:cubicBezTo>
                <a:cubicBezTo>
                  <a:pt x="177" y="543"/>
                  <a:pt x="193" y="551"/>
                  <a:pt x="209" y="558"/>
                </a:cubicBezTo>
                <a:cubicBezTo>
                  <a:pt x="225" y="564"/>
                  <a:pt x="242" y="569"/>
                  <a:pt x="259" y="573"/>
                </a:cubicBezTo>
                <a:cubicBezTo>
                  <a:pt x="276" y="577"/>
                  <a:pt x="293" y="579"/>
                  <a:pt x="311" y="579"/>
                </a:cubicBezTo>
                <a:cubicBezTo>
                  <a:pt x="328" y="579"/>
                  <a:pt x="346" y="577"/>
                  <a:pt x="363" y="573"/>
                </a:cubicBezTo>
                <a:cubicBezTo>
                  <a:pt x="380" y="569"/>
                  <a:pt x="397" y="564"/>
                  <a:pt x="414" y="558"/>
                </a:cubicBezTo>
                <a:cubicBezTo>
                  <a:pt x="430" y="551"/>
                  <a:pt x="445" y="543"/>
                  <a:pt x="460" y="533"/>
                </a:cubicBezTo>
                <a:cubicBezTo>
                  <a:pt x="475" y="523"/>
                  <a:pt x="488" y="512"/>
                  <a:pt x="500" y="500"/>
                </a:cubicBezTo>
                <a:cubicBezTo>
                  <a:pt x="513" y="487"/>
                  <a:pt x="524" y="474"/>
                  <a:pt x="534" y="459"/>
                </a:cubicBezTo>
                <a:cubicBezTo>
                  <a:pt x="543" y="445"/>
                  <a:pt x="551" y="429"/>
                  <a:pt x="558" y="413"/>
                </a:cubicBezTo>
                <a:cubicBezTo>
                  <a:pt x="565" y="397"/>
                  <a:pt x="570" y="380"/>
                  <a:pt x="573" y="363"/>
                </a:cubicBezTo>
                <a:cubicBezTo>
                  <a:pt x="577" y="346"/>
                  <a:pt x="578" y="329"/>
                  <a:pt x="578" y="311"/>
                </a:cubicBezTo>
                <a:cubicBezTo>
                  <a:pt x="578" y="294"/>
                  <a:pt x="577" y="276"/>
                  <a:pt x="573" y="259"/>
                </a:cubicBezTo>
                <a:cubicBezTo>
                  <a:pt x="570" y="242"/>
                  <a:pt x="565" y="225"/>
                  <a:pt x="558" y="209"/>
                </a:cubicBezTo>
                <a:cubicBezTo>
                  <a:pt x="551" y="193"/>
                  <a:pt x="543" y="178"/>
                  <a:pt x="533" y="163"/>
                </a:cubicBezTo>
                <a:cubicBezTo>
                  <a:pt x="524" y="149"/>
                  <a:pt x="513" y="135"/>
                  <a:pt x="500" y="123"/>
                </a:cubicBezTo>
                <a:cubicBezTo>
                  <a:pt x="488" y="110"/>
                  <a:pt x="474" y="99"/>
                  <a:pt x="460" y="90"/>
                </a:cubicBezTo>
                <a:cubicBezTo>
                  <a:pt x="445" y="80"/>
                  <a:pt x="430" y="72"/>
                  <a:pt x="414" y="65"/>
                </a:cubicBezTo>
                <a:cubicBezTo>
                  <a:pt x="397" y="58"/>
                  <a:pt x="380" y="53"/>
                  <a:pt x="363" y="50"/>
                </a:cubicBezTo>
                <a:cubicBezTo>
                  <a:pt x="346" y="46"/>
                  <a:pt x="328" y="45"/>
                  <a:pt x="311" y="45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966600" y="2108880"/>
            <a:ext cx="5904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OKx/meta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966600" y="2373840"/>
            <a:ext cx="29984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Een makkelijk navigeerbare opzet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 van de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966600" y="2574000"/>
            <a:ext cx="31827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kennisbasis, zodat elk gremium dezelfde inhoud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8" name=""/>
          <p:cNvSpPr/>
          <p:nvPr/>
        </p:nvSpPr>
        <p:spPr>
          <a:xfrm>
            <a:off x="635040" y="3060720"/>
            <a:ext cx="224280" cy="208440"/>
          </a:xfrm>
          <a:custGeom>
            <a:avLst/>
            <a:gdLst/>
            <a:ahLst/>
            <a:rect l="0" t="0" r="r" b="b"/>
            <a:pathLst>
              <a:path w="623" h="579">
                <a:moveTo>
                  <a:pt x="349" y="579"/>
                </a:moveTo>
                <a:lnTo>
                  <a:pt x="311" y="557"/>
                </a:lnTo>
                <a:lnTo>
                  <a:pt x="400" y="400"/>
                </a:lnTo>
                <a:lnTo>
                  <a:pt x="534" y="400"/>
                </a:lnTo>
                <a:cubicBezTo>
                  <a:pt x="540" y="400"/>
                  <a:pt x="546" y="399"/>
                  <a:pt x="551" y="397"/>
                </a:cubicBezTo>
                <a:cubicBezTo>
                  <a:pt x="556" y="394"/>
                  <a:pt x="561" y="391"/>
                  <a:pt x="565" y="387"/>
                </a:cubicBezTo>
                <a:cubicBezTo>
                  <a:pt x="570" y="383"/>
                  <a:pt x="573" y="378"/>
                  <a:pt x="575" y="373"/>
                </a:cubicBezTo>
                <a:cubicBezTo>
                  <a:pt x="577" y="367"/>
                  <a:pt x="578" y="362"/>
                  <a:pt x="578" y="356"/>
                </a:cubicBezTo>
                <a:lnTo>
                  <a:pt x="578" y="89"/>
                </a:lnTo>
                <a:cubicBezTo>
                  <a:pt x="578" y="83"/>
                  <a:pt x="577" y="77"/>
                  <a:pt x="575" y="72"/>
                </a:cubicBezTo>
                <a:cubicBezTo>
                  <a:pt x="573" y="67"/>
                  <a:pt x="570" y="62"/>
                  <a:pt x="565" y="58"/>
                </a:cubicBezTo>
                <a:cubicBezTo>
                  <a:pt x="561" y="53"/>
                  <a:pt x="556" y="50"/>
                  <a:pt x="551" y="48"/>
                </a:cubicBezTo>
                <a:cubicBezTo>
                  <a:pt x="546" y="46"/>
                  <a:pt x="540" y="45"/>
                  <a:pt x="534" y="45"/>
                </a:cubicBezTo>
                <a:lnTo>
                  <a:pt x="89" y="45"/>
                </a:lnTo>
                <a:cubicBezTo>
                  <a:pt x="83" y="45"/>
                  <a:pt x="77" y="46"/>
                  <a:pt x="72" y="48"/>
                </a:cubicBezTo>
                <a:cubicBezTo>
                  <a:pt x="66" y="50"/>
                  <a:pt x="61" y="53"/>
                  <a:pt x="57" y="58"/>
                </a:cubicBezTo>
                <a:cubicBezTo>
                  <a:pt x="53" y="62"/>
                  <a:pt x="50" y="67"/>
                  <a:pt x="48" y="72"/>
                </a:cubicBezTo>
                <a:cubicBezTo>
                  <a:pt x="45" y="77"/>
                  <a:pt x="44" y="83"/>
                  <a:pt x="44" y="89"/>
                </a:cubicBezTo>
                <a:lnTo>
                  <a:pt x="44" y="356"/>
                </a:lnTo>
                <a:cubicBezTo>
                  <a:pt x="44" y="362"/>
                  <a:pt x="45" y="367"/>
                  <a:pt x="48" y="373"/>
                </a:cubicBezTo>
                <a:cubicBezTo>
                  <a:pt x="50" y="378"/>
                  <a:pt x="53" y="383"/>
                  <a:pt x="57" y="387"/>
                </a:cubicBezTo>
                <a:cubicBezTo>
                  <a:pt x="61" y="391"/>
                  <a:pt x="66" y="394"/>
                  <a:pt x="72" y="397"/>
                </a:cubicBezTo>
                <a:cubicBezTo>
                  <a:pt x="77" y="399"/>
                  <a:pt x="83" y="400"/>
                  <a:pt x="89" y="400"/>
                </a:cubicBezTo>
                <a:lnTo>
                  <a:pt x="289" y="400"/>
                </a:lnTo>
                <a:lnTo>
                  <a:pt x="289" y="446"/>
                </a:lnTo>
                <a:lnTo>
                  <a:pt x="89" y="446"/>
                </a:lnTo>
                <a:cubicBezTo>
                  <a:pt x="77" y="446"/>
                  <a:pt x="65" y="443"/>
                  <a:pt x="55" y="438"/>
                </a:cubicBezTo>
                <a:cubicBezTo>
                  <a:pt x="44" y="433"/>
                  <a:pt x="34" y="427"/>
                  <a:pt x="26" y="419"/>
                </a:cubicBezTo>
                <a:cubicBezTo>
                  <a:pt x="17" y="410"/>
                  <a:pt x="11" y="401"/>
                  <a:pt x="6" y="390"/>
                </a:cubicBezTo>
                <a:cubicBezTo>
                  <a:pt x="2" y="379"/>
                  <a:pt x="0" y="367"/>
                  <a:pt x="0" y="356"/>
                </a:cubicBezTo>
                <a:lnTo>
                  <a:pt x="0" y="89"/>
                </a:lnTo>
                <a:cubicBezTo>
                  <a:pt x="0" y="77"/>
                  <a:pt x="2" y="66"/>
                  <a:pt x="6" y="55"/>
                </a:cubicBezTo>
                <a:cubicBezTo>
                  <a:pt x="11" y="44"/>
                  <a:pt x="17" y="35"/>
                  <a:pt x="26" y="26"/>
                </a:cubicBezTo>
                <a:cubicBezTo>
                  <a:pt x="34" y="18"/>
                  <a:pt x="44" y="11"/>
                  <a:pt x="55" y="7"/>
                </a:cubicBezTo>
                <a:cubicBezTo>
                  <a:pt x="65" y="2"/>
                  <a:pt x="77" y="0"/>
                  <a:pt x="89" y="0"/>
                </a:cubicBezTo>
                <a:lnTo>
                  <a:pt x="534" y="0"/>
                </a:lnTo>
                <a:cubicBezTo>
                  <a:pt x="546" y="0"/>
                  <a:pt x="557" y="2"/>
                  <a:pt x="568" y="7"/>
                </a:cubicBezTo>
                <a:cubicBezTo>
                  <a:pt x="579" y="11"/>
                  <a:pt x="589" y="18"/>
                  <a:pt x="597" y="26"/>
                </a:cubicBezTo>
                <a:cubicBezTo>
                  <a:pt x="605" y="35"/>
                  <a:pt x="612" y="44"/>
                  <a:pt x="616" y="55"/>
                </a:cubicBezTo>
                <a:cubicBezTo>
                  <a:pt x="621" y="66"/>
                  <a:pt x="623" y="77"/>
                  <a:pt x="623" y="89"/>
                </a:cubicBezTo>
                <a:lnTo>
                  <a:pt x="623" y="356"/>
                </a:lnTo>
                <a:cubicBezTo>
                  <a:pt x="623" y="367"/>
                  <a:pt x="621" y="379"/>
                  <a:pt x="616" y="390"/>
                </a:cubicBezTo>
                <a:cubicBezTo>
                  <a:pt x="612" y="401"/>
                  <a:pt x="605" y="410"/>
                  <a:pt x="597" y="419"/>
                </a:cubicBezTo>
                <a:cubicBezTo>
                  <a:pt x="589" y="427"/>
                  <a:pt x="579" y="433"/>
                  <a:pt x="568" y="438"/>
                </a:cubicBezTo>
                <a:cubicBezTo>
                  <a:pt x="557" y="443"/>
                  <a:pt x="546" y="446"/>
                  <a:pt x="534" y="446"/>
                </a:cubicBezTo>
                <a:lnTo>
                  <a:pt x="426" y="446"/>
                </a:lnTo>
                <a:lnTo>
                  <a:pt x="349" y="579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9" name=""/>
          <p:cNvSpPr/>
          <p:nvPr/>
        </p:nvSpPr>
        <p:spPr>
          <a:xfrm>
            <a:off x="682920" y="3108600"/>
            <a:ext cx="128520" cy="64440"/>
          </a:xfrm>
          <a:custGeom>
            <a:avLst/>
            <a:gdLst/>
            <a:ahLst/>
            <a:rect l="0" t="0" r="r" b="b"/>
            <a:pathLst>
              <a:path w="357" h="179">
                <a:moveTo>
                  <a:pt x="0" y="0"/>
                </a:moveTo>
                <a:lnTo>
                  <a:pt x="357" y="0"/>
                </a:lnTo>
                <a:lnTo>
                  <a:pt x="357" y="45"/>
                </a:lnTo>
                <a:lnTo>
                  <a:pt x="0" y="45"/>
                </a:lnTo>
                <a:lnTo>
                  <a:pt x="0" y="0"/>
                </a:lnTo>
                <a:moveTo>
                  <a:pt x="0" y="135"/>
                </a:moveTo>
                <a:lnTo>
                  <a:pt x="223" y="135"/>
                </a:lnTo>
                <a:lnTo>
                  <a:pt x="223" y="179"/>
                </a:lnTo>
                <a:lnTo>
                  <a:pt x="0" y="179"/>
                </a:lnTo>
                <a:lnTo>
                  <a:pt x="0" y="135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966600" y="2764440"/>
            <a:ext cx="3344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vindt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966600" y="3050280"/>
            <a:ext cx="24084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Een gemeenschappelijke taal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: de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966600" y="3240720"/>
            <a:ext cx="30013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begrippenlijst en het informatiemodel om het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3" name=""/>
          <p:cNvSpPr/>
          <p:nvPr/>
        </p:nvSpPr>
        <p:spPr>
          <a:xfrm>
            <a:off x="4228920" y="857160"/>
            <a:ext cx="4648680" cy="2781720"/>
          </a:xfrm>
          <a:custGeom>
            <a:avLst/>
            <a:gdLst/>
            <a:ahLst/>
            <a:rect l="0" t="0" r="r" b="b"/>
            <a:pathLst>
              <a:path w="12913" h="7727">
                <a:moveTo>
                  <a:pt x="0" y="0"/>
                </a:moveTo>
                <a:lnTo>
                  <a:pt x="12913" y="0"/>
                </a:lnTo>
                <a:lnTo>
                  <a:pt x="12913" y="7727"/>
                </a:lnTo>
                <a:lnTo>
                  <a:pt x="0" y="77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4" name=""/>
          <p:cNvSpPr/>
          <p:nvPr/>
        </p:nvSpPr>
        <p:spPr>
          <a:xfrm>
            <a:off x="4228920" y="857160"/>
            <a:ext cx="4648680" cy="38520"/>
          </a:xfrm>
          <a:custGeom>
            <a:avLst/>
            <a:gdLst/>
            <a:ahLst/>
            <a:rect l="0" t="0" r="r" b="b"/>
            <a:pathLst>
              <a:path w="12913" h="107">
                <a:moveTo>
                  <a:pt x="0" y="0"/>
                </a:moveTo>
                <a:lnTo>
                  <a:pt x="12913" y="0"/>
                </a:lnTo>
                <a:lnTo>
                  <a:pt x="1291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5" name=""/>
          <p:cNvSpPr/>
          <p:nvPr/>
        </p:nvSpPr>
        <p:spPr>
          <a:xfrm>
            <a:off x="4228920" y="3628800"/>
            <a:ext cx="4648680" cy="10080"/>
          </a:xfrm>
          <a:custGeom>
            <a:avLst/>
            <a:gdLst/>
            <a:ahLst/>
            <a:rect l="0" t="0" r="r" b="b"/>
            <a:pathLst>
              <a:path w="12913" h="28">
                <a:moveTo>
                  <a:pt x="0" y="0"/>
                </a:moveTo>
                <a:lnTo>
                  <a:pt x="12913" y="0"/>
                </a:lnTo>
                <a:lnTo>
                  <a:pt x="129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6" name=""/>
          <p:cNvSpPr/>
          <p:nvPr/>
        </p:nvSpPr>
        <p:spPr>
          <a:xfrm>
            <a:off x="8867520" y="857160"/>
            <a:ext cx="10080" cy="2781720"/>
          </a:xfrm>
          <a:custGeom>
            <a:avLst/>
            <a:gdLst/>
            <a:ahLst/>
            <a:rect l="0" t="0" r="r" b="b"/>
            <a:pathLst>
              <a:path w="28" h="7727">
                <a:moveTo>
                  <a:pt x="0" y="106"/>
                </a:moveTo>
                <a:lnTo>
                  <a:pt x="0" y="7727"/>
                </a:lnTo>
                <a:lnTo>
                  <a:pt x="28" y="7727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7" name=""/>
          <p:cNvSpPr/>
          <p:nvPr/>
        </p:nvSpPr>
        <p:spPr>
          <a:xfrm>
            <a:off x="4228920" y="857160"/>
            <a:ext cx="9720" cy="2781720"/>
          </a:xfrm>
          <a:custGeom>
            <a:avLst/>
            <a:gdLst/>
            <a:ahLst/>
            <a:rect l="0" t="0" r="r" b="b"/>
            <a:pathLst>
              <a:path w="27" h="7727">
                <a:moveTo>
                  <a:pt x="0" y="0"/>
                </a:moveTo>
                <a:lnTo>
                  <a:pt x="0" y="7727"/>
                </a:lnTo>
                <a:lnTo>
                  <a:pt x="27" y="7727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966600" y="3440880"/>
            <a:ext cx="18889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eigen model naast te leggen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9" name=""/>
          <p:cNvSpPr/>
          <p:nvPr/>
        </p:nvSpPr>
        <p:spPr>
          <a:xfrm>
            <a:off x="4405680" y="1376640"/>
            <a:ext cx="223200" cy="208440"/>
          </a:xfrm>
          <a:custGeom>
            <a:avLst/>
            <a:gdLst/>
            <a:ahLst/>
            <a:rect l="0" t="0" r="r" b="b"/>
            <a:pathLst>
              <a:path w="620" h="579">
                <a:moveTo>
                  <a:pt x="620" y="248"/>
                </a:moveTo>
                <a:lnTo>
                  <a:pt x="537" y="248"/>
                </a:lnTo>
                <a:lnTo>
                  <a:pt x="537" y="165"/>
                </a:lnTo>
                <a:lnTo>
                  <a:pt x="496" y="165"/>
                </a:lnTo>
                <a:lnTo>
                  <a:pt x="496" y="248"/>
                </a:lnTo>
                <a:lnTo>
                  <a:pt x="413" y="248"/>
                </a:lnTo>
                <a:lnTo>
                  <a:pt x="413" y="289"/>
                </a:lnTo>
                <a:lnTo>
                  <a:pt x="496" y="289"/>
                </a:lnTo>
                <a:lnTo>
                  <a:pt x="496" y="372"/>
                </a:lnTo>
                <a:lnTo>
                  <a:pt x="537" y="372"/>
                </a:lnTo>
                <a:lnTo>
                  <a:pt x="537" y="289"/>
                </a:lnTo>
                <a:lnTo>
                  <a:pt x="620" y="289"/>
                </a:lnTo>
                <a:lnTo>
                  <a:pt x="620" y="248"/>
                </a:lnTo>
                <a:moveTo>
                  <a:pt x="206" y="42"/>
                </a:moveTo>
                <a:cubicBezTo>
                  <a:pt x="220" y="42"/>
                  <a:pt x="233" y="44"/>
                  <a:pt x="246" y="49"/>
                </a:cubicBezTo>
                <a:cubicBezTo>
                  <a:pt x="258" y="55"/>
                  <a:pt x="270" y="62"/>
                  <a:pt x="279" y="72"/>
                </a:cubicBezTo>
                <a:cubicBezTo>
                  <a:pt x="289" y="81"/>
                  <a:pt x="296" y="93"/>
                  <a:pt x="302" y="105"/>
                </a:cubicBezTo>
                <a:cubicBezTo>
                  <a:pt x="307" y="118"/>
                  <a:pt x="310" y="131"/>
                  <a:pt x="310" y="145"/>
                </a:cubicBezTo>
                <a:cubicBezTo>
                  <a:pt x="310" y="158"/>
                  <a:pt x="307" y="172"/>
                  <a:pt x="302" y="184"/>
                </a:cubicBezTo>
                <a:cubicBezTo>
                  <a:pt x="296" y="197"/>
                  <a:pt x="289" y="208"/>
                  <a:pt x="279" y="218"/>
                </a:cubicBezTo>
                <a:cubicBezTo>
                  <a:pt x="270" y="227"/>
                  <a:pt x="258" y="235"/>
                  <a:pt x="246" y="240"/>
                </a:cubicBezTo>
                <a:cubicBezTo>
                  <a:pt x="233" y="245"/>
                  <a:pt x="220" y="248"/>
                  <a:pt x="206" y="248"/>
                </a:cubicBezTo>
                <a:cubicBezTo>
                  <a:pt x="193" y="248"/>
                  <a:pt x="180" y="245"/>
                  <a:pt x="167" y="240"/>
                </a:cubicBezTo>
                <a:cubicBezTo>
                  <a:pt x="154" y="235"/>
                  <a:pt x="143" y="227"/>
                  <a:pt x="133" y="218"/>
                </a:cubicBezTo>
                <a:cubicBezTo>
                  <a:pt x="124" y="208"/>
                  <a:pt x="116" y="197"/>
                  <a:pt x="111" y="184"/>
                </a:cubicBezTo>
                <a:cubicBezTo>
                  <a:pt x="106" y="172"/>
                  <a:pt x="103" y="158"/>
                  <a:pt x="103" y="145"/>
                </a:cubicBezTo>
                <a:cubicBezTo>
                  <a:pt x="103" y="131"/>
                  <a:pt x="106" y="118"/>
                  <a:pt x="111" y="105"/>
                </a:cubicBezTo>
                <a:cubicBezTo>
                  <a:pt x="116" y="93"/>
                  <a:pt x="124" y="81"/>
                  <a:pt x="133" y="72"/>
                </a:cubicBezTo>
                <a:cubicBezTo>
                  <a:pt x="143" y="62"/>
                  <a:pt x="154" y="55"/>
                  <a:pt x="167" y="49"/>
                </a:cubicBezTo>
                <a:cubicBezTo>
                  <a:pt x="180" y="44"/>
                  <a:pt x="193" y="42"/>
                  <a:pt x="206" y="42"/>
                </a:cubicBezTo>
                <a:moveTo>
                  <a:pt x="206" y="0"/>
                </a:moveTo>
                <a:cubicBezTo>
                  <a:pt x="197" y="0"/>
                  <a:pt x="187" y="1"/>
                  <a:pt x="178" y="3"/>
                </a:cubicBezTo>
                <a:cubicBezTo>
                  <a:pt x="169" y="5"/>
                  <a:pt x="160" y="8"/>
                  <a:pt x="151" y="11"/>
                </a:cubicBezTo>
                <a:cubicBezTo>
                  <a:pt x="142" y="15"/>
                  <a:pt x="134" y="19"/>
                  <a:pt x="126" y="25"/>
                </a:cubicBezTo>
                <a:cubicBezTo>
                  <a:pt x="118" y="30"/>
                  <a:pt x="111" y="36"/>
                  <a:pt x="104" y="43"/>
                </a:cubicBezTo>
                <a:cubicBezTo>
                  <a:pt x="98" y="49"/>
                  <a:pt x="92" y="57"/>
                  <a:pt x="86" y="64"/>
                </a:cubicBezTo>
                <a:cubicBezTo>
                  <a:pt x="81" y="72"/>
                  <a:pt x="77" y="81"/>
                  <a:pt x="73" y="89"/>
                </a:cubicBezTo>
                <a:cubicBezTo>
                  <a:pt x="69" y="98"/>
                  <a:pt x="67" y="107"/>
                  <a:pt x="65" y="117"/>
                </a:cubicBezTo>
                <a:cubicBezTo>
                  <a:pt x="63" y="126"/>
                  <a:pt x="62" y="135"/>
                  <a:pt x="62" y="145"/>
                </a:cubicBezTo>
                <a:cubicBezTo>
                  <a:pt x="62" y="154"/>
                  <a:pt x="63" y="164"/>
                  <a:pt x="65" y="173"/>
                </a:cubicBezTo>
                <a:cubicBezTo>
                  <a:pt x="67" y="182"/>
                  <a:pt x="69" y="191"/>
                  <a:pt x="73" y="200"/>
                </a:cubicBezTo>
                <a:cubicBezTo>
                  <a:pt x="77" y="209"/>
                  <a:pt x="81" y="217"/>
                  <a:pt x="86" y="225"/>
                </a:cubicBezTo>
                <a:cubicBezTo>
                  <a:pt x="92" y="233"/>
                  <a:pt x="98" y="240"/>
                  <a:pt x="104" y="247"/>
                </a:cubicBezTo>
                <a:cubicBezTo>
                  <a:pt x="111" y="254"/>
                  <a:pt x="118" y="260"/>
                  <a:pt x="126" y="265"/>
                </a:cubicBezTo>
                <a:cubicBezTo>
                  <a:pt x="134" y="270"/>
                  <a:pt x="142" y="275"/>
                  <a:pt x="151" y="278"/>
                </a:cubicBezTo>
                <a:cubicBezTo>
                  <a:pt x="160" y="282"/>
                  <a:pt x="169" y="285"/>
                  <a:pt x="178" y="286"/>
                </a:cubicBezTo>
                <a:cubicBezTo>
                  <a:pt x="187" y="288"/>
                  <a:pt x="197" y="289"/>
                  <a:pt x="206" y="289"/>
                </a:cubicBezTo>
                <a:cubicBezTo>
                  <a:pt x="216" y="289"/>
                  <a:pt x="225" y="288"/>
                  <a:pt x="235" y="286"/>
                </a:cubicBezTo>
                <a:cubicBezTo>
                  <a:pt x="244" y="285"/>
                  <a:pt x="253" y="282"/>
                  <a:pt x="262" y="278"/>
                </a:cubicBezTo>
                <a:cubicBezTo>
                  <a:pt x="270" y="275"/>
                  <a:pt x="279" y="270"/>
                  <a:pt x="287" y="265"/>
                </a:cubicBezTo>
                <a:cubicBezTo>
                  <a:pt x="294" y="260"/>
                  <a:pt x="302" y="254"/>
                  <a:pt x="308" y="247"/>
                </a:cubicBezTo>
                <a:cubicBezTo>
                  <a:pt x="315" y="240"/>
                  <a:pt x="321" y="233"/>
                  <a:pt x="326" y="225"/>
                </a:cubicBezTo>
                <a:cubicBezTo>
                  <a:pt x="332" y="217"/>
                  <a:pt x="336" y="209"/>
                  <a:pt x="340" y="200"/>
                </a:cubicBezTo>
                <a:cubicBezTo>
                  <a:pt x="343" y="191"/>
                  <a:pt x="346" y="182"/>
                  <a:pt x="348" y="173"/>
                </a:cubicBezTo>
                <a:cubicBezTo>
                  <a:pt x="350" y="164"/>
                  <a:pt x="351" y="154"/>
                  <a:pt x="351" y="145"/>
                </a:cubicBezTo>
                <a:cubicBezTo>
                  <a:pt x="351" y="135"/>
                  <a:pt x="350" y="126"/>
                  <a:pt x="348" y="117"/>
                </a:cubicBezTo>
                <a:cubicBezTo>
                  <a:pt x="346" y="107"/>
                  <a:pt x="343" y="98"/>
                  <a:pt x="340" y="89"/>
                </a:cubicBezTo>
                <a:cubicBezTo>
                  <a:pt x="336" y="81"/>
                  <a:pt x="332" y="72"/>
                  <a:pt x="326" y="64"/>
                </a:cubicBezTo>
                <a:cubicBezTo>
                  <a:pt x="321" y="57"/>
                  <a:pt x="315" y="49"/>
                  <a:pt x="308" y="43"/>
                </a:cubicBezTo>
                <a:cubicBezTo>
                  <a:pt x="302" y="36"/>
                  <a:pt x="294" y="30"/>
                  <a:pt x="287" y="25"/>
                </a:cubicBezTo>
                <a:cubicBezTo>
                  <a:pt x="279" y="19"/>
                  <a:pt x="270" y="15"/>
                  <a:pt x="262" y="11"/>
                </a:cubicBezTo>
                <a:cubicBezTo>
                  <a:pt x="253" y="8"/>
                  <a:pt x="244" y="5"/>
                  <a:pt x="235" y="3"/>
                </a:cubicBezTo>
                <a:cubicBezTo>
                  <a:pt x="225" y="1"/>
                  <a:pt x="216" y="0"/>
                  <a:pt x="206" y="0"/>
                </a:cubicBezTo>
                <a:moveTo>
                  <a:pt x="413" y="579"/>
                </a:moveTo>
                <a:lnTo>
                  <a:pt x="371" y="579"/>
                </a:lnTo>
                <a:lnTo>
                  <a:pt x="371" y="475"/>
                </a:lnTo>
                <a:cubicBezTo>
                  <a:pt x="371" y="461"/>
                  <a:pt x="369" y="448"/>
                  <a:pt x="364" y="435"/>
                </a:cubicBezTo>
                <a:cubicBezTo>
                  <a:pt x="358" y="423"/>
                  <a:pt x="351" y="412"/>
                  <a:pt x="341" y="402"/>
                </a:cubicBezTo>
                <a:cubicBezTo>
                  <a:pt x="332" y="392"/>
                  <a:pt x="320" y="385"/>
                  <a:pt x="308" y="380"/>
                </a:cubicBezTo>
                <a:cubicBezTo>
                  <a:pt x="295" y="374"/>
                  <a:pt x="282" y="372"/>
                  <a:pt x="268" y="372"/>
                </a:cubicBezTo>
                <a:lnTo>
                  <a:pt x="144" y="372"/>
                </a:lnTo>
                <a:cubicBezTo>
                  <a:pt x="131" y="372"/>
                  <a:pt x="118" y="374"/>
                  <a:pt x="105" y="380"/>
                </a:cubicBezTo>
                <a:cubicBezTo>
                  <a:pt x="92" y="385"/>
                  <a:pt x="81" y="392"/>
                  <a:pt x="72" y="402"/>
                </a:cubicBezTo>
                <a:cubicBezTo>
                  <a:pt x="62" y="412"/>
                  <a:pt x="54" y="423"/>
                  <a:pt x="49" y="435"/>
                </a:cubicBezTo>
                <a:cubicBezTo>
                  <a:pt x="44" y="448"/>
                  <a:pt x="41" y="461"/>
                  <a:pt x="41" y="475"/>
                </a:cubicBezTo>
                <a:lnTo>
                  <a:pt x="41" y="579"/>
                </a:lnTo>
                <a:lnTo>
                  <a:pt x="0" y="579"/>
                </a:lnTo>
                <a:lnTo>
                  <a:pt x="0" y="475"/>
                </a:lnTo>
                <a:cubicBezTo>
                  <a:pt x="0" y="465"/>
                  <a:pt x="1" y="456"/>
                  <a:pt x="3" y="447"/>
                </a:cubicBezTo>
                <a:cubicBezTo>
                  <a:pt x="5" y="437"/>
                  <a:pt x="7" y="428"/>
                  <a:pt x="11" y="420"/>
                </a:cubicBezTo>
                <a:cubicBezTo>
                  <a:pt x="15" y="411"/>
                  <a:pt x="19" y="402"/>
                  <a:pt x="24" y="395"/>
                </a:cubicBezTo>
                <a:cubicBezTo>
                  <a:pt x="30" y="387"/>
                  <a:pt x="36" y="379"/>
                  <a:pt x="42" y="373"/>
                </a:cubicBezTo>
                <a:cubicBezTo>
                  <a:pt x="49" y="366"/>
                  <a:pt x="56" y="360"/>
                  <a:pt x="64" y="355"/>
                </a:cubicBezTo>
                <a:cubicBezTo>
                  <a:pt x="72" y="349"/>
                  <a:pt x="80" y="345"/>
                  <a:pt x="89" y="341"/>
                </a:cubicBezTo>
                <a:cubicBezTo>
                  <a:pt x="98" y="338"/>
                  <a:pt x="107" y="335"/>
                  <a:pt x="116" y="333"/>
                </a:cubicBezTo>
                <a:cubicBezTo>
                  <a:pt x="126" y="331"/>
                  <a:pt x="135" y="330"/>
                  <a:pt x="144" y="330"/>
                </a:cubicBezTo>
                <a:lnTo>
                  <a:pt x="268" y="330"/>
                </a:lnTo>
                <a:cubicBezTo>
                  <a:pt x="278" y="330"/>
                  <a:pt x="287" y="331"/>
                  <a:pt x="296" y="333"/>
                </a:cubicBezTo>
                <a:cubicBezTo>
                  <a:pt x="306" y="335"/>
                  <a:pt x="315" y="338"/>
                  <a:pt x="324" y="341"/>
                </a:cubicBezTo>
                <a:cubicBezTo>
                  <a:pt x="332" y="345"/>
                  <a:pt x="341" y="349"/>
                  <a:pt x="349" y="355"/>
                </a:cubicBezTo>
                <a:cubicBezTo>
                  <a:pt x="356" y="360"/>
                  <a:pt x="364" y="366"/>
                  <a:pt x="370" y="373"/>
                </a:cubicBezTo>
                <a:cubicBezTo>
                  <a:pt x="377" y="379"/>
                  <a:pt x="383" y="387"/>
                  <a:pt x="388" y="395"/>
                </a:cubicBezTo>
                <a:cubicBezTo>
                  <a:pt x="394" y="402"/>
                  <a:pt x="398" y="411"/>
                  <a:pt x="402" y="420"/>
                </a:cubicBezTo>
                <a:cubicBezTo>
                  <a:pt x="405" y="428"/>
                  <a:pt x="408" y="437"/>
                  <a:pt x="410" y="447"/>
                </a:cubicBezTo>
                <a:cubicBezTo>
                  <a:pt x="412" y="456"/>
                  <a:pt x="413" y="465"/>
                  <a:pt x="413" y="475"/>
                </a:cubicBezTo>
                <a:lnTo>
                  <a:pt x="413" y="579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4392000" y="1021320"/>
            <a:ext cx="16725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Voorstel voor vandaag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4721040" y="1307160"/>
            <a:ext cx="44614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AII spoor 3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: werksessie over aanmelden, intekenen, inschrijven en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2" name=""/>
          <p:cNvSpPr/>
          <p:nvPr/>
        </p:nvSpPr>
        <p:spPr>
          <a:xfrm>
            <a:off x="4420440" y="1843560"/>
            <a:ext cx="178560" cy="208080"/>
          </a:xfrm>
          <a:custGeom>
            <a:avLst/>
            <a:gdLst/>
            <a:ahLst/>
            <a:rect l="0" t="0" r="r" b="b"/>
            <a:pathLst>
              <a:path w="496" h="578">
                <a:moveTo>
                  <a:pt x="455" y="0"/>
                </a:moveTo>
                <a:lnTo>
                  <a:pt x="83" y="0"/>
                </a:lnTo>
                <a:cubicBezTo>
                  <a:pt x="77" y="0"/>
                  <a:pt x="72" y="1"/>
                  <a:pt x="67" y="3"/>
                </a:cubicBezTo>
                <a:cubicBezTo>
                  <a:pt x="62" y="5"/>
                  <a:pt x="58" y="8"/>
                  <a:pt x="54" y="12"/>
                </a:cubicBezTo>
                <a:cubicBezTo>
                  <a:pt x="50" y="16"/>
                  <a:pt x="47" y="20"/>
                  <a:pt x="45" y="25"/>
                </a:cubicBezTo>
                <a:cubicBezTo>
                  <a:pt x="43" y="30"/>
                  <a:pt x="42" y="36"/>
                  <a:pt x="42" y="41"/>
                </a:cubicBezTo>
                <a:lnTo>
                  <a:pt x="42" y="124"/>
                </a:lnTo>
                <a:lnTo>
                  <a:pt x="0" y="124"/>
                </a:lnTo>
                <a:lnTo>
                  <a:pt x="0" y="165"/>
                </a:lnTo>
                <a:lnTo>
                  <a:pt x="42" y="165"/>
                </a:lnTo>
                <a:lnTo>
                  <a:pt x="42" y="268"/>
                </a:lnTo>
                <a:lnTo>
                  <a:pt x="0" y="268"/>
                </a:lnTo>
                <a:lnTo>
                  <a:pt x="0" y="309"/>
                </a:lnTo>
                <a:lnTo>
                  <a:pt x="42" y="309"/>
                </a:lnTo>
                <a:lnTo>
                  <a:pt x="42" y="413"/>
                </a:lnTo>
                <a:lnTo>
                  <a:pt x="0" y="413"/>
                </a:lnTo>
                <a:lnTo>
                  <a:pt x="0" y="455"/>
                </a:lnTo>
                <a:lnTo>
                  <a:pt x="42" y="455"/>
                </a:lnTo>
                <a:lnTo>
                  <a:pt x="42" y="537"/>
                </a:lnTo>
                <a:cubicBezTo>
                  <a:pt x="42" y="543"/>
                  <a:pt x="43" y="548"/>
                  <a:pt x="45" y="553"/>
                </a:cubicBezTo>
                <a:cubicBezTo>
                  <a:pt x="47" y="558"/>
                  <a:pt x="50" y="562"/>
                  <a:pt x="54" y="566"/>
                </a:cubicBezTo>
                <a:cubicBezTo>
                  <a:pt x="58" y="570"/>
                  <a:pt x="62" y="573"/>
                  <a:pt x="67" y="575"/>
                </a:cubicBezTo>
                <a:cubicBezTo>
                  <a:pt x="72" y="577"/>
                  <a:pt x="77" y="578"/>
                  <a:pt x="83" y="578"/>
                </a:cubicBezTo>
                <a:lnTo>
                  <a:pt x="455" y="578"/>
                </a:lnTo>
                <a:cubicBezTo>
                  <a:pt x="461" y="578"/>
                  <a:pt x="466" y="577"/>
                  <a:pt x="471" y="575"/>
                </a:cubicBezTo>
                <a:cubicBezTo>
                  <a:pt x="476" y="573"/>
                  <a:pt x="481" y="570"/>
                  <a:pt x="484" y="566"/>
                </a:cubicBezTo>
                <a:cubicBezTo>
                  <a:pt x="488" y="562"/>
                  <a:pt x="491" y="558"/>
                  <a:pt x="493" y="553"/>
                </a:cubicBezTo>
                <a:cubicBezTo>
                  <a:pt x="495" y="548"/>
                  <a:pt x="496" y="543"/>
                  <a:pt x="496" y="537"/>
                </a:cubicBezTo>
                <a:lnTo>
                  <a:pt x="496" y="41"/>
                </a:lnTo>
                <a:cubicBezTo>
                  <a:pt x="496" y="36"/>
                  <a:pt x="495" y="30"/>
                  <a:pt x="493" y="25"/>
                </a:cubicBezTo>
                <a:cubicBezTo>
                  <a:pt x="491" y="20"/>
                  <a:pt x="488" y="16"/>
                  <a:pt x="484" y="12"/>
                </a:cubicBezTo>
                <a:cubicBezTo>
                  <a:pt x="481" y="8"/>
                  <a:pt x="476" y="5"/>
                  <a:pt x="471" y="3"/>
                </a:cubicBezTo>
                <a:cubicBezTo>
                  <a:pt x="466" y="1"/>
                  <a:pt x="461" y="0"/>
                  <a:pt x="455" y="0"/>
                </a:cubicBezTo>
                <a:moveTo>
                  <a:pt x="455" y="537"/>
                </a:moveTo>
                <a:lnTo>
                  <a:pt x="83" y="537"/>
                </a:lnTo>
                <a:lnTo>
                  <a:pt x="83" y="455"/>
                </a:lnTo>
                <a:lnTo>
                  <a:pt x="124" y="455"/>
                </a:lnTo>
                <a:lnTo>
                  <a:pt x="124" y="413"/>
                </a:lnTo>
                <a:lnTo>
                  <a:pt x="83" y="413"/>
                </a:lnTo>
                <a:lnTo>
                  <a:pt x="83" y="309"/>
                </a:lnTo>
                <a:lnTo>
                  <a:pt x="124" y="309"/>
                </a:lnTo>
                <a:lnTo>
                  <a:pt x="124" y="268"/>
                </a:lnTo>
                <a:lnTo>
                  <a:pt x="83" y="268"/>
                </a:lnTo>
                <a:lnTo>
                  <a:pt x="83" y="165"/>
                </a:lnTo>
                <a:lnTo>
                  <a:pt x="124" y="165"/>
                </a:lnTo>
                <a:lnTo>
                  <a:pt x="124" y="124"/>
                </a:lnTo>
                <a:lnTo>
                  <a:pt x="83" y="124"/>
                </a:lnTo>
                <a:lnTo>
                  <a:pt x="83" y="41"/>
                </a:lnTo>
                <a:lnTo>
                  <a:pt x="455" y="41"/>
                </a:lnTo>
                <a:lnTo>
                  <a:pt x="455" y="537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3" name=""/>
          <p:cNvSpPr/>
          <p:nvPr/>
        </p:nvSpPr>
        <p:spPr>
          <a:xfrm>
            <a:off x="4494960" y="1888200"/>
            <a:ext cx="59760" cy="119160"/>
          </a:xfrm>
          <a:custGeom>
            <a:avLst/>
            <a:gdLst/>
            <a:ahLst/>
            <a:rect l="0" t="0" r="r" b="b"/>
            <a:pathLst>
              <a:path w="166" h="331">
                <a:moveTo>
                  <a:pt x="0" y="0"/>
                </a:moveTo>
                <a:lnTo>
                  <a:pt x="166" y="0"/>
                </a:lnTo>
                <a:lnTo>
                  <a:pt x="166" y="41"/>
                </a:lnTo>
                <a:lnTo>
                  <a:pt x="0" y="41"/>
                </a:lnTo>
                <a:lnTo>
                  <a:pt x="0" y="0"/>
                </a:lnTo>
                <a:moveTo>
                  <a:pt x="0" y="144"/>
                </a:moveTo>
                <a:lnTo>
                  <a:pt x="166" y="144"/>
                </a:lnTo>
                <a:lnTo>
                  <a:pt x="166" y="185"/>
                </a:lnTo>
                <a:lnTo>
                  <a:pt x="0" y="185"/>
                </a:lnTo>
                <a:lnTo>
                  <a:pt x="0" y="144"/>
                </a:lnTo>
                <a:moveTo>
                  <a:pt x="0" y="289"/>
                </a:moveTo>
                <a:lnTo>
                  <a:pt x="166" y="289"/>
                </a:lnTo>
                <a:lnTo>
                  <a:pt x="166" y="331"/>
                </a:lnTo>
                <a:lnTo>
                  <a:pt x="0" y="331"/>
                </a:lnTo>
                <a:lnTo>
                  <a:pt x="0" y="289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4721040" y="1507320"/>
            <a:ext cx="17352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het ontsluiten van aanbod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4721040" y="1773720"/>
            <a:ext cx="42616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Onderwijs Catalogus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: gedeelde begrippen en informatiemodel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6" name=""/>
          <p:cNvSpPr/>
          <p:nvPr/>
        </p:nvSpPr>
        <p:spPr>
          <a:xfrm>
            <a:off x="4546800" y="2367360"/>
            <a:ext cx="45000" cy="22680"/>
          </a:xfrm>
          <a:custGeom>
            <a:avLst/>
            <a:gdLst/>
            <a:ahLst/>
            <a:rect l="0" t="0" r="r" b="b"/>
            <a:pathLst>
              <a:path w="125" h="63">
                <a:moveTo>
                  <a:pt x="21" y="0"/>
                </a:moveTo>
                <a:lnTo>
                  <a:pt x="104" y="0"/>
                </a:lnTo>
                <a:cubicBezTo>
                  <a:pt x="110" y="0"/>
                  <a:pt x="115" y="2"/>
                  <a:pt x="119" y="6"/>
                </a:cubicBezTo>
                <a:cubicBezTo>
                  <a:pt x="123" y="11"/>
                  <a:pt x="125" y="15"/>
                  <a:pt x="125" y="21"/>
                </a:cubicBezTo>
                <a:lnTo>
                  <a:pt x="125" y="63"/>
                </a:lnTo>
                <a:lnTo>
                  <a:pt x="0" y="63"/>
                </a:lnTo>
                <a:lnTo>
                  <a:pt x="0" y="21"/>
                </a:lnTo>
                <a:cubicBezTo>
                  <a:pt x="0" y="15"/>
                  <a:pt x="2" y="11"/>
                  <a:pt x="6" y="6"/>
                </a:cubicBezTo>
                <a:cubicBezTo>
                  <a:pt x="10" y="2"/>
                  <a:pt x="15" y="0"/>
                  <a:pt x="21" y="0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7" name=""/>
          <p:cNvSpPr/>
          <p:nvPr/>
        </p:nvSpPr>
        <p:spPr>
          <a:xfrm>
            <a:off x="4554360" y="2330280"/>
            <a:ext cx="29880" cy="30240"/>
          </a:xfrm>
          <a:custGeom>
            <a:avLst/>
            <a:gdLst/>
            <a:ahLst/>
            <a:rect l="0" t="0" r="r" b="b"/>
            <a:pathLst>
              <a:path w="83" h="84">
                <a:moveTo>
                  <a:pt x="83" y="42"/>
                </a:moveTo>
                <a:cubicBezTo>
                  <a:pt x="83" y="48"/>
                  <a:pt x="82" y="53"/>
                  <a:pt x="80" y="58"/>
                </a:cubicBezTo>
                <a:cubicBezTo>
                  <a:pt x="78" y="63"/>
                  <a:pt x="75" y="68"/>
                  <a:pt x="71" y="72"/>
                </a:cubicBezTo>
                <a:cubicBezTo>
                  <a:pt x="67" y="76"/>
                  <a:pt x="63" y="79"/>
                  <a:pt x="58" y="81"/>
                </a:cubicBezTo>
                <a:cubicBezTo>
                  <a:pt x="53" y="83"/>
                  <a:pt x="47" y="84"/>
                  <a:pt x="42" y="84"/>
                </a:cubicBezTo>
                <a:cubicBezTo>
                  <a:pt x="36" y="84"/>
                  <a:pt x="31" y="83"/>
                  <a:pt x="26" y="81"/>
                </a:cubicBezTo>
                <a:cubicBezTo>
                  <a:pt x="21" y="79"/>
                  <a:pt x="16" y="76"/>
                  <a:pt x="12" y="72"/>
                </a:cubicBezTo>
                <a:cubicBezTo>
                  <a:pt x="8" y="68"/>
                  <a:pt x="5" y="63"/>
                  <a:pt x="3" y="58"/>
                </a:cubicBezTo>
                <a:cubicBezTo>
                  <a:pt x="1" y="53"/>
                  <a:pt x="0" y="48"/>
                  <a:pt x="0" y="42"/>
                </a:cubicBezTo>
                <a:cubicBezTo>
                  <a:pt x="0" y="36"/>
                  <a:pt x="1" y="31"/>
                  <a:pt x="3" y="26"/>
                </a:cubicBezTo>
                <a:cubicBezTo>
                  <a:pt x="5" y="21"/>
                  <a:pt x="8" y="16"/>
                  <a:pt x="12" y="12"/>
                </a:cubicBezTo>
                <a:cubicBezTo>
                  <a:pt x="16" y="9"/>
                  <a:pt x="21" y="6"/>
                  <a:pt x="26" y="3"/>
                </a:cubicBezTo>
                <a:cubicBezTo>
                  <a:pt x="31" y="1"/>
                  <a:pt x="36" y="0"/>
                  <a:pt x="42" y="0"/>
                </a:cubicBezTo>
                <a:cubicBezTo>
                  <a:pt x="47" y="0"/>
                  <a:pt x="53" y="1"/>
                  <a:pt x="58" y="3"/>
                </a:cubicBezTo>
                <a:cubicBezTo>
                  <a:pt x="63" y="6"/>
                  <a:pt x="67" y="9"/>
                  <a:pt x="71" y="12"/>
                </a:cubicBezTo>
                <a:cubicBezTo>
                  <a:pt x="75" y="16"/>
                  <a:pt x="78" y="21"/>
                  <a:pt x="80" y="26"/>
                </a:cubicBezTo>
                <a:cubicBezTo>
                  <a:pt x="82" y="31"/>
                  <a:pt x="83" y="36"/>
                  <a:pt x="83" y="42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8" name=""/>
          <p:cNvSpPr/>
          <p:nvPr/>
        </p:nvSpPr>
        <p:spPr>
          <a:xfrm>
            <a:off x="4398120" y="2300760"/>
            <a:ext cx="230760" cy="208080"/>
          </a:xfrm>
          <a:custGeom>
            <a:avLst/>
            <a:gdLst/>
            <a:ahLst/>
            <a:rect l="0" t="0" r="r" b="b"/>
            <a:pathLst>
              <a:path w="641" h="578">
                <a:moveTo>
                  <a:pt x="600" y="331"/>
                </a:moveTo>
                <a:lnTo>
                  <a:pt x="352" y="331"/>
                </a:lnTo>
                <a:cubicBezTo>
                  <a:pt x="347" y="331"/>
                  <a:pt x="341" y="330"/>
                  <a:pt x="336" y="328"/>
                </a:cubicBezTo>
                <a:cubicBezTo>
                  <a:pt x="331" y="326"/>
                  <a:pt x="327" y="323"/>
                  <a:pt x="323" y="319"/>
                </a:cubicBezTo>
                <a:cubicBezTo>
                  <a:pt x="319" y="315"/>
                  <a:pt x="316" y="310"/>
                  <a:pt x="314" y="305"/>
                </a:cubicBezTo>
                <a:cubicBezTo>
                  <a:pt x="312" y="300"/>
                  <a:pt x="311" y="295"/>
                  <a:pt x="311" y="290"/>
                </a:cubicBezTo>
                <a:lnTo>
                  <a:pt x="311" y="41"/>
                </a:lnTo>
                <a:cubicBezTo>
                  <a:pt x="311" y="36"/>
                  <a:pt x="312" y="30"/>
                  <a:pt x="314" y="25"/>
                </a:cubicBezTo>
                <a:cubicBezTo>
                  <a:pt x="316" y="20"/>
                  <a:pt x="319" y="16"/>
                  <a:pt x="323" y="12"/>
                </a:cubicBezTo>
                <a:cubicBezTo>
                  <a:pt x="327" y="8"/>
                  <a:pt x="331" y="5"/>
                  <a:pt x="336" y="3"/>
                </a:cubicBezTo>
                <a:cubicBezTo>
                  <a:pt x="341" y="1"/>
                  <a:pt x="347" y="0"/>
                  <a:pt x="352" y="0"/>
                </a:cubicBezTo>
                <a:lnTo>
                  <a:pt x="600" y="0"/>
                </a:lnTo>
                <a:cubicBezTo>
                  <a:pt x="605" y="0"/>
                  <a:pt x="610" y="1"/>
                  <a:pt x="616" y="3"/>
                </a:cubicBezTo>
                <a:cubicBezTo>
                  <a:pt x="621" y="5"/>
                  <a:pt x="625" y="8"/>
                  <a:pt x="629" y="12"/>
                </a:cubicBezTo>
                <a:cubicBezTo>
                  <a:pt x="633" y="16"/>
                  <a:pt x="636" y="20"/>
                  <a:pt x="638" y="25"/>
                </a:cubicBezTo>
                <a:cubicBezTo>
                  <a:pt x="640" y="30"/>
                  <a:pt x="641" y="36"/>
                  <a:pt x="641" y="41"/>
                </a:cubicBezTo>
                <a:lnTo>
                  <a:pt x="641" y="290"/>
                </a:lnTo>
                <a:cubicBezTo>
                  <a:pt x="641" y="295"/>
                  <a:pt x="640" y="300"/>
                  <a:pt x="638" y="305"/>
                </a:cubicBezTo>
                <a:cubicBezTo>
                  <a:pt x="636" y="310"/>
                  <a:pt x="633" y="315"/>
                  <a:pt x="629" y="319"/>
                </a:cubicBezTo>
                <a:cubicBezTo>
                  <a:pt x="625" y="323"/>
                  <a:pt x="621" y="326"/>
                  <a:pt x="616" y="328"/>
                </a:cubicBezTo>
                <a:cubicBezTo>
                  <a:pt x="610" y="330"/>
                  <a:pt x="605" y="331"/>
                  <a:pt x="600" y="331"/>
                </a:cubicBezTo>
                <a:moveTo>
                  <a:pt x="352" y="41"/>
                </a:moveTo>
                <a:lnTo>
                  <a:pt x="352" y="290"/>
                </a:lnTo>
                <a:lnTo>
                  <a:pt x="600" y="290"/>
                </a:lnTo>
                <a:lnTo>
                  <a:pt x="600" y="41"/>
                </a:lnTo>
                <a:lnTo>
                  <a:pt x="352" y="41"/>
                </a:lnTo>
                <a:moveTo>
                  <a:pt x="290" y="578"/>
                </a:moveTo>
                <a:lnTo>
                  <a:pt x="249" y="578"/>
                </a:lnTo>
                <a:lnTo>
                  <a:pt x="249" y="496"/>
                </a:lnTo>
                <a:cubicBezTo>
                  <a:pt x="249" y="488"/>
                  <a:pt x="248" y="480"/>
                  <a:pt x="245" y="472"/>
                </a:cubicBezTo>
                <a:cubicBezTo>
                  <a:pt x="241" y="464"/>
                  <a:pt x="236" y="458"/>
                  <a:pt x="230" y="452"/>
                </a:cubicBezTo>
                <a:cubicBezTo>
                  <a:pt x="224" y="446"/>
                  <a:pt x="218" y="442"/>
                  <a:pt x="210" y="438"/>
                </a:cubicBezTo>
                <a:cubicBezTo>
                  <a:pt x="202" y="435"/>
                  <a:pt x="194" y="434"/>
                  <a:pt x="186" y="434"/>
                </a:cubicBezTo>
                <a:lnTo>
                  <a:pt x="104" y="434"/>
                </a:lnTo>
                <a:cubicBezTo>
                  <a:pt x="95" y="434"/>
                  <a:pt x="87" y="435"/>
                  <a:pt x="80" y="438"/>
                </a:cubicBezTo>
                <a:cubicBezTo>
                  <a:pt x="72" y="442"/>
                  <a:pt x="65" y="446"/>
                  <a:pt x="59" y="452"/>
                </a:cubicBezTo>
                <a:cubicBezTo>
                  <a:pt x="54" y="458"/>
                  <a:pt x="49" y="464"/>
                  <a:pt x="46" y="472"/>
                </a:cubicBezTo>
                <a:cubicBezTo>
                  <a:pt x="43" y="480"/>
                  <a:pt x="42" y="488"/>
                  <a:pt x="42" y="496"/>
                </a:cubicBezTo>
                <a:lnTo>
                  <a:pt x="42" y="578"/>
                </a:lnTo>
                <a:lnTo>
                  <a:pt x="0" y="578"/>
                </a:lnTo>
                <a:lnTo>
                  <a:pt x="0" y="496"/>
                </a:lnTo>
                <a:cubicBezTo>
                  <a:pt x="0" y="482"/>
                  <a:pt x="3" y="469"/>
                  <a:pt x="8" y="456"/>
                </a:cubicBezTo>
                <a:cubicBezTo>
                  <a:pt x="13" y="444"/>
                  <a:pt x="21" y="432"/>
                  <a:pt x="30" y="423"/>
                </a:cubicBezTo>
                <a:cubicBezTo>
                  <a:pt x="40" y="413"/>
                  <a:pt x="51" y="406"/>
                  <a:pt x="64" y="400"/>
                </a:cubicBezTo>
                <a:cubicBezTo>
                  <a:pt x="77" y="395"/>
                  <a:pt x="90" y="393"/>
                  <a:pt x="104" y="393"/>
                </a:cubicBezTo>
                <a:lnTo>
                  <a:pt x="186" y="393"/>
                </a:lnTo>
                <a:cubicBezTo>
                  <a:pt x="200" y="393"/>
                  <a:pt x="213" y="395"/>
                  <a:pt x="226" y="400"/>
                </a:cubicBezTo>
                <a:cubicBezTo>
                  <a:pt x="238" y="406"/>
                  <a:pt x="251" y="413"/>
                  <a:pt x="260" y="423"/>
                </a:cubicBezTo>
                <a:cubicBezTo>
                  <a:pt x="270" y="432"/>
                  <a:pt x="278" y="444"/>
                  <a:pt x="283" y="456"/>
                </a:cubicBezTo>
                <a:cubicBezTo>
                  <a:pt x="288" y="469"/>
                  <a:pt x="290" y="482"/>
                  <a:pt x="290" y="496"/>
                </a:cubicBezTo>
                <a:lnTo>
                  <a:pt x="290" y="578"/>
                </a:lnTo>
                <a:moveTo>
                  <a:pt x="145" y="185"/>
                </a:moveTo>
                <a:cubicBezTo>
                  <a:pt x="153" y="185"/>
                  <a:pt x="161" y="187"/>
                  <a:pt x="169" y="190"/>
                </a:cubicBezTo>
                <a:cubicBezTo>
                  <a:pt x="176" y="193"/>
                  <a:pt x="183" y="198"/>
                  <a:pt x="189" y="204"/>
                </a:cubicBezTo>
                <a:cubicBezTo>
                  <a:pt x="194" y="209"/>
                  <a:pt x="199" y="216"/>
                  <a:pt x="202" y="224"/>
                </a:cubicBezTo>
                <a:cubicBezTo>
                  <a:pt x="205" y="231"/>
                  <a:pt x="207" y="239"/>
                  <a:pt x="207" y="248"/>
                </a:cubicBezTo>
                <a:cubicBezTo>
                  <a:pt x="207" y="257"/>
                  <a:pt x="205" y="264"/>
                  <a:pt x="202" y="272"/>
                </a:cubicBezTo>
                <a:cubicBezTo>
                  <a:pt x="199" y="280"/>
                  <a:pt x="194" y="286"/>
                  <a:pt x="189" y="292"/>
                </a:cubicBezTo>
                <a:cubicBezTo>
                  <a:pt x="183" y="298"/>
                  <a:pt x="176" y="302"/>
                  <a:pt x="169" y="306"/>
                </a:cubicBezTo>
                <a:cubicBezTo>
                  <a:pt x="161" y="309"/>
                  <a:pt x="153" y="310"/>
                  <a:pt x="145" y="310"/>
                </a:cubicBezTo>
                <a:cubicBezTo>
                  <a:pt x="137" y="310"/>
                  <a:pt x="129" y="309"/>
                  <a:pt x="121" y="306"/>
                </a:cubicBezTo>
                <a:cubicBezTo>
                  <a:pt x="114" y="302"/>
                  <a:pt x="107" y="298"/>
                  <a:pt x="101" y="292"/>
                </a:cubicBezTo>
                <a:cubicBezTo>
                  <a:pt x="95" y="286"/>
                  <a:pt x="91" y="280"/>
                  <a:pt x="88" y="272"/>
                </a:cubicBezTo>
                <a:cubicBezTo>
                  <a:pt x="85" y="264"/>
                  <a:pt x="83" y="257"/>
                  <a:pt x="83" y="248"/>
                </a:cubicBezTo>
                <a:cubicBezTo>
                  <a:pt x="83" y="239"/>
                  <a:pt x="85" y="231"/>
                  <a:pt x="88" y="224"/>
                </a:cubicBezTo>
                <a:cubicBezTo>
                  <a:pt x="91" y="216"/>
                  <a:pt x="95" y="209"/>
                  <a:pt x="101" y="204"/>
                </a:cubicBezTo>
                <a:cubicBezTo>
                  <a:pt x="107" y="198"/>
                  <a:pt x="114" y="193"/>
                  <a:pt x="121" y="190"/>
                </a:cubicBezTo>
                <a:cubicBezTo>
                  <a:pt x="129" y="187"/>
                  <a:pt x="137" y="185"/>
                  <a:pt x="145" y="185"/>
                </a:cubicBezTo>
                <a:moveTo>
                  <a:pt x="145" y="144"/>
                </a:moveTo>
                <a:cubicBezTo>
                  <a:pt x="131" y="144"/>
                  <a:pt x="118" y="147"/>
                  <a:pt x="105" y="152"/>
                </a:cubicBezTo>
                <a:cubicBezTo>
                  <a:pt x="93" y="157"/>
                  <a:pt x="82" y="165"/>
                  <a:pt x="72" y="174"/>
                </a:cubicBezTo>
                <a:cubicBezTo>
                  <a:pt x="62" y="184"/>
                  <a:pt x="55" y="195"/>
                  <a:pt x="50" y="208"/>
                </a:cubicBezTo>
                <a:cubicBezTo>
                  <a:pt x="44" y="221"/>
                  <a:pt x="42" y="234"/>
                  <a:pt x="42" y="248"/>
                </a:cubicBezTo>
                <a:cubicBezTo>
                  <a:pt x="42" y="262"/>
                  <a:pt x="44" y="275"/>
                  <a:pt x="50" y="288"/>
                </a:cubicBezTo>
                <a:cubicBezTo>
                  <a:pt x="55" y="300"/>
                  <a:pt x="62" y="312"/>
                  <a:pt x="72" y="321"/>
                </a:cubicBezTo>
                <a:cubicBezTo>
                  <a:pt x="82" y="331"/>
                  <a:pt x="93" y="338"/>
                  <a:pt x="105" y="344"/>
                </a:cubicBezTo>
                <a:cubicBezTo>
                  <a:pt x="118" y="349"/>
                  <a:pt x="131" y="351"/>
                  <a:pt x="145" y="352"/>
                </a:cubicBezTo>
                <a:cubicBezTo>
                  <a:pt x="159" y="351"/>
                  <a:pt x="172" y="349"/>
                  <a:pt x="184" y="344"/>
                </a:cubicBezTo>
                <a:cubicBezTo>
                  <a:pt x="197" y="338"/>
                  <a:pt x="208" y="331"/>
                  <a:pt x="218" y="321"/>
                </a:cubicBezTo>
                <a:cubicBezTo>
                  <a:pt x="227" y="312"/>
                  <a:pt x="235" y="300"/>
                  <a:pt x="240" y="288"/>
                </a:cubicBezTo>
                <a:cubicBezTo>
                  <a:pt x="246" y="275"/>
                  <a:pt x="249" y="262"/>
                  <a:pt x="249" y="248"/>
                </a:cubicBezTo>
                <a:cubicBezTo>
                  <a:pt x="249" y="234"/>
                  <a:pt x="246" y="221"/>
                  <a:pt x="240" y="208"/>
                </a:cubicBezTo>
                <a:cubicBezTo>
                  <a:pt x="235" y="195"/>
                  <a:pt x="227" y="184"/>
                  <a:pt x="218" y="174"/>
                </a:cubicBezTo>
                <a:cubicBezTo>
                  <a:pt x="208" y="165"/>
                  <a:pt x="197" y="157"/>
                  <a:pt x="184" y="152"/>
                </a:cubicBezTo>
                <a:cubicBezTo>
                  <a:pt x="172" y="147"/>
                  <a:pt x="159" y="144"/>
                  <a:pt x="145" y="144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4721040" y="1964520"/>
            <a:ext cx="11253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met eduXchange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4721040" y="2230920"/>
            <a:ext cx="44719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EduID en identity provisioning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: wie is leidend voor de student in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1" name=""/>
          <p:cNvSpPr/>
          <p:nvPr/>
        </p:nvSpPr>
        <p:spPr>
          <a:xfrm>
            <a:off x="4410720" y="2772360"/>
            <a:ext cx="198360" cy="198360"/>
          </a:xfrm>
          <a:custGeom>
            <a:avLst/>
            <a:gdLst/>
            <a:ahLst/>
            <a:rect l="0" t="0" r="r" b="b"/>
            <a:pathLst>
              <a:path w="551" h="551">
                <a:moveTo>
                  <a:pt x="551" y="441"/>
                </a:moveTo>
                <a:lnTo>
                  <a:pt x="551" y="551"/>
                </a:lnTo>
                <a:lnTo>
                  <a:pt x="441" y="551"/>
                </a:lnTo>
                <a:lnTo>
                  <a:pt x="441" y="469"/>
                </a:lnTo>
                <a:lnTo>
                  <a:pt x="358" y="469"/>
                </a:lnTo>
                <a:lnTo>
                  <a:pt x="358" y="386"/>
                </a:lnTo>
                <a:lnTo>
                  <a:pt x="276" y="386"/>
                </a:lnTo>
                <a:lnTo>
                  <a:pt x="214" y="324"/>
                </a:lnTo>
                <a:cubicBezTo>
                  <a:pt x="199" y="329"/>
                  <a:pt x="183" y="331"/>
                  <a:pt x="166" y="331"/>
                </a:cubicBezTo>
                <a:cubicBezTo>
                  <a:pt x="155" y="331"/>
                  <a:pt x="144" y="330"/>
                  <a:pt x="134" y="328"/>
                </a:cubicBezTo>
                <a:cubicBezTo>
                  <a:pt x="122" y="326"/>
                  <a:pt x="112" y="323"/>
                  <a:pt x="102" y="319"/>
                </a:cubicBezTo>
                <a:cubicBezTo>
                  <a:pt x="92" y="314"/>
                  <a:pt x="82" y="309"/>
                  <a:pt x="73" y="303"/>
                </a:cubicBezTo>
                <a:cubicBezTo>
                  <a:pt x="64" y="297"/>
                  <a:pt x="56" y="290"/>
                  <a:pt x="48" y="283"/>
                </a:cubicBezTo>
                <a:cubicBezTo>
                  <a:pt x="40" y="274"/>
                  <a:pt x="34" y="266"/>
                  <a:pt x="28" y="257"/>
                </a:cubicBezTo>
                <a:cubicBezTo>
                  <a:pt x="22" y="248"/>
                  <a:pt x="17" y="238"/>
                  <a:pt x="12" y="228"/>
                </a:cubicBezTo>
                <a:cubicBezTo>
                  <a:pt x="8" y="218"/>
                  <a:pt x="5" y="208"/>
                  <a:pt x="3" y="197"/>
                </a:cubicBezTo>
                <a:cubicBezTo>
                  <a:pt x="1" y="187"/>
                  <a:pt x="0" y="176"/>
                  <a:pt x="0" y="165"/>
                </a:cubicBezTo>
                <a:cubicBezTo>
                  <a:pt x="0" y="154"/>
                  <a:pt x="1" y="143"/>
                  <a:pt x="3" y="133"/>
                </a:cubicBezTo>
                <a:cubicBezTo>
                  <a:pt x="5" y="122"/>
                  <a:pt x="8" y="112"/>
                  <a:pt x="12" y="102"/>
                </a:cubicBezTo>
                <a:cubicBezTo>
                  <a:pt x="17" y="92"/>
                  <a:pt x="22" y="82"/>
                  <a:pt x="28" y="73"/>
                </a:cubicBezTo>
                <a:cubicBezTo>
                  <a:pt x="34" y="64"/>
                  <a:pt x="40" y="56"/>
                  <a:pt x="48" y="48"/>
                </a:cubicBezTo>
                <a:cubicBezTo>
                  <a:pt x="56" y="41"/>
                  <a:pt x="64" y="34"/>
                  <a:pt x="73" y="28"/>
                </a:cubicBezTo>
                <a:cubicBezTo>
                  <a:pt x="82" y="22"/>
                  <a:pt x="92" y="17"/>
                  <a:pt x="102" y="13"/>
                </a:cubicBezTo>
                <a:cubicBezTo>
                  <a:pt x="112" y="8"/>
                  <a:pt x="122" y="5"/>
                  <a:pt x="134" y="3"/>
                </a:cubicBezTo>
                <a:cubicBezTo>
                  <a:pt x="144" y="1"/>
                  <a:pt x="155" y="0"/>
                  <a:pt x="166" y="0"/>
                </a:cubicBezTo>
                <a:cubicBezTo>
                  <a:pt x="177" y="0"/>
                  <a:pt x="187" y="1"/>
                  <a:pt x="198" y="3"/>
                </a:cubicBezTo>
                <a:cubicBezTo>
                  <a:pt x="209" y="5"/>
                  <a:pt x="219" y="8"/>
                  <a:pt x="229" y="13"/>
                </a:cubicBezTo>
                <a:cubicBezTo>
                  <a:pt x="239" y="17"/>
                  <a:pt x="249" y="22"/>
                  <a:pt x="258" y="28"/>
                </a:cubicBezTo>
                <a:cubicBezTo>
                  <a:pt x="267" y="34"/>
                  <a:pt x="275" y="41"/>
                  <a:pt x="283" y="48"/>
                </a:cubicBezTo>
                <a:cubicBezTo>
                  <a:pt x="290" y="56"/>
                  <a:pt x="297" y="64"/>
                  <a:pt x="303" y="73"/>
                </a:cubicBezTo>
                <a:cubicBezTo>
                  <a:pt x="309" y="82"/>
                  <a:pt x="314" y="92"/>
                  <a:pt x="318" y="102"/>
                </a:cubicBezTo>
                <a:cubicBezTo>
                  <a:pt x="323" y="112"/>
                  <a:pt x="326" y="122"/>
                  <a:pt x="328" y="133"/>
                </a:cubicBezTo>
                <a:cubicBezTo>
                  <a:pt x="330" y="143"/>
                  <a:pt x="331" y="154"/>
                  <a:pt x="331" y="165"/>
                </a:cubicBezTo>
                <a:cubicBezTo>
                  <a:pt x="331" y="182"/>
                  <a:pt x="328" y="198"/>
                  <a:pt x="324" y="213"/>
                </a:cubicBezTo>
                <a:lnTo>
                  <a:pt x="551" y="441"/>
                </a:lnTo>
                <a:moveTo>
                  <a:pt x="138" y="83"/>
                </a:moveTo>
                <a:cubicBezTo>
                  <a:pt x="131" y="83"/>
                  <a:pt x="124" y="84"/>
                  <a:pt x="116" y="87"/>
                </a:cubicBezTo>
                <a:cubicBezTo>
                  <a:pt x="110" y="89"/>
                  <a:pt x="104" y="93"/>
                  <a:pt x="98" y="99"/>
                </a:cubicBezTo>
                <a:cubicBezTo>
                  <a:pt x="93" y="104"/>
                  <a:pt x="89" y="110"/>
                  <a:pt x="87" y="116"/>
                </a:cubicBezTo>
                <a:cubicBezTo>
                  <a:pt x="84" y="123"/>
                  <a:pt x="82" y="130"/>
                  <a:pt x="82" y="138"/>
                </a:cubicBezTo>
                <a:cubicBezTo>
                  <a:pt x="82" y="145"/>
                  <a:pt x="84" y="152"/>
                  <a:pt x="87" y="159"/>
                </a:cubicBezTo>
                <a:cubicBezTo>
                  <a:pt x="89" y="165"/>
                  <a:pt x="93" y="171"/>
                  <a:pt x="98" y="176"/>
                </a:cubicBezTo>
                <a:cubicBezTo>
                  <a:pt x="104" y="182"/>
                  <a:pt x="110" y="186"/>
                  <a:pt x="116" y="188"/>
                </a:cubicBezTo>
                <a:cubicBezTo>
                  <a:pt x="124" y="191"/>
                  <a:pt x="131" y="193"/>
                  <a:pt x="138" y="193"/>
                </a:cubicBezTo>
                <a:cubicBezTo>
                  <a:pt x="146" y="193"/>
                  <a:pt x="153" y="191"/>
                  <a:pt x="159" y="188"/>
                </a:cubicBezTo>
                <a:cubicBezTo>
                  <a:pt x="166" y="186"/>
                  <a:pt x="172" y="182"/>
                  <a:pt x="177" y="176"/>
                </a:cubicBezTo>
                <a:cubicBezTo>
                  <a:pt x="182" y="171"/>
                  <a:pt x="186" y="165"/>
                  <a:pt x="189" y="159"/>
                </a:cubicBezTo>
                <a:cubicBezTo>
                  <a:pt x="192" y="152"/>
                  <a:pt x="193" y="145"/>
                  <a:pt x="193" y="138"/>
                </a:cubicBezTo>
                <a:cubicBezTo>
                  <a:pt x="193" y="130"/>
                  <a:pt x="192" y="123"/>
                  <a:pt x="189" y="116"/>
                </a:cubicBezTo>
                <a:cubicBezTo>
                  <a:pt x="186" y="110"/>
                  <a:pt x="182" y="104"/>
                  <a:pt x="177" y="99"/>
                </a:cubicBezTo>
                <a:cubicBezTo>
                  <a:pt x="172" y="93"/>
                  <a:pt x="166" y="89"/>
                  <a:pt x="159" y="87"/>
                </a:cubicBezTo>
                <a:cubicBezTo>
                  <a:pt x="153" y="84"/>
                  <a:pt x="146" y="83"/>
                  <a:pt x="138" y="83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4721040" y="2431080"/>
            <a:ext cx="5799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de keten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4721040" y="2688120"/>
            <a:ext cx="44175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Leeruitkomsten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: met de LUK-werkgroep de sleutel over de pijlers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4" name=""/>
          <p:cNvSpPr/>
          <p:nvPr/>
        </p:nvSpPr>
        <p:spPr>
          <a:xfrm>
            <a:off x="4405680" y="3224520"/>
            <a:ext cx="208440" cy="223200"/>
          </a:xfrm>
          <a:custGeom>
            <a:avLst/>
            <a:gdLst/>
            <a:ahLst/>
            <a:rect l="0" t="0" r="r" b="b"/>
            <a:pathLst>
              <a:path w="579" h="620">
                <a:moveTo>
                  <a:pt x="569" y="419"/>
                </a:moveTo>
                <a:lnTo>
                  <a:pt x="526" y="342"/>
                </a:lnTo>
                <a:lnTo>
                  <a:pt x="490" y="362"/>
                </a:lnTo>
                <a:lnTo>
                  <a:pt x="533" y="439"/>
                </a:lnTo>
                <a:cubicBezTo>
                  <a:pt x="540" y="452"/>
                  <a:pt x="540" y="465"/>
                  <a:pt x="532" y="477"/>
                </a:cubicBezTo>
                <a:cubicBezTo>
                  <a:pt x="525" y="489"/>
                  <a:pt x="513" y="496"/>
                  <a:pt x="499" y="496"/>
                </a:cubicBezTo>
                <a:lnTo>
                  <a:pt x="348" y="496"/>
                </a:lnTo>
                <a:lnTo>
                  <a:pt x="402" y="443"/>
                </a:lnTo>
                <a:lnTo>
                  <a:pt x="372" y="414"/>
                </a:lnTo>
                <a:lnTo>
                  <a:pt x="269" y="517"/>
                </a:lnTo>
                <a:lnTo>
                  <a:pt x="372" y="620"/>
                </a:lnTo>
                <a:lnTo>
                  <a:pt x="402" y="591"/>
                </a:lnTo>
                <a:lnTo>
                  <a:pt x="348" y="538"/>
                </a:lnTo>
                <a:lnTo>
                  <a:pt x="499" y="538"/>
                </a:lnTo>
                <a:cubicBezTo>
                  <a:pt x="513" y="538"/>
                  <a:pt x="526" y="534"/>
                  <a:pt x="539" y="527"/>
                </a:cubicBezTo>
                <a:cubicBezTo>
                  <a:pt x="551" y="520"/>
                  <a:pt x="560" y="511"/>
                  <a:pt x="568" y="498"/>
                </a:cubicBezTo>
                <a:cubicBezTo>
                  <a:pt x="575" y="486"/>
                  <a:pt x="579" y="473"/>
                  <a:pt x="579" y="459"/>
                </a:cubicBezTo>
                <a:cubicBezTo>
                  <a:pt x="579" y="445"/>
                  <a:pt x="576" y="431"/>
                  <a:pt x="569" y="419"/>
                </a:cubicBezTo>
                <a:moveTo>
                  <a:pt x="80" y="496"/>
                </a:moveTo>
                <a:cubicBezTo>
                  <a:pt x="65" y="496"/>
                  <a:pt x="54" y="490"/>
                  <a:pt x="47" y="477"/>
                </a:cubicBezTo>
                <a:cubicBezTo>
                  <a:pt x="39" y="465"/>
                  <a:pt x="39" y="452"/>
                  <a:pt x="46" y="439"/>
                </a:cubicBezTo>
                <a:lnTo>
                  <a:pt x="131" y="286"/>
                </a:lnTo>
                <a:lnTo>
                  <a:pt x="153" y="359"/>
                </a:lnTo>
                <a:lnTo>
                  <a:pt x="193" y="347"/>
                </a:lnTo>
                <a:lnTo>
                  <a:pt x="151" y="208"/>
                </a:lnTo>
                <a:lnTo>
                  <a:pt x="11" y="249"/>
                </a:lnTo>
                <a:lnTo>
                  <a:pt x="23" y="288"/>
                </a:lnTo>
                <a:lnTo>
                  <a:pt x="95" y="267"/>
                </a:lnTo>
                <a:lnTo>
                  <a:pt x="10" y="419"/>
                </a:lnTo>
                <a:cubicBezTo>
                  <a:pt x="3" y="431"/>
                  <a:pt x="0" y="445"/>
                  <a:pt x="0" y="459"/>
                </a:cubicBezTo>
                <a:cubicBezTo>
                  <a:pt x="0" y="473"/>
                  <a:pt x="4" y="486"/>
                  <a:pt x="11" y="498"/>
                </a:cubicBezTo>
                <a:cubicBezTo>
                  <a:pt x="18" y="511"/>
                  <a:pt x="28" y="520"/>
                  <a:pt x="40" y="527"/>
                </a:cubicBezTo>
                <a:cubicBezTo>
                  <a:pt x="53" y="534"/>
                  <a:pt x="66" y="538"/>
                  <a:pt x="80" y="538"/>
                </a:cubicBezTo>
                <a:lnTo>
                  <a:pt x="207" y="538"/>
                </a:lnTo>
                <a:lnTo>
                  <a:pt x="207" y="496"/>
                </a:lnTo>
                <a:lnTo>
                  <a:pt x="80" y="496"/>
                </a:lnTo>
                <a:moveTo>
                  <a:pt x="486" y="159"/>
                </a:moveTo>
                <a:lnTo>
                  <a:pt x="464" y="232"/>
                </a:lnTo>
                <a:lnTo>
                  <a:pt x="359" y="42"/>
                </a:lnTo>
                <a:cubicBezTo>
                  <a:pt x="345" y="16"/>
                  <a:pt x="319" y="0"/>
                  <a:pt x="290" y="0"/>
                </a:cubicBezTo>
                <a:cubicBezTo>
                  <a:pt x="261" y="0"/>
                  <a:pt x="235" y="16"/>
                  <a:pt x="221" y="42"/>
                </a:cubicBezTo>
                <a:lnTo>
                  <a:pt x="156" y="156"/>
                </a:lnTo>
                <a:lnTo>
                  <a:pt x="193" y="176"/>
                </a:lnTo>
                <a:lnTo>
                  <a:pt x="257" y="62"/>
                </a:lnTo>
                <a:cubicBezTo>
                  <a:pt x="264" y="50"/>
                  <a:pt x="276" y="42"/>
                  <a:pt x="290" y="42"/>
                </a:cubicBezTo>
                <a:cubicBezTo>
                  <a:pt x="304" y="42"/>
                  <a:pt x="316" y="50"/>
                  <a:pt x="323" y="62"/>
                </a:cubicBezTo>
                <a:lnTo>
                  <a:pt x="428" y="251"/>
                </a:lnTo>
                <a:lnTo>
                  <a:pt x="356" y="230"/>
                </a:lnTo>
                <a:lnTo>
                  <a:pt x="344" y="269"/>
                </a:lnTo>
                <a:lnTo>
                  <a:pt x="484" y="311"/>
                </a:lnTo>
                <a:lnTo>
                  <a:pt x="526" y="171"/>
                </a:lnTo>
                <a:lnTo>
                  <a:pt x="486" y="159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5" name=""/>
          <p:cNvSpPr txBox="1"/>
          <p:nvPr/>
        </p:nvSpPr>
        <p:spPr>
          <a:xfrm>
            <a:off x="4721040" y="2888280"/>
            <a:ext cx="10890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heen vaststellen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4721040" y="3155040"/>
            <a:ext cx="45986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Npuls-programmabrede aanpak van de afstemming gevraagd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,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7" name=""/>
          <p:cNvSpPr/>
          <p:nvPr/>
        </p:nvSpPr>
        <p:spPr>
          <a:xfrm>
            <a:off x="456840" y="3838320"/>
            <a:ext cx="8420760" cy="1162440"/>
          </a:xfrm>
          <a:custGeom>
            <a:avLst/>
            <a:gdLst/>
            <a:ahLst/>
            <a:rect l="0" t="0" r="r" b="b"/>
            <a:pathLst>
              <a:path w="23391" h="3229">
                <a:moveTo>
                  <a:pt x="0" y="0"/>
                </a:moveTo>
                <a:lnTo>
                  <a:pt x="23391" y="0"/>
                </a:lnTo>
                <a:lnTo>
                  <a:pt x="23391" y="3229"/>
                </a:lnTo>
                <a:lnTo>
                  <a:pt x="0" y="3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8" name=""/>
          <p:cNvSpPr/>
          <p:nvPr/>
        </p:nvSpPr>
        <p:spPr>
          <a:xfrm>
            <a:off x="456840" y="383832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9" name=""/>
          <p:cNvSpPr/>
          <p:nvPr/>
        </p:nvSpPr>
        <p:spPr>
          <a:xfrm>
            <a:off x="456840" y="499104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0" name=""/>
          <p:cNvSpPr/>
          <p:nvPr/>
        </p:nvSpPr>
        <p:spPr>
          <a:xfrm>
            <a:off x="8867520" y="3838320"/>
            <a:ext cx="10080" cy="1162440"/>
          </a:xfrm>
          <a:custGeom>
            <a:avLst/>
            <a:gdLst/>
            <a:ahLst/>
            <a:rect l="0" t="0" r="r" b="b"/>
            <a:pathLst>
              <a:path w="28" h="3229">
                <a:moveTo>
                  <a:pt x="0" y="106"/>
                </a:moveTo>
                <a:lnTo>
                  <a:pt x="0" y="3229"/>
                </a:lnTo>
                <a:lnTo>
                  <a:pt x="28" y="3229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1" name=""/>
          <p:cNvSpPr/>
          <p:nvPr/>
        </p:nvSpPr>
        <p:spPr>
          <a:xfrm>
            <a:off x="456840" y="3838320"/>
            <a:ext cx="10080" cy="1162440"/>
          </a:xfrm>
          <a:custGeom>
            <a:avLst/>
            <a:gdLst/>
            <a:ahLst/>
            <a:rect l="0" t="0" r="r" b="b"/>
            <a:pathLst>
              <a:path w="28" h="3229">
                <a:moveTo>
                  <a:pt x="0" y="0"/>
                </a:moveTo>
                <a:lnTo>
                  <a:pt x="0" y="3229"/>
                </a:lnTo>
                <a:lnTo>
                  <a:pt x="28" y="3229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2" name=""/>
          <p:cNvSpPr/>
          <p:nvPr/>
        </p:nvSpPr>
        <p:spPr>
          <a:xfrm>
            <a:off x="636120" y="3970800"/>
            <a:ext cx="240480" cy="248760"/>
          </a:xfrm>
          <a:custGeom>
            <a:avLst/>
            <a:gdLst/>
            <a:ahLst/>
            <a:rect l="0" t="0" r="r" b="b"/>
            <a:pathLst>
              <a:path w="668" h="691">
                <a:moveTo>
                  <a:pt x="143" y="190"/>
                </a:moveTo>
                <a:cubicBezTo>
                  <a:pt x="130" y="190"/>
                  <a:pt x="118" y="188"/>
                  <a:pt x="106" y="183"/>
                </a:cubicBezTo>
                <a:cubicBezTo>
                  <a:pt x="95" y="178"/>
                  <a:pt x="84" y="171"/>
                  <a:pt x="75" y="163"/>
                </a:cubicBezTo>
                <a:cubicBezTo>
                  <a:pt x="66" y="154"/>
                  <a:pt x="60" y="143"/>
                  <a:pt x="55" y="132"/>
                </a:cubicBezTo>
                <a:cubicBezTo>
                  <a:pt x="50" y="120"/>
                  <a:pt x="48" y="108"/>
                  <a:pt x="48" y="95"/>
                </a:cubicBezTo>
                <a:cubicBezTo>
                  <a:pt x="48" y="83"/>
                  <a:pt x="50" y="70"/>
                  <a:pt x="55" y="59"/>
                </a:cubicBezTo>
                <a:cubicBezTo>
                  <a:pt x="60" y="47"/>
                  <a:pt x="66" y="37"/>
                  <a:pt x="75" y="28"/>
                </a:cubicBezTo>
                <a:cubicBezTo>
                  <a:pt x="84" y="19"/>
                  <a:pt x="95" y="12"/>
                  <a:pt x="106" y="7"/>
                </a:cubicBezTo>
                <a:cubicBezTo>
                  <a:pt x="118" y="2"/>
                  <a:pt x="130" y="0"/>
                  <a:pt x="143" y="0"/>
                </a:cubicBezTo>
                <a:cubicBezTo>
                  <a:pt x="155" y="0"/>
                  <a:pt x="168" y="2"/>
                  <a:pt x="179" y="7"/>
                </a:cubicBezTo>
                <a:cubicBezTo>
                  <a:pt x="191" y="12"/>
                  <a:pt x="201" y="19"/>
                  <a:pt x="210" y="28"/>
                </a:cubicBezTo>
                <a:cubicBezTo>
                  <a:pt x="219" y="37"/>
                  <a:pt x="226" y="47"/>
                  <a:pt x="231" y="59"/>
                </a:cubicBezTo>
                <a:cubicBezTo>
                  <a:pt x="236" y="70"/>
                  <a:pt x="238" y="83"/>
                  <a:pt x="238" y="95"/>
                </a:cubicBezTo>
                <a:cubicBezTo>
                  <a:pt x="238" y="108"/>
                  <a:pt x="236" y="120"/>
                  <a:pt x="231" y="132"/>
                </a:cubicBezTo>
                <a:cubicBezTo>
                  <a:pt x="226" y="143"/>
                  <a:pt x="219" y="154"/>
                  <a:pt x="210" y="163"/>
                </a:cubicBezTo>
                <a:cubicBezTo>
                  <a:pt x="201" y="171"/>
                  <a:pt x="191" y="178"/>
                  <a:pt x="179" y="183"/>
                </a:cubicBezTo>
                <a:cubicBezTo>
                  <a:pt x="168" y="188"/>
                  <a:pt x="155" y="190"/>
                  <a:pt x="143" y="190"/>
                </a:cubicBezTo>
                <a:moveTo>
                  <a:pt x="143" y="48"/>
                </a:moveTo>
                <a:cubicBezTo>
                  <a:pt x="136" y="48"/>
                  <a:pt x="130" y="49"/>
                  <a:pt x="125" y="51"/>
                </a:cubicBezTo>
                <a:cubicBezTo>
                  <a:pt x="119" y="54"/>
                  <a:pt x="114" y="57"/>
                  <a:pt x="109" y="62"/>
                </a:cubicBezTo>
                <a:cubicBezTo>
                  <a:pt x="105" y="66"/>
                  <a:pt x="101" y="71"/>
                  <a:pt x="99" y="77"/>
                </a:cubicBezTo>
                <a:cubicBezTo>
                  <a:pt x="96" y="83"/>
                  <a:pt x="95" y="89"/>
                  <a:pt x="95" y="95"/>
                </a:cubicBezTo>
                <a:cubicBezTo>
                  <a:pt x="95" y="102"/>
                  <a:pt x="96" y="108"/>
                  <a:pt x="99" y="113"/>
                </a:cubicBezTo>
                <a:cubicBezTo>
                  <a:pt x="101" y="119"/>
                  <a:pt x="105" y="124"/>
                  <a:pt x="109" y="129"/>
                </a:cubicBezTo>
                <a:cubicBezTo>
                  <a:pt x="114" y="133"/>
                  <a:pt x="119" y="137"/>
                  <a:pt x="125" y="139"/>
                </a:cubicBezTo>
                <a:cubicBezTo>
                  <a:pt x="130" y="142"/>
                  <a:pt x="136" y="143"/>
                  <a:pt x="143" y="143"/>
                </a:cubicBezTo>
                <a:cubicBezTo>
                  <a:pt x="149" y="143"/>
                  <a:pt x="155" y="142"/>
                  <a:pt x="161" y="139"/>
                </a:cubicBezTo>
                <a:cubicBezTo>
                  <a:pt x="167" y="137"/>
                  <a:pt x="172" y="133"/>
                  <a:pt x="176" y="129"/>
                </a:cubicBezTo>
                <a:cubicBezTo>
                  <a:pt x="181" y="124"/>
                  <a:pt x="184" y="119"/>
                  <a:pt x="187" y="113"/>
                </a:cubicBezTo>
                <a:cubicBezTo>
                  <a:pt x="189" y="108"/>
                  <a:pt x="190" y="102"/>
                  <a:pt x="190" y="95"/>
                </a:cubicBezTo>
                <a:cubicBezTo>
                  <a:pt x="190" y="89"/>
                  <a:pt x="189" y="83"/>
                  <a:pt x="187" y="77"/>
                </a:cubicBezTo>
                <a:cubicBezTo>
                  <a:pt x="184" y="71"/>
                  <a:pt x="181" y="66"/>
                  <a:pt x="176" y="62"/>
                </a:cubicBezTo>
                <a:cubicBezTo>
                  <a:pt x="172" y="57"/>
                  <a:pt x="167" y="54"/>
                  <a:pt x="161" y="51"/>
                </a:cubicBezTo>
                <a:cubicBezTo>
                  <a:pt x="155" y="49"/>
                  <a:pt x="149" y="48"/>
                  <a:pt x="143" y="48"/>
                </a:cubicBezTo>
                <a:moveTo>
                  <a:pt x="524" y="190"/>
                </a:moveTo>
                <a:cubicBezTo>
                  <a:pt x="511" y="190"/>
                  <a:pt x="499" y="188"/>
                  <a:pt x="487" y="183"/>
                </a:cubicBezTo>
                <a:cubicBezTo>
                  <a:pt x="476" y="178"/>
                  <a:pt x="465" y="171"/>
                  <a:pt x="456" y="163"/>
                </a:cubicBezTo>
                <a:cubicBezTo>
                  <a:pt x="447" y="154"/>
                  <a:pt x="441" y="143"/>
                  <a:pt x="436" y="132"/>
                </a:cubicBezTo>
                <a:cubicBezTo>
                  <a:pt x="431" y="120"/>
                  <a:pt x="428" y="108"/>
                  <a:pt x="428" y="95"/>
                </a:cubicBezTo>
                <a:cubicBezTo>
                  <a:pt x="428" y="83"/>
                  <a:pt x="431" y="70"/>
                  <a:pt x="436" y="59"/>
                </a:cubicBezTo>
                <a:cubicBezTo>
                  <a:pt x="441" y="47"/>
                  <a:pt x="447" y="37"/>
                  <a:pt x="456" y="28"/>
                </a:cubicBezTo>
                <a:cubicBezTo>
                  <a:pt x="465" y="19"/>
                  <a:pt x="476" y="12"/>
                  <a:pt x="487" y="7"/>
                </a:cubicBezTo>
                <a:cubicBezTo>
                  <a:pt x="499" y="2"/>
                  <a:pt x="511" y="0"/>
                  <a:pt x="524" y="0"/>
                </a:cubicBezTo>
                <a:cubicBezTo>
                  <a:pt x="536" y="0"/>
                  <a:pt x="549" y="2"/>
                  <a:pt x="560" y="7"/>
                </a:cubicBezTo>
                <a:cubicBezTo>
                  <a:pt x="573" y="12"/>
                  <a:pt x="583" y="19"/>
                  <a:pt x="592" y="28"/>
                </a:cubicBezTo>
                <a:cubicBezTo>
                  <a:pt x="601" y="37"/>
                  <a:pt x="608" y="47"/>
                  <a:pt x="613" y="59"/>
                </a:cubicBezTo>
                <a:cubicBezTo>
                  <a:pt x="618" y="70"/>
                  <a:pt x="620" y="83"/>
                  <a:pt x="620" y="95"/>
                </a:cubicBezTo>
                <a:cubicBezTo>
                  <a:pt x="620" y="108"/>
                  <a:pt x="618" y="120"/>
                  <a:pt x="613" y="132"/>
                </a:cubicBezTo>
                <a:cubicBezTo>
                  <a:pt x="608" y="143"/>
                  <a:pt x="601" y="154"/>
                  <a:pt x="592" y="163"/>
                </a:cubicBezTo>
                <a:cubicBezTo>
                  <a:pt x="583" y="171"/>
                  <a:pt x="573" y="178"/>
                  <a:pt x="560" y="183"/>
                </a:cubicBezTo>
                <a:cubicBezTo>
                  <a:pt x="549" y="188"/>
                  <a:pt x="536" y="190"/>
                  <a:pt x="524" y="190"/>
                </a:cubicBezTo>
                <a:moveTo>
                  <a:pt x="524" y="48"/>
                </a:moveTo>
                <a:cubicBezTo>
                  <a:pt x="517" y="48"/>
                  <a:pt x="511" y="49"/>
                  <a:pt x="506" y="51"/>
                </a:cubicBezTo>
                <a:cubicBezTo>
                  <a:pt x="500" y="54"/>
                  <a:pt x="495" y="57"/>
                  <a:pt x="490" y="62"/>
                </a:cubicBezTo>
                <a:cubicBezTo>
                  <a:pt x="486" y="66"/>
                  <a:pt x="482" y="71"/>
                  <a:pt x="480" y="77"/>
                </a:cubicBezTo>
                <a:cubicBezTo>
                  <a:pt x="477" y="83"/>
                  <a:pt x="476" y="89"/>
                  <a:pt x="476" y="95"/>
                </a:cubicBezTo>
                <a:cubicBezTo>
                  <a:pt x="476" y="102"/>
                  <a:pt x="477" y="108"/>
                  <a:pt x="480" y="113"/>
                </a:cubicBezTo>
                <a:cubicBezTo>
                  <a:pt x="482" y="119"/>
                  <a:pt x="486" y="124"/>
                  <a:pt x="490" y="129"/>
                </a:cubicBezTo>
                <a:cubicBezTo>
                  <a:pt x="495" y="133"/>
                  <a:pt x="500" y="137"/>
                  <a:pt x="506" y="139"/>
                </a:cubicBezTo>
                <a:cubicBezTo>
                  <a:pt x="511" y="142"/>
                  <a:pt x="517" y="143"/>
                  <a:pt x="524" y="143"/>
                </a:cubicBezTo>
                <a:cubicBezTo>
                  <a:pt x="530" y="143"/>
                  <a:pt x="536" y="142"/>
                  <a:pt x="542" y="139"/>
                </a:cubicBezTo>
                <a:cubicBezTo>
                  <a:pt x="548" y="137"/>
                  <a:pt x="553" y="133"/>
                  <a:pt x="557" y="129"/>
                </a:cubicBezTo>
                <a:cubicBezTo>
                  <a:pt x="562" y="124"/>
                  <a:pt x="566" y="119"/>
                  <a:pt x="569" y="113"/>
                </a:cubicBezTo>
                <a:cubicBezTo>
                  <a:pt x="571" y="108"/>
                  <a:pt x="572" y="102"/>
                  <a:pt x="572" y="95"/>
                </a:cubicBezTo>
                <a:cubicBezTo>
                  <a:pt x="572" y="89"/>
                  <a:pt x="571" y="83"/>
                  <a:pt x="569" y="77"/>
                </a:cubicBezTo>
                <a:cubicBezTo>
                  <a:pt x="566" y="71"/>
                  <a:pt x="562" y="66"/>
                  <a:pt x="557" y="62"/>
                </a:cubicBezTo>
                <a:cubicBezTo>
                  <a:pt x="553" y="57"/>
                  <a:pt x="548" y="54"/>
                  <a:pt x="542" y="51"/>
                </a:cubicBezTo>
                <a:cubicBezTo>
                  <a:pt x="536" y="49"/>
                  <a:pt x="530" y="48"/>
                  <a:pt x="524" y="48"/>
                </a:cubicBezTo>
                <a:moveTo>
                  <a:pt x="572" y="691"/>
                </a:moveTo>
                <a:lnTo>
                  <a:pt x="476" y="691"/>
                </a:lnTo>
                <a:cubicBezTo>
                  <a:pt x="470" y="691"/>
                  <a:pt x="464" y="690"/>
                  <a:pt x="458" y="688"/>
                </a:cubicBezTo>
                <a:cubicBezTo>
                  <a:pt x="452" y="685"/>
                  <a:pt x="447" y="682"/>
                  <a:pt x="442" y="678"/>
                </a:cubicBezTo>
                <a:cubicBezTo>
                  <a:pt x="438" y="673"/>
                  <a:pt x="435" y="668"/>
                  <a:pt x="432" y="662"/>
                </a:cubicBezTo>
                <a:cubicBezTo>
                  <a:pt x="430" y="656"/>
                  <a:pt x="428" y="650"/>
                  <a:pt x="428" y="644"/>
                </a:cubicBezTo>
                <a:lnTo>
                  <a:pt x="428" y="477"/>
                </a:lnTo>
                <a:lnTo>
                  <a:pt x="476" y="477"/>
                </a:lnTo>
                <a:lnTo>
                  <a:pt x="476" y="644"/>
                </a:lnTo>
                <a:lnTo>
                  <a:pt x="572" y="644"/>
                </a:lnTo>
                <a:lnTo>
                  <a:pt x="572" y="430"/>
                </a:lnTo>
                <a:lnTo>
                  <a:pt x="620" y="430"/>
                </a:lnTo>
                <a:lnTo>
                  <a:pt x="620" y="286"/>
                </a:lnTo>
                <a:cubicBezTo>
                  <a:pt x="620" y="279"/>
                  <a:pt x="618" y="274"/>
                  <a:pt x="613" y="269"/>
                </a:cubicBezTo>
                <a:cubicBezTo>
                  <a:pt x="608" y="264"/>
                  <a:pt x="603" y="262"/>
                  <a:pt x="596" y="262"/>
                </a:cubicBezTo>
                <a:lnTo>
                  <a:pt x="442" y="262"/>
                </a:lnTo>
                <a:lnTo>
                  <a:pt x="333" y="453"/>
                </a:lnTo>
                <a:lnTo>
                  <a:pt x="224" y="262"/>
                </a:lnTo>
                <a:lnTo>
                  <a:pt x="71" y="262"/>
                </a:lnTo>
                <a:cubicBezTo>
                  <a:pt x="65" y="262"/>
                  <a:pt x="59" y="264"/>
                  <a:pt x="55" y="269"/>
                </a:cubicBezTo>
                <a:cubicBezTo>
                  <a:pt x="50" y="274"/>
                  <a:pt x="48" y="279"/>
                  <a:pt x="48" y="286"/>
                </a:cubicBezTo>
                <a:lnTo>
                  <a:pt x="48" y="430"/>
                </a:lnTo>
                <a:lnTo>
                  <a:pt x="95" y="430"/>
                </a:lnTo>
                <a:lnTo>
                  <a:pt x="95" y="644"/>
                </a:lnTo>
                <a:lnTo>
                  <a:pt x="190" y="644"/>
                </a:lnTo>
                <a:lnTo>
                  <a:pt x="190" y="477"/>
                </a:lnTo>
                <a:lnTo>
                  <a:pt x="238" y="477"/>
                </a:lnTo>
                <a:lnTo>
                  <a:pt x="238" y="644"/>
                </a:lnTo>
                <a:cubicBezTo>
                  <a:pt x="238" y="650"/>
                  <a:pt x="237" y="656"/>
                  <a:pt x="234" y="662"/>
                </a:cubicBezTo>
                <a:cubicBezTo>
                  <a:pt x="232" y="668"/>
                  <a:pt x="229" y="673"/>
                  <a:pt x="224" y="678"/>
                </a:cubicBezTo>
                <a:cubicBezTo>
                  <a:pt x="220" y="682"/>
                  <a:pt x="214" y="685"/>
                  <a:pt x="209" y="688"/>
                </a:cubicBezTo>
                <a:cubicBezTo>
                  <a:pt x="203" y="690"/>
                  <a:pt x="197" y="691"/>
                  <a:pt x="190" y="691"/>
                </a:cubicBezTo>
                <a:lnTo>
                  <a:pt x="95" y="691"/>
                </a:lnTo>
                <a:cubicBezTo>
                  <a:pt x="89" y="691"/>
                  <a:pt x="83" y="690"/>
                  <a:pt x="77" y="688"/>
                </a:cubicBezTo>
                <a:cubicBezTo>
                  <a:pt x="71" y="685"/>
                  <a:pt x="66" y="682"/>
                  <a:pt x="61" y="678"/>
                </a:cubicBezTo>
                <a:cubicBezTo>
                  <a:pt x="57" y="673"/>
                  <a:pt x="54" y="668"/>
                  <a:pt x="51" y="662"/>
                </a:cubicBezTo>
                <a:cubicBezTo>
                  <a:pt x="49" y="656"/>
                  <a:pt x="48" y="650"/>
                  <a:pt x="48" y="644"/>
                </a:cubicBezTo>
                <a:lnTo>
                  <a:pt x="48" y="477"/>
                </a:lnTo>
                <a:cubicBezTo>
                  <a:pt x="41" y="477"/>
                  <a:pt x="35" y="476"/>
                  <a:pt x="29" y="474"/>
                </a:cubicBezTo>
                <a:cubicBezTo>
                  <a:pt x="23" y="471"/>
                  <a:pt x="18" y="468"/>
                  <a:pt x="14" y="463"/>
                </a:cubicBezTo>
                <a:cubicBezTo>
                  <a:pt x="9" y="459"/>
                  <a:pt x="6" y="454"/>
                  <a:pt x="4" y="448"/>
                </a:cubicBezTo>
                <a:cubicBezTo>
                  <a:pt x="1" y="442"/>
                  <a:pt x="0" y="436"/>
                  <a:pt x="0" y="430"/>
                </a:cubicBezTo>
                <a:lnTo>
                  <a:pt x="0" y="286"/>
                </a:lnTo>
                <a:cubicBezTo>
                  <a:pt x="0" y="276"/>
                  <a:pt x="2" y="267"/>
                  <a:pt x="5" y="258"/>
                </a:cubicBezTo>
                <a:cubicBezTo>
                  <a:pt x="9" y="250"/>
                  <a:pt x="14" y="242"/>
                  <a:pt x="21" y="235"/>
                </a:cubicBezTo>
                <a:cubicBezTo>
                  <a:pt x="28" y="228"/>
                  <a:pt x="35" y="223"/>
                  <a:pt x="44" y="220"/>
                </a:cubicBezTo>
                <a:cubicBezTo>
                  <a:pt x="53" y="216"/>
                  <a:pt x="62" y="214"/>
                  <a:pt x="71" y="214"/>
                </a:cubicBezTo>
                <a:lnTo>
                  <a:pt x="252" y="214"/>
                </a:lnTo>
                <a:lnTo>
                  <a:pt x="333" y="358"/>
                </a:lnTo>
                <a:lnTo>
                  <a:pt x="415" y="214"/>
                </a:lnTo>
                <a:lnTo>
                  <a:pt x="596" y="214"/>
                </a:lnTo>
                <a:cubicBezTo>
                  <a:pt x="606" y="214"/>
                  <a:pt x="615" y="216"/>
                  <a:pt x="623" y="220"/>
                </a:cubicBezTo>
                <a:cubicBezTo>
                  <a:pt x="632" y="223"/>
                  <a:pt x="640" y="228"/>
                  <a:pt x="647" y="235"/>
                </a:cubicBezTo>
                <a:cubicBezTo>
                  <a:pt x="653" y="242"/>
                  <a:pt x="659" y="250"/>
                  <a:pt x="662" y="258"/>
                </a:cubicBezTo>
                <a:cubicBezTo>
                  <a:pt x="666" y="267"/>
                  <a:pt x="668" y="276"/>
                  <a:pt x="668" y="286"/>
                </a:cubicBezTo>
                <a:lnTo>
                  <a:pt x="668" y="430"/>
                </a:lnTo>
                <a:cubicBezTo>
                  <a:pt x="668" y="436"/>
                  <a:pt x="666" y="442"/>
                  <a:pt x="664" y="448"/>
                </a:cubicBezTo>
                <a:cubicBezTo>
                  <a:pt x="662" y="454"/>
                  <a:pt x="658" y="459"/>
                  <a:pt x="654" y="463"/>
                </a:cubicBezTo>
                <a:cubicBezTo>
                  <a:pt x="649" y="468"/>
                  <a:pt x="644" y="471"/>
                  <a:pt x="638" y="474"/>
                </a:cubicBezTo>
                <a:cubicBezTo>
                  <a:pt x="632" y="476"/>
                  <a:pt x="626" y="477"/>
                  <a:pt x="620" y="477"/>
                </a:cubicBezTo>
                <a:lnTo>
                  <a:pt x="620" y="644"/>
                </a:lnTo>
                <a:cubicBezTo>
                  <a:pt x="620" y="650"/>
                  <a:pt x="619" y="656"/>
                  <a:pt x="616" y="662"/>
                </a:cubicBezTo>
                <a:cubicBezTo>
                  <a:pt x="614" y="668"/>
                  <a:pt x="610" y="673"/>
                  <a:pt x="606" y="678"/>
                </a:cubicBezTo>
                <a:cubicBezTo>
                  <a:pt x="602" y="682"/>
                  <a:pt x="596" y="685"/>
                  <a:pt x="591" y="688"/>
                </a:cubicBezTo>
                <a:cubicBezTo>
                  <a:pt x="585" y="690"/>
                  <a:pt x="579" y="691"/>
                  <a:pt x="572" y="691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4721040" y="3354840"/>
            <a:ext cx="8906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OKx aan tafel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984960" y="4008960"/>
            <a:ext cx="31600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Ecosysteem eerst, dan de koppelingen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5" name=""/>
          <p:cNvSpPr/>
          <p:nvPr/>
        </p:nvSpPr>
        <p:spPr>
          <a:xfrm>
            <a:off x="623880" y="4309920"/>
            <a:ext cx="3219480" cy="248040"/>
          </a:xfrm>
          <a:custGeom>
            <a:avLst/>
            <a:gdLst/>
            <a:ahLst/>
            <a:rect l="0" t="0" r="r" b="b"/>
            <a:pathLst>
              <a:path w="8943" h="689">
                <a:moveTo>
                  <a:pt x="0" y="345"/>
                </a:moveTo>
                <a:cubicBezTo>
                  <a:pt x="0" y="322"/>
                  <a:pt x="2" y="300"/>
                  <a:pt x="6" y="278"/>
                </a:cubicBezTo>
                <a:cubicBezTo>
                  <a:pt x="11" y="256"/>
                  <a:pt x="17" y="234"/>
                  <a:pt x="26" y="213"/>
                </a:cubicBezTo>
                <a:cubicBezTo>
                  <a:pt x="34" y="192"/>
                  <a:pt x="45" y="173"/>
                  <a:pt x="57" y="154"/>
                </a:cubicBezTo>
                <a:cubicBezTo>
                  <a:pt x="70" y="135"/>
                  <a:pt x="84" y="118"/>
                  <a:pt x="100" y="102"/>
                </a:cubicBezTo>
                <a:cubicBezTo>
                  <a:pt x="116" y="86"/>
                  <a:pt x="134" y="71"/>
                  <a:pt x="152" y="59"/>
                </a:cubicBezTo>
                <a:cubicBezTo>
                  <a:pt x="171" y="45"/>
                  <a:pt x="191" y="35"/>
                  <a:pt x="212" y="26"/>
                </a:cubicBezTo>
                <a:cubicBezTo>
                  <a:pt x="233" y="17"/>
                  <a:pt x="254" y="11"/>
                  <a:pt x="276" y="7"/>
                </a:cubicBezTo>
                <a:cubicBezTo>
                  <a:pt x="299" y="2"/>
                  <a:pt x="321" y="0"/>
                  <a:pt x="343" y="0"/>
                </a:cubicBezTo>
                <a:lnTo>
                  <a:pt x="8599" y="0"/>
                </a:lnTo>
                <a:cubicBezTo>
                  <a:pt x="8622" y="0"/>
                  <a:pt x="8644" y="2"/>
                  <a:pt x="8667" y="7"/>
                </a:cubicBezTo>
                <a:cubicBezTo>
                  <a:pt x="8689" y="11"/>
                  <a:pt x="8710" y="17"/>
                  <a:pt x="8731" y="26"/>
                </a:cubicBezTo>
                <a:cubicBezTo>
                  <a:pt x="8752" y="35"/>
                  <a:pt x="8772" y="45"/>
                  <a:pt x="8791" y="59"/>
                </a:cubicBezTo>
                <a:cubicBezTo>
                  <a:pt x="8809" y="71"/>
                  <a:pt x="8827" y="86"/>
                  <a:pt x="8843" y="102"/>
                </a:cubicBezTo>
                <a:cubicBezTo>
                  <a:pt x="8859" y="118"/>
                  <a:pt x="8873" y="135"/>
                  <a:pt x="8885" y="154"/>
                </a:cubicBezTo>
                <a:cubicBezTo>
                  <a:pt x="8898" y="173"/>
                  <a:pt x="8909" y="192"/>
                  <a:pt x="8917" y="213"/>
                </a:cubicBezTo>
                <a:cubicBezTo>
                  <a:pt x="8926" y="234"/>
                  <a:pt x="8932" y="256"/>
                  <a:pt x="8937" y="278"/>
                </a:cubicBezTo>
                <a:cubicBezTo>
                  <a:pt x="8941" y="300"/>
                  <a:pt x="8943" y="322"/>
                  <a:pt x="8943" y="345"/>
                </a:cubicBezTo>
                <a:cubicBezTo>
                  <a:pt x="8943" y="367"/>
                  <a:pt x="8941" y="390"/>
                  <a:pt x="8937" y="412"/>
                </a:cubicBezTo>
                <a:cubicBezTo>
                  <a:pt x="8932" y="434"/>
                  <a:pt x="8926" y="456"/>
                  <a:pt x="8917" y="476"/>
                </a:cubicBezTo>
                <a:cubicBezTo>
                  <a:pt x="8909" y="497"/>
                  <a:pt x="8898" y="517"/>
                  <a:pt x="8885" y="536"/>
                </a:cubicBezTo>
                <a:cubicBezTo>
                  <a:pt x="8873" y="555"/>
                  <a:pt x="8859" y="572"/>
                  <a:pt x="8843" y="588"/>
                </a:cubicBezTo>
                <a:cubicBezTo>
                  <a:pt x="8827" y="604"/>
                  <a:pt x="8809" y="618"/>
                  <a:pt x="8791" y="631"/>
                </a:cubicBezTo>
                <a:cubicBezTo>
                  <a:pt x="8772" y="643"/>
                  <a:pt x="8752" y="654"/>
                  <a:pt x="8731" y="663"/>
                </a:cubicBezTo>
                <a:cubicBezTo>
                  <a:pt x="8710" y="671"/>
                  <a:pt x="8689" y="678"/>
                  <a:pt x="8667" y="682"/>
                </a:cubicBezTo>
                <a:cubicBezTo>
                  <a:pt x="8644" y="687"/>
                  <a:pt x="8622" y="689"/>
                  <a:pt x="8599" y="689"/>
                </a:cubicBezTo>
                <a:lnTo>
                  <a:pt x="343" y="689"/>
                </a:lnTo>
                <a:cubicBezTo>
                  <a:pt x="321" y="689"/>
                  <a:pt x="299" y="687"/>
                  <a:pt x="276" y="682"/>
                </a:cubicBezTo>
                <a:cubicBezTo>
                  <a:pt x="254" y="678"/>
                  <a:pt x="233" y="671"/>
                  <a:pt x="212" y="663"/>
                </a:cubicBezTo>
                <a:cubicBezTo>
                  <a:pt x="191" y="654"/>
                  <a:pt x="171" y="643"/>
                  <a:pt x="152" y="631"/>
                </a:cubicBezTo>
                <a:cubicBezTo>
                  <a:pt x="134" y="618"/>
                  <a:pt x="116" y="604"/>
                  <a:pt x="100" y="588"/>
                </a:cubicBezTo>
                <a:cubicBezTo>
                  <a:pt x="84" y="572"/>
                  <a:pt x="70" y="555"/>
                  <a:pt x="57" y="536"/>
                </a:cubicBezTo>
                <a:cubicBezTo>
                  <a:pt x="45" y="517"/>
                  <a:pt x="34" y="497"/>
                  <a:pt x="26" y="476"/>
                </a:cubicBezTo>
                <a:cubicBezTo>
                  <a:pt x="17" y="456"/>
                  <a:pt x="11" y="434"/>
                  <a:pt x="6" y="412"/>
                </a:cubicBezTo>
                <a:cubicBezTo>
                  <a:pt x="2" y="390"/>
                  <a:pt x="0" y="367"/>
                  <a:pt x="0" y="34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6" name=""/>
          <p:cNvSpPr/>
          <p:nvPr/>
        </p:nvSpPr>
        <p:spPr>
          <a:xfrm>
            <a:off x="623880" y="4309920"/>
            <a:ext cx="3219480" cy="248040"/>
          </a:xfrm>
          <a:custGeom>
            <a:avLst/>
            <a:gdLst/>
            <a:ahLst/>
            <a:rect l="0" t="0" r="r" b="b"/>
            <a:pathLst>
              <a:path w="8943" h="689">
                <a:moveTo>
                  <a:pt x="0" y="345"/>
                </a:moveTo>
                <a:cubicBezTo>
                  <a:pt x="0" y="322"/>
                  <a:pt x="2" y="300"/>
                  <a:pt x="6" y="278"/>
                </a:cubicBezTo>
                <a:cubicBezTo>
                  <a:pt x="11" y="256"/>
                  <a:pt x="17" y="234"/>
                  <a:pt x="26" y="213"/>
                </a:cubicBezTo>
                <a:cubicBezTo>
                  <a:pt x="34" y="192"/>
                  <a:pt x="45" y="173"/>
                  <a:pt x="57" y="154"/>
                </a:cubicBezTo>
                <a:cubicBezTo>
                  <a:pt x="70" y="135"/>
                  <a:pt x="84" y="118"/>
                  <a:pt x="100" y="102"/>
                </a:cubicBezTo>
                <a:cubicBezTo>
                  <a:pt x="116" y="86"/>
                  <a:pt x="134" y="71"/>
                  <a:pt x="152" y="59"/>
                </a:cubicBezTo>
                <a:cubicBezTo>
                  <a:pt x="171" y="45"/>
                  <a:pt x="191" y="35"/>
                  <a:pt x="212" y="26"/>
                </a:cubicBezTo>
                <a:cubicBezTo>
                  <a:pt x="233" y="17"/>
                  <a:pt x="254" y="11"/>
                  <a:pt x="276" y="7"/>
                </a:cubicBezTo>
                <a:cubicBezTo>
                  <a:pt x="299" y="2"/>
                  <a:pt x="321" y="0"/>
                  <a:pt x="343" y="0"/>
                </a:cubicBezTo>
                <a:lnTo>
                  <a:pt x="8599" y="0"/>
                </a:lnTo>
                <a:cubicBezTo>
                  <a:pt x="8622" y="0"/>
                  <a:pt x="8644" y="2"/>
                  <a:pt x="8667" y="7"/>
                </a:cubicBezTo>
                <a:cubicBezTo>
                  <a:pt x="8689" y="11"/>
                  <a:pt x="8710" y="17"/>
                  <a:pt x="8731" y="26"/>
                </a:cubicBezTo>
                <a:cubicBezTo>
                  <a:pt x="8752" y="35"/>
                  <a:pt x="8772" y="45"/>
                  <a:pt x="8791" y="59"/>
                </a:cubicBezTo>
                <a:cubicBezTo>
                  <a:pt x="8809" y="71"/>
                  <a:pt x="8827" y="86"/>
                  <a:pt x="8843" y="102"/>
                </a:cubicBezTo>
                <a:cubicBezTo>
                  <a:pt x="8859" y="118"/>
                  <a:pt x="8873" y="135"/>
                  <a:pt x="8885" y="154"/>
                </a:cubicBezTo>
                <a:cubicBezTo>
                  <a:pt x="8898" y="173"/>
                  <a:pt x="8909" y="192"/>
                  <a:pt x="8917" y="213"/>
                </a:cubicBezTo>
                <a:cubicBezTo>
                  <a:pt x="8926" y="234"/>
                  <a:pt x="8932" y="256"/>
                  <a:pt x="8937" y="278"/>
                </a:cubicBezTo>
                <a:cubicBezTo>
                  <a:pt x="8941" y="300"/>
                  <a:pt x="8943" y="322"/>
                  <a:pt x="8943" y="345"/>
                </a:cubicBezTo>
                <a:cubicBezTo>
                  <a:pt x="8943" y="367"/>
                  <a:pt x="8941" y="390"/>
                  <a:pt x="8937" y="412"/>
                </a:cubicBezTo>
                <a:cubicBezTo>
                  <a:pt x="8932" y="434"/>
                  <a:pt x="8926" y="456"/>
                  <a:pt x="8917" y="476"/>
                </a:cubicBezTo>
                <a:cubicBezTo>
                  <a:pt x="8909" y="497"/>
                  <a:pt x="8898" y="517"/>
                  <a:pt x="8885" y="536"/>
                </a:cubicBezTo>
                <a:cubicBezTo>
                  <a:pt x="8873" y="555"/>
                  <a:pt x="8859" y="572"/>
                  <a:pt x="8843" y="588"/>
                </a:cubicBezTo>
                <a:cubicBezTo>
                  <a:pt x="8827" y="604"/>
                  <a:pt x="8809" y="618"/>
                  <a:pt x="8791" y="631"/>
                </a:cubicBezTo>
                <a:cubicBezTo>
                  <a:pt x="8772" y="643"/>
                  <a:pt x="8752" y="654"/>
                  <a:pt x="8731" y="663"/>
                </a:cubicBezTo>
                <a:cubicBezTo>
                  <a:pt x="8710" y="671"/>
                  <a:pt x="8689" y="678"/>
                  <a:pt x="8667" y="682"/>
                </a:cubicBezTo>
                <a:cubicBezTo>
                  <a:pt x="8644" y="687"/>
                  <a:pt x="8622" y="689"/>
                  <a:pt x="8599" y="689"/>
                </a:cubicBezTo>
                <a:lnTo>
                  <a:pt x="343" y="689"/>
                </a:lnTo>
                <a:cubicBezTo>
                  <a:pt x="321" y="689"/>
                  <a:pt x="299" y="687"/>
                  <a:pt x="276" y="682"/>
                </a:cubicBezTo>
                <a:cubicBezTo>
                  <a:pt x="254" y="678"/>
                  <a:pt x="233" y="671"/>
                  <a:pt x="212" y="663"/>
                </a:cubicBezTo>
                <a:cubicBezTo>
                  <a:pt x="191" y="654"/>
                  <a:pt x="171" y="643"/>
                  <a:pt x="152" y="631"/>
                </a:cubicBezTo>
                <a:cubicBezTo>
                  <a:pt x="134" y="618"/>
                  <a:pt x="116" y="604"/>
                  <a:pt x="100" y="588"/>
                </a:cubicBezTo>
                <a:cubicBezTo>
                  <a:pt x="84" y="572"/>
                  <a:pt x="70" y="555"/>
                  <a:pt x="57" y="536"/>
                </a:cubicBezTo>
                <a:cubicBezTo>
                  <a:pt x="45" y="517"/>
                  <a:pt x="34" y="497"/>
                  <a:pt x="26" y="476"/>
                </a:cubicBezTo>
                <a:cubicBezTo>
                  <a:pt x="17" y="456"/>
                  <a:pt x="11" y="434"/>
                  <a:pt x="6" y="412"/>
                </a:cubicBezTo>
                <a:cubicBezTo>
                  <a:pt x="2" y="390"/>
                  <a:pt x="0" y="367"/>
                  <a:pt x="0" y="345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3695400" y="4023000"/>
            <a:ext cx="342684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6b7280"/>
                </a:solidFill>
                <a:latin typeface="Arial"/>
                <a:ea typeface="Arial"/>
              </a:rPr>
              <a:t>· ons architectuurprincipe, ook op programmaniveau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8" name=""/>
          <p:cNvSpPr/>
          <p:nvPr/>
        </p:nvSpPr>
        <p:spPr>
          <a:xfrm>
            <a:off x="3929040" y="4309920"/>
            <a:ext cx="2410200" cy="248040"/>
          </a:xfrm>
          <a:custGeom>
            <a:avLst/>
            <a:gdLst/>
            <a:ahLst/>
            <a:rect l="0" t="0" r="r" b="b"/>
            <a:pathLst>
              <a:path w="6695" h="689">
                <a:moveTo>
                  <a:pt x="0" y="345"/>
                </a:moveTo>
                <a:cubicBezTo>
                  <a:pt x="0" y="322"/>
                  <a:pt x="2" y="300"/>
                  <a:pt x="6" y="278"/>
                </a:cubicBezTo>
                <a:cubicBezTo>
                  <a:pt x="11" y="256"/>
                  <a:pt x="17" y="234"/>
                  <a:pt x="26" y="213"/>
                </a:cubicBezTo>
                <a:cubicBezTo>
                  <a:pt x="34" y="192"/>
                  <a:pt x="45" y="173"/>
                  <a:pt x="58" y="154"/>
                </a:cubicBezTo>
                <a:cubicBezTo>
                  <a:pt x="70" y="135"/>
                  <a:pt x="84" y="118"/>
                  <a:pt x="100" y="102"/>
                </a:cubicBezTo>
                <a:cubicBezTo>
                  <a:pt x="116" y="86"/>
                  <a:pt x="134" y="71"/>
                  <a:pt x="152" y="59"/>
                </a:cubicBezTo>
                <a:cubicBezTo>
                  <a:pt x="171" y="45"/>
                  <a:pt x="191" y="35"/>
                  <a:pt x="212" y="26"/>
                </a:cubicBezTo>
                <a:cubicBezTo>
                  <a:pt x="233" y="17"/>
                  <a:pt x="254" y="11"/>
                  <a:pt x="276" y="7"/>
                </a:cubicBezTo>
                <a:cubicBezTo>
                  <a:pt x="299" y="2"/>
                  <a:pt x="321" y="0"/>
                  <a:pt x="344" y="0"/>
                </a:cubicBezTo>
                <a:lnTo>
                  <a:pt x="6351" y="0"/>
                </a:lnTo>
                <a:cubicBezTo>
                  <a:pt x="6373" y="0"/>
                  <a:pt x="6396" y="2"/>
                  <a:pt x="6418" y="7"/>
                </a:cubicBezTo>
                <a:cubicBezTo>
                  <a:pt x="6440" y="11"/>
                  <a:pt x="6461" y="17"/>
                  <a:pt x="6482" y="26"/>
                </a:cubicBezTo>
                <a:cubicBezTo>
                  <a:pt x="6503" y="35"/>
                  <a:pt x="6523" y="45"/>
                  <a:pt x="6542" y="59"/>
                </a:cubicBezTo>
                <a:cubicBezTo>
                  <a:pt x="6560" y="71"/>
                  <a:pt x="6578" y="86"/>
                  <a:pt x="6594" y="102"/>
                </a:cubicBezTo>
                <a:cubicBezTo>
                  <a:pt x="6610" y="118"/>
                  <a:pt x="6624" y="135"/>
                  <a:pt x="6637" y="154"/>
                </a:cubicBezTo>
                <a:cubicBezTo>
                  <a:pt x="6649" y="173"/>
                  <a:pt x="6660" y="192"/>
                  <a:pt x="6668" y="213"/>
                </a:cubicBezTo>
                <a:cubicBezTo>
                  <a:pt x="6677" y="234"/>
                  <a:pt x="6684" y="256"/>
                  <a:pt x="6688" y="278"/>
                </a:cubicBezTo>
                <a:cubicBezTo>
                  <a:pt x="6692" y="300"/>
                  <a:pt x="6695" y="322"/>
                  <a:pt x="6695" y="345"/>
                </a:cubicBezTo>
                <a:cubicBezTo>
                  <a:pt x="6695" y="367"/>
                  <a:pt x="6692" y="390"/>
                  <a:pt x="6688" y="412"/>
                </a:cubicBezTo>
                <a:cubicBezTo>
                  <a:pt x="6684" y="434"/>
                  <a:pt x="6677" y="456"/>
                  <a:pt x="6668" y="476"/>
                </a:cubicBezTo>
                <a:cubicBezTo>
                  <a:pt x="6660" y="497"/>
                  <a:pt x="6649" y="517"/>
                  <a:pt x="6637" y="536"/>
                </a:cubicBezTo>
                <a:cubicBezTo>
                  <a:pt x="6624" y="555"/>
                  <a:pt x="6610" y="572"/>
                  <a:pt x="6594" y="588"/>
                </a:cubicBezTo>
                <a:cubicBezTo>
                  <a:pt x="6578" y="604"/>
                  <a:pt x="6560" y="618"/>
                  <a:pt x="6542" y="631"/>
                </a:cubicBezTo>
                <a:cubicBezTo>
                  <a:pt x="6523" y="643"/>
                  <a:pt x="6503" y="654"/>
                  <a:pt x="6482" y="663"/>
                </a:cubicBezTo>
                <a:cubicBezTo>
                  <a:pt x="6461" y="671"/>
                  <a:pt x="6440" y="678"/>
                  <a:pt x="6418" y="682"/>
                </a:cubicBezTo>
                <a:cubicBezTo>
                  <a:pt x="6396" y="687"/>
                  <a:pt x="6373" y="689"/>
                  <a:pt x="6351" y="689"/>
                </a:cubicBezTo>
                <a:lnTo>
                  <a:pt x="344" y="689"/>
                </a:lnTo>
                <a:cubicBezTo>
                  <a:pt x="321" y="689"/>
                  <a:pt x="299" y="687"/>
                  <a:pt x="276" y="682"/>
                </a:cubicBezTo>
                <a:cubicBezTo>
                  <a:pt x="254" y="678"/>
                  <a:pt x="233" y="671"/>
                  <a:pt x="212" y="663"/>
                </a:cubicBezTo>
                <a:cubicBezTo>
                  <a:pt x="191" y="654"/>
                  <a:pt x="171" y="643"/>
                  <a:pt x="152" y="631"/>
                </a:cubicBezTo>
                <a:cubicBezTo>
                  <a:pt x="134" y="618"/>
                  <a:pt x="116" y="604"/>
                  <a:pt x="100" y="588"/>
                </a:cubicBezTo>
                <a:cubicBezTo>
                  <a:pt x="84" y="572"/>
                  <a:pt x="70" y="555"/>
                  <a:pt x="58" y="536"/>
                </a:cubicBezTo>
                <a:cubicBezTo>
                  <a:pt x="45" y="517"/>
                  <a:pt x="34" y="497"/>
                  <a:pt x="26" y="476"/>
                </a:cubicBezTo>
                <a:cubicBezTo>
                  <a:pt x="17" y="456"/>
                  <a:pt x="11" y="434"/>
                  <a:pt x="6" y="412"/>
                </a:cubicBezTo>
                <a:cubicBezTo>
                  <a:pt x="2" y="390"/>
                  <a:pt x="0" y="367"/>
                  <a:pt x="0" y="34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9" name=""/>
          <p:cNvSpPr/>
          <p:nvPr/>
        </p:nvSpPr>
        <p:spPr>
          <a:xfrm>
            <a:off x="3929040" y="4309920"/>
            <a:ext cx="2410200" cy="248040"/>
          </a:xfrm>
          <a:custGeom>
            <a:avLst/>
            <a:gdLst/>
            <a:ahLst/>
            <a:rect l="0" t="0" r="r" b="b"/>
            <a:pathLst>
              <a:path w="6695" h="689">
                <a:moveTo>
                  <a:pt x="0" y="345"/>
                </a:moveTo>
                <a:cubicBezTo>
                  <a:pt x="0" y="322"/>
                  <a:pt x="2" y="300"/>
                  <a:pt x="6" y="278"/>
                </a:cubicBezTo>
                <a:cubicBezTo>
                  <a:pt x="11" y="256"/>
                  <a:pt x="17" y="234"/>
                  <a:pt x="26" y="213"/>
                </a:cubicBezTo>
                <a:cubicBezTo>
                  <a:pt x="34" y="192"/>
                  <a:pt x="45" y="173"/>
                  <a:pt x="58" y="154"/>
                </a:cubicBezTo>
                <a:cubicBezTo>
                  <a:pt x="70" y="135"/>
                  <a:pt x="84" y="118"/>
                  <a:pt x="100" y="102"/>
                </a:cubicBezTo>
                <a:cubicBezTo>
                  <a:pt x="116" y="86"/>
                  <a:pt x="134" y="71"/>
                  <a:pt x="152" y="59"/>
                </a:cubicBezTo>
                <a:cubicBezTo>
                  <a:pt x="171" y="45"/>
                  <a:pt x="191" y="35"/>
                  <a:pt x="212" y="26"/>
                </a:cubicBezTo>
                <a:cubicBezTo>
                  <a:pt x="233" y="17"/>
                  <a:pt x="254" y="11"/>
                  <a:pt x="276" y="7"/>
                </a:cubicBezTo>
                <a:cubicBezTo>
                  <a:pt x="299" y="2"/>
                  <a:pt x="321" y="0"/>
                  <a:pt x="344" y="0"/>
                </a:cubicBezTo>
                <a:lnTo>
                  <a:pt x="6351" y="0"/>
                </a:lnTo>
                <a:cubicBezTo>
                  <a:pt x="6373" y="0"/>
                  <a:pt x="6396" y="2"/>
                  <a:pt x="6418" y="7"/>
                </a:cubicBezTo>
                <a:cubicBezTo>
                  <a:pt x="6440" y="11"/>
                  <a:pt x="6461" y="17"/>
                  <a:pt x="6482" y="26"/>
                </a:cubicBezTo>
                <a:cubicBezTo>
                  <a:pt x="6503" y="35"/>
                  <a:pt x="6523" y="45"/>
                  <a:pt x="6542" y="59"/>
                </a:cubicBezTo>
                <a:cubicBezTo>
                  <a:pt x="6560" y="71"/>
                  <a:pt x="6578" y="86"/>
                  <a:pt x="6594" y="102"/>
                </a:cubicBezTo>
                <a:cubicBezTo>
                  <a:pt x="6610" y="118"/>
                  <a:pt x="6624" y="135"/>
                  <a:pt x="6637" y="154"/>
                </a:cubicBezTo>
                <a:cubicBezTo>
                  <a:pt x="6649" y="173"/>
                  <a:pt x="6660" y="192"/>
                  <a:pt x="6668" y="213"/>
                </a:cubicBezTo>
                <a:cubicBezTo>
                  <a:pt x="6677" y="234"/>
                  <a:pt x="6684" y="256"/>
                  <a:pt x="6688" y="278"/>
                </a:cubicBezTo>
                <a:cubicBezTo>
                  <a:pt x="6692" y="300"/>
                  <a:pt x="6695" y="322"/>
                  <a:pt x="6695" y="345"/>
                </a:cubicBezTo>
                <a:cubicBezTo>
                  <a:pt x="6695" y="367"/>
                  <a:pt x="6692" y="390"/>
                  <a:pt x="6688" y="412"/>
                </a:cubicBezTo>
                <a:cubicBezTo>
                  <a:pt x="6684" y="434"/>
                  <a:pt x="6677" y="456"/>
                  <a:pt x="6668" y="476"/>
                </a:cubicBezTo>
                <a:cubicBezTo>
                  <a:pt x="6660" y="497"/>
                  <a:pt x="6649" y="517"/>
                  <a:pt x="6637" y="536"/>
                </a:cubicBezTo>
                <a:cubicBezTo>
                  <a:pt x="6624" y="555"/>
                  <a:pt x="6610" y="572"/>
                  <a:pt x="6594" y="588"/>
                </a:cubicBezTo>
                <a:cubicBezTo>
                  <a:pt x="6578" y="604"/>
                  <a:pt x="6560" y="618"/>
                  <a:pt x="6542" y="631"/>
                </a:cubicBezTo>
                <a:cubicBezTo>
                  <a:pt x="6523" y="643"/>
                  <a:pt x="6503" y="654"/>
                  <a:pt x="6482" y="663"/>
                </a:cubicBezTo>
                <a:cubicBezTo>
                  <a:pt x="6461" y="671"/>
                  <a:pt x="6440" y="678"/>
                  <a:pt x="6418" y="682"/>
                </a:cubicBezTo>
                <a:cubicBezTo>
                  <a:pt x="6396" y="687"/>
                  <a:pt x="6373" y="689"/>
                  <a:pt x="6351" y="689"/>
                </a:cubicBezTo>
                <a:lnTo>
                  <a:pt x="344" y="689"/>
                </a:lnTo>
                <a:cubicBezTo>
                  <a:pt x="321" y="689"/>
                  <a:pt x="299" y="687"/>
                  <a:pt x="276" y="682"/>
                </a:cubicBezTo>
                <a:cubicBezTo>
                  <a:pt x="254" y="678"/>
                  <a:pt x="233" y="671"/>
                  <a:pt x="212" y="663"/>
                </a:cubicBezTo>
                <a:cubicBezTo>
                  <a:pt x="191" y="654"/>
                  <a:pt x="171" y="643"/>
                  <a:pt x="152" y="631"/>
                </a:cubicBezTo>
                <a:cubicBezTo>
                  <a:pt x="134" y="618"/>
                  <a:pt x="116" y="604"/>
                  <a:pt x="100" y="588"/>
                </a:cubicBezTo>
                <a:cubicBezTo>
                  <a:pt x="84" y="572"/>
                  <a:pt x="70" y="555"/>
                  <a:pt x="58" y="536"/>
                </a:cubicBezTo>
                <a:cubicBezTo>
                  <a:pt x="45" y="517"/>
                  <a:pt x="34" y="497"/>
                  <a:pt x="26" y="476"/>
                </a:cubicBezTo>
                <a:cubicBezTo>
                  <a:pt x="17" y="456"/>
                  <a:pt x="11" y="434"/>
                  <a:pt x="6" y="412"/>
                </a:cubicBezTo>
                <a:cubicBezTo>
                  <a:pt x="2" y="390"/>
                  <a:pt x="0" y="367"/>
                  <a:pt x="0" y="345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735120" y="4363560"/>
            <a:ext cx="33199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het ecosysteem lost het probleem van de instelling op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1" name=""/>
          <p:cNvSpPr/>
          <p:nvPr/>
        </p:nvSpPr>
        <p:spPr>
          <a:xfrm>
            <a:off x="6424560" y="4309920"/>
            <a:ext cx="2190960" cy="248040"/>
          </a:xfrm>
          <a:custGeom>
            <a:avLst/>
            <a:gdLst/>
            <a:ahLst/>
            <a:rect l="0" t="0" r="r" b="b"/>
            <a:pathLst>
              <a:path w="6086" h="689">
                <a:moveTo>
                  <a:pt x="0" y="345"/>
                </a:moveTo>
                <a:cubicBezTo>
                  <a:pt x="0" y="322"/>
                  <a:pt x="2" y="300"/>
                  <a:pt x="6" y="278"/>
                </a:cubicBezTo>
                <a:cubicBezTo>
                  <a:pt x="11" y="256"/>
                  <a:pt x="17" y="234"/>
                  <a:pt x="26" y="213"/>
                </a:cubicBezTo>
                <a:cubicBezTo>
                  <a:pt x="34" y="192"/>
                  <a:pt x="45" y="173"/>
                  <a:pt x="58" y="154"/>
                </a:cubicBezTo>
                <a:cubicBezTo>
                  <a:pt x="70" y="135"/>
                  <a:pt x="84" y="118"/>
                  <a:pt x="100" y="102"/>
                </a:cubicBezTo>
                <a:cubicBezTo>
                  <a:pt x="116" y="86"/>
                  <a:pt x="134" y="71"/>
                  <a:pt x="153" y="59"/>
                </a:cubicBezTo>
                <a:cubicBezTo>
                  <a:pt x="171" y="45"/>
                  <a:pt x="191" y="35"/>
                  <a:pt x="212" y="26"/>
                </a:cubicBezTo>
                <a:cubicBezTo>
                  <a:pt x="233" y="17"/>
                  <a:pt x="254" y="11"/>
                  <a:pt x="276" y="7"/>
                </a:cubicBezTo>
                <a:cubicBezTo>
                  <a:pt x="299" y="2"/>
                  <a:pt x="321" y="0"/>
                  <a:pt x="344" y="0"/>
                </a:cubicBezTo>
                <a:lnTo>
                  <a:pt x="5742" y="0"/>
                </a:lnTo>
                <a:cubicBezTo>
                  <a:pt x="5765" y="0"/>
                  <a:pt x="5787" y="2"/>
                  <a:pt x="5809" y="7"/>
                </a:cubicBezTo>
                <a:cubicBezTo>
                  <a:pt x="5831" y="11"/>
                  <a:pt x="5853" y="17"/>
                  <a:pt x="5874" y="26"/>
                </a:cubicBezTo>
                <a:cubicBezTo>
                  <a:pt x="5895" y="35"/>
                  <a:pt x="5914" y="45"/>
                  <a:pt x="5933" y="59"/>
                </a:cubicBezTo>
                <a:cubicBezTo>
                  <a:pt x="5952" y="71"/>
                  <a:pt x="5969" y="86"/>
                  <a:pt x="5985" y="102"/>
                </a:cubicBezTo>
                <a:cubicBezTo>
                  <a:pt x="6001" y="118"/>
                  <a:pt x="6016" y="135"/>
                  <a:pt x="6028" y="154"/>
                </a:cubicBezTo>
                <a:cubicBezTo>
                  <a:pt x="6041" y="173"/>
                  <a:pt x="6051" y="192"/>
                  <a:pt x="6060" y="213"/>
                </a:cubicBezTo>
                <a:cubicBezTo>
                  <a:pt x="6069" y="234"/>
                  <a:pt x="6075" y="256"/>
                  <a:pt x="6079" y="278"/>
                </a:cubicBezTo>
                <a:cubicBezTo>
                  <a:pt x="6084" y="300"/>
                  <a:pt x="6086" y="322"/>
                  <a:pt x="6086" y="345"/>
                </a:cubicBezTo>
                <a:cubicBezTo>
                  <a:pt x="6086" y="367"/>
                  <a:pt x="6084" y="390"/>
                  <a:pt x="6079" y="412"/>
                </a:cubicBezTo>
                <a:cubicBezTo>
                  <a:pt x="6075" y="434"/>
                  <a:pt x="6069" y="456"/>
                  <a:pt x="6060" y="476"/>
                </a:cubicBezTo>
                <a:cubicBezTo>
                  <a:pt x="6051" y="497"/>
                  <a:pt x="6041" y="517"/>
                  <a:pt x="6028" y="536"/>
                </a:cubicBezTo>
                <a:cubicBezTo>
                  <a:pt x="6016" y="555"/>
                  <a:pt x="6001" y="572"/>
                  <a:pt x="5985" y="588"/>
                </a:cubicBezTo>
                <a:cubicBezTo>
                  <a:pt x="5969" y="604"/>
                  <a:pt x="5952" y="618"/>
                  <a:pt x="5933" y="631"/>
                </a:cubicBezTo>
                <a:cubicBezTo>
                  <a:pt x="5914" y="643"/>
                  <a:pt x="5895" y="654"/>
                  <a:pt x="5874" y="663"/>
                </a:cubicBezTo>
                <a:cubicBezTo>
                  <a:pt x="5853" y="671"/>
                  <a:pt x="5831" y="678"/>
                  <a:pt x="5809" y="682"/>
                </a:cubicBezTo>
                <a:cubicBezTo>
                  <a:pt x="5787" y="687"/>
                  <a:pt x="5765" y="689"/>
                  <a:pt x="5742" y="689"/>
                </a:cubicBezTo>
                <a:lnTo>
                  <a:pt x="344" y="689"/>
                </a:lnTo>
                <a:cubicBezTo>
                  <a:pt x="321" y="689"/>
                  <a:pt x="299" y="687"/>
                  <a:pt x="276" y="682"/>
                </a:cubicBezTo>
                <a:cubicBezTo>
                  <a:pt x="254" y="678"/>
                  <a:pt x="233" y="671"/>
                  <a:pt x="212" y="663"/>
                </a:cubicBezTo>
                <a:cubicBezTo>
                  <a:pt x="191" y="654"/>
                  <a:pt x="171" y="643"/>
                  <a:pt x="153" y="631"/>
                </a:cubicBezTo>
                <a:cubicBezTo>
                  <a:pt x="134" y="618"/>
                  <a:pt x="116" y="604"/>
                  <a:pt x="100" y="588"/>
                </a:cubicBezTo>
                <a:cubicBezTo>
                  <a:pt x="84" y="572"/>
                  <a:pt x="70" y="555"/>
                  <a:pt x="58" y="536"/>
                </a:cubicBezTo>
                <a:cubicBezTo>
                  <a:pt x="45" y="517"/>
                  <a:pt x="34" y="497"/>
                  <a:pt x="26" y="476"/>
                </a:cubicBezTo>
                <a:cubicBezTo>
                  <a:pt x="17" y="456"/>
                  <a:pt x="11" y="434"/>
                  <a:pt x="6" y="412"/>
                </a:cubicBezTo>
                <a:cubicBezTo>
                  <a:pt x="2" y="390"/>
                  <a:pt x="0" y="367"/>
                  <a:pt x="0" y="34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2" name=""/>
          <p:cNvSpPr/>
          <p:nvPr/>
        </p:nvSpPr>
        <p:spPr>
          <a:xfrm>
            <a:off x="6424560" y="4309920"/>
            <a:ext cx="2190960" cy="248040"/>
          </a:xfrm>
          <a:custGeom>
            <a:avLst/>
            <a:gdLst/>
            <a:ahLst/>
            <a:rect l="0" t="0" r="r" b="b"/>
            <a:pathLst>
              <a:path w="6086" h="689">
                <a:moveTo>
                  <a:pt x="0" y="345"/>
                </a:moveTo>
                <a:cubicBezTo>
                  <a:pt x="0" y="322"/>
                  <a:pt x="2" y="300"/>
                  <a:pt x="6" y="278"/>
                </a:cubicBezTo>
                <a:cubicBezTo>
                  <a:pt x="11" y="256"/>
                  <a:pt x="17" y="234"/>
                  <a:pt x="26" y="213"/>
                </a:cubicBezTo>
                <a:cubicBezTo>
                  <a:pt x="34" y="192"/>
                  <a:pt x="45" y="173"/>
                  <a:pt x="58" y="154"/>
                </a:cubicBezTo>
                <a:cubicBezTo>
                  <a:pt x="70" y="135"/>
                  <a:pt x="84" y="118"/>
                  <a:pt x="100" y="102"/>
                </a:cubicBezTo>
                <a:cubicBezTo>
                  <a:pt x="116" y="86"/>
                  <a:pt x="134" y="71"/>
                  <a:pt x="153" y="59"/>
                </a:cubicBezTo>
                <a:cubicBezTo>
                  <a:pt x="171" y="45"/>
                  <a:pt x="191" y="35"/>
                  <a:pt x="212" y="26"/>
                </a:cubicBezTo>
                <a:cubicBezTo>
                  <a:pt x="233" y="17"/>
                  <a:pt x="254" y="11"/>
                  <a:pt x="276" y="7"/>
                </a:cubicBezTo>
                <a:cubicBezTo>
                  <a:pt x="299" y="2"/>
                  <a:pt x="321" y="0"/>
                  <a:pt x="344" y="0"/>
                </a:cubicBezTo>
                <a:lnTo>
                  <a:pt x="5742" y="0"/>
                </a:lnTo>
                <a:cubicBezTo>
                  <a:pt x="5765" y="0"/>
                  <a:pt x="5787" y="2"/>
                  <a:pt x="5809" y="7"/>
                </a:cubicBezTo>
                <a:cubicBezTo>
                  <a:pt x="5831" y="11"/>
                  <a:pt x="5853" y="17"/>
                  <a:pt x="5874" y="26"/>
                </a:cubicBezTo>
                <a:cubicBezTo>
                  <a:pt x="5895" y="35"/>
                  <a:pt x="5914" y="45"/>
                  <a:pt x="5933" y="59"/>
                </a:cubicBezTo>
                <a:cubicBezTo>
                  <a:pt x="5952" y="71"/>
                  <a:pt x="5969" y="86"/>
                  <a:pt x="5985" y="102"/>
                </a:cubicBezTo>
                <a:cubicBezTo>
                  <a:pt x="6001" y="118"/>
                  <a:pt x="6016" y="135"/>
                  <a:pt x="6028" y="154"/>
                </a:cubicBezTo>
                <a:cubicBezTo>
                  <a:pt x="6041" y="173"/>
                  <a:pt x="6051" y="192"/>
                  <a:pt x="6060" y="213"/>
                </a:cubicBezTo>
                <a:cubicBezTo>
                  <a:pt x="6069" y="234"/>
                  <a:pt x="6075" y="256"/>
                  <a:pt x="6079" y="278"/>
                </a:cubicBezTo>
                <a:cubicBezTo>
                  <a:pt x="6084" y="300"/>
                  <a:pt x="6086" y="322"/>
                  <a:pt x="6086" y="345"/>
                </a:cubicBezTo>
                <a:cubicBezTo>
                  <a:pt x="6086" y="367"/>
                  <a:pt x="6084" y="390"/>
                  <a:pt x="6079" y="412"/>
                </a:cubicBezTo>
                <a:cubicBezTo>
                  <a:pt x="6075" y="434"/>
                  <a:pt x="6069" y="456"/>
                  <a:pt x="6060" y="476"/>
                </a:cubicBezTo>
                <a:cubicBezTo>
                  <a:pt x="6051" y="497"/>
                  <a:pt x="6041" y="517"/>
                  <a:pt x="6028" y="536"/>
                </a:cubicBezTo>
                <a:cubicBezTo>
                  <a:pt x="6016" y="555"/>
                  <a:pt x="6001" y="572"/>
                  <a:pt x="5985" y="588"/>
                </a:cubicBezTo>
                <a:cubicBezTo>
                  <a:pt x="5969" y="604"/>
                  <a:pt x="5952" y="618"/>
                  <a:pt x="5933" y="631"/>
                </a:cubicBezTo>
                <a:cubicBezTo>
                  <a:pt x="5914" y="643"/>
                  <a:pt x="5895" y="654"/>
                  <a:pt x="5874" y="663"/>
                </a:cubicBezTo>
                <a:cubicBezTo>
                  <a:pt x="5853" y="671"/>
                  <a:pt x="5831" y="678"/>
                  <a:pt x="5809" y="682"/>
                </a:cubicBezTo>
                <a:cubicBezTo>
                  <a:pt x="5787" y="687"/>
                  <a:pt x="5765" y="689"/>
                  <a:pt x="5742" y="689"/>
                </a:cubicBezTo>
                <a:lnTo>
                  <a:pt x="344" y="689"/>
                </a:lnTo>
                <a:cubicBezTo>
                  <a:pt x="321" y="689"/>
                  <a:pt x="299" y="687"/>
                  <a:pt x="276" y="682"/>
                </a:cubicBezTo>
                <a:cubicBezTo>
                  <a:pt x="254" y="678"/>
                  <a:pt x="233" y="671"/>
                  <a:pt x="212" y="663"/>
                </a:cubicBezTo>
                <a:cubicBezTo>
                  <a:pt x="191" y="654"/>
                  <a:pt x="171" y="643"/>
                  <a:pt x="153" y="631"/>
                </a:cubicBezTo>
                <a:cubicBezTo>
                  <a:pt x="134" y="618"/>
                  <a:pt x="116" y="604"/>
                  <a:pt x="100" y="588"/>
                </a:cubicBezTo>
                <a:cubicBezTo>
                  <a:pt x="84" y="572"/>
                  <a:pt x="70" y="555"/>
                  <a:pt x="58" y="536"/>
                </a:cubicBezTo>
                <a:cubicBezTo>
                  <a:pt x="45" y="517"/>
                  <a:pt x="34" y="497"/>
                  <a:pt x="26" y="476"/>
                </a:cubicBezTo>
                <a:cubicBezTo>
                  <a:pt x="17" y="456"/>
                  <a:pt x="11" y="434"/>
                  <a:pt x="6" y="412"/>
                </a:cubicBezTo>
                <a:cubicBezTo>
                  <a:pt x="2" y="390"/>
                  <a:pt x="0" y="367"/>
                  <a:pt x="0" y="345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4043880" y="4363560"/>
            <a:ext cx="24192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united front, de juiste mensen aan tafel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4" name=""/>
          <p:cNvSpPr/>
          <p:nvPr/>
        </p:nvSpPr>
        <p:spPr>
          <a:xfrm>
            <a:off x="623880" y="4643280"/>
            <a:ext cx="2905200" cy="257400"/>
          </a:xfrm>
          <a:custGeom>
            <a:avLst/>
            <a:gdLst/>
            <a:ahLst/>
            <a:rect l="0" t="0" r="r" b="b"/>
            <a:pathLst>
              <a:path w="8070" h="715">
                <a:moveTo>
                  <a:pt x="0" y="358"/>
                </a:moveTo>
                <a:cubicBezTo>
                  <a:pt x="0" y="335"/>
                  <a:pt x="2" y="310"/>
                  <a:pt x="6" y="287"/>
                </a:cubicBezTo>
                <a:cubicBezTo>
                  <a:pt x="11" y="264"/>
                  <a:pt x="18" y="242"/>
                  <a:pt x="27" y="220"/>
                </a:cubicBezTo>
                <a:cubicBezTo>
                  <a:pt x="36" y="199"/>
                  <a:pt x="47" y="178"/>
                  <a:pt x="60" y="159"/>
                </a:cubicBezTo>
                <a:cubicBezTo>
                  <a:pt x="73" y="139"/>
                  <a:pt x="88" y="121"/>
                  <a:pt x="104" y="105"/>
                </a:cubicBezTo>
                <a:cubicBezTo>
                  <a:pt x="121" y="88"/>
                  <a:pt x="139" y="73"/>
                  <a:pt x="158" y="60"/>
                </a:cubicBezTo>
                <a:cubicBezTo>
                  <a:pt x="178" y="47"/>
                  <a:pt x="198" y="36"/>
                  <a:pt x="220" y="27"/>
                </a:cubicBezTo>
                <a:cubicBezTo>
                  <a:pt x="242" y="18"/>
                  <a:pt x="264" y="11"/>
                  <a:pt x="287" y="7"/>
                </a:cubicBezTo>
                <a:cubicBezTo>
                  <a:pt x="310" y="2"/>
                  <a:pt x="333" y="0"/>
                  <a:pt x="357" y="0"/>
                </a:cubicBezTo>
                <a:lnTo>
                  <a:pt x="7713" y="0"/>
                </a:lnTo>
                <a:cubicBezTo>
                  <a:pt x="7737" y="0"/>
                  <a:pt x="7760" y="2"/>
                  <a:pt x="7783" y="7"/>
                </a:cubicBezTo>
                <a:cubicBezTo>
                  <a:pt x="7806" y="11"/>
                  <a:pt x="7828" y="18"/>
                  <a:pt x="7850" y="27"/>
                </a:cubicBezTo>
                <a:cubicBezTo>
                  <a:pt x="7871" y="36"/>
                  <a:pt x="7892" y="47"/>
                  <a:pt x="7912" y="60"/>
                </a:cubicBezTo>
                <a:cubicBezTo>
                  <a:pt x="7931" y="73"/>
                  <a:pt x="7949" y="88"/>
                  <a:pt x="7966" y="105"/>
                </a:cubicBezTo>
                <a:cubicBezTo>
                  <a:pt x="7982" y="121"/>
                  <a:pt x="7997" y="139"/>
                  <a:pt x="8010" y="159"/>
                </a:cubicBezTo>
                <a:cubicBezTo>
                  <a:pt x="8023" y="178"/>
                  <a:pt x="8034" y="199"/>
                  <a:pt x="8043" y="220"/>
                </a:cubicBezTo>
                <a:cubicBezTo>
                  <a:pt x="8052" y="242"/>
                  <a:pt x="8059" y="264"/>
                  <a:pt x="8063" y="287"/>
                </a:cubicBezTo>
                <a:cubicBezTo>
                  <a:pt x="8068" y="310"/>
                  <a:pt x="8070" y="335"/>
                  <a:pt x="8070" y="358"/>
                </a:cubicBezTo>
                <a:cubicBezTo>
                  <a:pt x="8070" y="382"/>
                  <a:pt x="8068" y="405"/>
                  <a:pt x="8063" y="428"/>
                </a:cubicBezTo>
                <a:cubicBezTo>
                  <a:pt x="8059" y="451"/>
                  <a:pt x="8052" y="473"/>
                  <a:pt x="8043" y="495"/>
                </a:cubicBezTo>
                <a:cubicBezTo>
                  <a:pt x="8034" y="516"/>
                  <a:pt x="8023" y="537"/>
                  <a:pt x="8010" y="557"/>
                </a:cubicBezTo>
                <a:cubicBezTo>
                  <a:pt x="7997" y="576"/>
                  <a:pt x="7982" y="594"/>
                  <a:pt x="7966" y="611"/>
                </a:cubicBezTo>
                <a:cubicBezTo>
                  <a:pt x="7949" y="627"/>
                  <a:pt x="7931" y="642"/>
                  <a:pt x="7912" y="655"/>
                </a:cubicBezTo>
                <a:cubicBezTo>
                  <a:pt x="7892" y="668"/>
                  <a:pt x="7871" y="679"/>
                  <a:pt x="7850" y="688"/>
                </a:cubicBezTo>
                <a:cubicBezTo>
                  <a:pt x="7828" y="697"/>
                  <a:pt x="7806" y="704"/>
                  <a:pt x="7783" y="708"/>
                </a:cubicBezTo>
                <a:cubicBezTo>
                  <a:pt x="7760" y="713"/>
                  <a:pt x="7737" y="715"/>
                  <a:pt x="7713" y="715"/>
                </a:cubicBezTo>
                <a:lnTo>
                  <a:pt x="357" y="715"/>
                </a:lnTo>
                <a:cubicBezTo>
                  <a:pt x="333" y="715"/>
                  <a:pt x="310" y="713"/>
                  <a:pt x="287" y="708"/>
                </a:cubicBezTo>
                <a:cubicBezTo>
                  <a:pt x="264" y="704"/>
                  <a:pt x="242" y="697"/>
                  <a:pt x="220" y="688"/>
                </a:cubicBezTo>
                <a:cubicBezTo>
                  <a:pt x="198" y="679"/>
                  <a:pt x="178" y="668"/>
                  <a:pt x="158" y="655"/>
                </a:cubicBezTo>
                <a:cubicBezTo>
                  <a:pt x="139" y="642"/>
                  <a:pt x="121" y="627"/>
                  <a:pt x="104" y="611"/>
                </a:cubicBezTo>
                <a:cubicBezTo>
                  <a:pt x="88" y="594"/>
                  <a:pt x="73" y="576"/>
                  <a:pt x="60" y="557"/>
                </a:cubicBezTo>
                <a:cubicBezTo>
                  <a:pt x="47" y="537"/>
                  <a:pt x="36" y="516"/>
                  <a:pt x="27" y="495"/>
                </a:cubicBezTo>
                <a:cubicBezTo>
                  <a:pt x="18" y="473"/>
                  <a:pt x="11" y="451"/>
                  <a:pt x="6" y="428"/>
                </a:cubicBezTo>
                <a:cubicBezTo>
                  <a:pt x="2" y="405"/>
                  <a:pt x="0" y="382"/>
                  <a:pt x="0" y="3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5" name=""/>
          <p:cNvSpPr/>
          <p:nvPr/>
        </p:nvSpPr>
        <p:spPr>
          <a:xfrm>
            <a:off x="623880" y="4643280"/>
            <a:ext cx="2905200" cy="257400"/>
          </a:xfrm>
          <a:custGeom>
            <a:avLst/>
            <a:gdLst/>
            <a:ahLst/>
            <a:rect l="0" t="0" r="r" b="b"/>
            <a:pathLst>
              <a:path w="8070" h="715">
                <a:moveTo>
                  <a:pt x="0" y="358"/>
                </a:moveTo>
                <a:cubicBezTo>
                  <a:pt x="0" y="335"/>
                  <a:pt x="2" y="310"/>
                  <a:pt x="6" y="287"/>
                </a:cubicBezTo>
                <a:cubicBezTo>
                  <a:pt x="11" y="264"/>
                  <a:pt x="18" y="242"/>
                  <a:pt x="27" y="220"/>
                </a:cubicBezTo>
                <a:cubicBezTo>
                  <a:pt x="36" y="199"/>
                  <a:pt x="47" y="178"/>
                  <a:pt x="60" y="159"/>
                </a:cubicBezTo>
                <a:cubicBezTo>
                  <a:pt x="73" y="139"/>
                  <a:pt x="88" y="121"/>
                  <a:pt x="104" y="105"/>
                </a:cubicBezTo>
                <a:cubicBezTo>
                  <a:pt x="121" y="88"/>
                  <a:pt x="139" y="73"/>
                  <a:pt x="158" y="60"/>
                </a:cubicBezTo>
                <a:cubicBezTo>
                  <a:pt x="178" y="47"/>
                  <a:pt x="198" y="36"/>
                  <a:pt x="220" y="27"/>
                </a:cubicBezTo>
                <a:cubicBezTo>
                  <a:pt x="242" y="18"/>
                  <a:pt x="264" y="11"/>
                  <a:pt x="287" y="7"/>
                </a:cubicBezTo>
                <a:cubicBezTo>
                  <a:pt x="310" y="2"/>
                  <a:pt x="333" y="0"/>
                  <a:pt x="357" y="0"/>
                </a:cubicBezTo>
                <a:lnTo>
                  <a:pt x="7713" y="0"/>
                </a:lnTo>
                <a:cubicBezTo>
                  <a:pt x="7737" y="0"/>
                  <a:pt x="7760" y="2"/>
                  <a:pt x="7783" y="7"/>
                </a:cubicBezTo>
                <a:cubicBezTo>
                  <a:pt x="7806" y="11"/>
                  <a:pt x="7828" y="18"/>
                  <a:pt x="7850" y="27"/>
                </a:cubicBezTo>
                <a:cubicBezTo>
                  <a:pt x="7871" y="36"/>
                  <a:pt x="7892" y="47"/>
                  <a:pt x="7912" y="60"/>
                </a:cubicBezTo>
                <a:cubicBezTo>
                  <a:pt x="7931" y="73"/>
                  <a:pt x="7949" y="88"/>
                  <a:pt x="7966" y="105"/>
                </a:cubicBezTo>
                <a:cubicBezTo>
                  <a:pt x="7982" y="121"/>
                  <a:pt x="7997" y="139"/>
                  <a:pt x="8010" y="159"/>
                </a:cubicBezTo>
                <a:cubicBezTo>
                  <a:pt x="8023" y="178"/>
                  <a:pt x="8034" y="199"/>
                  <a:pt x="8043" y="220"/>
                </a:cubicBezTo>
                <a:cubicBezTo>
                  <a:pt x="8052" y="242"/>
                  <a:pt x="8059" y="264"/>
                  <a:pt x="8063" y="287"/>
                </a:cubicBezTo>
                <a:cubicBezTo>
                  <a:pt x="8068" y="310"/>
                  <a:pt x="8070" y="335"/>
                  <a:pt x="8070" y="358"/>
                </a:cubicBezTo>
                <a:cubicBezTo>
                  <a:pt x="8070" y="382"/>
                  <a:pt x="8068" y="405"/>
                  <a:pt x="8063" y="428"/>
                </a:cubicBezTo>
                <a:cubicBezTo>
                  <a:pt x="8059" y="451"/>
                  <a:pt x="8052" y="473"/>
                  <a:pt x="8043" y="495"/>
                </a:cubicBezTo>
                <a:cubicBezTo>
                  <a:pt x="8034" y="516"/>
                  <a:pt x="8023" y="537"/>
                  <a:pt x="8010" y="557"/>
                </a:cubicBezTo>
                <a:cubicBezTo>
                  <a:pt x="7997" y="576"/>
                  <a:pt x="7982" y="594"/>
                  <a:pt x="7966" y="611"/>
                </a:cubicBezTo>
                <a:cubicBezTo>
                  <a:pt x="7949" y="627"/>
                  <a:pt x="7931" y="642"/>
                  <a:pt x="7912" y="655"/>
                </a:cubicBezTo>
                <a:cubicBezTo>
                  <a:pt x="7892" y="668"/>
                  <a:pt x="7871" y="679"/>
                  <a:pt x="7850" y="688"/>
                </a:cubicBezTo>
                <a:cubicBezTo>
                  <a:pt x="7828" y="697"/>
                  <a:pt x="7806" y="704"/>
                  <a:pt x="7783" y="708"/>
                </a:cubicBezTo>
                <a:cubicBezTo>
                  <a:pt x="7760" y="713"/>
                  <a:pt x="7737" y="715"/>
                  <a:pt x="7713" y="715"/>
                </a:cubicBezTo>
                <a:lnTo>
                  <a:pt x="357" y="715"/>
                </a:lnTo>
                <a:cubicBezTo>
                  <a:pt x="333" y="715"/>
                  <a:pt x="310" y="713"/>
                  <a:pt x="287" y="708"/>
                </a:cubicBezTo>
                <a:cubicBezTo>
                  <a:pt x="264" y="704"/>
                  <a:pt x="242" y="697"/>
                  <a:pt x="220" y="688"/>
                </a:cubicBezTo>
                <a:cubicBezTo>
                  <a:pt x="198" y="679"/>
                  <a:pt x="178" y="668"/>
                  <a:pt x="158" y="655"/>
                </a:cubicBezTo>
                <a:cubicBezTo>
                  <a:pt x="139" y="642"/>
                  <a:pt x="121" y="627"/>
                  <a:pt x="104" y="611"/>
                </a:cubicBezTo>
                <a:cubicBezTo>
                  <a:pt x="88" y="594"/>
                  <a:pt x="73" y="576"/>
                  <a:pt x="60" y="557"/>
                </a:cubicBezTo>
                <a:cubicBezTo>
                  <a:pt x="47" y="537"/>
                  <a:pt x="36" y="516"/>
                  <a:pt x="27" y="495"/>
                </a:cubicBezTo>
                <a:cubicBezTo>
                  <a:pt x="18" y="473"/>
                  <a:pt x="11" y="451"/>
                  <a:pt x="6" y="428"/>
                </a:cubicBezTo>
                <a:cubicBezTo>
                  <a:pt x="2" y="405"/>
                  <a:pt x="0" y="382"/>
                  <a:pt x="0" y="358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6533640" y="4363560"/>
            <a:ext cx="21862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gedeelde expertise naar de scholen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735120" y="4706640"/>
            <a:ext cx="29649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1a1a2e"/>
                </a:solidFill>
                <a:latin typeface="Arial"/>
                <a:ea typeface="Arial"/>
              </a:rPr>
              <a:t>een claim op de schaarse capaciteit van scholen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8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68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pic>
        <p:nvPicPr>
          <p:cNvPr id="686" name="" descr=""/>
          <p:cNvPicPr/>
          <p:nvPr/>
        </p:nvPicPr>
        <p:blipFill>
          <a:blip r:embed="rId2"/>
          <a:stretch/>
        </p:blipFill>
        <p:spPr>
          <a:xfrm>
            <a:off x="1009800" y="1676520"/>
            <a:ext cx="2285640" cy="2285640"/>
          </a:xfrm>
          <a:prstGeom prst="rect">
            <a:avLst/>
          </a:prstGeom>
          <a:ln w="0">
            <a:noFill/>
          </a:ln>
        </p:spPr>
      </p:pic>
      <p:sp>
        <p:nvSpPr>
          <p:cNvPr id="687" name=""/>
          <p:cNvSpPr txBox="1"/>
          <p:nvPr/>
        </p:nvSpPr>
        <p:spPr>
          <a:xfrm>
            <a:off x="439920" y="986760"/>
            <a:ext cx="79729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Alles staat open: de kennisbasis van OKx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8" name=""/>
          <p:cNvSpPr/>
          <p:nvPr/>
        </p:nvSpPr>
        <p:spPr>
          <a:xfrm>
            <a:off x="4143240" y="1771560"/>
            <a:ext cx="4734360" cy="724320"/>
          </a:xfrm>
          <a:custGeom>
            <a:avLst/>
            <a:gdLst/>
            <a:ahLst/>
            <a:rect l="0" t="0" r="r" b="b"/>
            <a:pathLst>
              <a:path w="13151" h="2012">
                <a:moveTo>
                  <a:pt x="0" y="0"/>
                </a:moveTo>
                <a:lnTo>
                  <a:pt x="13151" y="0"/>
                </a:lnTo>
                <a:lnTo>
                  <a:pt x="13151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9" name=""/>
          <p:cNvSpPr/>
          <p:nvPr/>
        </p:nvSpPr>
        <p:spPr>
          <a:xfrm>
            <a:off x="4143240" y="1771560"/>
            <a:ext cx="4734360" cy="38520"/>
          </a:xfrm>
          <a:custGeom>
            <a:avLst/>
            <a:gdLst/>
            <a:ahLst/>
            <a:rect l="0" t="0" r="r" b="b"/>
            <a:pathLst>
              <a:path w="13151" h="107">
                <a:moveTo>
                  <a:pt x="0" y="0"/>
                </a:moveTo>
                <a:lnTo>
                  <a:pt x="13151" y="0"/>
                </a:lnTo>
                <a:lnTo>
                  <a:pt x="1315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0" name=""/>
          <p:cNvSpPr/>
          <p:nvPr/>
        </p:nvSpPr>
        <p:spPr>
          <a:xfrm>
            <a:off x="4143240" y="2485800"/>
            <a:ext cx="4734360" cy="10080"/>
          </a:xfrm>
          <a:custGeom>
            <a:avLst/>
            <a:gdLst/>
            <a:ahLst/>
            <a:rect l="0" t="0" r="r" b="b"/>
            <a:pathLst>
              <a:path w="13151" h="28">
                <a:moveTo>
                  <a:pt x="0" y="0"/>
                </a:moveTo>
                <a:lnTo>
                  <a:pt x="13151" y="0"/>
                </a:lnTo>
                <a:lnTo>
                  <a:pt x="131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1" name=""/>
          <p:cNvSpPr/>
          <p:nvPr/>
        </p:nvSpPr>
        <p:spPr>
          <a:xfrm>
            <a:off x="8867520" y="1771560"/>
            <a:ext cx="10080" cy="724320"/>
          </a:xfrm>
          <a:custGeom>
            <a:avLst/>
            <a:gdLst/>
            <a:ahLst/>
            <a:rect l="0" t="0" r="r" b="b"/>
            <a:pathLst>
              <a:path w="28" h="2012">
                <a:moveTo>
                  <a:pt x="0" y="107"/>
                </a:moveTo>
                <a:lnTo>
                  <a:pt x="0" y="2012"/>
                </a:lnTo>
                <a:lnTo>
                  <a:pt x="28" y="2012"/>
                </a:lnTo>
                <a:lnTo>
                  <a:pt x="28" y="0"/>
                </a:lnTo>
                <a:lnTo>
                  <a:pt x="0" y="107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2" name=""/>
          <p:cNvSpPr/>
          <p:nvPr/>
        </p:nvSpPr>
        <p:spPr>
          <a:xfrm>
            <a:off x="4143240" y="1771560"/>
            <a:ext cx="9720" cy="724320"/>
          </a:xfrm>
          <a:custGeom>
            <a:avLst/>
            <a:gdLst/>
            <a:ahLst/>
            <a:rect l="0" t="0" r="r" b="b"/>
            <a:pathLst>
              <a:path w="27" h="2012">
                <a:moveTo>
                  <a:pt x="0" y="0"/>
                </a:moveTo>
                <a:lnTo>
                  <a:pt x="0" y="2012"/>
                </a:lnTo>
                <a:lnTo>
                  <a:pt x="27" y="2012"/>
                </a:lnTo>
                <a:lnTo>
                  <a:pt x="27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3" name=""/>
          <p:cNvSpPr/>
          <p:nvPr/>
        </p:nvSpPr>
        <p:spPr>
          <a:xfrm>
            <a:off x="4349520" y="1978920"/>
            <a:ext cx="149040" cy="89640"/>
          </a:xfrm>
          <a:custGeom>
            <a:avLst/>
            <a:gdLst/>
            <a:ahLst/>
            <a:rect l="0" t="0" r="r" b="b"/>
            <a:pathLst>
              <a:path w="414" h="249">
                <a:moveTo>
                  <a:pt x="270" y="0"/>
                </a:moveTo>
                <a:lnTo>
                  <a:pt x="414" y="0"/>
                </a:lnTo>
                <a:lnTo>
                  <a:pt x="414" y="42"/>
                </a:lnTo>
                <a:lnTo>
                  <a:pt x="270" y="42"/>
                </a:lnTo>
                <a:lnTo>
                  <a:pt x="270" y="0"/>
                </a:lnTo>
                <a:moveTo>
                  <a:pt x="270" y="105"/>
                </a:moveTo>
                <a:lnTo>
                  <a:pt x="414" y="105"/>
                </a:lnTo>
                <a:lnTo>
                  <a:pt x="414" y="146"/>
                </a:lnTo>
                <a:lnTo>
                  <a:pt x="270" y="146"/>
                </a:lnTo>
                <a:lnTo>
                  <a:pt x="270" y="105"/>
                </a:lnTo>
                <a:moveTo>
                  <a:pt x="270" y="208"/>
                </a:moveTo>
                <a:lnTo>
                  <a:pt x="414" y="208"/>
                </a:lnTo>
                <a:lnTo>
                  <a:pt x="414" y="249"/>
                </a:lnTo>
                <a:lnTo>
                  <a:pt x="270" y="249"/>
                </a:lnTo>
                <a:lnTo>
                  <a:pt x="270" y="208"/>
                </a:lnTo>
                <a:moveTo>
                  <a:pt x="0" y="0"/>
                </a:moveTo>
                <a:lnTo>
                  <a:pt x="146" y="0"/>
                </a:lnTo>
                <a:lnTo>
                  <a:pt x="146" y="42"/>
                </a:lnTo>
                <a:lnTo>
                  <a:pt x="0" y="42"/>
                </a:lnTo>
                <a:lnTo>
                  <a:pt x="0" y="0"/>
                </a:lnTo>
                <a:moveTo>
                  <a:pt x="0" y="105"/>
                </a:moveTo>
                <a:lnTo>
                  <a:pt x="146" y="105"/>
                </a:lnTo>
                <a:lnTo>
                  <a:pt x="146" y="146"/>
                </a:lnTo>
                <a:lnTo>
                  <a:pt x="0" y="146"/>
                </a:lnTo>
                <a:lnTo>
                  <a:pt x="0" y="105"/>
                </a:lnTo>
                <a:moveTo>
                  <a:pt x="0" y="208"/>
                </a:moveTo>
                <a:lnTo>
                  <a:pt x="146" y="208"/>
                </a:lnTo>
                <a:lnTo>
                  <a:pt x="146" y="249"/>
                </a:lnTo>
                <a:lnTo>
                  <a:pt x="0" y="249"/>
                </a:lnTo>
                <a:lnTo>
                  <a:pt x="0" y="208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4" name=""/>
          <p:cNvSpPr/>
          <p:nvPr/>
        </p:nvSpPr>
        <p:spPr>
          <a:xfrm>
            <a:off x="4320000" y="1941840"/>
            <a:ext cx="208440" cy="163800"/>
          </a:xfrm>
          <a:custGeom>
            <a:avLst/>
            <a:gdLst/>
            <a:ahLst/>
            <a:rect l="0" t="0" r="r" b="b"/>
            <a:pathLst>
              <a:path w="579" h="455">
                <a:moveTo>
                  <a:pt x="537" y="0"/>
                </a:moveTo>
                <a:lnTo>
                  <a:pt x="41" y="0"/>
                </a:lnTo>
                <a:cubicBezTo>
                  <a:pt x="36" y="0"/>
                  <a:pt x="30" y="1"/>
                  <a:pt x="25" y="3"/>
                </a:cubicBezTo>
                <a:cubicBezTo>
                  <a:pt x="20" y="6"/>
                  <a:pt x="16" y="9"/>
                  <a:pt x="12" y="12"/>
                </a:cubicBezTo>
                <a:cubicBezTo>
                  <a:pt x="8" y="16"/>
                  <a:pt x="5" y="21"/>
                  <a:pt x="3" y="26"/>
                </a:cubicBezTo>
                <a:cubicBezTo>
                  <a:pt x="1" y="31"/>
                  <a:pt x="0" y="36"/>
                  <a:pt x="0" y="42"/>
                </a:cubicBezTo>
                <a:lnTo>
                  <a:pt x="0" y="414"/>
                </a:lnTo>
                <a:cubicBezTo>
                  <a:pt x="0" y="419"/>
                  <a:pt x="1" y="425"/>
                  <a:pt x="3" y="430"/>
                </a:cubicBezTo>
                <a:cubicBezTo>
                  <a:pt x="5" y="435"/>
                  <a:pt x="8" y="439"/>
                  <a:pt x="12" y="443"/>
                </a:cubicBezTo>
                <a:cubicBezTo>
                  <a:pt x="16" y="447"/>
                  <a:pt x="20" y="450"/>
                  <a:pt x="25" y="452"/>
                </a:cubicBezTo>
                <a:cubicBezTo>
                  <a:pt x="30" y="454"/>
                  <a:pt x="36" y="455"/>
                  <a:pt x="41" y="455"/>
                </a:cubicBezTo>
                <a:lnTo>
                  <a:pt x="537" y="455"/>
                </a:lnTo>
                <a:cubicBezTo>
                  <a:pt x="543" y="455"/>
                  <a:pt x="548" y="454"/>
                  <a:pt x="553" y="452"/>
                </a:cubicBezTo>
                <a:cubicBezTo>
                  <a:pt x="558" y="450"/>
                  <a:pt x="563" y="447"/>
                  <a:pt x="567" y="443"/>
                </a:cubicBezTo>
                <a:cubicBezTo>
                  <a:pt x="570" y="439"/>
                  <a:pt x="573" y="435"/>
                  <a:pt x="575" y="430"/>
                </a:cubicBezTo>
                <a:cubicBezTo>
                  <a:pt x="578" y="425"/>
                  <a:pt x="579" y="419"/>
                  <a:pt x="579" y="414"/>
                </a:cubicBezTo>
                <a:lnTo>
                  <a:pt x="579" y="42"/>
                </a:lnTo>
                <a:cubicBezTo>
                  <a:pt x="579" y="36"/>
                  <a:pt x="578" y="31"/>
                  <a:pt x="575" y="26"/>
                </a:cubicBezTo>
                <a:cubicBezTo>
                  <a:pt x="573" y="21"/>
                  <a:pt x="570" y="16"/>
                  <a:pt x="567" y="12"/>
                </a:cubicBezTo>
                <a:cubicBezTo>
                  <a:pt x="563" y="9"/>
                  <a:pt x="558" y="6"/>
                  <a:pt x="553" y="3"/>
                </a:cubicBezTo>
                <a:cubicBezTo>
                  <a:pt x="548" y="1"/>
                  <a:pt x="543" y="0"/>
                  <a:pt x="537" y="0"/>
                </a:cubicBezTo>
                <a:moveTo>
                  <a:pt x="41" y="42"/>
                </a:moveTo>
                <a:lnTo>
                  <a:pt x="268" y="42"/>
                </a:lnTo>
                <a:lnTo>
                  <a:pt x="268" y="414"/>
                </a:lnTo>
                <a:lnTo>
                  <a:pt x="41" y="414"/>
                </a:lnTo>
                <a:lnTo>
                  <a:pt x="41" y="42"/>
                </a:lnTo>
                <a:moveTo>
                  <a:pt x="309" y="414"/>
                </a:moveTo>
                <a:lnTo>
                  <a:pt x="309" y="42"/>
                </a:lnTo>
                <a:lnTo>
                  <a:pt x="537" y="42"/>
                </a:lnTo>
                <a:lnTo>
                  <a:pt x="537" y="414"/>
                </a:lnTo>
                <a:lnTo>
                  <a:pt x="309" y="414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1095480" y="4066200"/>
            <a:ext cx="23857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github.com/Npuls-OKx/Public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4542840" y="1970280"/>
            <a:ext cx="47145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Referentiemateriaal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: leerroutes en kaderscenario's, principes,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7" name=""/>
          <p:cNvSpPr/>
          <p:nvPr/>
        </p:nvSpPr>
        <p:spPr>
          <a:xfrm>
            <a:off x="4143240" y="2609640"/>
            <a:ext cx="4734360" cy="724320"/>
          </a:xfrm>
          <a:custGeom>
            <a:avLst/>
            <a:gdLst/>
            <a:ahLst/>
            <a:rect l="0" t="0" r="r" b="b"/>
            <a:pathLst>
              <a:path w="13151" h="2012">
                <a:moveTo>
                  <a:pt x="0" y="0"/>
                </a:moveTo>
                <a:lnTo>
                  <a:pt x="13151" y="0"/>
                </a:lnTo>
                <a:lnTo>
                  <a:pt x="13151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8" name=""/>
          <p:cNvSpPr/>
          <p:nvPr/>
        </p:nvSpPr>
        <p:spPr>
          <a:xfrm>
            <a:off x="4143240" y="2609640"/>
            <a:ext cx="4734360" cy="38520"/>
          </a:xfrm>
          <a:custGeom>
            <a:avLst/>
            <a:gdLst/>
            <a:ahLst/>
            <a:rect l="0" t="0" r="r" b="b"/>
            <a:pathLst>
              <a:path w="13151" h="107">
                <a:moveTo>
                  <a:pt x="0" y="0"/>
                </a:moveTo>
                <a:lnTo>
                  <a:pt x="13151" y="0"/>
                </a:lnTo>
                <a:lnTo>
                  <a:pt x="1315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9" name=""/>
          <p:cNvSpPr/>
          <p:nvPr/>
        </p:nvSpPr>
        <p:spPr>
          <a:xfrm>
            <a:off x="4143240" y="3323880"/>
            <a:ext cx="4734360" cy="10080"/>
          </a:xfrm>
          <a:custGeom>
            <a:avLst/>
            <a:gdLst/>
            <a:ahLst/>
            <a:rect l="0" t="0" r="r" b="b"/>
            <a:pathLst>
              <a:path w="13151" h="28">
                <a:moveTo>
                  <a:pt x="0" y="0"/>
                </a:moveTo>
                <a:lnTo>
                  <a:pt x="13151" y="0"/>
                </a:lnTo>
                <a:lnTo>
                  <a:pt x="131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0" name=""/>
          <p:cNvSpPr/>
          <p:nvPr/>
        </p:nvSpPr>
        <p:spPr>
          <a:xfrm>
            <a:off x="8867520" y="2609640"/>
            <a:ext cx="10080" cy="724320"/>
          </a:xfrm>
          <a:custGeom>
            <a:avLst/>
            <a:gdLst/>
            <a:ahLst/>
            <a:rect l="0" t="0" r="r" b="b"/>
            <a:pathLst>
              <a:path w="28" h="2012">
                <a:moveTo>
                  <a:pt x="0" y="106"/>
                </a:moveTo>
                <a:lnTo>
                  <a:pt x="0" y="2012"/>
                </a:lnTo>
                <a:lnTo>
                  <a:pt x="28" y="2012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1" name=""/>
          <p:cNvSpPr/>
          <p:nvPr/>
        </p:nvSpPr>
        <p:spPr>
          <a:xfrm>
            <a:off x="4143240" y="2609640"/>
            <a:ext cx="9720" cy="724320"/>
          </a:xfrm>
          <a:custGeom>
            <a:avLst/>
            <a:gdLst/>
            <a:ahLst/>
            <a:rect l="0" t="0" r="r" b="b"/>
            <a:pathLst>
              <a:path w="27" h="2012">
                <a:moveTo>
                  <a:pt x="0" y="0"/>
                </a:moveTo>
                <a:lnTo>
                  <a:pt x="0" y="2012"/>
                </a:lnTo>
                <a:lnTo>
                  <a:pt x="27" y="2012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2" name=""/>
          <p:cNvSpPr/>
          <p:nvPr/>
        </p:nvSpPr>
        <p:spPr>
          <a:xfrm>
            <a:off x="4349520" y="2757960"/>
            <a:ext cx="149040" cy="208080"/>
          </a:xfrm>
          <a:custGeom>
            <a:avLst/>
            <a:gdLst/>
            <a:ahLst/>
            <a:rect l="0" t="0" r="r" b="b"/>
            <a:pathLst>
              <a:path w="414" h="578">
                <a:moveTo>
                  <a:pt x="408" y="151"/>
                </a:moveTo>
                <a:lnTo>
                  <a:pt x="263" y="6"/>
                </a:lnTo>
                <a:cubicBezTo>
                  <a:pt x="259" y="2"/>
                  <a:pt x="255" y="0"/>
                  <a:pt x="249" y="0"/>
                </a:cubicBezTo>
                <a:lnTo>
                  <a:pt x="42" y="0"/>
                </a:lnTo>
                <a:cubicBezTo>
                  <a:pt x="19" y="0"/>
                  <a:pt x="0" y="18"/>
                  <a:pt x="0" y="41"/>
                </a:cubicBezTo>
                <a:lnTo>
                  <a:pt x="0" y="537"/>
                </a:lnTo>
                <a:cubicBezTo>
                  <a:pt x="0" y="560"/>
                  <a:pt x="19" y="578"/>
                  <a:pt x="42" y="578"/>
                </a:cubicBezTo>
                <a:lnTo>
                  <a:pt x="373" y="578"/>
                </a:lnTo>
                <a:cubicBezTo>
                  <a:pt x="396" y="578"/>
                  <a:pt x="414" y="560"/>
                  <a:pt x="414" y="537"/>
                </a:cubicBezTo>
                <a:lnTo>
                  <a:pt x="414" y="166"/>
                </a:lnTo>
                <a:cubicBezTo>
                  <a:pt x="414" y="160"/>
                  <a:pt x="412" y="156"/>
                  <a:pt x="408" y="151"/>
                </a:cubicBezTo>
                <a:moveTo>
                  <a:pt x="249" y="49"/>
                </a:moveTo>
                <a:lnTo>
                  <a:pt x="365" y="166"/>
                </a:lnTo>
                <a:lnTo>
                  <a:pt x="249" y="166"/>
                </a:lnTo>
                <a:lnTo>
                  <a:pt x="249" y="49"/>
                </a:lnTo>
                <a:moveTo>
                  <a:pt x="373" y="537"/>
                </a:moveTo>
                <a:lnTo>
                  <a:pt x="42" y="537"/>
                </a:lnTo>
                <a:lnTo>
                  <a:pt x="42" y="41"/>
                </a:lnTo>
                <a:lnTo>
                  <a:pt x="208" y="41"/>
                </a:lnTo>
                <a:lnTo>
                  <a:pt x="208" y="166"/>
                </a:lnTo>
                <a:cubicBezTo>
                  <a:pt x="208" y="189"/>
                  <a:pt x="226" y="207"/>
                  <a:pt x="249" y="207"/>
                </a:cubicBezTo>
                <a:lnTo>
                  <a:pt x="373" y="207"/>
                </a:lnTo>
                <a:lnTo>
                  <a:pt x="373" y="537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3" name=""/>
          <p:cNvSpPr/>
          <p:nvPr/>
        </p:nvSpPr>
        <p:spPr>
          <a:xfrm>
            <a:off x="4379400" y="2862000"/>
            <a:ext cx="89640" cy="59760"/>
          </a:xfrm>
          <a:custGeom>
            <a:avLst/>
            <a:gdLst/>
            <a:ahLst/>
            <a:rect l="0" t="0" r="r" b="b"/>
            <a:pathLst>
              <a:path w="249" h="166">
                <a:moveTo>
                  <a:pt x="0" y="124"/>
                </a:moveTo>
                <a:lnTo>
                  <a:pt x="249" y="124"/>
                </a:lnTo>
                <a:lnTo>
                  <a:pt x="249" y="166"/>
                </a:lnTo>
                <a:lnTo>
                  <a:pt x="0" y="166"/>
                </a:lnTo>
                <a:lnTo>
                  <a:pt x="0" y="124"/>
                </a:lnTo>
                <a:moveTo>
                  <a:pt x="0" y="0"/>
                </a:moveTo>
                <a:lnTo>
                  <a:pt x="249" y="0"/>
                </a:lnTo>
                <a:lnTo>
                  <a:pt x="249" y="41"/>
                </a:lnTo>
                <a:lnTo>
                  <a:pt x="0" y="41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4305240" y="2189880"/>
            <a:ext cx="40896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begrippenlijst, requirementsboom, architectuurbesluiten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4542840" y="2808360"/>
            <a:ext cx="44280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Koppelvlakspeciﬁcaties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: koppelingen, interactiepatronen,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6" name=""/>
          <p:cNvSpPr/>
          <p:nvPr/>
        </p:nvSpPr>
        <p:spPr>
          <a:xfrm>
            <a:off x="4143240" y="3447720"/>
            <a:ext cx="4734360" cy="724320"/>
          </a:xfrm>
          <a:custGeom>
            <a:avLst/>
            <a:gdLst/>
            <a:ahLst/>
            <a:rect l="0" t="0" r="r" b="b"/>
            <a:pathLst>
              <a:path w="13151" h="2012">
                <a:moveTo>
                  <a:pt x="0" y="0"/>
                </a:moveTo>
                <a:lnTo>
                  <a:pt x="13151" y="0"/>
                </a:lnTo>
                <a:lnTo>
                  <a:pt x="13151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7" name=""/>
          <p:cNvSpPr/>
          <p:nvPr/>
        </p:nvSpPr>
        <p:spPr>
          <a:xfrm>
            <a:off x="4143240" y="3447720"/>
            <a:ext cx="4734360" cy="38520"/>
          </a:xfrm>
          <a:custGeom>
            <a:avLst/>
            <a:gdLst/>
            <a:ahLst/>
            <a:rect l="0" t="0" r="r" b="b"/>
            <a:pathLst>
              <a:path w="13151" h="107">
                <a:moveTo>
                  <a:pt x="0" y="0"/>
                </a:moveTo>
                <a:lnTo>
                  <a:pt x="13151" y="0"/>
                </a:lnTo>
                <a:lnTo>
                  <a:pt x="1315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8" name=""/>
          <p:cNvSpPr/>
          <p:nvPr/>
        </p:nvSpPr>
        <p:spPr>
          <a:xfrm>
            <a:off x="4143240" y="4162320"/>
            <a:ext cx="4734360" cy="9720"/>
          </a:xfrm>
          <a:custGeom>
            <a:avLst/>
            <a:gdLst/>
            <a:ahLst/>
            <a:rect l="0" t="0" r="r" b="b"/>
            <a:pathLst>
              <a:path w="13151" h="27">
                <a:moveTo>
                  <a:pt x="0" y="0"/>
                </a:moveTo>
                <a:lnTo>
                  <a:pt x="13151" y="0"/>
                </a:lnTo>
                <a:lnTo>
                  <a:pt x="131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9" name=""/>
          <p:cNvSpPr/>
          <p:nvPr/>
        </p:nvSpPr>
        <p:spPr>
          <a:xfrm>
            <a:off x="8867520" y="3447720"/>
            <a:ext cx="10080" cy="724320"/>
          </a:xfrm>
          <a:custGeom>
            <a:avLst/>
            <a:gdLst/>
            <a:ahLst/>
            <a:rect l="0" t="0" r="r" b="b"/>
            <a:pathLst>
              <a:path w="28" h="2012">
                <a:moveTo>
                  <a:pt x="0" y="106"/>
                </a:moveTo>
                <a:lnTo>
                  <a:pt x="0" y="2012"/>
                </a:lnTo>
                <a:lnTo>
                  <a:pt x="28" y="2012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0" name=""/>
          <p:cNvSpPr/>
          <p:nvPr/>
        </p:nvSpPr>
        <p:spPr>
          <a:xfrm>
            <a:off x="4143240" y="3447720"/>
            <a:ext cx="9720" cy="724320"/>
          </a:xfrm>
          <a:custGeom>
            <a:avLst/>
            <a:gdLst/>
            <a:ahLst/>
            <a:rect l="0" t="0" r="r" b="b"/>
            <a:pathLst>
              <a:path w="27" h="2012">
                <a:moveTo>
                  <a:pt x="0" y="0"/>
                </a:moveTo>
                <a:lnTo>
                  <a:pt x="0" y="2012"/>
                </a:lnTo>
                <a:lnTo>
                  <a:pt x="27" y="2012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1" name=""/>
          <p:cNvSpPr/>
          <p:nvPr/>
        </p:nvSpPr>
        <p:spPr>
          <a:xfrm>
            <a:off x="4349520" y="3603600"/>
            <a:ext cx="149040" cy="193320"/>
          </a:xfrm>
          <a:custGeom>
            <a:avLst/>
            <a:gdLst/>
            <a:ahLst/>
            <a:rect l="0" t="0" r="r" b="b"/>
            <a:pathLst>
              <a:path w="414" h="537">
                <a:moveTo>
                  <a:pt x="373" y="0"/>
                </a:moveTo>
                <a:lnTo>
                  <a:pt x="42" y="0"/>
                </a:lnTo>
                <a:cubicBezTo>
                  <a:pt x="36" y="0"/>
                  <a:pt x="31" y="1"/>
                  <a:pt x="26" y="3"/>
                </a:cubicBezTo>
                <a:cubicBezTo>
                  <a:pt x="21" y="5"/>
                  <a:pt x="16" y="8"/>
                  <a:pt x="13" y="12"/>
                </a:cubicBezTo>
                <a:cubicBezTo>
                  <a:pt x="9" y="16"/>
                  <a:pt x="6" y="20"/>
                  <a:pt x="4" y="25"/>
                </a:cubicBezTo>
                <a:cubicBezTo>
                  <a:pt x="2" y="30"/>
                  <a:pt x="0" y="36"/>
                  <a:pt x="0" y="41"/>
                </a:cubicBezTo>
                <a:lnTo>
                  <a:pt x="0" y="496"/>
                </a:lnTo>
                <a:cubicBezTo>
                  <a:pt x="0" y="501"/>
                  <a:pt x="2" y="507"/>
                  <a:pt x="4" y="512"/>
                </a:cubicBezTo>
                <a:cubicBezTo>
                  <a:pt x="6" y="517"/>
                  <a:pt x="9" y="521"/>
                  <a:pt x="13" y="525"/>
                </a:cubicBezTo>
                <a:cubicBezTo>
                  <a:pt x="16" y="529"/>
                  <a:pt x="21" y="532"/>
                  <a:pt x="26" y="534"/>
                </a:cubicBezTo>
                <a:cubicBezTo>
                  <a:pt x="31" y="536"/>
                  <a:pt x="36" y="537"/>
                  <a:pt x="42" y="537"/>
                </a:cubicBezTo>
                <a:lnTo>
                  <a:pt x="373" y="537"/>
                </a:lnTo>
                <a:cubicBezTo>
                  <a:pt x="378" y="537"/>
                  <a:pt x="384" y="536"/>
                  <a:pt x="389" y="534"/>
                </a:cubicBezTo>
                <a:cubicBezTo>
                  <a:pt x="394" y="532"/>
                  <a:pt x="398" y="529"/>
                  <a:pt x="402" y="525"/>
                </a:cubicBezTo>
                <a:cubicBezTo>
                  <a:pt x="406" y="521"/>
                  <a:pt x="409" y="517"/>
                  <a:pt x="411" y="512"/>
                </a:cubicBezTo>
                <a:cubicBezTo>
                  <a:pt x="413" y="507"/>
                  <a:pt x="414" y="501"/>
                  <a:pt x="414" y="496"/>
                </a:cubicBezTo>
                <a:lnTo>
                  <a:pt x="414" y="41"/>
                </a:lnTo>
                <a:cubicBezTo>
                  <a:pt x="414" y="36"/>
                  <a:pt x="413" y="30"/>
                  <a:pt x="411" y="25"/>
                </a:cubicBezTo>
                <a:cubicBezTo>
                  <a:pt x="409" y="20"/>
                  <a:pt x="406" y="16"/>
                  <a:pt x="402" y="12"/>
                </a:cubicBezTo>
                <a:cubicBezTo>
                  <a:pt x="398" y="8"/>
                  <a:pt x="394" y="5"/>
                  <a:pt x="389" y="3"/>
                </a:cubicBezTo>
                <a:cubicBezTo>
                  <a:pt x="384" y="1"/>
                  <a:pt x="378" y="0"/>
                  <a:pt x="373" y="0"/>
                </a:cubicBezTo>
                <a:moveTo>
                  <a:pt x="373" y="41"/>
                </a:moveTo>
                <a:lnTo>
                  <a:pt x="373" y="165"/>
                </a:lnTo>
                <a:lnTo>
                  <a:pt x="42" y="165"/>
                </a:lnTo>
                <a:lnTo>
                  <a:pt x="42" y="41"/>
                </a:lnTo>
                <a:lnTo>
                  <a:pt x="373" y="41"/>
                </a:lnTo>
                <a:moveTo>
                  <a:pt x="42" y="330"/>
                </a:moveTo>
                <a:lnTo>
                  <a:pt x="42" y="206"/>
                </a:lnTo>
                <a:lnTo>
                  <a:pt x="373" y="206"/>
                </a:lnTo>
                <a:lnTo>
                  <a:pt x="373" y="330"/>
                </a:lnTo>
                <a:lnTo>
                  <a:pt x="42" y="330"/>
                </a:lnTo>
                <a:moveTo>
                  <a:pt x="42" y="496"/>
                </a:moveTo>
                <a:lnTo>
                  <a:pt x="42" y="371"/>
                </a:lnTo>
                <a:lnTo>
                  <a:pt x="373" y="371"/>
                </a:lnTo>
                <a:lnTo>
                  <a:pt x="373" y="496"/>
                </a:lnTo>
                <a:lnTo>
                  <a:pt x="42" y="496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2" name=""/>
          <p:cNvSpPr/>
          <p:nvPr/>
        </p:nvSpPr>
        <p:spPr>
          <a:xfrm>
            <a:off x="4379400" y="36331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42" y="22"/>
                </a:moveTo>
                <a:cubicBezTo>
                  <a:pt x="42" y="28"/>
                  <a:pt x="40" y="32"/>
                  <a:pt x="36" y="36"/>
                </a:cubicBezTo>
                <a:cubicBezTo>
                  <a:pt x="31" y="41"/>
                  <a:pt x="26" y="43"/>
                  <a:pt x="21" y="43"/>
                </a:cubicBezTo>
                <a:cubicBezTo>
                  <a:pt x="15" y="43"/>
                  <a:pt x="10" y="41"/>
                  <a:pt x="6" y="36"/>
                </a:cubicBezTo>
                <a:cubicBezTo>
                  <a:pt x="2" y="32"/>
                  <a:pt x="0" y="28"/>
                  <a:pt x="0" y="22"/>
                </a:cubicBezTo>
                <a:cubicBezTo>
                  <a:pt x="0" y="16"/>
                  <a:pt x="2" y="10"/>
                  <a:pt x="6" y="6"/>
                </a:cubicBezTo>
                <a:cubicBezTo>
                  <a:pt x="10" y="2"/>
                  <a:pt x="15" y="0"/>
                  <a:pt x="21" y="0"/>
                </a:cubicBezTo>
                <a:cubicBezTo>
                  <a:pt x="26" y="0"/>
                  <a:pt x="31" y="2"/>
                  <a:pt x="36" y="6"/>
                </a:cubicBezTo>
                <a:cubicBezTo>
                  <a:pt x="40" y="10"/>
                  <a:pt x="42" y="16"/>
                  <a:pt x="42" y="22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3" name=""/>
          <p:cNvSpPr/>
          <p:nvPr/>
        </p:nvSpPr>
        <p:spPr>
          <a:xfrm>
            <a:off x="4379400" y="36925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42" y="22"/>
                </a:moveTo>
                <a:cubicBezTo>
                  <a:pt x="42" y="28"/>
                  <a:pt x="40" y="33"/>
                  <a:pt x="36" y="37"/>
                </a:cubicBezTo>
                <a:cubicBezTo>
                  <a:pt x="31" y="41"/>
                  <a:pt x="26" y="43"/>
                  <a:pt x="21" y="43"/>
                </a:cubicBezTo>
                <a:cubicBezTo>
                  <a:pt x="15" y="43"/>
                  <a:pt x="10" y="41"/>
                  <a:pt x="6" y="37"/>
                </a:cubicBezTo>
                <a:cubicBezTo>
                  <a:pt x="2" y="33"/>
                  <a:pt x="0" y="28"/>
                  <a:pt x="0" y="22"/>
                </a:cubicBezTo>
                <a:cubicBezTo>
                  <a:pt x="0" y="16"/>
                  <a:pt x="2" y="10"/>
                  <a:pt x="6" y="6"/>
                </a:cubicBezTo>
                <a:cubicBezTo>
                  <a:pt x="10" y="2"/>
                  <a:pt x="15" y="0"/>
                  <a:pt x="21" y="0"/>
                </a:cubicBezTo>
                <a:cubicBezTo>
                  <a:pt x="26" y="0"/>
                  <a:pt x="31" y="2"/>
                  <a:pt x="36" y="6"/>
                </a:cubicBezTo>
                <a:cubicBezTo>
                  <a:pt x="40" y="10"/>
                  <a:pt x="42" y="16"/>
                  <a:pt x="42" y="22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4" name=""/>
          <p:cNvSpPr/>
          <p:nvPr/>
        </p:nvSpPr>
        <p:spPr>
          <a:xfrm>
            <a:off x="4379400" y="3751920"/>
            <a:ext cx="15120" cy="15480"/>
          </a:xfrm>
          <a:custGeom>
            <a:avLst/>
            <a:gdLst/>
            <a:ahLst/>
            <a:rect l="0" t="0" r="r" b="b"/>
            <a:pathLst>
              <a:path w="42" h="43">
                <a:moveTo>
                  <a:pt x="42" y="22"/>
                </a:moveTo>
                <a:cubicBezTo>
                  <a:pt x="42" y="28"/>
                  <a:pt x="40" y="33"/>
                  <a:pt x="36" y="37"/>
                </a:cubicBezTo>
                <a:cubicBezTo>
                  <a:pt x="31" y="41"/>
                  <a:pt x="26" y="43"/>
                  <a:pt x="21" y="43"/>
                </a:cubicBezTo>
                <a:cubicBezTo>
                  <a:pt x="15" y="43"/>
                  <a:pt x="10" y="41"/>
                  <a:pt x="6" y="37"/>
                </a:cubicBezTo>
                <a:cubicBezTo>
                  <a:pt x="2" y="33"/>
                  <a:pt x="0" y="28"/>
                  <a:pt x="0" y="22"/>
                </a:cubicBezTo>
                <a:cubicBezTo>
                  <a:pt x="0" y="16"/>
                  <a:pt x="2" y="10"/>
                  <a:pt x="6" y="6"/>
                </a:cubicBezTo>
                <a:cubicBezTo>
                  <a:pt x="10" y="2"/>
                  <a:pt x="15" y="0"/>
                  <a:pt x="21" y="0"/>
                </a:cubicBezTo>
                <a:cubicBezTo>
                  <a:pt x="26" y="0"/>
                  <a:pt x="31" y="2"/>
                  <a:pt x="36" y="6"/>
                </a:cubicBezTo>
                <a:cubicBezTo>
                  <a:pt x="40" y="10"/>
                  <a:pt x="42" y="16"/>
                  <a:pt x="42" y="22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4305240" y="3027960"/>
            <a:ext cx="31111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datamodelschema's, met versie en release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4542840" y="3646800"/>
            <a:ext cx="47541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1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Informatiemodel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: de begrippenfamilies en de plaat, gemapt op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4305240" y="3875760"/>
            <a:ext cx="4352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OEAPI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